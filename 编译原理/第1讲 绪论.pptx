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4" r:id="rId1"/>
  </p:sldMasterIdLst>
  <p:notesMasterIdLst>
    <p:notesMasterId r:id="rId50"/>
  </p:notesMasterIdLst>
  <p:handoutMasterIdLst>
    <p:handoutMasterId r:id="rId51"/>
  </p:handoutMasterIdLst>
  <p:sldIdLst>
    <p:sldId id="710" r:id="rId2"/>
    <p:sldId id="655" r:id="rId3"/>
    <p:sldId id="698" r:id="rId4"/>
    <p:sldId id="699" r:id="rId5"/>
    <p:sldId id="700" r:id="rId6"/>
    <p:sldId id="696" r:id="rId7"/>
    <p:sldId id="701" r:id="rId8"/>
    <p:sldId id="702" r:id="rId9"/>
    <p:sldId id="703" r:id="rId10"/>
    <p:sldId id="704" r:id="rId11"/>
    <p:sldId id="705" r:id="rId12"/>
    <p:sldId id="697" r:id="rId13"/>
    <p:sldId id="693" r:id="rId14"/>
    <p:sldId id="657" r:id="rId15"/>
    <p:sldId id="597" r:id="rId16"/>
    <p:sldId id="658" r:id="rId17"/>
    <p:sldId id="659" r:id="rId18"/>
    <p:sldId id="450" r:id="rId19"/>
    <p:sldId id="406" r:id="rId20"/>
    <p:sldId id="662" r:id="rId21"/>
    <p:sldId id="602" r:id="rId22"/>
    <p:sldId id="542" r:id="rId23"/>
    <p:sldId id="622" r:id="rId24"/>
    <p:sldId id="507" r:id="rId25"/>
    <p:sldId id="511" r:id="rId26"/>
    <p:sldId id="679" r:id="rId27"/>
    <p:sldId id="688" r:id="rId28"/>
    <p:sldId id="513" r:id="rId29"/>
    <p:sldId id="566" r:id="rId30"/>
    <p:sldId id="681" r:id="rId31"/>
    <p:sldId id="572" r:id="rId32"/>
    <p:sldId id="625" r:id="rId33"/>
    <p:sldId id="691" r:id="rId34"/>
    <p:sldId id="627" r:id="rId35"/>
    <p:sldId id="687" r:id="rId36"/>
    <p:sldId id="692" r:id="rId37"/>
    <p:sldId id="683" r:id="rId38"/>
    <p:sldId id="579" r:id="rId39"/>
    <p:sldId id="580" r:id="rId40"/>
    <p:sldId id="581" r:id="rId41"/>
    <p:sldId id="582" r:id="rId42"/>
    <p:sldId id="690" r:id="rId43"/>
    <p:sldId id="612" r:id="rId44"/>
    <p:sldId id="611" r:id="rId45"/>
    <p:sldId id="706" r:id="rId46"/>
    <p:sldId id="707" r:id="rId47"/>
    <p:sldId id="708" r:id="rId48"/>
    <p:sldId id="709" r:id="rId49"/>
  </p:sldIdLst>
  <p:sldSz cx="9144000" cy="5143500" type="screen16x9"/>
  <p:notesSz cx="7099300" cy="10234613"/>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3333CC"/>
    <a:srgbClr val="FFFF99"/>
    <a:srgbClr val="FF33CC"/>
    <a:srgbClr val="FF99CC"/>
    <a:srgbClr val="FFCCCC"/>
    <a:srgbClr val="FF9900"/>
    <a:srgbClr val="0099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99" autoAdjust="0"/>
    <p:restoredTop sz="83198" autoAdjust="0"/>
  </p:normalViewPr>
  <p:slideViewPr>
    <p:cSldViewPr>
      <p:cViewPr varScale="1">
        <p:scale>
          <a:sx n="133" d="100"/>
          <a:sy n="133" d="100"/>
        </p:scale>
        <p:origin x="960" y="101"/>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2" d="100"/>
          <a:sy n="62" d="100"/>
        </p:scale>
        <p:origin x="-2940" y="-84"/>
      </p:cViewPr>
      <p:guideLst>
        <p:guide orient="horz" pos="3223"/>
        <p:guide pos="223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7085" cy="511486"/>
          </a:xfrm>
          <a:prstGeom prst="rect">
            <a:avLst/>
          </a:prstGeom>
        </p:spPr>
        <p:txBody>
          <a:bodyPr vert="horz" lIns="94887" tIns="47444" rIns="94887" bIns="47444" rtlCol="0"/>
          <a:lstStyle>
            <a:lvl1pPr algn="l">
              <a:defRPr sz="1200"/>
            </a:lvl1pPr>
          </a:lstStyle>
          <a:p>
            <a:endParaRPr lang="zh-CN" altLang="en-US"/>
          </a:p>
        </p:txBody>
      </p:sp>
      <p:sp>
        <p:nvSpPr>
          <p:cNvPr id="3" name="日期占位符 2"/>
          <p:cNvSpPr>
            <a:spLocks noGrp="1"/>
          </p:cNvSpPr>
          <p:nvPr>
            <p:ph type="dt" sz="quarter" idx="1"/>
          </p:nvPr>
        </p:nvSpPr>
        <p:spPr>
          <a:xfrm>
            <a:off x="4020548" y="0"/>
            <a:ext cx="3077085" cy="511486"/>
          </a:xfrm>
          <a:prstGeom prst="rect">
            <a:avLst/>
          </a:prstGeom>
        </p:spPr>
        <p:txBody>
          <a:bodyPr vert="horz" lIns="94887" tIns="47444" rIns="94887" bIns="47444" rtlCol="0"/>
          <a:lstStyle>
            <a:lvl1pPr algn="r">
              <a:defRPr sz="1200"/>
            </a:lvl1pPr>
          </a:lstStyle>
          <a:p>
            <a:fld id="{C48AA596-337F-488F-89AF-E0E1B958A628}" type="datetimeFigureOut">
              <a:rPr lang="zh-CN" altLang="en-US" smtClean="0"/>
              <a:pPr/>
              <a:t>2024/2/27</a:t>
            </a:fld>
            <a:endParaRPr lang="zh-CN" altLang="en-US"/>
          </a:p>
        </p:txBody>
      </p:sp>
      <p:sp>
        <p:nvSpPr>
          <p:cNvPr id="4" name="页脚占位符 3"/>
          <p:cNvSpPr>
            <a:spLocks noGrp="1"/>
          </p:cNvSpPr>
          <p:nvPr>
            <p:ph type="ftr" sz="quarter" idx="2"/>
          </p:nvPr>
        </p:nvSpPr>
        <p:spPr>
          <a:xfrm>
            <a:off x="1" y="9721494"/>
            <a:ext cx="3077085" cy="511485"/>
          </a:xfrm>
          <a:prstGeom prst="rect">
            <a:avLst/>
          </a:prstGeom>
        </p:spPr>
        <p:txBody>
          <a:bodyPr vert="horz" lIns="94887" tIns="47444" rIns="94887" bIns="47444"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0548" y="9721494"/>
            <a:ext cx="3077085" cy="511485"/>
          </a:xfrm>
          <a:prstGeom prst="rect">
            <a:avLst/>
          </a:prstGeom>
        </p:spPr>
        <p:txBody>
          <a:bodyPr vert="horz" lIns="94887" tIns="47444" rIns="94887" bIns="47444" rtlCol="0" anchor="b"/>
          <a:lstStyle>
            <a:lvl1pPr algn="r">
              <a:defRPr sz="1200"/>
            </a:lvl1pPr>
          </a:lstStyle>
          <a:p>
            <a:fld id="{4511AFB4-51AD-4D63-AAD5-8EFB9F200E92}" type="slidenum">
              <a:rPr lang="zh-CN" altLang="en-US" smtClean="0"/>
              <a:pPr/>
              <a:t>‹#›</a:t>
            </a:fld>
            <a:endParaRPr lang="zh-CN" altLang="en-US"/>
          </a:p>
        </p:txBody>
      </p:sp>
    </p:spTree>
    <p:extLst>
      <p:ext uri="{BB962C8B-B14F-4D97-AF65-F5344CB8AC3E}">
        <p14:creationId xmlns:p14="http://schemas.microsoft.com/office/powerpoint/2010/main" val="2364306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1" y="0"/>
            <a:ext cx="3077085" cy="51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prstTxWarp prst="textNoShape">
              <a:avLst/>
            </a:prstTxWarp>
          </a:bodyPr>
          <a:lstStyle>
            <a:lvl1pPr defTabSz="990057">
              <a:defRPr sz="1300" smtClean="0">
                <a:latin typeface="Arial" pitchFamily="34" charset="0"/>
              </a:defRPr>
            </a:lvl1pPr>
          </a:lstStyle>
          <a:p>
            <a:pPr>
              <a:defRPr/>
            </a:pPr>
            <a:endParaRPr lang="zh-CN" altLang="en-US"/>
          </a:p>
        </p:txBody>
      </p:sp>
      <p:sp>
        <p:nvSpPr>
          <p:cNvPr id="340995" name="Rectangle 3"/>
          <p:cNvSpPr>
            <a:spLocks noGrp="1" noChangeArrowheads="1"/>
          </p:cNvSpPr>
          <p:nvPr>
            <p:ph type="dt" idx="1"/>
          </p:nvPr>
        </p:nvSpPr>
        <p:spPr bwMode="auto">
          <a:xfrm>
            <a:off x="4020548" y="0"/>
            <a:ext cx="3077085" cy="51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prstTxWarp prst="textNoShape">
              <a:avLst/>
            </a:prstTxWarp>
          </a:bodyPr>
          <a:lstStyle>
            <a:lvl1pPr algn="r" defTabSz="990057">
              <a:defRPr sz="1300" smtClean="0">
                <a:latin typeface="Arial" pitchFamily="34" charset="0"/>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0997" name="Rectangle 5"/>
          <p:cNvSpPr>
            <a:spLocks noGrp="1" noChangeArrowheads="1"/>
          </p:cNvSpPr>
          <p:nvPr>
            <p:ph type="body" sz="quarter" idx="3"/>
          </p:nvPr>
        </p:nvSpPr>
        <p:spPr bwMode="auto">
          <a:xfrm>
            <a:off x="710097" y="4861564"/>
            <a:ext cx="5679107" cy="46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40998" name="Rectangle 6"/>
          <p:cNvSpPr>
            <a:spLocks noGrp="1" noChangeArrowheads="1"/>
          </p:cNvSpPr>
          <p:nvPr>
            <p:ph type="ftr" sz="quarter" idx="4"/>
          </p:nvPr>
        </p:nvSpPr>
        <p:spPr bwMode="auto">
          <a:xfrm>
            <a:off x="1" y="9721494"/>
            <a:ext cx="3077085" cy="511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b" anchorCtr="0" compatLnSpc="1">
            <a:prstTxWarp prst="textNoShape">
              <a:avLst/>
            </a:prstTxWarp>
          </a:bodyPr>
          <a:lstStyle>
            <a:lvl1pPr defTabSz="990057">
              <a:defRPr sz="1300" smtClean="0">
                <a:latin typeface="Arial" pitchFamily="34" charset="0"/>
              </a:defRPr>
            </a:lvl1pPr>
          </a:lstStyle>
          <a:p>
            <a:pPr>
              <a:defRPr/>
            </a:pPr>
            <a:endParaRPr lang="en-US" altLang="zh-CN"/>
          </a:p>
        </p:txBody>
      </p:sp>
      <p:sp>
        <p:nvSpPr>
          <p:cNvPr id="340999" name="Rectangle 7"/>
          <p:cNvSpPr>
            <a:spLocks noGrp="1" noChangeArrowheads="1"/>
          </p:cNvSpPr>
          <p:nvPr>
            <p:ph type="sldNum" sz="quarter" idx="5"/>
          </p:nvPr>
        </p:nvSpPr>
        <p:spPr bwMode="auto">
          <a:xfrm>
            <a:off x="4020548" y="9721494"/>
            <a:ext cx="3077085" cy="511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b" anchorCtr="0" compatLnSpc="1">
            <a:prstTxWarp prst="textNoShape">
              <a:avLst/>
            </a:prstTxWarp>
          </a:bodyPr>
          <a:lstStyle>
            <a:lvl1pPr algn="r" defTabSz="990057">
              <a:defRPr sz="1300" smtClean="0">
                <a:latin typeface="Arial" pitchFamily="34" charset="0"/>
              </a:defRPr>
            </a:lvl1pPr>
          </a:lstStyle>
          <a:p>
            <a:pPr>
              <a:defRPr/>
            </a:pPr>
            <a:fld id="{9C248093-BC3A-480A-B4FF-423A59574276}" type="slidenum">
              <a:rPr lang="zh-CN" altLang="en-US"/>
              <a:pPr>
                <a:defRPr/>
              </a:pPr>
              <a:t>‹#›</a:t>
            </a:fld>
            <a:endParaRPr lang="en-US" altLang="zh-CN"/>
          </a:p>
        </p:txBody>
      </p:sp>
    </p:spTree>
    <p:extLst>
      <p:ext uri="{BB962C8B-B14F-4D97-AF65-F5344CB8AC3E}">
        <p14:creationId xmlns:p14="http://schemas.microsoft.com/office/powerpoint/2010/main" val="1389884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72DA1-D64B-24A9-FC66-BD150E326040}"/>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E77531B3-3BC2-347C-7922-F48F3EF22CDF}"/>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1</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C91B2FB1-56E6-E4D3-99D9-FA64331A44E9}"/>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042F16D7-CFAB-ED9E-C884-F581162F056B}"/>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533069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2</a:t>
            </a:fld>
            <a:endParaRPr lang="en-US" altLang="zh-CN">
              <a:solidFill>
                <a:srgbClr val="000000"/>
              </a:solidFill>
              <a:latin typeface="Arial" pitchFamily="34" charset="0"/>
            </a:endParaRPr>
          </a:p>
        </p:txBody>
      </p:sp>
      <p:sp>
        <p:nvSpPr>
          <p:cNvPr id="73731" name="Rectangle 2"/>
          <p:cNvSpPr>
            <a:spLocks noGrp="1" noRot="1" noChangeAspect="1" noChangeArrowheads="1" noTextEdit="1"/>
          </p:cNvSpPr>
          <p:nvPr>
            <p:ph type="sldImg"/>
          </p:nvPr>
        </p:nvSpPr>
        <p:spPr>
          <a:xfrm>
            <a:off x="139700" y="768350"/>
            <a:ext cx="6821488" cy="3836988"/>
          </a:xfrm>
          <a:ln/>
        </p:spPr>
      </p:sp>
      <p:sp>
        <p:nvSpPr>
          <p:cNvPr id="73732" name="Rectangle 3"/>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38530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CA56-2320-DD2A-D31A-17E6BDEA4B10}"/>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8C883F53-1A84-CC36-95AC-FE69B5E1D229}"/>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3</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71E5295C-7F17-E1A5-9F3F-17C80A5FA3ED}"/>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B4C348EC-DB82-9207-39A0-D74048997F05}"/>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287405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64687-3CFD-B2B3-936C-75B8ED10E820}"/>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4BE4798F-946B-8CED-640F-0E9ABABC4C93}"/>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4</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9A85EF38-E7B7-F4DF-4699-75EB469C4A3D}"/>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3C036611-0FCF-F106-51F0-7DDF6AEB10D9}"/>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915257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635E1-FC9A-AF8C-90FE-27EFAFB87EB0}"/>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FA6DBBC1-2E5C-5362-2CA9-1E9E15F74CEF}"/>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5</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5CB2473A-3F70-8711-EA9D-30E4913E51C6}"/>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C2BC87C7-A714-AF1F-DDBD-AE7D19614402}"/>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774582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A2E41-8A31-59DE-8BBD-145DAECC6E33}"/>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D5A1EE6F-027A-B9AE-A750-4D771866675D}"/>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6</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6AC49918-7656-F28F-F6FC-57741005F527}"/>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8D4F0B5B-7800-7BEF-C6A6-00A4B9E853C2}"/>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74265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AD8C7-2F94-E7FE-2330-B42388CF3EF9}"/>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0080066B-73D9-2144-ECCF-B2C3C1A6A68B}"/>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7</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39CD505F-576A-AEDF-F70E-B01D872F7517}"/>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A25E2D23-AC5A-1DBB-04CC-49B0E34051A7}"/>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683845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A413-0B0D-3164-AF18-83442913FD0E}"/>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610CA62E-9F66-893A-DF2C-82789C3ED098}"/>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8</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F493D26E-BE79-47CC-211A-368FFA9416A1}"/>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F2A0AD26-8818-5C10-4A36-7514771B285B}"/>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3583625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AA01-F262-3D0F-18E2-84A57A3CC2D9}"/>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A2E9A7F1-28D0-2D87-79E1-354093C1C9D5}"/>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9</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94E8167F-2292-161C-4C10-21A0F009DBB6}"/>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53A2E303-0012-4C34-88FD-EF872073EE5E}"/>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12237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BD10-3B0E-78B2-84D3-2B476DD8ABBB}"/>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5E0A4FC6-AEBF-19AE-A8FD-A492A713F594}"/>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10</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07B8F967-8C7E-CECF-BE51-39D62F1273D9}"/>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5ED18DC7-A06D-B8BB-5447-6C934AD0EAF3}"/>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2951375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F31CD-544B-166A-EAE5-0B2CFFAFBC2D}"/>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CD39FC62-A936-40D5-7CF6-D757B64EFA05}"/>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11</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1183B33B-DC40-B9A4-62D9-0CE97604DB84}"/>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0F496066-9129-1C03-9FC0-C60AB6FB9552}"/>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4173038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810D6-9719-77B2-AE5D-2F2F09E112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0C5370-1359-820D-B5FB-B3F7DC0BB9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E5268E-70E1-EC15-BE48-DC265F7DAC2B}"/>
              </a:ext>
            </a:extLst>
          </p:cNvPr>
          <p:cNvSpPr>
            <a:spLocks noGrp="1"/>
          </p:cNvSpPr>
          <p:nvPr>
            <p:ph type="body" idx="1"/>
          </p:nvPr>
        </p:nvSpPr>
        <p:spPr/>
        <p:txBody>
          <a:bodyPr>
            <a:normAutofit/>
          </a:bodyPr>
          <a:lstStyle/>
          <a:p>
            <a:endParaRPr lang="zh-CN" altLang="en-US" dirty="0"/>
          </a:p>
        </p:txBody>
      </p:sp>
      <p:sp>
        <p:nvSpPr>
          <p:cNvPr id="4" name="灯片编号占位符 3">
            <a:extLst>
              <a:ext uri="{FF2B5EF4-FFF2-40B4-BE49-F238E27FC236}">
                <a16:creationId xmlns:a16="http://schemas.microsoft.com/office/drawing/2014/main" id="{7A6ED30A-2AFA-0C19-6502-B479EA38C76C}"/>
              </a:ext>
            </a:extLst>
          </p:cNvPr>
          <p:cNvSpPr>
            <a:spLocks noGrp="1"/>
          </p:cNvSpPr>
          <p:nvPr>
            <p:ph type="sldNum" sz="quarter" idx="10"/>
          </p:nvPr>
        </p:nvSpPr>
        <p:spPr/>
        <p:txBody>
          <a:bodyPr/>
          <a:lstStyle/>
          <a:p>
            <a:fld id="{7963FE6A-A07C-4F62-8FBF-E5DA1DFCF16A}" type="slidenum">
              <a:rPr lang="zh-CN" altLang="en-US" smtClean="0"/>
              <a:pPr/>
              <a:t>12</a:t>
            </a:fld>
            <a:endParaRPr lang="zh-CN" altLang="en-US"/>
          </a:p>
        </p:txBody>
      </p:sp>
    </p:spTree>
    <p:extLst>
      <p:ext uri="{BB962C8B-B14F-4D97-AF65-F5344CB8AC3E}">
        <p14:creationId xmlns:p14="http://schemas.microsoft.com/office/powerpoint/2010/main" val="3276366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A1B83-4113-9685-1624-19A274DD8813}"/>
            </a:ext>
          </a:extLst>
        </p:cNvPr>
        <p:cNvGrpSpPr/>
        <p:nvPr/>
      </p:nvGrpSpPr>
      <p:grpSpPr>
        <a:xfrm>
          <a:off x="0" y="0"/>
          <a:ext cx="0" cy="0"/>
          <a:chOff x="0" y="0"/>
          <a:chExt cx="0" cy="0"/>
        </a:xfrm>
      </p:grpSpPr>
      <p:sp>
        <p:nvSpPr>
          <p:cNvPr id="73730" name="Rectangle 7">
            <a:extLst>
              <a:ext uri="{FF2B5EF4-FFF2-40B4-BE49-F238E27FC236}">
                <a16:creationId xmlns:a16="http://schemas.microsoft.com/office/drawing/2014/main" id="{F4FC5CF1-DC6A-0FBC-87DF-1825B70EB247}"/>
              </a:ext>
            </a:extLst>
          </p:cNvPr>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13</a:t>
            </a:fld>
            <a:endParaRPr lang="en-US" altLang="zh-CN">
              <a:solidFill>
                <a:srgbClr val="000000"/>
              </a:solidFill>
              <a:latin typeface="Arial" pitchFamily="34" charset="0"/>
            </a:endParaRPr>
          </a:p>
        </p:txBody>
      </p:sp>
      <p:sp>
        <p:nvSpPr>
          <p:cNvPr id="73731" name="Rectangle 2">
            <a:extLst>
              <a:ext uri="{FF2B5EF4-FFF2-40B4-BE49-F238E27FC236}">
                <a16:creationId xmlns:a16="http://schemas.microsoft.com/office/drawing/2014/main" id="{0AC91333-F5CD-9915-6813-80FA81B36A1F}"/>
              </a:ext>
            </a:extLst>
          </p:cNvPr>
          <p:cNvSpPr>
            <a:spLocks noGrp="1" noRot="1" noChangeAspect="1" noChangeArrowheads="1" noTextEdit="1"/>
          </p:cNvSpPr>
          <p:nvPr>
            <p:ph type="sldImg"/>
          </p:nvPr>
        </p:nvSpPr>
        <p:spPr>
          <a:xfrm>
            <a:off x="139700" y="768350"/>
            <a:ext cx="6821488" cy="3836988"/>
          </a:xfrm>
          <a:ln/>
        </p:spPr>
      </p:sp>
      <p:sp>
        <p:nvSpPr>
          <p:cNvPr id="73732" name="Rectangle 3">
            <a:extLst>
              <a:ext uri="{FF2B5EF4-FFF2-40B4-BE49-F238E27FC236}">
                <a16:creationId xmlns:a16="http://schemas.microsoft.com/office/drawing/2014/main" id="{6C66C737-CD63-FD79-C472-0DB318A77C39}"/>
              </a:ext>
            </a:extLst>
          </p:cNvPr>
          <p:cNvSpPr>
            <a:spLocks noGrp="1" noChangeArrowheads="1"/>
          </p:cNvSpPr>
          <p:nvPr>
            <p:ph type="body" idx="1"/>
          </p:nvPr>
        </p:nvSpPr>
        <p:spPr>
          <a:noFill/>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3818944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C3F133A-7E3A-413E-964C-873A5BA34320}" type="slidenum">
              <a:rPr lang="zh-CN" altLang="en-US">
                <a:solidFill>
                  <a:srgbClr val="000000"/>
                </a:solidFill>
                <a:latin typeface="Arial" pitchFamily="34" charset="0"/>
              </a:rPr>
              <a:pPr eaLnBrk="1" hangingPunct="1"/>
              <a:t>14</a:t>
            </a:fld>
            <a:endParaRPr lang="en-US" altLang="zh-CN">
              <a:solidFill>
                <a:srgbClr val="000000"/>
              </a:solidFill>
              <a:latin typeface="Arial" pitchFamily="34" charset="0"/>
            </a:endParaRPr>
          </a:p>
        </p:txBody>
      </p:sp>
      <p:sp>
        <p:nvSpPr>
          <p:cNvPr id="73731" name="Rectangle 2"/>
          <p:cNvSpPr>
            <a:spLocks noGrp="1" noRot="1" noChangeAspect="1" noChangeArrowheads="1" noTextEdit="1"/>
          </p:cNvSpPr>
          <p:nvPr>
            <p:ph type="sldImg"/>
          </p:nvPr>
        </p:nvSpPr>
        <p:spPr>
          <a:xfrm>
            <a:off x="139700" y="768350"/>
            <a:ext cx="6821488" cy="3836988"/>
          </a:xfrm>
          <a:ln/>
        </p:spPr>
      </p:sp>
      <p:sp>
        <p:nvSpPr>
          <p:cNvPr id="73732" name="Rectangle 3"/>
          <p:cNvSpPr>
            <a:spLocks noGrp="1" noChangeArrowheads="1"/>
          </p:cNvSpPr>
          <p:nvPr>
            <p:ph type="body" idx="1"/>
          </p:nvPr>
        </p:nvSpPr>
        <p:spPr>
          <a:noFill/>
        </p:spPr>
        <p:txBody>
          <a:bodyPr/>
          <a:lstStyle/>
          <a:p>
            <a:pPr defTabSz="948873" eaLnBrk="1" hangingPunct="1">
              <a:defRPr/>
            </a:pPr>
            <a:endParaRPr lang="zh-CN" altLang="en-US" dirty="0">
              <a:latin typeface="Arial" pitchFamily="34" charset="0"/>
            </a:endParaRPr>
          </a:p>
        </p:txBody>
      </p:sp>
    </p:spTree>
    <p:extLst>
      <p:ext uri="{BB962C8B-B14F-4D97-AF65-F5344CB8AC3E}">
        <p14:creationId xmlns:p14="http://schemas.microsoft.com/office/powerpoint/2010/main" val="2257267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3CCCEA3B-7E9D-4E82-A5EB-4D757B4EEAE9}" type="slidenum">
              <a:rPr lang="zh-CN" altLang="en-US">
                <a:latin typeface="Arial" pitchFamily="34" charset="0"/>
              </a:rPr>
              <a:pPr eaLnBrk="1" hangingPunct="1"/>
              <a:t>15</a:t>
            </a:fld>
            <a:endParaRPr lang="en-US" altLang="zh-CN">
              <a:latin typeface="Arial"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a:ln/>
        </p:spPr>
      </p:sp>
      <p:sp>
        <p:nvSpPr>
          <p:cNvPr id="77828" name="Rectangle 3"/>
          <p:cNvSpPr>
            <a:spLocks noGrp="1" noChangeArrowheads="1"/>
          </p:cNvSpPr>
          <p:nvPr>
            <p:ph type="body" idx="1"/>
          </p:nvPr>
        </p:nvSpPr>
        <p:spPr>
          <a:noFill/>
        </p:spPr>
        <p:txBody>
          <a:bodyPr/>
          <a:lstStyle/>
          <a:p>
            <a:pPr eaLnBrk="1" hangingPunct="1"/>
            <a:endParaRPr lang="en-US" altLang="zh-CN" b="1" dirty="0">
              <a:latin typeface="Arial" pitchFamily="34" charset="0"/>
            </a:endParaRPr>
          </a:p>
        </p:txBody>
      </p:sp>
    </p:spTree>
    <p:extLst>
      <p:ext uri="{BB962C8B-B14F-4D97-AF65-F5344CB8AC3E}">
        <p14:creationId xmlns:p14="http://schemas.microsoft.com/office/powerpoint/2010/main" val="2272666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3CCCEA3B-7E9D-4E82-A5EB-4D757B4EEAE9}" type="slidenum">
              <a:rPr lang="zh-CN" altLang="en-US">
                <a:latin typeface="Arial" pitchFamily="34" charset="0"/>
              </a:rPr>
              <a:pPr eaLnBrk="1" hangingPunct="1"/>
              <a:t>16</a:t>
            </a:fld>
            <a:endParaRPr lang="en-US" altLang="zh-CN">
              <a:latin typeface="Arial"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a:ln/>
        </p:spPr>
      </p:sp>
      <p:sp>
        <p:nvSpPr>
          <p:cNvPr id="77828" name="Rectangle 3"/>
          <p:cNvSpPr>
            <a:spLocks noGrp="1" noChangeArrowheads="1"/>
          </p:cNvSpPr>
          <p:nvPr>
            <p:ph type="body" idx="1"/>
          </p:nvPr>
        </p:nvSpPr>
        <p:spPr>
          <a:noFill/>
        </p:spPr>
        <p:txBody>
          <a:bodyPr/>
          <a:lstStyle/>
          <a:p>
            <a:pPr eaLnBrk="1" hangingPunct="1"/>
            <a:endParaRPr lang="en-US" altLang="zh-CN" b="1" dirty="0">
              <a:latin typeface="Arial" pitchFamily="34" charset="0"/>
            </a:endParaRPr>
          </a:p>
        </p:txBody>
      </p:sp>
    </p:spTree>
    <p:extLst>
      <p:ext uri="{BB962C8B-B14F-4D97-AF65-F5344CB8AC3E}">
        <p14:creationId xmlns:p14="http://schemas.microsoft.com/office/powerpoint/2010/main" val="692096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3CCCEA3B-7E9D-4E82-A5EB-4D757B4EEAE9}" type="slidenum">
              <a:rPr lang="zh-CN" altLang="en-US">
                <a:latin typeface="Arial" pitchFamily="34" charset="0"/>
              </a:rPr>
              <a:pPr eaLnBrk="1" hangingPunct="1"/>
              <a:t>17</a:t>
            </a:fld>
            <a:endParaRPr lang="en-US" altLang="zh-CN">
              <a:latin typeface="Arial"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a:ln/>
        </p:spPr>
      </p:sp>
      <p:sp>
        <p:nvSpPr>
          <p:cNvPr id="77828" name="Rectangle 3"/>
          <p:cNvSpPr>
            <a:spLocks noGrp="1" noChangeArrowheads="1"/>
          </p:cNvSpPr>
          <p:nvPr>
            <p:ph type="body" idx="1"/>
          </p:nvPr>
        </p:nvSpPr>
        <p:spPr>
          <a:noFill/>
        </p:spPr>
        <p:txBody>
          <a:bodyPr/>
          <a:lstStyle/>
          <a:p>
            <a:pPr defTabSz="948873" eaLnBrk="1" hangingPunct="1">
              <a:defRPr/>
            </a:pPr>
            <a:endParaRPr lang="en-US" altLang="zh-CN" b="0" dirty="0">
              <a:latin typeface="Arial" pitchFamily="34" charset="0"/>
              <a:ea typeface="楷体_GB2312" pitchFamily="49" charset="-122"/>
            </a:endParaRPr>
          </a:p>
        </p:txBody>
      </p:sp>
    </p:spTree>
    <p:extLst>
      <p:ext uri="{BB962C8B-B14F-4D97-AF65-F5344CB8AC3E}">
        <p14:creationId xmlns:p14="http://schemas.microsoft.com/office/powerpoint/2010/main" val="4022366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15C23693-4CDF-48A0-BC30-60941A2A3AE6}" type="slidenum">
              <a:rPr lang="zh-CN" altLang="en-US">
                <a:latin typeface="Arial" pitchFamily="34" charset="0"/>
              </a:rPr>
              <a:pPr eaLnBrk="1" hangingPunct="1"/>
              <a:t>18</a:t>
            </a:fld>
            <a:endParaRPr lang="en-US" altLang="zh-CN">
              <a:latin typeface="Arial" pitchFamily="34" charset="0"/>
            </a:endParaRPr>
          </a:p>
        </p:txBody>
      </p:sp>
      <p:sp>
        <p:nvSpPr>
          <p:cNvPr id="78851" name="Rectangle 2"/>
          <p:cNvSpPr>
            <a:spLocks noGrp="1" noRot="1" noChangeAspect="1" noChangeArrowheads="1" noTextEdit="1"/>
          </p:cNvSpPr>
          <p:nvPr>
            <p:ph type="sldImg"/>
          </p:nvPr>
        </p:nvSpPr>
        <p:spPr>
          <a:xfrm>
            <a:off x="139700" y="768350"/>
            <a:ext cx="6821488" cy="3836988"/>
          </a:xfrm>
          <a:ln/>
        </p:spPr>
      </p:sp>
      <p:sp>
        <p:nvSpPr>
          <p:cNvPr id="78852" name="Rectangle 3"/>
          <p:cNvSpPr>
            <a:spLocks noGrp="1" noChangeArrowheads="1"/>
          </p:cNvSpPr>
          <p:nvPr>
            <p:ph type="body" idx="1"/>
          </p:nvPr>
        </p:nvSpPr>
        <p:spPr>
          <a:noFill/>
        </p:spPr>
        <p:txBody>
          <a:bodyPr/>
          <a:lstStyle/>
          <a:p>
            <a:pPr eaLnBrk="1" hangingPunct="1"/>
            <a:endParaRPr lang="zh-CN" altLang="en-US" sz="1700" dirty="0">
              <a:latin typeface="Arial" pitchFamily="34" charset="0"/>
            </a:endParaRPr>
          </a:p>
        </p:txBody>
      </p:sp>
    </p:spTree>
    <p:extLst>
      <p:ext uri="{BB962C8B-B14F-4D97-AF65-F5344CB8AC3E}">
        <p14:creationId xmlns:p14="http://schemas.microsoft.com/office/powerpoint/2010/main" val="3943823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50AE390-45C7-4B8F-A2C5-5E70510F9A67}" type="slidenum">
              <a:rPr lang="zh-CN" altLang="en-US">
                <a:latin typeface="Arial" pitchFamily="34" charset="0"/>
              </a:rPr>
              <a:pPr eaLnBrk="1" hangingPunct="1"/>
              <a:t>19</a:t>
            </a:fld>
            <a:endParaRPr lang="en-US" altLang="zh-CN">
              <a:latin typeface="Arial" pitchFamily="34" charset="0"/>
            </a:endParaRPr>
          </a:p>
        </p:txBody>
      </p:sp>
      <p:sp>
        <p:nvSpPr>
          <p:cNvPr id="79875" name="Rectangle 2"/>
          <p:cNvSpPr>
            <a:spLocks noGrp="1" noRot="1" noChangeAspect="1" noChangeArrowheads="1" noTextEdit="1"/>
          </p:cNvSpPr>
          <p:nvPr>
            <p:ph type="sldImg"/>
          </p:nvPr>
        </p:nvSpPr>
        <p:spPr>
          <a:xfrm>
            <a:off x="139700" y="768350"/>
            <a:ext cx="6821488" cy="3836988"/>
          </a:xfrm>
          <a:ln/>
        </p:spPr>
      </p:sp>
      <p:sp>
        <p:nvSpPr>
          <p:cNvPr id="79876" name="Rectangle 3"/>
          <p:cNvSpPr>
            <a:spLocks noGrp="1" noChangeArrowheads="1"/>
          </p:cNvSpPr>
          <p:nvPr>
            <p:ph type="body" idx="1"/>
          </p:nvPr>
        </p:nvSpPr>
        <p:spPr>
          <a:noFill/>
        </p:spPr>
        <p:txBody>
          <a:bodyPr/>
          <a:lstStyle/>
          <a:p>
            <a:pPr eaLnBrk="1" hangingPunct="1"/>
            <a:endParaRPr lang="en-US" altLang="zh-CN" sz="1700" dirty="0">
              <a:latin typeface="楷体_GB2312" pitchFamily="49" charset="-122"/>
              <a:ea typeface="楷体_GB2312" pitchFamily="49" charset="-122"/>
            </a:endParaRPr>
          </a:p>
        </p:txBody>
      </p:sp>
    </p:spTree>
    <p:extLst>
      <p:ext uri="{BB962C8B-B14F-4D97-AF65-F5344CB8AC3E}">
        <p14:creationId xmlns:p14="http://schemas.microsoft.com/office/powerpoint/2010/main" val="2138487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50AE390-45C7-4B8F-A2C5-5E70510F9A67}" type="slidenum">
              <a:rPr lang="zh-CN" altLang="en-US">
                <a:latin typeface="Arial" pitchFamily="34" charset="0"/>
              </a:rPr>
              <a:pPr eaLnBrk="1" hangingPunct="1"/>
              <a:t>20</a:t>
            </a:fld>
            <a:endParaRPr lang="en-US" altLang="zh-CN">
              <a:latin typeface="Arial" pitchFamily="34" charset="0"/>
            </a:endParaRPr>
          </a:p>
        </p:txBody>
      </p:sp>
      <p:sp>
        <p:nvSpPr>
          <p:cNvPr id="79875" name="Rectangle 2"/>
          <p:cNvSpPr>
            <a:spLocks noGrp="1" noRot="1" noChangeAspect="1" noChangeArrowheads="1" noTextEdit="1"/>
          </p:cNvSpPr>
          <p:nvPr>
            <p:ph type="sldImg"/>
          </p:nvPr>
        </p:nvSpPr>
        <p:spPr>
          <a:xfrm>
            <a:off x="139700" y="768350"/>
            <a:ext cx="6821488" cy="3836988"/>
          </a:xfrm>
          <a:ln/>
        </p:spPr>
      </p:sp>
      <p:sp>
        <p:nvSpPr>
          <p:cNvPr id="79876" name="Rectangle 3"/>
          <p:cNvSpPr>
            <a:spLocks noGrp="1" noChangeArrowheads="1"/>
          </p:cNvSpPr>
          <p:nvPr>
            <p:ph type="body" idx="1"/>
          </p:nvPr>
        </p:nvSpPr>
        <p:spPr>
          <a:noFill/>
        </p:spPr>
        <p:txBody>
          <a:bodyPr/>
          <a:lstStyle/>
          <a:p>
            <a:pPr eaLnBrk="1" hangingPunct="1"/>
            <a:endParaRPr lang="en-US" altLang="zh-CN" sz="1500" dirty="0">
              <a:latin typeface="Arial" pitchFamily="34" charset="0"/>
            </a:endParaRPr>
          </a:p>
        </p:txBody>
      </p:sp>
    </p:spTree>
    <p:extLst>
      <p:ext uri="{BB962C8B-B14F-4D97-AF65-F5344CB8AC3E}">
        <p14:creationId xmlns:p14="http://schemas.microsoft.com/office/powerpoint/2010/main" val="3991157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50AE390-45C7-4B8F-A2C5-5E70510F9A67}" type="slidenum">
              <a:rPr lang="zh-CN" altLang="en-US">
                <a:latin typeface="Arial" pitchFamily="34" charset="0"/>
              </a:rPr>
              <a:pPr eaLnBrk="1" hangingPunct="1"/>
              <a:t>21</a:t>
            </a:fld>
            <a:endParaRPr lang="en-US" altLang="zh-CN">
              <a:latin typeface="Arial" pitchFamily="34" charset="0"/>
            </a:endParaRPr>
          </a:p>
        </p:txBody>
      </p:sp>
      <p:sp>
        <p:nvSpPr>
          <p:cNvPr id="79875" name="Rectangle 2"/>
          <p:cNvSpPr>
            <a:spLocks noGrp="1" noRot="1" noChangeAspect="1" noChangeArrowheads="1" noTextEdit="1"/>
          </p:cNvSpPr>
          <p:nvPr>
            <p:ph type="sldImg"/>
          </p:nvPr>
        </p:nvSpPr>
        <p:spPr>
          <a:xfrm>
            <a:off x="139700" y="768350"/>
            <a:ext cx="6821488" cy="3836988"/>
          </a:xfrm>
          <a:ln/>
        </p:spPr>
      </p:sp>
      <p:sp>
        <p:nvSpPr>
          <p:cNvPr id="79876" name="Rectangle 3"/>
          <p:cNvSpPr>
            <a:spLocks noGrp="1" noChangeArrowheads="1"/>
          </p:cNvSpPr>
          <p:nvPr>
            <p:ph type="body" idx="1"/>
          </p:nvPr>
        </p:nvSpPr>
        <p:spPr>
          <a:noFill/>
        </p:spPr>
        <p:txBody>
          <a:bodyPr/>
          <a:lstStyle/>
          <a:p>
            <a:pPr defTabSz="948873" eaLnBrk="1" hangingPunct="1">
              <a:defRPr/>
            </a:pPr>
            <a:endParaRPr lang="en-US" altLang="zh-CN" dirty="0">
              <a:latin typeface="楷体_GB2312" pitchFamily="49" charset="-122"/>
              <a:ea typeface="楷体_GB2312" pitchFamily="49" charset="-122"/>
            </a:endParaRPr>
          </a:p>
        </p:txBody>
      </p:sp>
    </p:spTree>
    <p:extLst>
      <p:ext uri="{BB962C8B-B14F-4D97-AF65-F5344CB8AC3E}">
        <p14:creationId xmlns:p14="http://schemas.microsoft.com/office/powerpoint/2010/main" val="69869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kumimoji="1" lang="zh-CN" altLang="en-US" b="0" dirty="0">
              <a:effectLst/>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22</a:t>
            </a:fld>
            <a:endParaRPr lang="en-US" altLang="zh-CN">
              <a:latin typeface="Arial" pitchFamily="34" charset="0"/>
            </a:endParaRPr>
          </a:p>
        </p:txBody>
      </p:sp>
    </p:spTree>
    <p:extLst>
      <p:ext uri="{BB962C8B-B14F-4D97-AF65-F5344CB8AC3E}">
        <p14:creationId xmlns:p14="http://schemas.microsoft.com/office/powerpoint/2010/main" val="2227154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lang="zh-CN" altLang="en-US"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23</a:t>
            </a:fld>
            <a:endParaRPr lang="en-US" altLang="zh-CN">
              <a:latin typeface="Arial" pitchFamily="34" charset="0"/>
            </a:endParaRPr>
          </a:p>
        </p:txBody>
      </p:sp>
    </p:spTree>
    <p:extLst>
      <p:ext uri="{BB962C8B-B14F-4D97-AF65-F5344CB8AC3E}">
        <p14:creationId xmlns:p14="http://schemas.microsoft.com/office/powerpoint/2010/main" val="3241826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139700" y="768350"/>
            <a:ext cx="6821488" cy="3836988"/>
          </a:xfrm>
          <a:ln/>
        </p:spPr>
      </p:sp>
      <p:sp>
        <p:nvSpPr>
          <p:cNvPr id="70659" name="备注占位符 2"/>
          <p:cNvSpPr>
            <a:spLocks noGrp="1"/>
          </p:cNvSpPr>
          <p:nvPr>
            <p:ph type="body" idx="1"/>
          </p:nvPr>
        </p:nvSpPr>
        <p:spPr/>
        <p:txBody>
          <a:bodyPr/>
          <a:lstStyle/>
          <a:p>
            <a:pPr>
              <a:defRPr/>
            </a:pPr>
            <a:endParaRPr lang="zh-CN" altLang="en-US" sz="1100" dirty="0">
              <a:latin typeface="Arial" pitchFamily="34" charset="0"/>
            </a:endParaRPr>
          </a:p>
        </p:txBody>
      </p:sp>
      <p:sp>
        <p:nvSpPr>
          <p:cNvPr id="86020" name="灯片编号占位符 3"/>
          <p:cNvSpPr>
            <a:spLocks noGrp="1"/>
          </p:cNvSpPr>
          <p:nvPr>
            <p:ph type="sldNum" sz="quarter" idx="5"/>
          </p:nvPr>
        </p:nvSpPr>
        <p:spPr>
          <a:noFill/>
        </p:spPr>
        <p:txBody>
          <a:bodyPr/>
          <a:lstStyle>
            <a:lvl1pPr defTabSz="952168" eaLnBrk="0" hangingPunct="0">
              <a:defRPr>
                <a:solidFill>
                  <a:schemeClr val="tx1"/>
                </a:solidFill>
                <a:latin typeface="Tahoma" pitchFamily="34" charset="0"/>
                <a:ea typeface="宋体" pitchFamily="2" charset="-122"/>
              </a:defRPr>
            </a:lvl1pPr>
            <a:lvl2pPr marL="770959" indent="-296523" defTabSz="952168" eaLnBrk="0" hangingPunct="0">
              <a:defRPr>
                <a:solidFill>
                  <a:schemeClr val="tx1"/>
                </a:solidFill>
                <a:latin typeface="Tahoma" pitchFamily="34" charset="0"/>
                <a:ea typeface="宋体" pitchFamily="2" charset="-122"/>
              </a:defRPr>
            </a:lvl2pPr>
            <a:lvl3pPr marL="1186091" indent="-237218" defTabSz="952168" eaLnBrk="0" hangingPunct="0">
              <a:defRPr>
                <a:solidFill>
                  <a:schemeClr val="tx1"/>
                </a:solidFill>
                <a:latin typeface="Tahoma" pitchFamily="34" charset="0"/>
                <a:ea typeface="宋体" pitchFamily="2" charset="-122"/>
              </a:defRPr>
            </a:lvl3pPr>
            <a:lvl4pPr marL="1660528" indent="-237218" defTabSz="952168" eaLnBrk="0" hangingPunct="0">
              <a:defRPr>
                <a:solidFill>
                  <a:schemeClr val="tx1"/>
                </a:solidFill>
                <a:latin typeface="Tahoma" pitchFamily="34" charset="0"/>
                <a:ea typeface="宋体" pitchFamily="2" charset="-122"/>
              </a:defRPr>
            </a:lvl4pPr>
            <a:lvl5pPr marL="2134964" indent="-237218" defTabSz="952168" eaLnBrk="0" hangingPunct="0">
              <a:defRPr>
                <a:solidFill>
                  <a:schemeClr val="tx1"/>
                </a:solidFill>
                <a:latin typeface="Tahoma" pitchFamily="34" charset="0"/>
                <a:ea typeface="宋体" pitchFamily="2" charset="-122"/>
              </a:defRPr>
            </a:lvl5pPr>
            <a:lvl6pPr marL="2609400" indent="-237218" defTabSz="952168"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52168"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52168"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52168"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46AC119F-C965-4607-AE9B-1048D84D090F}" type="slidenum">
              <a:rPr lang="zh-CN" altLang="en-US">
                <a:latin typeface="Arial" pitchFamily="34" charset="0"/>
              </a:rPr>
              <a:pPr eaLnBrk="1" hangingPunct="1"/>
              <a:t>24</a:t>
            </a:fld>
            <a:endParaRPr lang="en-US" altLang="zh-CN">
              <a:latin typeface="Arial" pitchFamily="34" charset="0"/>
            </a:endParaRPr>
          </a:p>
        </p:txBody>
      </p:sp>
    </p:spTree>
    <p:extLst>
      <p:ext uri="{BB962C8B-B14F-4D97-AF65-F5344CB8AC3E}">
        <p14:creationId xmlns:p14="http://schemas.microsoft.com/office/powerpoint/2010/main" val="741941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xfrm>
            <a:off x="139700" y="768350"/>
            <a:ext cx="6821488" cy="3836988"/>
          </a:xfrm>
          <a:ln/>
        </p:spPr>
      </p:sp>
      <p:sp>
        <p:nvSpPr>
          <p:cNvPr id="89091" name="备注占位符 2"/>
          <p:cNvSpPr>
            <a:spLocks noGrp="1"/>
          </p:cNvSpPr>
          <p:nvPr>
            <p:ph type="body" idx="1"/>
          </p:nvPr>
        </p:nvSpPr>
        <p:spPr>
          <a:noFill/>
        </p:spPr>
        <p:txBody>
          <a:bodyPr/>
          <a:lstStyle/>
          <a:p>
            <a:endParaRPr lang="zh-CN" altLang="en-US" dirty="0">
              <a:latin typeface="Arial" pitchFamily="34" charset="0"/>
            </a:endParaRPr>
          </a:p>
        </p:txBody>
      </p:sp>
      <p:sp>
        <p:nvSpPr>
          <p:cNvPr id="89092"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BB2B01EE-BE0F-41AE-B034-DC3D56A24BFF}" type="slidenum">
              <a:rPr lang="zh-CN" altLang="en-US">
                <a:latin typeface="Arial" pitchFamily="34" charset="0"/>
              </a:rPr>
              <a:pPr eaLnBrk="1" hangingPunct="1"/>
              <a:t>25</a:t>
            </a:fld>
            <a:endParaRPr lang="en-US" altLang="zh-CN">
              <a:latin typeface="Arial" pitchFamily="34" charset="0"/>
            </a:endParaRPr>
          </a:p>
        </p:txBody>
      </p:sp>
    </p:spTree>
    <p:extLst>
      <p:ext uri="{BB962C8B-B14F-4D97-AF65-F5344CB8AC3E}">
        <p14:creationId xmlns:p14="http://schemas.microsoft.com/office/powerpoint/2010/main" val="24580707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lang="zh-CN" altLang="en-US"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26</a:t>
            </a:fld>
            <a:endParaRPr lang="en-US" altLang="zh-CN">
              <a:latin typeface="Arial" pitchFamily="34" charset="0"/>
            </a:endParaRPr>
          </a:p>
        </p:txBody>
      </p:sp>
    </p:spTree>
    <p:extLst>
      <p:ext uri="{BB962C8B-B14F-4D97-AF65-F5344CB8AC3E}">
        <p14:creationId xmlns:p14="http://schemas.microsoft.com/office/powerpoint/2010/main" val="3241826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lang="zh-CN" altLang="en-US"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27</a:t>
            </a:fld>
            <a:endParaRPr lang="en-US" altLang="zh-CN">
              <a:latin typeface="Arial" pitchFamily="34" charset="0"/>
            </a:endParaRPr>
          </a:p>
        </p:txBody>
      </p:sp>
    </p:spTree>
    <p:extLst>
      <p:ext uri="{BB962C8B-B14F-4D97-AF65-F5344CB8AC3E}">
        <p14:creationId xmlns:p14="http://schemas.microsoft.com/office/powerpoint/2010/main" val="9315354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139700" y="768350"/>
            <a:ext cx="6821488" cy="3836988"/>
          </a:xfrm>
          <a:ln/>
        </p:spPr>
      </p:sp>
      <p:sp>
        <p:nvSpPr>
          <p:cNvPr id="92163" name="备注占位符 2"/>
          <p:cNvSpPr>
            <a:spLocks noGrp="1"/>
          </p:cNvSpPr>
          <p:nvPr>
            <p:ph type="body" idx="1"/>
          </p:nvPr>
        </p:nvSpPr>
        <p:spPr>
          <a:noFill/>
        </p:spPr>
        <p:txBody>
          <a:bodyPr/>
          <a:lstStyle/>
          <a:p>
            <a:endParaRPr lang="zh-CN" altLang="en-US" dirty="0">
              <a:latin typeface="Arial" pitchFamily="34" charset="0"/>
            </a:endParaRPr>
          </a:p>
        </p:txBody>
      </p:sp>
      <p:sp>
        <p:nvSpPr>
          <p:cNvPr id="92164"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75060FE8-6131-4518-866E-DDCFB10BC222}" type="slidenum">
              <a:rPr lang="zh-CN" altLang="en-US">
                <a:latin typeface="Arial" pitchFamily="34" charset="0"/>
              </a:rPr>
              <a:pPr eaLnBrk="1" hangingPunct="1"/>
              <a:t>28</a:t>
            </a:fld>
            <a:endParaRPr lang="en-US" altLang="zh-CN">
              <a:latin typeface="Arial" pitchFamily="34" charset="0"/>
            </a:endParaRPr>
          </a:p>
        </p:txBody>
      </p:sp>
    </p:spTree>
    <p:extLst>
      <p:ext uri="{BB962C8B-B14F-4D97-AF65-F5344CB8AC3E}">
        <p14:creationId xmlns:p14="http://schemas.microsoft.com/office/powerpoint/2010/main" val="3097382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139700" y="768350"/>
            <a:ext cx="6821488" cy="3836988"/>
          </a:xfrm>
          <a:ln/>
        </p:spPr>
      </p:sp>
      <p:sp>
        <p:nvSpPr>
          <p:cNvPr id="93187" name="备注占位符 2"/>
          <p:cNvSpPr>
            <a:spLocks noGrp="1"/>
          </p:cNvSpPr>
          <p:nvPr>
            <p:ph type="body" idx="1"/>
          </p:nvPr>
        </p:nvSpPr>
        <p:spPr>
          <a:noFill/>
        </p:spPr>
        <p:txBody>
          <a:bodyPr/>
          <a:lstStyle/>
          <a:p>
            <a:endParaRPr lang="zh-CN" altLang="en-US" dirty="0">
              <a:latin typeface="Arial" pitchFamily="34" charset="0"/>
            </a:endParaRPr>
          </a:p>
        </p:txBody>
      </p:sp>
      <p:sp>
        <p:nvSpPr>
          <p:cNvPr id="93188"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E6831DBE-FB91-469E-A4CB-4095D082C06F}" type="slidenum">
              <a:rPr lang="zh-CN" altLang="en-US">
                <a:latin typeface="Arial" pitchFamily="34" charset="0"/>
              </a:rPr>
              <a:pPr eaLnBrk="1" hangingPunct="1"/>
              <a:t>29</a:t>
            </a:fld>
            <a:endParaRPr lang="en-US" altLang="zh-CN">
              <a:latin typeface="Arial" pitchFamily="34" charset="0"/>
            </a:endParaRPr>
          </a:p>
        </p:txBody>
      </p:sp>
    </p:spTree>
    <p:extLst>
      <p:ext uri="{BB962C8B-B14F-4D97-AF65-F5344CB8AC3E}">
        <p14:creationId xmlns:p14="http://schemas.microsoft.com/office/powerpoint/2010/main" val="8535749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lang="zh-CN" altLang="en-US"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30</a:t>
            </a:fld>
            <a:endParaRPr lang="en-US" altLang="zh-CN">
              <a:latin typeface="Arial" pitchFamily="34" charset="0"/>
            </a:endParaRPr>
          </a:p>
        </p:txBody>
      </p:sp>
    </p:spTree>
    <p:extLst>
      <p:ext uri="{BB962C8B-B14F-4D97-AF65-F5344CB8AC3E}">
        <p14:creationId xmlns:p14="http://schemas.microsoft.com/office/powerpoint/2010/main" val="32418264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marL="0" lvl="1" eaLnBrk="1" hangingPunct="1"/>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31</a:t>
            </a:fld>
            <a:endParaRPr lang="en-US" altLang="zh-CN"/>
          </a:p>
        </p:txBody>
      </p:sp>
    </p:spTree>
    <p:extLst>
      <p:ext uri="{BB962C8B-B14F-4D97-AF65-F5344CB8AC3E}">
        <p14:creationId xmlns:p14="http://schemas.microsoft.com/office/powerpoint/2010/main" val="4079076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32</a:t>
            </a:fld>
            <a:endParaRPr lang="en-US" altLang="zh-CN"/>
          </a:p>
        </p:txBody>
      </p:sp>
    </p:spTree>
    <p:extLst>
      <p:ext uri="{BB962C8B-B14F-4D97-AF65-F5344CB8AC3E}">
        <p14:creationId xmlns:p14="http://schemas.microsoft.com/office/powerpoint/2010/main" val="4079076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33</a:t>
            </a:fld>
            <a:endParaRPr lang="en-US" altLang="zh-CN"/>
          </a:p>
        </p:txBody>
      </p:sp>
    </p:spTree>
    <p:extLst>
      <p:ext uri="{BB962C8B-B14F-4D97-AF65-F5344CB8AC3E}">
        <p14:creationId xmlns:p14="http://schemas.microsoft.com/office/powerpoint/2010/main" val="40790764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34</a:t>
            </a:fld>
            <a:endParaRPr lang="en-US" altLang="zh-CN"/>
          </a:p>
        </p:txBody>
      </p:sp>
    </p:spTree>
    <p:extLst>
      <p:ext uri="{BB962C8B-B14F-4D97-AF65-F5344CB8AC3E}">
        <p14:creationId xmlns:p14="http://schemas.microsoft.com/office/powerpoint/2010/main" val="40790764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35</a:t>
            </a:fld>
            <a:endParaRPr lang="en-US" altLang="zh-CN"/>
          </a:p>
        </p:txBody>
      </p:sp>
    </p:spTree>
    <p:extLst>
      <p:ext uri="{BB962C8B-B14F-4D97-AF65-F5344CB8AC3E}">
        <p14:creationId xmlns:p14="http://schemas.microsoft.com/office/powerpoint/2010/main" val="1372055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zh-CN" altLang="en-US" dirty="0">
              <a:latin typeface="Arial"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36</a:t>
            </a:fld>
            <a:endParaRPr lang="en-US" altLang="zh-CN"/>
          </a:p>
        </p:txBody>
      </p:sp>
    </p:spTree>
    <p:extLst>
      <p:ext uri="{BB962C8B-B14F-4D97-AF65-F5344CB8AC3E}">
        <p14:creationId xmlns:p14="http://schemas.microsoft.com/office/powerpoint/2010/main" val="2301756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defTabSz="948873" eaLnBrk="1" hangingPunct="1">
              <a:defRPr/>
            </a:pPr>
            <a:endParaRPr lang="zh-CN" altLang="en-US"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37</a:t>
            </a:fld>
            <a:endParaRPr lang="en-US" altLang="zh-CN">
              <a:latin typeface="Arial" pitchFamily="34" charset="0"/>
            </a:endParaRPr>
          </a:p>
        </p:txBody>
      </p:sp>
    </p:spTree>
    <p:extLst>
      <p:ext uri="{BB962C8B-B14F-4D97-AF65-F5344CB8AC3E}">
        <p14:creationId xmlns:p14="http://schemas.microsoft.com/office/powerpoint/2010/main" val="32418264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endParaRPr lang="en-US" altLang="zh-CN" dirty="0">
              <a:latin typeface="Arial" pitchFamily="34" charset="0"/>
              <a:ea typeface="楷体_GB2312" pitchFamily="49" charset="-122"/>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38</a:t>
            </a:fld>
            <a:endParaRPr lang="en-US" altLang="zh-CN"/>
          </a:p>
        </p:txBody>
      </p:sp>
    </p:spTree>
    <p:extLst>
      <p:ext uri="{BB962C8B-B14F-4D97-AF65-F5344CB8AC3E}">
        <p14:creationId xmlns:p14="http://schemas.microsoft.com/office/powerpoint/2010/main" val="4200609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endParaRPr lang="en-US" altLang="zh-CN" dirty="0">
              <a:latin typeface="Arial" pitchFamily="34" charset="0"/>
              <a:cs typeface="Times New Roman" pitchFamily="18"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39</a:t>
            </a:fld>
            <a:endParaRPr lang="en-US" altLang="zh-CN"/>
          </a:p>
        </p:txBody>
      </p:sp>
    </p:spTree>
    <p:extLst>
      <p:ext uri="{BB962C8B-B14F-4D97-AF65-F5344CB8AC3E}">
        <p14:creationId xmlns:p14="http://schemas.microsoft.com/office/powerpoint/2010/main" val="2061692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40</a:t>
            </a:fld>
            <a:endParaRPr lang="en-US" altLang="zh-CN"/>
          </a:p>
        </p:txBody>
      </p:sp>
    </p:spTree>
    <p:extLst>
      <p:ext uri="{BB962C8B-B14F-4D97-AF65-F5344CB8AC3E}">
        <p14:creationId xmlns:p14="http://schemas.microsoft.com/office/powerpoint/2010/main" val="15671529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41</a:t>
            </a:fld>
            <a:endParaRPr lang="en-US" altLang="zh-CN"/>
          </a:p>
        </p:txBody>
      </p:sp>
    </p:spTree>
    <p:extLst>
      <p:ext uri="{BB962C8B-B14F-4D97-AF65-F5344CB8AC3E}">
        <p14:creationId xmlns:p14="http://schemas.microsoft.com/office/powerpoint/2010/main" val="29242088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pPr>
                <a:defRPr/>
              </a:pPr>
              <a:t>42</a:t>
            </a:fld>
            <a:endParaRPr lang="en-US" altLang="zh-CN"/>
          </a:p>
        </p:txBody>
      </p:sp>
    </p:spTree>
    <p:extLst>
      <p:ext uri="{BB962C8B-B14F-4D97-AF65-F5344CB8AC3E}">
        <p14:creationId xmlns:p14="http://schemas.microsoft.com/office/powerpoint/2010/main" val="26417873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43</a:t>
            </a:fld>
            <a:endParaRPr lang="en-US" altLang="zh-CN">
              <a:latin typeface="Arial" pitchFamily="34" charset="0"/>
            </a:endParaRPr>
          </a:p>
        </p:txBody>
      </p:sp>
    </p:spTree>
    <p:extLst>
      <p:ext uri="{BB962C8B-B14F-4D97-AF65-F5344CB8AC3E}">
        <p14:creationId xmlns:p14="http://schemas.microsoft.com/office/powerpoint/2010/main" val="10889750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a:ln/>
        </p:spPr>
      </p:sp>
      <p:sp>
        <p:nvSpPr>
          <p:cNvPr id="3" name="备注占位符 2"/>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44</a:t>
            </a:fld>
            <a:endParaRPr lang="en-US" altLang="zh-CN">
              <a:latin typeface="Arial" pitchFamily="34" charset="0"/>
            </a:endParaRPr>
          </a:p>
        </p:txBody>
      </p:sp>
    </p:spTree>
    <p:extLst>
      <p:ext uri="{BB962C8B-B14F-4D97-AF65-F5344CB8AC3E}">
        <p14:creationId xmlns:p14="http://schemas.microsoft.com/office/powerpoint/2010/main" val="22615397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8433-4199-AE40-747C-FA78EC5E2D37}"/>
            </a:ext>
          </a:extLst>
        </p:cNvPr>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56A371C3-6A5B-331E-70B1-72B13B938460}"/>
              </a:ext>
            </a:extLst>
          </p:cNvPr>
          <p:cNvSpPr>
            <a:spLocks noGrp="1" noRot="1" noChangeAspect="1" noTextEdit="1"/>
          </p:cNvSpPr>
          <p:nvPr>
            <p:ph type="sldImg"/>
          </p:nvPr>
        </p:nvSpPr>
        <p:spPr>
          <a:xfrm>
            <a:off x="139700" y="768350"/>
            <a:ext cx="6821488" cy="3836988"/>
          </a:xfrm>
          <a:ln/>
        </p:spPr>
      </p:sp>
      <p:sp>
        <p:nvSpPr>
          <p:cNvPr id="3" name="备注占位符 2">
            <a:extLst>
              <a:ext uri="{FF2B5EF4-FFF2-40B4-BE49-F238E27FC236}">
                <a16:creationId xmlns:a16="http://schemas.microsoft.com/office/drawing/2014/main" id="{E7C88273-14F1-E172-5AB7-31010C481576}"/>
              </a:ext>
            </a:extLst>
          </p:cNvPr>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a:extLst>
              <a:ext uri="{FF2B5EF4-FFF2-40B4-BE49-F238E27FC236}">
                <a16:creationId xmlns:a16="http://schemas.microsoft.com/office/drawing/2014/main" id="{753A6A23-B322-3426-1561-D584FB6ABDE0}"/>
              </a:ext>
            </a:extLst>
          </p:cNvPr>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45</a:t>
            </a:fld>
            <a:endParaRPr lang="en-US" altLang="zh-CN">
              <a:latin typeface="Arial" pitchFamily="34" charset="0"/>
            </a:endParaRPr>
          </a:p>
        </p:txBody>
      </p:sp>
    </p:spTree>
    <p:extLst>
      <p:ext uri="{BB962C8B-B14F-4D97-AF65-F5344CB8AC3E}">
        <p14:creationId xmlns:p14="http://schemas.microsoft.com/office/powerpoint/2010/main" val="6124266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8858-917B-79AF-37C9-0832C0318560}"/>
            </a:ext>
          </a:extLst>
        </p:cNvPr>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7B0D2B4E-78A6-544D-C876-2DB85B0D2F53}"/>
              </a:ext>
            </a:extLst>
          </p:cNvPr>
          <p:cNvSpPr>
            <a:spLocks noGrp="1" noRot="1" noChangeAspect="1" noTextEdit="1"/>
          </p:cNvSpPr>
          <p:nvPr>
            <p:ph type="sldImg"/>
          </p:nvPr>
        </p:nvSpPr>
        <p:spPr>
          <a:xfrm>
            <a:off x="139700" y="768350"/>
            <a:ext cx="6821488" cy="3836988"/>
          </a:xfrm>
          <a:ln/>
        </p:spPr>
      </p:sp>
      <p:sp>
        <p:nvSpPr>
          <p:cNvPr id="3" name="备注占位符 2">
            <a:extLst>
              <a:ext uri="{FF2B5EF4-FFF2-40B4-BE49-F238E27FC236}">
                <a16:creationId xmlns:a16="http://schemas.microsoft.com/office/drawing/2014/main" id="{5210C131-B996-866A-6DA4-CF85EE9924F7}"/>
              </a:ext>
            </a:extLst>
          </p:cNvPr>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a:extLst>
              <a:ext uri="{FF2B5EF4-FFF2-40B4-BE49-F238E27FC236}">
                <a16:creationId xmlns:a16="http://schemas.microsoft.com/office/drawing/2014/main" id="{A899851D-CB19-FDFC-4087-1F5CF9B9EEE0}"/>
              </a:ext>
            </a:extLst>
          </p:cNvPr>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46</a:t>
            </a:fld>
            <a:endParaRPr lang="en-US" altLang="zh-CN">
              <a:latin typeface="Arial" pitchFamily="34" charset="0"/>
            </a:endParaRPr>
          </a:p>
        </p:txBody>
      </p:sp>
    </p:spTree>
    <p:extLst>
      <p:ext uri="{BB962C8B-B14F-4D97-AF65-F5344CB8AC3E}">
        <p14:creationId xmlns:p14="http://schemas.microsoft.com/office/powerpoint/2010/main" val="23243670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EF437-7D94-83BB-FAB1-99A6FEB569F2}"/>
            </a:ext>
          </a:extLst>
        </p:cNvPr>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D4F1C281-3EA6-283B-3517-8125ABA4422C}"/>
              </a:ext>
            </a:extLst>
          </p:cNvPr>
          <p:cNvSpPr>
            <a:spLocks noGrp="1" noRot="1" noChangeAspect="1" noTextEdit="1"/>
          </p:cNvSpPr>
          <p:nvPr>
            <p:ph type="sldImg"/>
          </p:nvPr>
        </p:nvSpPr>
        <p:spPr>
          <a:xfrm>
            <a:off x="139700" y="768350"/>
            <a:ext cx="6821488" cy="3836988"/>
          </a:xfrm>
          <a:ln/>
        </p:spPr>
      </p:sp>
      <p:sp>
        <p:nvSpPr>
          <p:cNvPr id="3" name="备注占位符 2">
            <a:extLst>
              <a:ext uri="{FF2B5EF4-FFF2-40B4-BE49-F238E27FC236}">
                <a16:creationId xmlns:a16="http://schemas.microsoft.com/office/drawing/2014/main" id="{478C3067-202E-239B-93A3-A9F54552EE47}"/>
              </a:ext>
            </a:extLst>
          </p:cNvPr>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a:extLst>
              <a:ext uri="{FF2B5EF4-FFF2-40B4-BE49-F238E27FC236}">
                <a16:creationId xmlns:a16="http://schemas.microsoft.com/office/drawing/2014/main" id="{B3E1A47A-520A-94D2-6A0D-063D461F0B19}"/>
              </a:ext>
            </a:extLst>
          </p:cNvPr>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47</a:t>
            </a:fld>
            <a:endParaRPr lang="en-US" altLang="zh-CN">
              <a:latin typeface="Arial" pitchFamily="34" charset="0"/>
            </a:endParaRPr>
          </a:p>
        </p:txBody>
      </p:sp>
    </p:spTree>
    <p:extLst>
      <p:ext uri="{BB962C8B-B14F-4D97-AF65-F5344CB8AC3E}">
        <p14:creationId xmlns:p14="http://schemas.microsoft.com/office/powerpoint/2010/main" val="13836712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7A723-C7CD-7099-5DF7-8A2C23DDF49F}"/>
            </a:ext>
          </a:extLst>
        </p:cNvPr>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26044CA1-FC8E-2672-C1E7-3F22A2213B20}"/>
              </a:ext>
            </a:extLst>
          </p:cNvPr>
          <p:cNvSpPr>
            <a:spLocks noGrp="1" noRot="1" noChangeAspect="1" noTextEdit="1"/>
          </p:cNvSpPr>
          <p:nvPr>
            <p:ph type="sldImg"/>
          </p:nvPr>
        </p:nvSpPr>
        <p:spPr>
          <a:xfrm>
            <a:off x="139700" y="768350"/>
            <a:ext cx="6821488" cy="3836988"/>
          </a:xfrm>
          <a:ln/>
        </p:spPr>
      </p:sp>
      <p:sp>
        <p:nvSpPr>
          <p:cNvPr id="3" name="备注占位符 2">
            <a:extLst>
              <a:ext uri="{FF2B5EF4-FFF2-40B4-BE49-F238E27FC236}">
                <a16:creationId xmlns:a16="http://schemas.microsoft.com/office/drawing/2014/main" id="{A30BE51F-83D3-D63D-9832-CCDD8ADB6169}"/>
              </a:ext>
            </a:extLst>
          </p:cNvPr>
          <p:cNvSpPr>
            <a:spLocks noGrp="1"/>
          </p:cNvSpPr>
          <p:nvPr>
            <p:ph type="body" idx="1"/>
          </p:nvPr>
        </p:nvSpPr>
        <p:spPr/>
        <p:txBody>
          <a:bodyPr/>
          <a:lstStyle/>
          <a:p>
            <a:pPr eaLnBrk="1" hangingPunct="1"/>
            <a:endParaRPr lang="en-US" altLang="zh-CN" dirty="0">
              <a:latin typeface="Arial" pitchFamily="34" charset="0"/>
            </a:endParaRPr>
          </a:p>
        </p:txBody>
      </p:sp>
      <p:sp>
        <p:nvSpPr>
          <p:cNvPr id="84996" name="灯片编号占位符 3">
            <a:extLst>
              <a:ext uri="{FF2B5EF4-FFF2-40B4-BE49-F238E27FC236}">
                <a16:creationId xmlns:a16="http://schemas.microsoft.com/office/drawing/2014/main" id="{8787AC4D-F9AE-543C-A92C-E6167E220898}"/>
              </a:ext>
            </a:extLst>
          </p:cNvPr>
          <p:cNvSpPr>
            <a:spLocks noGrp="1"/>
          </p:cNvSpPr>
          <p:nvPr>
            <p:ph type="sldNum" sz="quarter" idx="5"/>
          </p:nvPr>
        </p:nvSpPr>
        <p:spPr>
          <a:noFill/>
        </p:spPr>
        <p:txBody>
          <a:bodyPr/>
          <a:lstStyle>
            <a:lvl1pPr defTabSz="990057" eaLnBrk="0" hangingPunct="0">
              <a:defRPr>
                <a:solidFill>
                  <a:schemeClr val="tx1"/>
                </a:solidFill>
                <a:latin typeface="Tahoma" pitchFamily="34" charset="0"/>
                <a:ea typeface="宋体" pitchFamily="2" charset="-122"/>
              </a:defRPr>
            </a:lvl1pPr>
            <a:lvl2pPr marL="770959" indent="-296523" defTabSz="990057" eaLnBrk="0" hangingPunct="0">
              <a:defRPr>
                <a:solidFill>
                  <a:schemeClr val="tx1"/>
                </a:solidFill>
                <a:latin typeface="Tahoma" pitchFamily="34" charset="0"/>
                <a:ea typeface="宋体" pitchFamily="2" charset="-122"/>
              </a:defRPr>
            </a:lvl2pPr>
            <a:lvl3pPr marL="1186091" indent="-237218" defTabSz="990057" eaLnBrk="0" hangingPunct="0">
              <a:defRPr>
                <a:solidFill>
                  <a:schemeClr val="tx1"/>
                </a:solidFill>
                <a:latin typeface="Tahoma" pitchFamily="34" charset="0"/>
                <a:ea typeface="宋体" pitchFamily="2" charset="-122"/>
              </a:defRPr>
            </a:lvl3pPr>
            <a:lvl4pPr marL="1660528" indent="-237218" defTabSz="990057" eaLnBrk="0" hangingPunct="0">
              <a:defRPr>
                <a:solidFill>
                  <a:schemeClr val="tx1"/>
                </a:solidFill>
                <a:latin typeface="Tahoma" pitchFamily="34" charset="0"/>
                <a:ea typeface="宋体" pitchFamily="2" charset="-122"/>
              </a:defRPr>
            </a:lvl4pPr>
            <a:lvl5pPr marL="2134964" indent="-237218" defTabSz="990057" eaLnBrk="0" hangingPunct="0">
              <a:defRPr>
                <a:solidFill>
                  <a:schemeClr val="tx1"/>
                </a:solidFill>
                <a:latin typeface="Tahoma" pitchFamily="34" charset="0"/>
                <a:ea typeface="宋体" pitchFamily="2" charset="-122"/>
              </a:defRPr>
            </a:lvl5pPr>
            <a:lvl6pPr marL="2609400" indent="-237218" defTabSz="990057" eaLnBrk="0" fontAlgn="base" hangingPunct="0">
              <a:spcBef>
                <a:spcPct val="0"/>
              </a:spcBef>
              <a:spcAft>
                <a:spcPct val="0"/>
              </a:spcAft>
              <a:defRPr>
                <a:solidFill>
                  <a:schemeClr val="tx1"/>
                </a:solidFill>
                <a:latin typeface="Tahoma" pitchFamily="34" charset="0"/>
                <a:ea typeface="宋体" pitchFamily="2" charset="-122"/>
              </a:defRPr>
            </a:lvl6pPr>
            <a:lvl7pPr marL="3083837" indent="-237218" defTabSz="990057" eaLnBrk="0" fontAlgn="base" hangingPunct="0">
              <a:spcBef>
                <a:spcPct val="0"/>
              </a:spcBef>
              <a:spcAft>
                <a:spcPct val="0"/>
              </a:spcAft>
              <a:defRPr>
                <a:solidFill>
                  <a:schemeClr val="tx1"/>
                </a:solidFill>
                <a:latin typeface="Tahoma" pitchFamily="34" charset="0"/>
                <a:ea typeface="宋体" pitchFamily="2" charset="-122"/>
              </a:defRPr>
            </a:lvl7pPr>
            <a:lvl8pPr marL="3558273" indent="-237218" defTabSz="990057" eaLnBrk="0" fontAlgn="base" hangingPunct="0">
              <a:spcBef>
                <a:spcPct val="0"/>
              </a:spcBef>
              <a:spcAft>
                <a:spcPct val="0"/>
              </a:spcAft>
              <a:defRPr>
                <a:solidFill>
                  <a:schemeClr val="tx1"/>
                </a:solidFill>
                <a:latin typeface="Tahoma" pitchFamily="34" charset="0"/>
                <a:ea typeface="宋体" pitchFamily="2" charset="-122"/>
              </a:defRPr>
            </a:lvl8pPr>
            <a:lvl9pPr marL="4032710" indent="-237218" defTabSz="990057"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fld id="{DEF96CD6-2BBB-4FDE-89B7-0087A1F4683F}" type="slidenum">
              <a:rPr lang="zh-CN" altLang="en-US">
                <a:latin typeface="Arial" pitchFamily="34" charset="0"/>
              </a:rPr>
              <a:pPr eaLnBrk="1" hangingPunct="1"/>
              <a:t>48</a:t>
            </a:fld>
            <a:endParaRPr lang="en-US" altLang="zh-CN">
              <a:latin typeface="Arial" pitchFamily="34" charset="0"/>
            </a:endParaRPr>
          </a:p>
        </p:txBody>
      </p:sp>
    </p:spTree>
    <p:extLst>
      <p:ext uri="{BB962C8B-B14F-4D97-AF65-F5344CB8AC3E}">
        <p14:creationId xmlns:p14="http://schemas.microsoft.com/office/powerpoint/2010/main" val="3029470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171450"/>
            <a:ext cx="8695944" cy="452628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4015472"/>
            <a:ext cx="8723376" cy="998685"/>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9B81ABC3-7603-4C78-B3C4-AD83C1CB8892}" type="slidenum">
              <a:rPr lang="zh-CN" altLang="en-US"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877DB5C4-EDEC-409D-BB92-E8AE453AA2A4}" type="slidenum">
              <a:rPr lang="zh-CN" altLang="en-US" smtClean="0"/>
              <a:pPr>
                <a:defRPr/>
              </a:pPr>
              <a:t>‹#›</a:t>
            </a:fld>
            <a:endParaRPr lang="en-US" altLang="zh-CN"/>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171450"/>
            <a:ext cx="8695944" cy="1404451"/>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4" y="1059583"/>
            <a:ext cx="8824831" cy="576063"/>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899592" y="267494"/>
            <a:ext cx="7787208" cy="360040"/>
          </a:xfrm>
          <a:prstGeom prst="rect">
            <a:avLst/>
          </a:prstGeom>
        </p:spPr>
        <p:txBody>
          <a:bodyPr vert="horz" lIns="91440" tIns="45720" rIns="91440" bIns="45720" rtlCol="0" anchor="ctr">
            <a:noAutofit/>
          </a:bodyPr>
          <a:lstStyle/>
          <a:p>
            <a:r>
              <a:rPr lang="zh-CN" altLang="en-US" dirty="0"/>
              <a:t>单击此处编辑母版标题样式</a:t>
            </a:r>
            <a:endParaRPr lang="en-US" dirty="0"/>
          </a:p>
        </p:txBody>
      </p:sp>
      <p:sp>
        <p:nvSpPr>
          <p:cNvPr id="4" name="Date Placeholder 3"/>
          <p:cNvSpPr>
            <a:spLocks noGrp="1"/>
          </p:cNvSpPr>
          <p:nvPr>
            <p:ph type="dt" sz="half" idx="2"/>
          </p:nvPr>
        </p:nvSpPr>
        <p:spPr>
          <a:xfrm>
            <a:off x="5163672" y="4687623"/>
            <a:ext cx="3786690" cy="273844"/>
          </a:xfrm>
          <a:prstGeom prst="rect">
            <a:avLst/>
          </a:prstGeom>
        </p:spPr>
        <p:txBody>
          <a:bodyPr vert="horz" lIns="91440" tIns="45720" rIns="91440" bIns="45720" rtlCol="0" anchor="ctr"/>
          <a:lstStyle>
            <a:lvl1pPr algn="r">
              <a:defRPr sz="1000">
                <a:solidFill>
                  <a:schemeClr val="tx2"/>
                </a:solidFill>
              </a:defRPr>
            </a:lvl1pPr>
          </a:lstStyle>
          <a:p>
            <a:pPr>
              <a:defRPr/>
            </a:pPr>
            <a:endParaRPr lang="en-US" altLang="zh-CN"/>
          </a:p>
        </p:txBody>
      </p:sp>
      <p:sp>
        <p:nvSpPr>
          <p:cNvPr id="5" name="Footer Placeholder 4"/>
          <p:cNvSpPr>
            <a:spLocks noGrp="1"/>
          </p:cNvSpPr>
          <p:nvPr>
            <p:ph type="ftr" sz="quarter" idx="3"/>
          </p:nvPr>
        </p:nvSpPr>
        <p:spPr>
          <a:xfrm>
            <a:off x="193643" y="4687623"/>
            <a:ext cx="3786691" cy="273844"/>
          </a:xfrm>
          <a:prstGeom prst="rect">
            <a:avLst/>
          </a:prstGeom>
        </p:spPr>
        <p:txBody>
          <a:bodyPr vert="horz" lIns="91440" tIns="45720" rIns="91440" bIns="45720" rtlCol="0" anchor="ctr"/>
          <a:lstStyle>
            <a:lvl1pPr algn="l">
              <a:defRPr sz="1000">
                <a:solidFill>
                  <a:schemeClr val="tx2"/>
                </a:solidFill>
              </a:defRPr>
            </a:lvl1pPr>
          </a:lstStyle>
          <a:p>
            <a:pPr>
              <a:defRPr/>
            </a:pPr>
            <a:endParaRPr lang="en-US" altLang="zh-CN"/>
          </a:p>
        </p:txBody>
      </p:sp>
      <p:sp>
        <p:nvSpPr>
          <p:cNvPr id="6" name="Slide Number Placeholder 5"/>
          <p:cNvSpPr>
            <a:spLocks noGrp="1"/>
          </p:cNvSpPr>
          <p:nvPr>
            <p:ph type="sldNum" sz="quarter" idx="4"/>
          </p:nvPr>
        </p:nvSpPr>
        <p:spPr>
          <a:xfrm>
            <a:off x="3991088" y="4687623"/>
            <a:ext cx="1161826" cy="273844"/>
          </a:xfrm>
          <a:prstGeom prst="rect">
            <a:avLst/>
          </a:prstGeom>
        </p:spPr>
        <p:txBody>
          <a:bodyPr vert="horz" lIns="91440" tIns="45720" rIns="91440" bIns="45720" rtlCol="0" anchor="ctr"/>
          <a:lstStyle>
            <a:lvl1pPr algn="ctr">
              <a:defRPr sz="1000">
                <a:solidFill>
                  <a:schemeClr val="tx2"/>
                </a:solidFill>
              </a:defRPr>
            </a:lvl1pPr>
          </a:lstStyle>
          <a:p>
            <a:pPr>
              <a:defRPr/>
            </a:pPr>
            <a:fld id="{2EE61635-C8B6-452C-BD01-B454964319DE}" type="slidenum">
              <a:rPr lang="zh-CN" altLang="en-US" smtClean="0"/>
              <a:pPr>
                <a:defRPr/>
              </a:pPr>
              <a:t>‹#›</a:t>
            </a:fld>
            <a:endParaRPr lang="en-US" altLang="zh-CN"/>
          </a:p>
        </p:txBody>
      </p:sp>
      <p:sp>
        <p:nvSpPr>
          <p:cNvPr id="3" name="Text Placeholder 2"/>
          <p:cNvSpPr>
            <a:spLocks noGrp="1"/>
          </p:cNvSpPr>
          <p:nvPr>
            <p:ph type="body" idx="1"/>
          </p:nvPr>
        </p:nvSpPr>
        <p:spPr>
          <a:xfrm>
            <a:off x="228605" y="1368352"/>
            <a:ext cx="5927571" cy="322627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cSld>
  <p:clrMap bg1="lt1" tx1="dk1" bg2="lt2" tx2="dk2" accent1="accent1" accent2="accent2" accent3="accent3" accent4="accent4" accent5="accent5" accent6="accent6" hlink="hlink" folHlink="folHlink"/>
  <p:sldLayoutIdLst>
    <p:sldLayoutId id="2147485605" r:id="rId1"/>
    <p:sldLayoutId id="2147485606" r:id="rId2"/>
  </p:sldLayoutIdLst>
  <p:txStyles>
    <p:titleStyle>
      <a:lvl1pPr algn="l" defTabSz="914400" rtl="0" eaLnBrk="1" latinLnBrk="0" hangingPunct="1">
        <a:spcBef>
          <a:spcPct val="0"/>
        </a:spcBef>
        <a:buNone/>
        <a:defRPr sz="4000" kern="1200" baseline="0">
          <a:solidFill>
            <a:srgbClr val="FFFFFF"/>
          </a:solidFill>
          <a:latin typeface="+mj-lt"/>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slide" Target="slide44.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4.xml"/><Relationship Id="rId7" Type="http://schemas.openxmlformats.org/officeDocument/2006/relationships/slide" Target="slide1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6.xml"/><Relationship Id="rId9" Type="http://schemas.openxmlformats.org/officeDocument/2006/relationships/slide" Target="slide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69BB-1B08-F21A-199D-BA8F8466E66A}"/>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FCA6AF7A-4047-5712-0B9B-26BB0A63AA77}"/>
              </a:ext>
            </a:extLst>
          </p:cNvPr>
          <p:cNvSpPr txBox="1">
            <a:spLocks noChangeArrowheads="1"/>
          </p:cNvSpPr>
          <p:nvPr/>
        </p:nvSpPr>
        <p:spPr>
          <a:xfrm>
            <a:off x="3131840" y="1627774"/>
            <a:ext cx="2700300" cy="939546"/>
          </a:xfrm>
          <a:prstGeom prst="rect">
            <a:avLst/>
          </a:prstGeom>
        </p:spPr>
        <p:txBody>
          <a:bodyPr vert="horz" lIns="91440" tIns="45720" rIns="91440" bIns="45720" rtlCol="0" anchor="ctr">
            <a:noAutofit/>
          </a:bodyPr>
          <a:lstStyle/>
          <a:p>
            <a:pPr lvl="0" fontAlgn="auto">
              <a:spcAft>
                <a:spcPts val="0"/>
              </a:spcAft>
              <a:defRPr/>
            </a:pPr>
            <a:r>
              <a:rPr kumimoji="0" lang="en-US" altLang="zh-CN" sz="4800" b="1" i="0" u="none" strike="noStrike" kern="1200" cap="none" spc="0" normalizeH="0" baseline="0" noProof="0" dirty="0">
                <a:ln>
                  <a:noFill/>
                </a:ln>
                <a:effectLst/>
                <a:uLnTx/>
                <a:uFillTx/>
                <a:latin typeface="+mj-lt"/>
                <a:ea typeface="楷体" pitchFamily="49" charset="-122"/>
                <a:cs typeface="+mj-cs"/>
              </a:rPr>
              <a:t> </a:t>
            </a:r>
            <a:r>
              <a:rPr lang="zh-CN" altLang="en-US" sz="4000" spc="600" dirty="0">
                <a:latin typeface="微软雅黑" pitchFamily="34" charset="-122"/>
                <a:ea typeface="微软雅黑" pitchFamily="34" charset="-122"/>
                <a:cs typeface="+mj-cs"/>
              </a:rPr>
              <a:t>编译原理</a:t>
            </a:r>
            <a:endParaRPr kumimoji="0" lang="zh-CN" altLang="en-US" sz="4000" b="0" i="0" u="none" strike="noStrike" kern="1200" cap="none" spc="600" normalizeH="0" baseline="0" noProof="0" dirty="0">
              <a:ln>
                <a:noFill/>
              </a:ln>
              <a:effectLst/>
              <a:uLnTx/>
              <a:uFillTx/>
              <a:latin typeface="微软雅黑" pitchFamily="34" charset="-122"/>
              <a:ea typeface="微软雅黑" pitchFamily="34" charset="-122"/>
              <a:cs typeface="+mj-cs"/>
            </a:endParaRPr>
          </a:p>
        </p:txBody>
      </p:sp>
      <p:sp>
        <p:nvSpPr>
          <p:cNvPr id="6" name="Text Box 22">
            <a:extLst>
              <a:ext uri="{FF2B5EF4-FFF2-40B4-BE49-F238E27FC236}">
                <a16:creationId xmlns:a16="http://schemas.microsoft.com/office/drawing/2014/main" id="{53B0C5D9-40AF-007D-4FFC-EFF4E218E7D0}"/>
              </a:ext>
            </a:extLst>
          </p:cNvPr>
          <p:cNvSpPr txBox="1">
            <a:spLocks noChangeArrowheads="1"/>
          </p:cNvSpPr>
          <p:nvPr/>
        </p:nvSpPr>
        <p:spPr bwMode="auto">
          <a:xfrm>
            <a:off x="2267744" y="2859782"/>
            <a:ext cx="4809330" cy="1117229"/>
          </a:xfrm>
          <a:prstGeom prst="rect">
            <a:avLst/>
          </a:prstGeom>
          <a:noFill/>
          <a:ln w="9525" algn="ctr">
            <a:noFill/>
            <a:miter lim="800000"/>
            <a:headEnd/>
            <a:tailEnd/>
          </a:ln>
        </p:spPr>
        <p:txBody>
          <a:bodyPr wrap="none">
            <a:spAutoFit/>
          </a:bodyPr>
          <a:lstStyle/>
          <a:p>
            <a:pPr>
              <a:lnSpc>
                <a:spcPct val="90000"/>
              </a:lnSpc>
              <a:buClrTx/>
              <a:buFontTx/>
              <a:buNone/>
            </a:pPr>
            <a:r>
              <a:rPr lang="en-US" altLang="zh-CN" sz="3200" b="0" i="1" dirty="0">
                <a:solidFill>
                  <a:srgbClr val="333399"/>
                </a:solidFill>
              </a:rPr>
              <a:t>Principles and Practice of</a:t>
            </a:r>
          </a:p>
          <a:p>
            <a:pPr>
              <a:lnSpc>
                <a:spcPct val="90000"/>
              </a:lnSpc>
              <a:buClrTx/>
              <a:buFontTx/>
              <a:buNone/>
            </a:pPr>
            <a:r>
              <a:rPr lang="en-US" altLang="zh-CN" sz="1000" b="0" i="1" dirty="0">
                <a:solidFill>
                  <a:srgbClr val="333399"/>
                </a:solidFill>
              </a:rPr>
              <a:t> </a:t>
            </a:r>
          </a:p>
          <a:p>
            <a:pPr>
              <a:lnSpc>
                <a:spcPct val="90000"/>
              </a:lnSpc>
              <a:buClrTx/>
              <a:buFontTx/>
              <a:buNone/>
            </a:pPr>
            <a:r>
              <a:rPr lang="en-US" altLang="zh-CN" sz="3200" b="0" i="1" dirty="0">
                <a:solidFill>
                  <a:srgbClr val="333399"/>
                </a:solidFill>
              </a:rPr>
              <a:t>Compiler Construction</a:t>
            </a:r>
          </a:p>
        </p:txBody>
      </p:sp>
      <p:sp>
        <p:nvSpPr>
          <p:cNvPr id="8" name="标题 7">
            <a:extLst>
              <a:ext uri="{FF2B5EF4-FFF2-40B4-BE49-F238E27FC236}">
                <a16:creationId xmlns:a16="http://schemas.microsoft.com/office/drawing/2014/main" id="{BED487E5-DA0E-9FC0-E5E4-45E7A936BECB}"/>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76969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课程概述</a:t>
            </a:r>
          </a:p>
        </p:txBody>
      </p:sp>
      <p:grpSp>
        <p:nvGrpSpPr>
          <p:cNvPr id="38" name="组合 37"/>
          <p:cNvGrpSpPr/>
          <p:nvPr/>
        </p:nvGrpSpPr>
        <p:grpSpPr>
          <a:xfrm>
            <a:off x="-786" y="195486"/>
            <a:ext cx="756363" cy="432048"/>
            <a:chOff x="-786" y="195486"/>
            <a:chExt cx="756363" cy="432048"/>
          </a:xfrm>
        </p:grpSpPr>
        <p:sp>
          <p:nvSpPr>
            <p:cNvPr id="37" name="五边形 3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1028">
            <a:hlinkClick r:id="rId3" action="ppaction://hlinksldjump"/>
            <a:extLst>
              <a:ext uri="{FF2B5EF4-FFF2-40B4-BE49-F238E27FC236}">
                <a16:creationId xmlns:a16="http://schemas.microsoft.com/office/drawing/2014/main" id="{3F803408-E970-BC28-C743-E59414846532}"/>
              </a:ext>
            </a:extLst>
          </p:cNvPr>
          <p:cNvSpPr txBox="1">
            <a:spLocks noChangeArrowheads="1"/>
          </p:cNvSpPr>
          <p:nvPr/>
        </p:nvSpPr>
        <p:spPr bwMode="auto">
          <a:xfrm>
            <a:off x="971550" y="1557338"/>
            <a:ext cx="4830763"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有关信息</a:t>
            </a:r>
          </a:p>
        </p:txBody>
      </p:sp>
      <p:sp>
        <p:nvSpPr>
          <p:cNvPr id="3" name="Text Box 1033">
            <a:hlinkClick r:id="rId4" action="ppaction://hlinksldjump"/>
            <a:extLst>
              <a:ext uri="{FF2B5EF4-FFF2-40B4-BE49-F238E27FC236}">
                <a16:creationId xmlns:a16="http://schemas.microsoft.com/office/drawing/2014/main" id="{21B64301-ABCE-AF3A-63C7-4B871C7EE44B}"/>
              </a:ext>
            </a:extLst>
          </p:cNvPr>
          <p:cNvSpPr txBox="1">
            <a:spLocks noChangeArrowheads="1"/>
          </p:cNvSpPr>
          <p:nvPr/>
        </p:nvSpPr>
        <p:spPr bwMode="auto">
          <a:xfrm>
            <a:off x="971550" y="2344738"/>
            <a:ext cx="5251450"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编译程序概述</a:t>
            </a:r>
          </a:p>
        </p:txBody>
      </p:sp>
      <p:sp>
        <p:nvSpPr>
          <p:cNvPr id="4" name="Text Box 1037">
            <a:hlinkClick r:id="rId5" action="ppaction://hlinksldjump"/>
            <a:extLst>
              <a:ext uri="{FF2B5EF4-FFF2-40B4-BE49-F238E27FC236}">
                <a16:creationId xmlns:a16="http://schemas.microsoft.com/office/drawing/2014/main" id="{0CA97EED-4A86-B5FB-7B91-9C84B7B9DFE8}"/>
              </a:ext>
            </a:extLst>
          </p:cNvPr>
          <p:cNvSpPr txBox="1">
            <a:spLocks noChangeArrowheads="1"/>
          </p:cNvSpPr>
          <p:nvPr/>
        </p:nvSpPr>
        <p:spPr bwMode="auto">
          <a:xfrm>
            <a:off x="971550" y="3068638"/>
            <a:ext cx="4830763" cy="579437"/>
          </a:xfrm>
          <a:prstGeom prst="rect">
            <a:avLst/>
          </a:prstGeom>
          <a:noFill/>
          <a:ln w="9525">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教学内容预览</a:t>
            </a:r>
            <a:endParaRPr lang="zh-CN" altLang="en-US" sz="3200" b="1" dirty="0">
              <a:solidFill>
                <a:srgbClr val="333399"/>
              </a:solidFill>
              <a:latin typeface="楷体_GB2312" pitchFamily="49" charset="-122"/>
            </a:endParaRPr>
          </a:p>
        </p:txBody>
      </p:sp>
    </p:spTree>
    <p:extLst>
      <p:ext uri="{BB962C8B-B14F-4D97-AF65-F5344CB8AC3E}">
        <p14:creationId xmlns:p14="http://schemas.microsoft.com/office/powerpoint/2010/main" val="2955096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24ACE-8B3A-89EB-B986-C07DDEC98651}"/>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F9E97B0A-B8B0-D705-F73A-A84FDE420696}"/>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有关信息</a:t>
            </a:r>
          </a:p>
        </p:txBody>
      </p:sp>
      <p:grpSp>
        <p:nvGrpSpPr>
          <p:cNvPr id="38" name="组合 37">
            <a:extLst>
              <a:ext uri="{FF2B5EF4-FFF2-40B4-BE49-F238E27FC236}">
                <a16:creationId xmlns:a16="http://schemas.microsoft.com/office/drawing/2014/main" id="{8DBCA15E-AAEA-37EA-A1FE-10D9DBA718B9}"/>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9623A8B8-2CEC-B170-1936-D0736C9F5126}"/>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E8D255F1-ADC4-BEBD-70E4-735791ACBB0F}"/>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9">
            <a:hlinkClick r:id="rId3" action="ppaction://hlinksldjump"/>
            <a:extLst>
              <a:ext uri="{FF2B5EF4-FFF2-40B4-BE49-F238E27FC236}">
                <a16:creationId xmlns:a16="http://schemas.microsoft.com/office/drawing/2014/main" id="{74C1912D-1B1E-95F0-D9DF-A5543D2C7B1F}"/>
              </a:ext>
            </a:extLst>
          </p:cNvPr>
          <p:cNvSpPr txBox="1">
            <a:spLocks noChangeArrowheads="1"/>
          </p:cNvSpPr>
          <p:nvPr/>
        </p:nvSpPr>
        <p:spPr bwMode="auto">
          <a:xfrm>
            <a:off x="827584" y="1347614"/>
            <a:ext cx="3248025" cy="579437"/>
          </a:xfrm>
          <a:prstGeom prst="rect">
            <a:avLst/>
          </a:prstGeom>
          <a:noFill/>
          <a:ln w="9525">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课程的地位</a:t>
            </a:r>
          </a:p>
        </p:txBody>
      </p:sp>
      <p:sp>
        <p:nvSpPr>
          <p:cNvPr id="3" name="Text Box 10">
            <a:hlinkClick r:id="rId4" action="ppaction://hlinksldjump"/>
            <a:extLst>
              <a:ext uri="{FF2B5EF4-FFF2-40B4-BE49-F238E27FC236}">
                <a16:creationId xmlns:a16="http://schemas.microsoft.com/office/drawing/2014/main" id="{69AA7438-F215-B104-AC25-60C3A5678445}"/>
              </a:ext>
            </a:extLst>
          </p:cNvPr>
          <p:cNvSpPr txBox="1">
            <a:spLocks noChangeArrowheads="1"/>
          </p:cNvSpPr>
          <p:nvPr/>
        </p:nvSpPr>
        <p:spPr bwMode="auto">
          <a:xfrm>
            <a:off x="827584" y="3644726"/>
            <a:ext cx="2816225" cy="579438"/>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教师信息</a:t>
            </a:r>
          </a:p>
        </p:txBody>
      </p:sp>
      <p:sp>
        <p:nvSpPr>
          <p:cNvPr id="4" name="Text Box 11">
            <a:hlinkClick r:id="rId5" action="ppaction://hlinksldjump"/>
            <a:extLst>
              <a:ext uri="{FF2B5EF4-FFF2-40B4-BE49-F238E27FC236}">
                <a16:creationId xmlns:a16="http://schemas.microsoft.com/office/drawing/2014/main" id="{7DA196BE-AA05-AAF1-99DC-30AAA51956E8}"/>
              </a:ext>
            </a:extLst>
          </p:cNvPr>
          <p:cNvSpPr txBox="1">
            <a:spLocks noChangeArrowheads="1"/>
          </p:cNvSpPr>
          <p:nvPr/>
        </p:nvSpPr>
        <p:spPr bwMode="auto">
          <a:xfrm>
            <a:off x="827584" y="2122314"/>
            <a:ext cx="3319462"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a:latin typeface="楷体_GB2312" pitchFamily="49" charset="-122"/>
              </a:rPr>
              <a:t> </a:t>
            </a:r>
            <a:r>
              <a:rPr lang="zh-CN" altLang="en-US" sz="3200" b="1">
                <a:latin typeface="楷体_GB2312" pitchFamily="49" charset="-122"/>
              </a:rPr>
              <a:t>教学目的要求</a:t>
            </a:r>
          </a:p>
        </p:txBody>
      </p:sp>
      <p:sp>
        <p:nvSpPr>
          <p:cNvPr id="5" name="Text Box 14">
            <a:hlinkClick r:id="rId6" action="ppaction://hlinksldjump"/>
            <a:extLst>
              <a:ext uri="{FF2B5EF4-FFF2-40B4-BE49-F238E27FC236}">
                <a16:creationId xmlns:a16="http://schemas.microsoft.com/office/drawing/2014/main" id="{25830542-BDCC-59AD-5E96-16B6951AEB01}"/>
              </a:ext>
            </a:extLst>
          </p:cNvPr>
          <p:cNvSpPr txBox="1">
            <a:spLocks noChangeArrowheads="1"/>
          </p:cNvSpPr>
          <p:nvPr/>
        </p:nvSpPr>
        <p:spPr bwMode="auto">
          <a:xfrm>
            <a:off x="4620656" y="1399962"/>
            <a:ext cx="3241675" cy="579437"/>
          </a:xfrm>
          <a:prstGeom prst="rect">
            <a:avLst/>
          </a:prstGeom>
          <a:noFill/>
          <a:ln w="9525">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主要参考教材</a:t>
            </a:r>
          </a:p>
        </p:txBody>
      </p:sp>
      <p:sp>
        <p:nvSpPr>
          <p:cNvPr id="6" name="Text Box 15">
            <a:hlinkClick r:id="rId7" action="ppaction://hlinksldjump"/>
            <a:extLst>
              <a:ext uri="{FF2B5EF4-FFF2-40B4-BE49-F238E27FC236}">
                <a16:creationId xmlns:a16="http://schemas.microsoft.com/office/drawing/2014/main" id="{B9BF5656-800E-D228-EF0B-C0C1083AD901}"/>
              </a:ext>
            </a:extLst>
          </p:cNvPr>
          <p:cNvSpPr txBox="1">
            <a:spLocks noChangeArrowheads="1"/>
          </p:cNvSpPr>
          <p:nvPr/>
        </p:nvSpPr>
        <p:spPr bwMode="auto">
          <a:xfrm>
            <a:off x="4620656" y="2852564"/>
            <a:ext cx="2879725"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实验计划</a:t>
            </a:r>
          </a:p>
        </p:txBody>
      </p:sp>
      <p:sp>
        <p:nvSpPr>
          <p:cNvPr id="7" name="Text Box 16">
            <a:hlinkClick r:id="rId8" action="ppaction://hlinksldjump"/>
            <a:extLst>
              <a:ext uri="{FF2B5EF4-FFF2-40B4-BE49-F238E27FC236}">
                <a16:creationId xmlns:a16="http://schemas.microsoft.com/office/drawing/2014/main" id="{ED302F35-CB62-B75D-D7D7-767774D93EEE}"/>
              </a:ext>
            </a:extLst>
          </p:cNvPr>
          <p:cNvSpPr txBox="1">
            <a:spLocks noChangeArrowheads="1"/>
          </p:cNvSpPr>
          <p:nvPr/>
        </p:nvSpPr>
        <p:spPr bwMode="auto">
          <a:xfrm>
            <a:off x="4622243" y="2124005"/>
            <a:ext cx="3240088"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参考阅读书目</a:t>
            </a:r>
          </a:p>
        </p:txBody>
      </p:sp>
      <p:sp>
        <p:nvSpPr>
          <p:cNvPr id="8" name="Text Box 19">
            <a:hlinkClick r:id="rId9" action="ppaction://hlinksldjump"/>
            <a:extLst>
              <a:ext uri="{FF2B5EF4-FFF2-40B4-BE49-F238E27FC236}">
                <a16:creationId xmlns:a16="http://schemas.microsoft.com/office/drawing/2014/main" id="{E566445D-8DB9-3197-5DD5-D9F8A85A9660}"/>
              </a:ext>
            </a:extLst>
          </p:cNvPr>
          <p:cNvSpPr txBox="1">
            <a:spLocks noChangeArrowheads="1"/>
          </p:cNvSpPr>
          <p:nvPr/>
        </p:nvSpPr>
        <p:spPr bwMode="auto">
          <a:xfrm>
            <a:off x="4620656" y="3644726"/>
            <a:ext cx="3095625" cy="579438"/>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dirty="0">
                <a:latin typeface="楷体_GB2312" pitchFamily="49" charset="-122"/>
              </a:rPr>
              <a:t> </a:t>
            </a:r>
            <a:r>
              <a:rPr lang="zh-CN" altLang="en-US" sz="3200" b="1" dirty="0">
                <a:latin typeface="楷体_GB2312" pitchFamily="49" charset="-122"/>
              </a:rPr>
              <a:t>考核计划</a:t>
            </a:r>
          </a:p>
        </p:txBody>
      </p:sp>
      <p:sp>
        <p:nvSpPr>
          <p:cNvPr id="9" name="Text Box 21">
            <a:hlinkClick r:id="rId4" action="ppaction://hlinksldjump"/>
            <a:extLst>
              <a:ext uri="{FF2B5EF4-FFF2-40B4-BE49-F238E27FC236}">
                <a16:creationId xmlns:a16="http://schemas.microsoft.com/office/drawing/2014/main" id="{7002F990-6A47-6A65-4524-8512FB77736D}"/>
              </a:ext>
            </a:extLst>
          </p:cNvPr>
          <p:cNvSpPr txBox="1">
            <a:spLocks noChangeArrowheads="1"/>
          </p:cNvSpPr>
          <p:nvPr/>
        </p:nvSpPr>
        <p:spPr bwMode="auto">
          <a:xfrm>
            <a:off x="827584" y="2852564"/>
            <a:ext cx="2816225" cy="579437"/>
          </a:xfrm>
          <a:prstGeom prst="rect">
            <a:avLst/>
          </a:prstGeom>
          <a:noFill/>
          <a:ln w="9525" algn="ctr">
            <a:noFill/>
            <a:miter lim="800000"/>
            <a:headEnd/>
            <a:tailEnd/>
          </a:ln>
        </p:spPr>
        <p:txBody>
          <a:bodyPr>
            <a:spAutoFit/>
          </a:bodyPr>
          <a:lstStyle/>
          <a:p>
            <a:pPr algn="l">
              <a:buFont typeface="Wingdings" pitchFamily="2" charset="2"/>
              <a:buChar char="²"/>
            </a:pPr>
            <a:r>
              <a:rPr lang="en-US" altLang="zh-CN" sz="3200" b="1">
                <a:latin typeface="楷体_GB2312" pitchFamily="49" charset="-122"/>
              </a:rPr>
              <a:t> </a:t>
            </a:r>
            <a:r>
              <a:rPr lang="zh-CN" altLang="en-US" sz="3200" b="1">
                <a:latin typeface="楷体_GB2312" pitchFamily="49" charset="-122"/>
              </a:rPr>
              <a:t>相关课程</a:t>
            </a:r>
          </a:p>
        </p:txBody>
      </p:sp>
    </p:spTree>
    <p:extLst>
      <p:ext uri="{BB962C8B-B14F-4D97-AF65-F5344CB8AC3E}">
        <p14:creationId xmlns:p14="http://schemas.microsoft.com/office/powerpoint/2010/main" val="4034304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BB895-796D-2E51-A938-F77C385C953E}"/>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DE21B522-9F33-313A-20FC-85932B54696A}"/>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课程的地位</a:t>
            </a:r>
          </a:p>
        </p:txBody>
      </p:sp>
      <p:grpSp>
        <p:nvGrpSpPr>
          <p:cNvPr id="38" name="组合 37">
            <a:extLst>
              <a:ext uri="{FF2B5EF4-FFF2-40B4-BE49-F238E27FC236}">
                <a16:creationId xmlns:a16="http://schemas.microsoft.com/office/drawing/2014/main" id="{B0B71CF7-EE73-6989-ECCB-9AEC9EEC1588}"/>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57E14C13-DF20-7FDF-C7C1-12D08C051FA7}"/>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A61C3098-C912-6031-FE6D-050FE5681F5F}"/>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3">
            <a:extLst>
              <a:ext uri="{FF2B5EF4-FFF2-40B4-BE49-F238E27FC236}">
                <a16:creationId xmlns:a16="http://schemas.microsoft.com/office/drawing/2014/main" id="{FA6C234D-65EE-CB9C-019D-61168E0DB0F2}"/>
              </a:ext>
            </a:extLst>
          </p:cNvPr>
          <p:cNvSpPr txBox="1">
            <a:spLocks noChangeArrowheads="1"/>
          </p:cNvSpPr>
          <p:nvPr/>
        </p:nvSpPr>
        <p:spPr bwMode="auto">
          <a:xfrm>
            <a:off x="305594" y="843558"/>
            <a:ext cx="8532812" cy="3877985"/>
          </a:xfrm>
          <a:prstGeom prst="rect">
            <a:avLst/>
          </a:prstGeom>
          <a:noFill/>
          <a:ln w="9525">
            <a:noFill/>
            <a:miter lim="800000"/>
            <a:headEnd/>
            <a:tailEnd/>
          </a:ln>
        </p:spPr>
        <p:txBody>
          <a:bodyPr>
            <a:spAutoFit/>
          </a:bodyPr>
          <a:lstStyle/>
          <a:p>
            <a:pPr algn="l">
              <a:buFont typeface="Wingdings" pitchFamily="2" charset="2"/>
              <a:buChar char="²"/>
            </a:pPr>
            <a:r>
              <a:rPr lang="en-US" altLang="zh-CN" sz="2400" b="1" dirty="0">
                <a:solidFill>
                  <a:srgbClr val="333399"/>
                </a:solidFill>
                <a:latin typeface="楷体_GB2312" pitchFamily="49" charset="-122"/>
              </a:rPr>
              <a:t> </a:t>
            </a:r>
            <a:r>
              <a:rPr lang="zh-CN" altLang="en-US" sz="2400" b="1" dirty="0">
                <a:latin typeface="楷体_GB2312" pitchFamily="49" charset="-122"/>
              </a:rPr>
              <a:t>计算机专业主干课</a:t>
            </a:r>
            <a:endParaRPr lang="zh-CN" altLang="en-US" sz="2400" b="1" dirty="0">
              <a:solidFill>
                <a:srgbClr val="333399"/>
              </a:solidFill>
              <a:latin typeface="楷体_GB2312" pitchFamily="49" charset="-122"/>
            </a:endParaRPr>
          </a:p>
          <a:p>
            <a:pPr algn="l">
              <a:buFont typeface="Wingdings" pitchFamily="2" charset="2"/>
              <a:buChar char=" "/>
            </a:pPr>
            <a:r>
              <a:rPr lang="zh-CN" altLang="en-US" sz="800" b="1" dirty="0">
                <a:solidFill>
                  <a:srgbClr val="333399"/>
                </a:solidFill>
                <a:latin typeface="楷体_GB2312" pitchFamily="49" charset="-122"/>
              </a:rPr>
              <a:t> </a:t>
            </a:r>
          </a:p>
          <a:p>
            <a:pPr lvl="1" algn="l">
              <a:buFont typeface="Symbol" pitchFamily="18" charset="2"/>
              <a:buChar char="-"/>
            </a:pPr>
            <a:r>
              <a:rPr lang="zh-CN" altLang="en-US" sz="2000" b="1" dirty="0">
                <a:latin typeface="楷体_GB2312" pitchFamily="49" charset="-122"/>
              </a:rPr>
              <a:t> </a:t>
            </a:r>
            <a:r>
              <a:rPr lang="zh-CN" altLang="en-US" sz="2000" b="1" dirty="0">
                <a:solidFill>
                  <a:srgbClr val="333399"/>
                </a:solidFill>
                <a:latin typeface="楷体_GB2312" pitchFamily="49" charset="-122"/>
              </a:rPr>
              <a:t>编译程序（系统）是计算机系统的核心支撑软件</a:t>
            </a:r>
          </a:p>
          <a:p>
            <a:pPr lvl="1" algn="l"/>
            <a:endParaRPr lang="zh-CN" altLang="en-US" sz="800" b="1" dirty="0">
              <a:latin typeface="楷体_GB2312" pitchFamily="49" charset="-122"/>
            </a:endParaRPr>
          </a:p>
          <a:p>
            <a:pPr lvl="1" algn="l">
              <a:buFont typeface="Symbol" pitchFamily="18" charset="2"/>
              <a:buChar char="-"/>
            </a:pPr>
            <a:r>
              <a:rPr lang="zh-CN" altLang="en-US" sz="2000" b="1" dirty="0">
                <a:latin typeface="楷体_GB2312" pitchFamily="49" charset="-122"/>
              </a:rPr>
              <a:t> </a:t>
            </a:r>
            <a:r>
              <a:rPr lang="zh-CN" altLang="en-US" sz="2000" b="1" dirty="0">
                <a:solidFill>
                  <a:srgbClr val="333399"/>
                </a:solidFill>
                <a:latin typeface="楷体_GB2312" pitchFamily="49" charset="-122"/>
              </a:rPr>
              <a:t>贯穿程序语言、运行时系统、体系结构</a:t>
            </a:r>
          </a:p>
          <a:p>
            <a:pPr lvl="1" algn="l"/>
            <a:endParaRPr lang="zh-CN" altLang="en-US" sz="800" b="1" dirty="0">
              <a:latin typeface="楷体_GB2312" pitchFamily="49" charset="-122"/>
            </a:endParaRPr>
          </a:p>
          <a:p>
            <a:pPr lvl="1" algn="l">
              <a:buFont typeface="Symbol" pitchFamily="18" charset="2"/>
              <a:buChar char="-"/>
            </a:pPr>
            <a:r>
              <a:rPr lang="zh-CN" altLang="en-US" sz="2000" b="1" dirty="0">
                <a:latin typeface="楷体_GB2312" pitchFamily="49" charset="-122"/>
              </a:rPr>
              <a:t> </a:t>
            </a:r>
            <a:r>
              <a:rPr lang="zh-CN" altLang="en-US" sz="2000" b="1" dirty="0">
                <a:solidFill>
                  <a:srgbClr val="333399"/>
                </a:solidFill>
                <a:latin typeface="楷体_GB2312" pitchFamily="49" charset="-122"/>
              </a:rPr>
              <a:t>联系计算机科学和计算机系统的典范</a:t>
            </a:r>
            <a:endParaRPr lang="zh-CN" altLang="en-US" sz="2000" b="1" dirty="0">
              <a:latin typeface="楷体_GB2312" pitchFamily="49" charset="-122"/>
            </a:endParaRPr>
          </a:p>
          <a:p>
            <a:pPr lvl="1" algn="l"/>
            <a:endParaRPr lang="zh-CN" altLang="en-US" sz="800" b="1" dirty="0">
              <a:solidFill>
                <a:srgbClr val="333399"/>
              </a:solidFill>
              <a:latin typeface="楷体_GB2312" pitchFamily="49" charset="-122"/>
            </a:endParaRPr>
          </a:p>
          <a:p>
            <a:pPr algn="l">
              <a:buFont typeface="Wingdings" pitchFamily="2" charset="2"/>
              <a:buChar char="²"/>
            </a:pPr>
            <a:r>
              <a:rPr lang="zh-CN" altLang="en-US" sz="2400" b="1" dirty="0">
                <a:solidFill>
                  <a:srgbClr val="333399"/>
                </a:solidFill>
                <a:latin typeface="楷体_GB2312" pitchFamily="49" charset="-122"/>
              </a:rPr>
              <a:t> </a:t>
            </a:r>
            <a:r>
              <a:rPr lang="zh-CN" altLang="en-US" sz="2400" b="1" dirty="0">
                <a:latin typeface="楷体_GB2312" pitchFamily="49" charset="-122"/>
              </a:rPr>
              <a:t>专业工作者必备的基本技能</a:t>
            </a:r>
            <a:endParaRPr lang="zh-CN" altLang="en-US" sz="2400" b="1" dirty="0">
              <a:solidFill>
                <a:srgbClr val="333399"/>
              </a:solidFill>
              <a:latin typeface="楷体_GB2312" pitchFamily="49" charset="-122"/>
            </a:endParaRPr>
          </a:p>
          <a:p>
            <a:pPr algn="l">
              <a:buFont typeface="Wingdings" pitchFamily="2" charset="2"/>
              <a:buChar char=" "/>
            </a:pPr>
            <a:r>
              <a:rPr lang="zh-CN" altLang="en-US" sz="800" b="1" dirty="0">
                <a:solidFill>
                  <a:srgbClr val="333399"/>
                </a:solidFill>
                <a:latin typeface="楷体_GB2312" pitchFamily="49" charset="-122"/>
              </a:rPr>
              <a:t> </a:t>
            </a:r>
          </a:p>
          <a:p>
            <a:pPr lvl="1" algn="l">
              <a:buFont typeface="Symbol" pitchFamily="18" charset="2"/>
              <a:buChar char="-"/>
            </a:pPr>
            <a:r>
              <a:rPr lang="zh-CN" altLang="en-US" sz="2000" b="1" dirty="0">
                <a:solidFill>
                  <a:srgbClr val="333399"/>
                </a:solidFill>
                <a:latin typeface="楷体_GB2312" pitchFamily="49" charset="-122"/>
              </a:rPr>
              <a:t> 编译原理的知识影响到专业人员的素质</a:t>
            </a:r>
          </a:p>
          <a:p>
            <a:pPr lvl="1" algn="l"/>
            <a:endParaRPr lang="zh-CN" altLang="en-US" sz="800" b="1" dirty="0">
              <a:solidFill>
                <a:srgbClr val="333399"/>
              </a:solidFill>
              <a:latin typeface="楷体_GB2312" pitchFamily="49" charset="-122"/>
            </a:endParaRPr>
          </a:p>
          <a:p>
            <a:pPr lvl="1" algn="l">
              <a:buFont typeface="Symbol" pitchFamily="18" charset="2"/>
              <a:buChar char="-"/>
            </a:pPr>
            <a:r>
              <a:rPr lang="zh-CN" altLang="en-US" sz="2000" b="1" dirty="0">
                <a:solidFill>
                  <a:srgbClr val="333399"/>
                </a:solidFill>
                <a:latin typeface="楷体_GB2312" pitchFamily="49" charset="-122"/>
              </a:rPr>
              <a:t> 大量专业工作与编译技术相关 </a:t>
            </a:r>
          </a:p>
          <a:p>
            <a:pPr lvl="1" algn="l"/>
            <a:endParaRPr lang="zh-CN" altLang="en-US" sz="800" b="1" dirty="0">
              <a:solidFill>
                <a:srgbClr val="333399"/>
              </a:solidFill>
              <a:latin typeface="楷体_GB2312" pitchFamily="49" charset="-122"/>
            </a:endParaRPr>
          </a:p>
          <a:p>
            <a:pPr lvl="1" algn="l"/>
            <a:r>
              <a:rPr lang="zh-CN" altLang="en-US" sz="1400" b="1" dirty="0">
                <a:solidFill>
                  <a:srgbClr val="333399"/>
                </a:solidFill>
                <a:latin typeface="楷体_GB2312" pitchFamily="49" charset="-122"/>
              </a:rPr>
              <a:t>   高级语言实现，体系结构设计与优化，硬件综合，二进制翻译，智</a:t>
            </a:r>
          </a:p>
          <a:p>
            <a:pPr lvl="1" algn="l"/>
            <a:r>
              <a:rPr lang="zh-CN" altLang="en-US" sz="1400" b="1" dirty="0">
                <a:solidFill>
                  <a:srgbClr val="333399"/>
                </a:solidFill>
                <a:latin typeface="楷体_GB2312" pitchFamily="49" charset="-122"/>
              </a:rPr>
              <a:t>   能编辑器，面向领域的语言以及业务逻辑语言的实现，软件静态分</a:t>
            </a:r>
          </a:p>
          <a:p>
            <a:pPr lvl="1" algn="l"/>
            <a:r>
              <a:rPr lang="zh-CN" altLang="en-US" sz="1400" b="1" dirty="0">
                <a:solidFill>
                  <a:srgbClr val="333399"/>
                </a:solidFill>
                <a:latin typeface="楷体_GB2312" pitchFamily="49" charset="-122"/>
              </a:rPr>
              <a:t>   析，逆向工程，调试器，模型驱动的开发，程序验证，</a:t>
            </a:r>
            <a:r>
              <a:rPr lang="en-US" altLang="zh-CN" sz="1400" b="1" dirty="0">
                <a:solidFill>
                  <a:srgbClr val="333399"/>
                </a:solidFill>
              </a:rPr>
              <a:t>…</a:t>
            </a:r>
            <a:endParaRPr lang="en-US" altLang="zh-CN" sz="1400" b="1" dirty="0">
              <a:solidFill>
                <a:srgbClr val="333399"/>
              </a:solidFill>
              <a:latin typeface="楷体_GB2312" pitchFamily="49" charset="-122"/>
            </a:endParaRPr>
          </a:p>
        </p:txBody>
      </p:sp>
    </p:spTree>
    <p:extLst>
      <p:ext uri="{BB962C8B-B14F-4D97-AF65-F5344CB8AC3E}">
        <p14:creationId xmlns:p14="http://schemas.microsoft.com/office/powerpoint/2010/main" val="1006011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38B85-1455-520F-03DF-F7F5E0B3F197}"/>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27A83904-0F58-8D5B-AFF9-E1E41F3C1397}"/>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教学目的要求</a:t>
            </a:r>
          </a:p>
        </p:txBody>
      </p:sp>
      <p:grpSp>
        <p:nvGrpSpPr>
          <p:cNvPr id="38" name="组合 37">
            <a:extLst>
              <a:ext uri="{FF2B5EF4-FFF2-40B4-BE49-F238E27FC236}">
                <a16:creationId xmlns:a16="http://schemas.microsoft.com/office/drawing/2014/main" id="{BC3BDEF4-9680-D070-3A87-09C25AA542DE}"/>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D5671680-F426-867B-69BD-D71D095B178E}"/>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C6D9BDE6-B35A-2E4C-9C34-AD15765F26E1}"/>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1028">
            <a:extLst>
              <a:ext uri="{FF2B5EF4-FFF2-40B4-BE49-F238E27FC236}">
                <a16:creationId xmlns:a16="http://schemas.microsoft.com/office/drawing/2014/main" id="{F08FF0DE-5683-0A8B-8E6F-ECBAD61EEB7A}"/>
              </a:ext>
            </a:extLst>
          </p:cNvPr>
          <p:cNvSpPr txBox="1">
            <a:spLocks noChangeArrowheads="1"/>
          </p:cNvSpPr>
          <p:nvPr/>
        </p:nvSpPr>
        <p:spPr bwMode="auto">
          <a:xfrm>
            <a:off x="539552" y="987574"/>
            <a:ext cx="7777162" cy="3000821"/>
          </a:xfrm>
          <a:prstGeom prst="rect">
            <a:avLst/>
          </a:prstGeom>
          <a:noFill/>
          <a:ln w="9525">
            <a:noFill/>
            <a:miter lim="800000"/>
            <a:headEnd/>
            <a:tailEnd/>
          </a:ln>
        </p:spPr>
        <p:txBody>
          <a:bodyPr>
            <a:spAutoFit/>
          </a:bodyPr>
          <a:lstStyle/>
          <a:p>
            <a:pPr algn="l">
              <a:buFont typeface="Wingdings" pitchFamily="2" charset="2"/>
              <a:buChar char="²"/>
            </a:pPr>
            <a:r>
              <a:rPr lang="en-US" altLang="zh-CN" sz="2400" b="1" dirty="0">
                <a:solidFill>
                  <a:schemeClr val="tx1"/>
                </a:solidFill>
              </a:rPr>
              <a:t>  </a:t>
            </a:r>
            <a:r>
              <a:rPr lang="zh-CN" altLang="en-US" sz="2400" b="1" dirty="0"/>
              <a:t>掌握</a:t>
            </a:r>
            <a:r>
              <a:rPr lang="zh-CN" altLang="en-US" sz="2400" b="1" dirty="0">
                <a:solidFill>
                  <a:srgbClr val="333399"/>
                </a:solidFill>
              </a:rPr>
              <a:t>编译程序</a:t>
            </a:r>
            <a:r>
              <a:rPr lang="en-US" altLang="zh-CN" sz="2400" b="1" dirty="0">
                <a:solidFill>
                  <a:srgbClr val="333399"/>
                </a:solidFill>
              </a:rPr>
              <a:t>/</a:t>
            </a:r>
            <a:r>
              <a:rPr lang="zh-CN" altLang="en-US" sz="2400" b="1" dirty="0">
                <a:solidFill>
                  <a:srgbClr val="333399"/>
                </a:solidFill>
              </a:rPr>
              <a:t>系统设计的</a:t>
            </a:r>
            <a:r>
              <a:rPr lang="zh-CN" altLang="en-US" sz="2400" b="1" dirty="0"/>
              <a:t>基本原理</a:t>
            </a:r>
            <a:endParaRPr lang="zh-CN" altLang="en-US" sz="2400" b="1" dirty="0">
              <a:latin typeface="楷体_GB2312" pitchFamily="49" charset="-122"/>
            </a:endParaRPr>
          </a:p>
          <a:p>
            <a:pPr algn="l">
              <a:buFont typeface="Wingdings" pitchFamily="2" charset="2"/>
              <a:buChar char=" "/>
            </a:pPr>
            <a:r>
              <a:rPr lang="zh-CN" altLang="en-US" sz="800" b="1" dirty="0">
                <a:solidFill>
                  <a:srgbClr val="333399"/>
                </a:solidFill>
                <a:latin typeface="楷体_GB2312" pitchFamily="49" charset="-122"/>
              </a:rPr>
              <a:t> </a:t>
            </a:r>
          </a:p>
          <a:p>
            <a:pPr algn="l">
              <a:buFont typeface="Wingdings" pitchFamily="2" charset="2"/>
              <a:buChar char="²"/>
            </a:pPr>
            <a:r>
              <a:rPr lang="zh-CN" altLang="en-US" sz="2400" b="1" dirty="0">
                <a:solidFill>
                  <a:schemeClr val="tx1"/>
                </a:solidFill>
              </a:rPr>
              <a:t>  </a:t>
            </a:r>
            <a:r>
              <a:rPr lang="zh-CN" altLang="en-US" sz="2400" b="1" dirty="0"/>
              <a:t>掌握</a:t>
            </a:r>
            <a:r>
              <a:rPr lang="zh-CN" altLang="en-US" sz="2400" b="1" dirty="0">
                <a:solidFill>
                  <a:srgbClr val="333399"/>
                </a:solidFill>
              </a:rPr>
              <a:t>“常见”语言机制的</a:t>
            </a:r>
            <a:r>
              <a:rPr lang="zh-CN" altLang="en-US" sz="2400" b="1" dirty="0"/>
              <a:t>实现技术</a:t>
            </a:r>
          </a:p>
          <a:p>
            <a:pPr lvl="1" algn="l"/>
            <a:endParaRPr lang="zh-CN" altLang="en-US" sz="800" b="1" dirty="0">
              <a:latin typeface="楷体_GB2312" pitchFamily="49" charset="-122"/>
            </a:endParaRPr>
          </a:p>
          <a:p>
            <a:pPr algn="l">
              <a:buFont typeface="Wingdings" pitchFamily="2" charset="2"/>
              <a:buChar char="²"/>
            </a:pPr>
            <a:r>
              <a:rPr lang="zh-CN" altLang="en-US" sz="2400" b="1" dirty="0">
                <a:solidFill>
                  <a:schemeClr val="tx1"/>
                </a:solidFill>
              </a:rPr>
              <a:t>  </a:t>
            </a:r>
            <a:r>
              <a:rPr lang="zh-CN" altLang="en-US" sz="2400" b="1" dirty="0">
                <a:solidFill>
                  <a:srgbClr val="333399"/>
                </a:solidFill>
              </a:rPr>
              <a:t>经历开发一个</a:t>
            </a:r>
            <a:r>
              <a:rPr lang="zh-CN" altLang="en-US" sz="2400" b="1" dirty="0"/>
              <a:t>小型编译程序</a:t>
            </a:r>
            <a:r>
              <a:rPr lang="zh-CN" altLang="en-US" sz="2400" b="1" dirty="0">
                <a:solidFill>
                  <a:srgbClr val="333399"/>
                </a:solidFill>
              </a:rPr>
              <a:t>的主要阶段</a:t>
            </a:r>
          </a:p>
          <a:p>
            <a:pPr lvl="1" algn="l"/>
            <a:endParaRPr lang="zh-CN" altLang="en-US" sz="800" b="1" dirty="0">
              <a:solidFill>
                <a:srgbClr val="333399"/>
              </a:solidFill>
              <a:latin typeface="楷体_GB2312" pitchFamily="49" charset="-122"/>
            </a:endParaRPr>
          </a:p>
          <a:p>
            <a:pPr algn="l">
              <a:buFont typeface="Wingdings" pitchFamily="2" charset="2"/>
              <a:buChar char="²"/>
            </a:pPr>
            <a:r>
              <a:rPr lang="zh-CN" altLang="en-US" sz="2400" b="1" dirty="0">
                <a:latin typeface="楷体_GB2312" pitchFamily="49" charset="-122"/>
              </a:rPr>
              <a:t> </a:t>
            </a:r>
            <a:r>
              <a:rPr lang="zh-CN" altLang="en-US" sz="2400" b="1" dirty="0">
                <a:solidFill>
                  <a:srgbClr val="333399"/>
                </a:solidFill>
              </a:rPr>
              <a:t>自学并使用</a:t>
            </a:r>
            <a:r>
              <a:rPr lang="zh-CN" altLang="en-US" sz="2400" b="1" dirty="0"/>
              <a:t>自动构造工具</a:t>
            </a:r>
          </a:p>
          <a:p>
            <a:pPr algn="l">
              <a:buFont typeface="Wingdings" pitchFamily="2" charset="2"/>
              <a:buNone/>
            </a:pPr>
            <a:endParaRPr lang="zh-CN" altLang="en-US" sz="800" b="1" dirty="0"/>
          </a:p>
          <a:p>
            <a:pPr algn="l">
              <a:buFont typeface="Wingdings" pitchFamily="2" charset="2"/>
              <a:buChar char="²"/>
            </a:pPr>
            <a:r>
              <a:rPr lang="zh-CN" altLang="en-US" sz="2400" b="1" dirty="0"/>
              <a:t>  </a:t>
            </a:r>
            <a:r>
              <a:rPr lang="zh-CN" altLang="en-US" sz="2400" b="1" dirty="0">
                <a:solidFill>
                  <a:srgbClr val="333399"/>
                </a:solidFill>
              </a:rPr>
              <a:t>加深对</a:t>
            </a:r>
            <a:r>
              <a:rPr lang="zh-CN" altLang="en-US" sz="2400" b="1" dirty="0"/>
              <a:t>计算机系统</a:t>
            </a:r>
            <a:r>
              <a:rPr lang="zh-CN" altLang="en-US" sz="2400" b="1" dirty="0">
                <a:solidFill>
                  <a:srgbClr val="333399"/>
                </a:solidFill>
              </a:rPr>
              <a:t>的理解</a:t>
            </a:r>
          </a:p>
          <a:p>
            <a:pPr algn="l">
              <a:buFont typeface="Wingdings" pitchFamily="2" charset="2"/>
              <a:buNone/>
            </a:pPr>
            <a:endParaRPr lang="zh-CN" altLang="en-US" sz="800" b="1" dirty="0">
              <a:solidFill>
                <a:srgbClr val="333399"/>
              </a:solidFill>
            </a:endParaRPr>
          </a:p>
          <a:p>
            <a:pPr algn="l">
              <a:buFont typeface="Wingdings" pitchFamily="2" charset="2"/>
              <a:buChar char="²"/>
            </a:pPr>
            <a:r>
              <a:rPr lang="zh-CN" altLang="en-US" sz="2400" b="1" dirty="0">
                <a:solidFill>
                  <a:srgbClr val="333399"/>
                </a:solidFill>
              </a:rPr>
              <a:t>  会将所学知识</a:t>
            </a:r>
            <a:r>
              <a:rPr lang="zh-CN" altLang="en-US" sz="2400" b="1" dirty="0"/>
              <a:t>灵活应用</a:t>
            </a:r>
          </a:p>
        </p:txBody>
      </p:sp>
      <p:sp>
        <p:nvSpPr>
          <p:cNvPr id="3" name="Text Box 1034">
            <a:extLst>
              <a:ext uri="{FF2B5EF4-FFF2-40B4-BE49-F238E27FC236}">
                <a16:creationId xmlns:a16="http://schemas.microsoft.com/office/drawing/2014/main" id="{F41C70E1-FBDA-6262-4075-8B9E74B8429C}"/>
              </a:ext>
            </a:extLst>
          </p:cNvPr>
          <p:cNvSpPr txBox="1">
            <a:spLocks noChangeArrowheads="1"/>
          </p:cNvSpPr>
          <p:nvPr/>
        </p:nvSpPr>
        <p:spPr bwMode="auto">
          <a:xfrm>
            <a:off x="1691680" y="4155926"/>
            <a:ext cx="4967288" cy="701675"/>
          </a:xfrm>
          <a:prstGeom prst="rect">
            <a:avLst/>
          </a:prstGeom>
          <a:noFill/>
          <a:ln w="9525">
            <a:noFill/>
            <a:miter lim="800000"/>
            <a:headEnd/>
            <a:tailEnd/>
          </a:ln>
        </p:spPr>
        <p:txBody>
          <a:bodyPr>
            <a:spAutoFit/>
          </a:bodyPr>
          <a:lstStyle/>
          <a:p>
            <a:pPr algn="l">
              <a:buClrTx/>
              <a:buFontTx/>
              <a:buNone/>
            </a:pPr>
            <a:r>
              <a:rPr lang="zh-CN" altLang="en-US" sz="4000" dirty="0">
                <a:solidFill>
                  <a:srgbClr val="333399"/>
                </a:solidFill>
                <a:latin typeface="宋体" pitchFamily="2" charset="-122"/>
              </a:rPr>
              <a:t>原理 </a:t>
            </a:r>
            <a:r>
              <a:rPr lang="en-US" altLang="zh-CN" sz="4000" dirty="0">
                <a:solidFill>
                  <a:srgbClr val="333399"/>
                </a:solidFill>
                <a:latin typeface="宋体" pitchFamily="2" charset="-122"/>
              </a:rPr>
              <a:t>+ </a:t>
            </a:r>
            <a:r>
              <a:rPr lang="zh-CN" altLang="en-US" sz="4000" dirty="0">
                <a:solidFill>
                  <a:srgbClr val="333399"/>
                </a:solidFill>
                <a:latin typeface="宋体" pitchFamily="2" charset="-122"/>
              </a:rPr>
              <a:t>技术 </a:t>
            </a:r>
            <a:r>
              <a:rPr lang="en-US" altLang="zh-CN" sz="4000" dirty="0">
                <a:solidFill>
                  <a:srgbClr val="333399"/>
                </a:solidFill>
                <a:latin typeface="宋体" pitchFamily="2" charset="-122"/>
              </a:rPr>
              <a:t>+ </a:t>
            </a:r>
            <a:r>
              <a:rPr lang="zh-CN" altLang="en-US" sz="4000" dirty="0">
                <a:solidFill>
                  <a:srgbClr val="333399"/>
                </a:solidFill>
                <a:latin typeface="宋体" pitchFamily="2" charset="-122"/>
              </a:rPr>
              <a:t>工具</a:t>
            </a:r>
            <a:endParaRPr lang="zh-CN" altLang="en-US" sz="4000" b="0" dirty="0">
              <a:solidFill>
                <a:srgbClr val="333399"/>
              </a:solidFill>
              <a:latin typeface="Times New Roman" pitchFamily="18" charset="0"/>
            </a:endParaRPr>
          </a:p>
        </p:txBody>
      </p:sp>
    </p:spTree>
    <p:extLst>
      <p:ext uri="{BB962C8B-B14F-4D97-AF65-F5344CB8AC3E}">
        <p14:creationId xmlns:p14="http://schemas.microsoft.com/office/powerpoint/2010/main" val="379804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AAB80B-77AC-BAE1-7734-09ED9B022357}"/>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C99489C9-D3BF-E23B-B1AF-435E994230E3}"/>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相关课程</a:t>
            </a:r>
          </a:p>
        </p:txBody>
      </p:sp>
      <p:grpSp>
        <p:nvGrpSpPr>
          <p:cNvPr id="38" name="组合 37">
            <a:extLst>
              <a:ext uri="{FF2B5EF4-FFF2-40B4-BE49-F238E27FC236}">
                <a16:creationId xmlns:a16="http://schemas.microsoft.com/office/drawing/2014/main" id="{4E0E25B3-11E1-E3A9-23B6-BC908AA82BEE}"/>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958A94FA-BFBE-8DC7-E3AE-5813D6177EAA}"/>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2FC1D6B5-CD93-01B8-7099-956D4EDB987E}"/>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17">
            <a:extLst>
              <a:ext uri="{FF2B5EF4-FFF2-40B4-BE49-F238E27FC236}">
                <a16:creationId xmlns:a16="http://schemas.microsoft.com/office/drawing/2014/main" id="{57B616C4-436D-1595-2EA7-0884A726C750}"/>
              </a:ext>
            </a:extLst>
          </p:cNvPr>
          <p:cNvSpPr txBox="1">
            <a:spLocks noChangeArrowheads="1"/>
          </p:cNvSpPr>
          <p:nvPr/>
        </p:nvSpPr>
        <p:spPr bwMode="auto">
          <a:xfrm>
            <a:off x="620713" y="821684"/>
            <a:ext cx="8066087" cy="4324261"/>
          </a:xfrm>
          <a:prstGeom prst="rect">
            <a:avLst/>
          </a:prstGeom>
          <a:noFill/>
          <a:ln w="9525">
            <a:noFill/>
            <a:miter lim="800000"/>
            <a:headEnd/>
            <a:tailEnd/>
          </a:ln>
        </p:spPr>
        <p:txBody>
          <a:bodyPr>
            <a:spAutoFit/>
          </a:bodyPr>
          <a:lstStyle/>
          <a:p>
            <a:pPr algn="l">
              <a:buFont typeface="Wingdings" pitchFamily="2" charset="2"/>
              <a:buChar char="²"/>
            </a:pPr>
            <a:r>
              <a:rPr lang="en-US" altLang="zh-CN" sz="2800" b="1" dirty="0">
                <a:solidFill>
                  <a:srgbClr val="333399"/>
                </a:solidFill>
                <a:latin typeface="楷体_GB2312" pitchFamily="49" charset="-122"/>
              </a:rPr>
              <a:t> </a:t>
            </a:r>
            <a:r>
              <a:rPr lang="zh-CN" altLang="en-US" sz="2800" b="1" dirty="0">
                <a:latin typeface="楷体_GB2312" pitchFamily="49" charset="-122"/>
              </a:rPr>
              <a:t>先修课程</a:t>
            </a:r>
            <a:endParaRPr lang="zh-CN" altLang="en-US" sz="2800" b="1" dirty="0">
              <a:solidFill>
                <a:srgbClr val="333399"/>
              </a:solidFill>
              <a:latin typeface="楷体_GB2312" pitchFamily="49" charset="-122"/>
            </a:endParaRPr>
          </a:p>
          <a:p>
            <a:pPr algn="l">
              <a:buFont typeface="Wingdings" pitchFamily="2" charset="2"/>
              <a:buChar char=" "/>
            </a:pPr>
            <a:r>
              <a:rPr lang="zh-CN" altLang="en-US" sz="900" b="1" dirty="0">
                <a:solidFill>
                  <a:srgbClr val="333399"/>
                </a:solidFill>
                <a:latin typeface="楷体_GB2312" pitchFamily="49" charset="-122"/>
              </a:rPr>
              <a:t> </a:t>
            </a:r>
          </a:p>
          <a:p>
            <a:pPr lvl="1" algn="l">
              <a:buFont typeface="Symbol" pitchFamily="18" charset="2"/>
              <a:buChar char="-"/>
            </a:pPr>
            <a:r>
              <a:rPr lang="zh-CN" altLang="en-US" sz="2400" b="1" dirty="0">
                <a:latin typeface="楷体_GB2312" pitchFamily="49" charset="-122"/>
              </a:rPr>
              <a:t> </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高级语言程序设计</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a:t>
            </a:r>
            <a:r>
              <a:rPr lang="en-US" altLang="zh-CN" sz="2400" b="1" dirty="0"/>
              <a:t>Java</a:t>
            </a:r>
            <a:r>
              <a:rPr lang="en-US" altLang="zh-CN" sz="2400" b="1" dirty="0">
                <a:solidFill>
                  <a:srgbClr val="333399"/>
                </a:solidFill>
              </a:rPr>
              <a:t>, C/C++</a:t>
            </a:r>
            <a:r>
              <a:rPr lang="zh-CN" altLang="en-US" sz="2400" b="1" dirty="0">
                <a:solidFill>
                  <a:srgbClr val="333399"/>
                </a:solidFill>
                <a:latin typeface="楷体_GB2312" pitchFamily="49" charset="-122"/>
              </a:rPr>
              <a:t>）</a:t>
            </a:r>
          </a:p>
          <a:p>
            <a:pPr lvl="1" algn="l">
              <a:buFont typeface="Symbol" pitchFamily="18" charset="2"/>
              <a:buChar char="-"/>
            </a:pPr>
            <a:r>
              <a:rPr lang="zh-CN" altLang="en-US" sz="2400" b="1" dirty="0">
                <a:solidFill>
                  <a:srgbClr val="333399"/>
                </a:solidFill>
                <a:latin typeface="楷体_GB2312" pitchFamily="49" charset="-122"/>
              </a:rPr>
              <a:t> </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数据结构</a:t>
            </a:r>
            <a:r>
              <a:rPr lang="en-US" altLang="zh-CN" sz="2400" b="1" dirty="0">
                <a:solidFill>
                  <a:srgbClr val="333399"/>
                </a:solidFill>
                <a:latin typeface="楷体_GB2312" pitchFamily="49" charset="-122"/>
              </a:rPr>
              <a:t>》</a:t>
            </a:r>
            <a:endParaRPr lang="en-US" altLang="zh-CN" sz="900" b="1" dirty="0">
              <a:solidFill>
                <a:srgbClr val="333399"/>
              </a:solidFill>
              <a:latin typeface="楷体_GB2312" pitchFamily="49" charset="-122"/>
            </a:endParaRPr>
          </a:p>
          <a:p>
            <a:pPr lvl="1" algn="l">
              <a:buFont typeface="Symbol" pitchFamily="18" charset="2"/>
              <a:buChar char="-"/>
            </a:pPr>
            <a:r>
              <a:rPr lang="en-US" altLang="zh-CN" sz="2400" b="1" dirty="0">
                <a:latin typeface="楷体_GB2312" pitchFamily="49" charset="-122"/>
              </a:rPr>
              <a:t> </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形式语言与自动机</a:t>
            </a:r>
            <a:r>
              <a:rPr lang="en-US" altLang="zh-CN" sz="2400" b="1" dirty="0">
                <a:solidFill>
                  <a:srgbClr val="333399"/>
                </a:solidFill>
                <a:latin typeface="楷体_GB2312" pitchFamily="49" charset="-122"/>
              </a:rPr>
              <a:t>》</a:t>
            </a:r>
          </a:p>
          <a:p>
            <a:pPr lvl="1" algn="l"/>
            <a:endParaRPr lang="en-US" altLang="zh-CN" sz="900" b="1" dirty="0">
              <a:solidFill>
                <a:srgbClr val="333399"/>
              </a:solidFill>
              <a:latin typeface="楷体_GB2312" pitchFamily="49" charset="-122"/>
            </a:endParaRPr>
          </a:p>
          <a:p>
            <a:pPr algn="l">
              <a:buFont typeface="Wingdings" pitchFamily="2" charset="2"/>
              <a:buChar char="²"/>
            </a:pPr>
            <a:r>
              <a:rPr lang="en-US" altLang="zh-CN" sz="2800" b="1" dirty="0">
                <a:solidFill>
                  <a:srgbClr val="333399"/>
                </a:solidFill>
                <a:latin typeface="楷体_GB2312" pitchFamily="49" charset="-122"/>
              </a:rPr>
              <a:t> </a:t>
            </a:r>
            <a:r>
              <a:rPr lang="zh-CN" altLang="en-US" sz="2800" b="1" dirty="0">
                <a:latin typeface="楷体_GB2312" pitchFamily="49" charset="-122"/>
              </a:rPr>
              <a:t>其它相关课程</a:t>
            </a:r>
            <a:endParaRPr lang="zh-CN" altLang="en-US" sz="2800" b="1" dirty="0">
              <a:solidFill>
                <a:srgbClr val="333399"/>
              </a:solidFill>
              <a:latin typeface="楷体_GB2312" pitchFamily="49" charset="-122"/>
            </a:endParaRPr>
          </a:p>
          <a:p>
            <a:pPr algn="l">
              <a:buFont typeface="Wingdings" pitchFamily="2" charset="2"/>
              <a:buChar char=" "/>
            </a:pPr>
            <a:r>
              <a:rPr lang="zh-CN" altLang="en-US" sz="900" b="1" dirty="0">
                <a:solidFill>
                  <a:srgbClr val="333399"/>
                </a:solidFill>
                <a:latin typeface="楷体_GB2312" pitchFamily="49" charset="-122"/>
              </a:rPr>
              <a:t> </a:t>
            </a:r>
          </a:p>
          <a:p>
            <a:pPr lvl="1" algn="just">
              <a:buFont typeface="Symbol" pitchFamily="18" charset="2"/>
              <a:buChar char="-"/>
            </a:pPr>
            <a:r>
              <a:rPr lang="zh-CN" altLang="en-US" sz="2400" b="1" dirty="0">
                <a:latin typeface="楷体_GB2312" pitchFamily="49" charset="-122"/>
              </a:rPr>
              <a:t> </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计算机系统结构</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操作系统</a:t>
            </a:r>
            <a:r>
              <a:rPr lang="en-US" altLang="zh-CN" sz="2400" b="1" dirty="0">
                <a:solidFill>
                  <a:srgbClr val="333399"/>
                </a:solidFill>
                <a:latin typeface="楷体_GB2312" pitchFamily="49" charset="-122"/>
              </a:rPr>
              <a:t>》</a:t>
            </a:r>
            <a:r>
              <a:rPr lang="zh-CN" altLang="en-US" sz="2400" b="1" dirty="0">
                <a:solidFill>
                  <a:srgbClr val="333399"/>
                </a:solidFill>
                <a:latin typeface="楷体_GB2312" pitchFamily="49" charset="-122"/>
              </a:rPr>
              <a:t>，</a:t>
            </a:r>
          </a:p>
          <a:p>
            <a:pPr lvl="1" algn="just"/>
            <a:r>
              <a:rPr lang="zh-CN" altLang="en-US" sz="2400" b="1" dirty="0">
                <a:solidFill>
                  <a:srgbClr val="333399"/>
                </a:solidFill>
                <a:latin typeface="楷体_GB2312" pitchFamily="49" charset="-122"/>
                <a:sym typeface="Symbol" pitchFamily="18" charset="2"/>
              </a:rPr>
              <a:t>  </a:t>
            </a:r>
            <a:r>
              <a:rPr lang="en-US" altLang="zh-CN" sz="2400" b="1" dirty="0">
                <a:solidFill>
                  <a:srgbClr val="333399"/>
                </a:solidFill>
                <a:latin typeface="楷体_GB2312" pitchFamily="49" charset="-122"/>
                <a:sym typeface="Symbol" pitchFamily="18" charset="2"/>
              </a:rPr>
              <a:t>《</a:t>
            </a:r>
            <a:r>
              <a:rPr lang="zh-CN" altLang="en-US" sz="2400" b="1" dirty="0">
                <a:solidFill>
                  <a:srgbClr val="333399"/>
                </a:solidFill>
                <a:latin typeface="楷体_GB2312" pitchFamily="49" charset="-122"/>
                <a:sym typeface="Symbol" pitchFamily="18" charset="2"/>
              </a:rPr>
              <a:t>汇编语言</a:t>
            </a:r>
            <a:r>
              <a:rPr lang="en-US" altLang="zh-CN" sz="2400" b="1" dirty="0">
                <a:solidFill>
                  <a:srgbClr val="333399"/>
                </a:solidFill>
                <a:latin typeface="楷体_GB2312" pitchFamily="49" charset="-122"/>
                <a:sym typeface="Symbol" pitchFamily="18" charset="2"/>
              </a:rPr>
              <a:t>》</a:t>
            </a:r>
            <a:r>
              <a:rPr lang="zh-CN" altLang="en-US" sz="2400" b="1" dirty="0">
                <a:solidFill>
                  <a:srgbClr val="333399"/>
                </a:solidFill>
                <a:latin typeface="楷体_GB2312" pitchFamily="49" charset="-122"/>
                <a:sym typeface="Symbol" pitchFamily="18" charset="2"/>
              </a:rPr>
              <a:t>，</a:t>
            </a:r>
            <a:r>
              <a:rPr lang="en-US" altLang="zh-CN" sz="2400" b="1" dirty="0">
                <a:solidFill>
                  <a:srgbClr val="333399"/>
                </a:solidFill>
                <a:latin typeface="楷体_GB2312" pitchFamily="49" charset="-122"/>
                <a:sym typeface="Symbol" pitchFamily="18" charset="2"/>
              </a:rPr>
              <a:t>《</a:t>
            </a:r>
            <a:r>
              <a:rPr lang="zh-CN" altLang="en-US" sz="2400" b="1" dirty="0">
                <a:solidFill>
                  <a:srgbClr val="333399"/>
                </a:solidFill>
                <a:latin typeface="楷体_GB2312" pitchFamily="49" charset="-122"/>
                <a:sym typeface="Symbol" pitchFamily="18" charset="2"/>
              </a:rPr>
              <a:t>计算机原理</a:t>
            </a:r>
            <a:r>
              <a:rPr lang="en-US" altLang="zh-CN" sz="2400" b="1" dirty="0">
                <a:solidFill>
                  <a:srgbClr val="333399"/>
                </a:solidFill>
                <a:latin typeface="楷体_GB2312" pitchFamily="49" charset="-122"/>
                <a:sym typeface="Symbol" pitchFamily="18" charset="2"/>
              </a:rPr>
              <a:t>》</a:t>
            </a:r>
            <a:r>
              <a:rPr lang="zh-CN" altLang="en-US" sz="2400" b="1" dirty="0">
                <a:solidFill>
                  <a:srgbClr val="333399"/>
                </a:solidFill>
                <a:latin typeface="楷体_GB2312" pitchFamily="49" charset="-122"/>
                <a:sym typeface="Symbol" pitchFamily="18" charset="2"/>
              </a:rPr>
              <a:t>，</a:t>
            </a:r>
            <a:endParaRPr lang="en-US" altLang="zh-CN" sz="2400" b="1" dirty="0">
              <a:solidFill>
                <a:srgbClr val="333399"/>
              </a:solidFill>
              <a:latin typeface="楷体_GB2312" pitchFamily="49" charset="-122"/>
              <a:sym typeface="Symbol" pitchFamily="18" charset="2"/>
            </a:endParaRPr>
          </a:p>
          <a:p>
            <a:pPr lvl="1" algn="just"/>
            <a:r>
              <a:rPr lang="en-US" altLang="zh-CN" sz="2400" b="1" dirty="0">
                <a:solidFill>
                  <a:srgbClr val="333399"/>
                </a:solidFill>
                <a:latin typeface="楷体_GB2312" pitchFamily="49" charset="-122"/>
                <a:sym typeface="Symbol" pitchFamily="18" charset="2"/>
              </a:rPr>
              <a:t>  《</a:t>
            </a:r>
            <a:r>
              <a:rPr lang="zh-CN" altLang="en-US" sz="2400" b="1" dirty="0">
                <a:solidFill>
                  <a:srgbClr val="333399"/>
                </a:solidFill>
                <a:latin typeface="楷体_GB2312" pitchFamily="49" charset="-122"/>
                <a:sym typeface="Symbol" pitchFamily="18" charset="2"/>
              </a:rPr>
              <a:t>计算机系统联合实验</a:t>
            </a:r>
            <a:r>
              <a:rPr lang="en-US" altLang="zh-CN" sz="2400" b="1" dirty="0">
                <a:solidFill>
                  <a:srgbClr val="333399"/>
                </a:solidFill>
                <a:latin typeface="楷体_GB2312" pitchFamily="49" charset="-122"/>
                <a:sym typeface="Symbol" pitchFamily="18" charset="2"/>
              </a:rPr>
              <a:t>》</a:t>
            </a:r>
            <a:r>
              <a:rPr lang="zh-CN" altLang="en-US" sz="2400" b="1" dirty="0">
                <a:solidFill>
                  <a:srgbClr val="333399"/>
                </a:solidFill>
                <a:latin typeface="楷体_GB2312" pitchFamily="49" charset="-122"/>
                <a:sym typeface="Symbol" pitchFamily="18" charset="2"/>
              </a:rPr>
              <a:t>，</a:t>
            </a:r>
            <a:endParaRPr lang="en-US" altLang="zh-CN" sz="2400" b="1" dirty="0">
              <a:solidFill>
                <a:srgbClr val="333399"/>
              </a:solidFill>
              <a:latin typeface="楷体_GB2312" pitchFamily="49" charset="-122"/>
              <a:sym typeface="Symbol" pitchFamily="18" charset="2"/>
            </a:endParaRPr>
          </a:p>
          <a:p>
            <a:pPr lvl="1" algn="just"/>
            <a:r>
              <a:rPr lang="en-US" altLang="zh-CN" sz="2400" b="1" dirty="0">
                <a:solidFill>
                  <a:srgbClr val="333399"/>
                </a:solidFill>
                <a:latin typeface="楷体_GB2312" pitchFamily="49" charset="-122"/>
                <a:sym typeface="Symbol" pitchFamily="18" charset="2"/>
              </a:rPr>
              <a:t>  《</a:t>
            </a:r>
            <a:r>
              <a:rPr lang="zh-CN" altLang="en-US" sz="2400" b="1" dirty="0">
                <a:solidFill>
                  <a:srgbClr val="333399"/>
                </a:solidFill>
                <a:latin typeface="楷体_GB2312" pitchFamily="49" charset="-122"/>
                <a:sym typeface="Symbol" pitchFamily="18" charset="2"/>
              </a:rPr>
              <a:t>专题实践</a:t>
            </a:r>
            <a:r>
              <a:rPr lang="en-US" altLang="zh-CN" sz="2400" b="1" dirty="0">
                <a:solidFill>
                  <a:srgbClr val="333399"/>
                </a:solidFill>
                <a:latin typeface="楷体_GB2312" pitchFamily="49" charset="-122"/>
                <a:sym typeface="Symbol" pitchFamily="18" charset="2"/>
              </a:rPr>
              <a:t>》</a:t>
            </a:r>
          </a:p>
          <a:p>
            <a:pPr lvl="1" algn="just"/>
            <a:r>
              <a:rPr lang="en-US" altLang="zh-CN" sz="2400" b="1" dirty="0">
                <a:solidFill>
                  <a:srgbClr val="333399"/>
                </a:solidFill>
                <a:latin typeface="楷体_GB2312" pitchFamily="49" charset="-122"/>
                <a:sym typeface="Symbol" pitchFamily="18" charset="2"/>
              </a:rPr>
              <a:t>   </a:t>
            </a:r>
          </a:p>
        </p:txBody>
      </p:sp>
    </p:spTree>
    <p:extLst>
      <p:ext uri="{BB962C8B-B14F-4D97-AF65-F5344CB8AC3E}">
        <p14:creationId xmlns:p14="http://schemas.microsoft.com/office/powerpoint/2010/main" val="1868603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52BC6-44F5-3E11-18AE-BEB490AF15D8}"/>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A3802A0C-1BA4-333C-67DB-D05D48B1A4DE}"/>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教师信息</a:t>
            </a:r>
          </a:p>
        </p:txBody>
      </p:sp>
      <p:grpSp>
        <p:nvGrpSpPr>
          <p:cNvPr id="38" name="组合 37">
            <a:extLst>
              <a:ext uri="{FF2B5EF4-FFF2-40B4-BE49-F238E27FC236}">
                <a16:creationId xmlns:a16="http://schemas.microsoft.com/office/drawing/2014/main" id="{6A3B87B5-913F-F745-A948-77FCA48CC1C8}"/>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0BF45402-8DC0-AA65-F31C-DBDF360FFFA6}"/>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4EE50264-E640-A8CE-9FA8-1812B03A0341}"/>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8">
            <a:extLst>
              <a:ext uri="{FF2B5EF4-FFF2-40B4-BE49-F238E27FC236}">
                <a16:creationId xmlns:a16="http://schemas.microsoft.com/office/drawing/2014/main" id="{8379771D-B18E-C0C0-4B7A-81C6B3296178}"/>
              </a:ext>
            </a:extLst>
          </p:cNvPr>
          <p:cNvSpPr txBox="1">
            <a:spLocks noChangeArrowheads="1"/>
          </p:cNvSpPr>
          <p:nvPr/>
        </p:nvSpPr>
        <p:spPr bwMode="auto">
          <a:xfrm>
            <a:off x="652398" y="1203598"/>
            <a:ext cx="7999412" cy="3031599"/>
          </a:xfrm>
          <a:prstGeom prst="rect">
            <a:avLst/>
          </a:prstGeom>
          <a:noFill/>
          <a:ln w="9525">
            <a:noFill/>
            <a:miter lim="800000"/>
            <a:headEnd/>
            <a:tailEnd/>
          </a:ln>
        </p:spPr>
        <p:txBody>
          <a:bodyPr>
            <a:spAutoFit/>
          </a:bodyPr>
          <a:lstStyle/>
          <a:p>
            <a:pPr algn="l">
              <a:buClrTx/>
              <a:buFont typeface="Wingdings" pitchFamily="2" charset="2"/>
              <a:buChar char="²"/>
            </a:pPr>
            <a:r>
              <a:rPr lang="en-US" altLang="zh-CN" sz="2800" b="1" dirty="0"/>
              <a:t> </a:t>
            </a:r>
            <a:r>
              <a:rPr lang="zh-CN" altLang="en-US" sz="2800" b="1" dirty="0"/>
              <a:t>姓名          </a:t>
            </a:r>
            <a:r>
              <a:rPr lang="zh-CN" altLang="en-US" sz="2800" b="1" dirty="0">
                <a:solidFill>
                  <a:srgbClr val="333399"/>
                </a:solidFill>
              </a:rPr>
              <a:t>汪新蕾</a:t>
            </a:r>
          </a:p>
          <a:p>
            <a:pPr algn="l">
              <a:buClrTx/>
              <a:buFont typeface="Wingdings" pitchFamily="2" charset="2"/>
              <a:buChar char=" "/>
            </a:pPr>
            <a:r>
              <a:rPr lang="zh-CN" altLang="en-US" sz="900" b="1" dirty="0"/>
              <a:t> </a:t>
            </a:r>
          </a:p>
          <a:p>
            <a:pPr algn="l">
              <a:buClrTx/>
              <a:buFont typeface="Wingdings" pitchFamily="2" charset="2"/>
              <a:buChar char="²"/>
            </a:pPr>
            <a:r>
              <a:rPr lang="zh-CN" altLang="en-US" sz="2800" b="1" dirty="0"/>
              <a:t> 单位          </a:t>
            </a:r>
            <a:r>
              <a:rPr lang="zh-CN" altLang="en-US" sz="2800" b="1" dirty="0">
                <a:solidFill>
                  <a:srgbClr val="333399"/>
                </a:solidFill>
              </a:rPr>
              <a:t>计算机科学与工程学院</a:t>
            </a:r>
          </a:p>
          <a:p>
            <a:pPr algn="l">
              <a:buClrTx/>
              <a:buFont typeface="Wingdings" pitchFamily="2" charset="2"/>
              <a:buChar char=" "/>
            </a:pPr>
            <a:r>
              <a:rPr lang="zh-CN" altLang="en-US" sz="900" b="1" dirty="0"/>
              <a:t> </a:t>
            </a:r>
          </a:p>
          <a:p>
            <a:pPr algn="l">
              <a:buClrTx/>
              <a:buFont typeface="Wingdings" pitchFamily="2" charset="2"/>
              <a:buChar char="²"/>
            </a:pPr>
            <a:r>
              <a:rPr lang="zh-CN" altLang="en-US" sz="2800" b="1" dirty="0"/>
              <a:t> 电话          </a:t>
            </a:r>
            <a:r>
              <a:rPr lang="en-US" altLang="zh-CN" sz="2400" b="1" dirty="0">
                <a:solidFill>
                  <a:srgbClr val="333399"/>
                </a:solidFill>
              </a:rPr>
              <a:t>15504022612</a:t>
            </a:r>
          </a:p>
          <a:p>
            <a:pPr algn="l">
              <a:buClrTx/>
              <a:buFont typeface="Wingdings" pitchFamily="2" charset="2"/>
              <a:buChar char=" "/>
            </a:pPr>
            <a:r>
              <a:rPr lang="en-US" altLang="zh-CN" sz="900" b="1" dirty="0"/>
              <a:t> </a:t>
            </a:r>
          </a:p>
          <a:p>
            <a:pPr algn="l">
              <a:buClrTx/>
              <a:buFont typeface="Wingdings" pitchFamily="2" charset="2"/>
              <a:buChar char="²"/>
            </a:pPr>
            <a:r>
              <a:rPr lang="en-US" altLang="zh-CN" sz="2800" b="1" dirty="0"/>
              <a:t> </a:t>
            </a:r>
            <a:r>
              <a:rPr lang="zh-CN" altLang="en-US" sz="2800" b="1" dirty="0"/>
              <a:t>办公室       </a:t>
            </a:r>
            <a:r>
              <a:rPr lang="zh-CN" altLang="en-US" sz="2800" b="1" dirty="0">
                <a:solidFill>
                  <a:srgbClr val="333399"/>
                </a:solidFill>
              </a:rPr>
              <a:t>丙</a:t>
            </a:r>
            <a:r>
              <a:rPr lang="en-US" altLang="zh-CN" sz="2800" b="1" dirty="0">
                <a:solidFill>
                  <a:srgbClr val="333399"/>
                </a:solidFill>
              </a:rPr>
              <a:t>1 307</a:t>
            </a:r>
          </a:p>
          <a:p>
            <a:pPr algn="l">
              <a:buClrTx/>
              <a:buFont typeface="Wingdings" pitchFamily="2" charset="2"/>
              <a:buChar char=" "/>
            </a:pPr>
            <a:r>
              <a:rPr lang="en-US" altLang="zh-CN" sz="900" b="1" dirty="0"/>
              <a:t>  </a:t>
            </a:r>
          </a:p>
          <a:p>
            <a:pPr algn="l">
              <a:buClrTx/>
              <a:buFont typeface="Wingdings" pitchFamily="2" charset="2"/>
              <a:buChar char="²"/>
            </a:pPr>
            <a:r>
              <a:rPr lang="en-US" altLang="zh-CN" sz="2800" b="1" dirty="0"/>
              <a:t> </a:t>
            </a:r>
            <a:r>
              <a:rPr lang="zh-CN" altLang="en-US" sz="2800" b="1" dirty="0"/>
              <a:t>电子信箱</a:t>
            </a:r>
            <a:r>
              <a:rPr lang="zh-CN" altLang="en-US" sz="2400" b="1" dirty="0"/>
              <a:t>     </a:t>
            </a:r>
            <a:r>
              <a:rPr lang="en-US" altLang="zh-CN" sz="2400" b="1" dirty="0">
                <a:solidFill>
                  <a:srgbClr val="333399"/>
                </a:solidFill>
              </a:rPr>
              <a:t>wangxinlei@sjzu.edu.cn</a:t>
            </a:r>
          </a:p>
          <a:p>
            <a:pPr algn="l">
              <a:buClrTx/>
              <a:buFont typeface="Wingdings" pitchFamily="2" charset="2"/>
              <a:buChar char="²"/>
            </a:pPr>
            <a:endParaRPr lang="en-US" altLang="zh-CN" sz="900" b="1" dirty="0">
              <a:solidFill>
                <a:srgbClr val="333399"/>
              </a:solidFill>
            </a:endParaRPr>
          </a:p>
        </p:txBody>
      </p:sp>
      <p:sp>
        <p:nvSpPr>
          <p:cNvPr id="5" name="文本框 4">
            <a:extLst>
              <a:ext uri="{FF2B5EF4-FFF2-40B4-BE49-F238E27FC236}">
                <a16:creationId xmlns:a16="http://schemas.microsoft.com/office/drawing/2014/main" id="{61C2A3E2-6C79-DA1B-9CDE-8D18663D7C8F}"/>
              </a:ext>
            </a:extLst>
          </p:cNvPr>
          <p:cNvSpPr txBox="1"/>
          <p:nvPr/>
        </p:nvSpPr>
        <p:spPr>
          <a:xfrm>
            <a:off x="1043608" y="4155926"/>
            <a:ext cx="3384376" cy="461665"/>
          </a:xfrm>
          <a:prstGeom prst="rect">
            <a:avLst/>
          </a:prstGeom>
          <a:noFill/>
        </p:spPr>
        <p:txBody>
          <a:bodyPr wrap="square" rtlCol="0">
            <a:spAutoFit/>
          </a:bodyPr>
          <a:lstStyle/>
          <a:p>
            <a:r>
              <a:rPr lang="zh-CN" altLang="en-US" sz="2400" b="1" dirty="0">
                <a:solidFill>
                  <a:schemeClr val="accent2">
                    <a:lumMod val="50000"/>
                  </a:schemeClr>
                </a:solidFill>
              </a:rPr>
              <a:t>交流群：面对面建群</a:t>
            </a:r>
          </a:p>
        </p:txBody>
      </p:sp>
    </p:spTree>
    <p:extLst>
      <p:ext uri="{BB962C8B-B14F-4D97-AF65-F5344CB8AC3E}">
        <p14:creationId xmlns:p14="http://schemas.microsoft.com/office/powerpoint/2010/main" val="2817819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A34F-F385-7056-2415-85987DA80885}"/>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44AA75C7-E7EA-C258-28B8-79C25D72CD80}"/>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主要参考书目</a:t>
            </a:r>
          </a:p>
        </p:txBody>
      </p:sp>
      <p:grpSp>
        <p:nvGrpSpPr>
          <p:cNvPr id="38" name="组合 37">
            <a:extLst>
              <a:ext uri="{FF2B5EF4-FFF2-40B4-BE49-F238E27FC236}">
                <a16:creationId xmlns:a16="http://schemas.microsoft.com/office/drawing/2014/main" id="{F4CB4377-DECA-A433-3EEE-04FC9B666F4E}"/>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E150580C-067F-724A-E77E-4630FD77EFCC}"/>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21BBFE51-4CC6-1262-47F0-7BEE08AC9E0C}"/>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13">
            <a:extLst>
              <a:ext uri="{FF2B5EF4-FFF2-40B4-BE49-F238E27FC236}">
                <a16:creationId xmlns:a16="http://schemas.microsoft.com/office/drawing/2014/main" id="{3838310A-3AA7-B1C0-5B75-976F1345E9BB}"/>
              </a:ext>
            </a:extLst>
          </p:cNvPr>
          <p:cNvSpPr txBox="1">
            <a:spLocks noChangeArrowheads="1"/>
          </p:cNvSpPr>
          <p:nvPr/>
        </p:nvSpPr>
        <p:spPr bwMode="auto">
          <a:xfrm>
            <a:off x="251520" y="915566"/>
            <a:ext cx="8350309" cy="2616101"/>
          </a:xfrm>
          <a:prstGeom prst="rect">
            <a:avLst/>
          </a:prstGeom>
          <a:noFill/>
          <a:ln w="9525">
            <a:noFill/>
            <a:miter lim="800000"/>
            <a:headEnd/>
            <a:tailEnd/>
          </a:ln>
        </p:spPr>
        <p:txBody>
          <a:bodyPr wrap="square">
            <a:spAutoFit/>
          </a:bodyPr>
          <a:lstStyle/>
          <a:p>
            <a:pPr algn="just">
              <a:buFont typeface="Wingdings" pitchFamily="2" charset="2"/>
              <a:buChar char="²"/>
            </a:pPr>
            <a:r>
              <a:rPr lang="en-US" altLang="zh-CN" sz="2800" b="1" dirty="0">
                <a:ea typeface="宋体" pitchFamily="2" charset="-122"/>
              </a:rPr>
              <a:t> </a:t>
            </a:r>
            <a:r>
              <a:rPr lang="zh-CN" altLang="en-US" sz="2800" b="1" dirty="0">
                <a:ea typeface="宋体" pitchFamily="2" charset="-122"/>
              </a:rPr>
              <a:t>教材：王生原、张素琴等．编译原理（第</a:t>
            </a:r>
            <a:r>
              <a:rPr lang="en-US" altLang="zh-CN" sz="2800" b="1" dirty="0">
                <a:ea typeface="宋体" pitchFamily="2" charset="-122"/>
              </a:rPr>
              <a:t>3</a:t>
            </a:r>
            <a:r>
              <a:rPr lang="zh-CN" altLang="en-US" sz="2800" b="1" dirty="0">
                <a:ea typeface="宋体" pitchFamily="2" charset="-122"/>
              </a:rPr>
              <a:t>版）．</a:t>
            </a:r>
            <a:endParaRPr lang="en-US" altLang="zh-CN" sz="2800" b="1" dirty="0">
              <a:ea typeface="宋体" pitchFamily="2" charset="-122"/>
            </a:endParaRPr>
          </a:p>
          <a:p>
            <a:pPr algn="just"/>
            <a:r>
              <a:rPr lang="en-US" altLang="zh-CN" sz="2800" b="1" dirty="0">
                <a:ea typeface="宋体" pitchFamily="2" charset="-122"/>
              </a:rPr>
              <a:t>               </a:t>
            </a:r>
            <a:r>
              <a:rPr lang="zh-CN" altLang="en-US" sz="2800" b="1" dirty="0">
                <a:ea typeface="宋体" pitchFamily="2" charset="-122"/>
              </a:rPr>
              <a:t>清华大学出版社，</a:t>
            </a:r>
            <a:r>
              <a:rPr lang="en-US" altLang="zh-CN" sz="2800" b="1" dirty="0">
                <a:ea typeface="宋体" pitchFamily="2" charset="-122"/>
              </a:rPr>
              <a:t>2015</a:t>
            </a:r>
          </a:p>
          <a:p>
            <a:pPr algn="l">
              <a:buFont typeface="Wingdings" pitchFamily="2" charset="2"/>
              <a:buChar char="²"/>
            </a:pPr>
            <a:endParaRPr lang="en-US" altLang="zh-CN" sz="2800" b="0" dirty="0">
              <a:ea typeface="宋体" pitchFamily="2" charset="-122"/>
            </a:endParaRPr>
          </a:p>
          <a:p>
            <a:pPr algn="l">
              <a:buFont typeface="Wingdings" pitchFamily="2" charset="2"/>
              <a:buChar char="²"/>
            </a:pPr>
            <a:r>
              <a:rPr lang="en-US" altLang="zh-CN" sz="2400" b="0" dirty="0">
                <a:ea typeface="宋体" pitchFamily="2" charset="-122"/>
              </a:rPr>
              <a:t>Compilers</a:t>
            </a:r>
            <a:r>
              <a:rPr lang="zh-CN" altLang="en-US" sz="2400" b="0" dirty="0">
                <a:ea typeface="宋体" pitchFamily="2" charset="-122"/>
              </a:rPr>
              <a:t>：</a:t>
            </a:r>
            <a:r>
              <a:rPr lang="en-US" altLang="zh-CN" sz="2400" b="0" dirty="0">
                <a:ea typeface="宋体" pitchFamily="2" charset="-122"/>
              </a:rPr>
              <a:t>Principles, Techniques, and Tools</a:t>
            </a:r>
            <a:endParaRPr lang="en-US" altLang="zh-CN" sz="900" dirty="0"/>
          </a:p>
          <a:p>
            <a:pPr algn="l">
              <a:buFont typeface="Wingdings" pitchFamily="2" charset="2"/>
              <a:buNone/>
            </a:pPr>
            <a:endParaRPr lang="en-US" altLang="zh-CN" sz="900" dirty="0"/>
          </a:p>
          <a:p>
            <a:pPr algn="l">
              <a:buFont typeface="Wingdings" pitchFamily="2" charset="2"/>
              <a:buNone/>
            </a:pPr>
            <a:r>
              <a:rPr lang="en-US" altLang="zh-CN" sz="1600" dirty="0"/>
              <a:t>        </a:t>
            </a:r>
            <a:r>
              <a:rPr lang="en-US" altLang="zh-CN" sz="1600" b="0" dirty="0">
                <a:solidFill>
                  <a:srgbClr val="333399"/>
                </a:solidFill>
              </a:rPr>
              <a:t>Alfred </a:t>
            </a:r>
            <a:r>
              <a:rPr lang="en-US" altLang="zh-CN" sz="1600" b="0" dirty="0" err="1">
                <a:solidFill>
                  <a:srgbClr val="333399"/>
                </a:solidFill>
              </a:rPr>
              <a:t>V.Aho</a:t>
            </a:r>
            <a:r>
              <a:rPr lang="en-US" altLang="zh-CN" sz="1600" b="0" dirty="0">
                <a:solidFill>
                  <a:srgbClr val="333399"/>
                </a:solidFill>
              </a:rPr>
              <a:t>, Ravi </a:t>
            </a:r>
            <a:r>
              <a:rPr lang="en-US" altLang="zh-CN" sz="1600" b="0" dirty="0" err="1">
                <a:solidFill>
                  <a:srgbClr val="333399"/>
                </a:solidFill>
              </a:rPr>
              <a:t>Sethi</a:t>
            </a:r>
            <a:r>
              <a:rPr lang="en-US" altLang="zh-CN" sz="1600" b="0" dirty="0">
                <a:solidFill>
                  <a:srgbClr val="333399"/>
                </a:solidFill>
              </a:rPr>
              <a:t>, Jeffrey </a:t>
            </a:r>
            <a:r>
              <a:rPr lang="en-US" altLang="zh-CN" sz="1600" b="0" dirty="0" err="1">
                <a:solidFill>
                  <a:srgbClr val="333399"/>
                </a:solidFill>
              </a:rPr>
              <a:t>D.Ullman</a:t>
            </a:r>
            <a:r>
              <a:rPr lang="en-US" altLang="zh-CN" sz="1600" b="0" dirty="0">
                <a:solidFill>
                  <a:srgbClr val="333399"/>
                </a:solidFill>
              </a:rPr>
              <a:t>, Addison Wesley,</a:t>
            </a:r>
            <a:r>
              <a:rPr lang="en-US" altLang="zh-CN" sz="1600" dirty="0"/>
              <a:t> </a:t>
            </a:r>
            <a:r>
              <a:rPr lang="en-US" altLang="zh-CN" sz="1600" b="0" dirty="0">
                <a:solidFill>
                  <a:srgbClr val="333399"/>
                </a:solidFill>
              </a:rPr>
              <a:t>2007</a:t>
            </a:r>
          </a:p>
          <a:p>
            <a:pPr algn="l">
              <a:buFont typeface="Wingdings" pitchFamily="2" charset="2"/>
              <a:buNone/>
            </a:pPr>
            <a:endParaRPr lang="en-US" altLang="zh-CN" sz="900" b="0" dirty="0">
              <a:solidFill>
                <a:srgbClr val="333399"/>
              </a:solidFill>
            </a:endParaRPr>
          </a:p>
          <a:p>
            <a:pPr algn="l">
              <a:buFont typeface="Wingdings" pitchFamily="2" charset="2"/>
              <a:buNone/>
            </a:pPr>
            <a:r>
              <a:rPr lang="en-US" altLang="zh-CN" sz="1600" dirty="0">
                <a:solidFill>
                  <a:srgbClr val="333399"/>
                </a:solidFill>
              </a:rPr>
              <a:t>       </a:t>
            </a:r>
            <a:r>
              <a:rPr lang="zh-CN" altLang="en-US" sz="1600" dirty="0">
                <a:solidFill>
                  <a:srgbClr val="333399"/>
                </a:solidFill>
              </a:rPr>
              <a:t>（龙书）</a:t>
            </a:r>
          </a:p>
        </p:txBody>
      </p:sp>
      <p:sp>
        <p:nvSpPr>
          <p:cNvPr id="3" name="Text Box 15">
            <a:extLst>
              <a:ext uri="{FF2B5EF4-FFF2-40B4-BE49-F238E27FC236}">
                <a16:creationId xmlns:a16="http://schemas.microsoft.com/office/drawing/2014/main" id="{D5731B37-F476-B445-86FC-1545239481CA}"/>
              </a:ext>
            </a:extLst>
          </p:cNvPr>
          <p:cNvSpPr txBox="1">
            <a:spLocks noChangeArrowheads="1"/>
          </p:cNvSpPr>
          <p:nvPr/>
        </p:nvSpPr>
        <p:spPr bwMode="auto">
          <a:xfrm>
            <a:off x="251520" y="3291830"/>
            <a:ext cx="8280400" cy="1231106"/>
          </a:xfrm>
          <a:prstGeom prst="rect">
            <a:avLst/>
          </a:prstGeom>
          <a:noFill/>
          <a:ln w="9525">
            <a:noFill/>
            <a:miter lim="800000"/>
            <a:headEnd/>
            <a:tailEnd/>
          </a:ln>
        </p:spPr>
        <p:txBody>
          <a:bodyPr>
            <a:spAutoFit/>
          </a:bodyPr>
          <a:lstStyle/>
          <a:p>
            <a:pPr algn="l">
              <a:buFont typeface="Wingdings" pitchFamily="2" charset="2"/>
              <a:buNone/>
            </a:pPr>
            <a:endParaRPr lang="en-US" altLang="zh-CN" sz="900" b="0" dirty="0">
              <a:solidFill>
                <a:srgbClr val="333399"/>
              </a:solidFill>
            </a:endParaRPr>
          </a:p>
          <a:p>
            <a:pPr algn="l">
              <a:buFont typeface="Wingdings" pitchFamily="2" charset="2"/>
              <a:buChar char="²"/>
            </a:pPr>
            <a:r>
              <a:rPr lang="en-US" altLang="zh-CN" sz="2400" dirty="0">
                <a:solidFill>
                  <a:srgbClr val="333399"/>
                </a:solidFill>
                <a:latin typeface="Times New Roman" pitchFamily="18" charset="0"/>
                <a:ea typeface="华文行楷" pitchFamily="2" charset="-122"/>
              </a:rPr>
              <a:t> </a:t>
            </a:r>
            <a:r>
              <a:rPr lang="en-US" altLang="zh-CN" sz="2400" dirty="0">
                <a:ea typeface="华文行楷" pitchFamily="2" charset="-122"/>
              </a:rPr>
              <a:t> </a:t>
            </a:r>
            <a:r>
              <a:rPr lang="en-US" altLang="zh-CN" sz="2400" b="0" dirty="0">
                <a:ea typeface="华文行楷" pitchFamily="2" charset="-122"/>
              </a:rPr>
              <a:t>Crafting a Compiler</a:t>
            </a:r>
            <a:r>
              <a:rPr lang="en-US" altLang="zh-CN" sz="2400" b="0" dirty="0">
                <a:solidFill>
                  <a:srgbClr val="333399"/>
                </a:solidFill>
              </a:rPr>
              <a:t>       </a:t>
            </a:r>
          </a:p>
          <a:p>
            <a:pPr algn="l">
              <a:buFont typeface="Wingdings" pitchFamily="2" charset="2"/>
              <a:buNone/>
            </a:pPr>
            <a:endParaRPr lang="en-US" altLang="zh-CN" sz="900" b="0" dirty="0">
              <a:solidFill>
                <a:srgbClr val="333399"/>
              </a:solidFill>
            </a:endParaRPr>
          </a:p>
          <a:p>
            <a:pPr algn="l">
              <a:buFont typeface="Wingdings" pitchFamily="2" charset="2"/>
              <a:buNone/>
            </a:pPr>
            <a:r>
              <a:rPr lang="en-US" altLang="zh-CN" sz="1600" b="0" dirty="0">
                <a:solidFill>
                  <a:srgbClr val="333399"/>
                </a:solidFill>
              </a:rPr>
              <a:t>       Charles N. Fischer, Ronald </a:t>
            </a:r>
            <a:r>
              <a:rPr lang="en-US" altLang="zh-CN" sz="1600" b="0" dirty="0" err="1">
                <a:solidFill>
                  <a:srgbClr val="333399"/>
                </a:solidFill>
              </a:rPr>
              <a:t>K.Cytron</a:t>
            </a:r>
            <a:r>
              <a:rPr lang="en-US" altLang="zh-CN" sz="1600" b="0" dirty="0">
                <a:solidFill>
                  <a:srgbClr val="333399"/>
                </a:solidFill>
              </a:rPr>
              <a:t>,  Richard J. LeBlanc, Jr., 2010.</a:t>
            </a:r>
          </a:p>
          <a:p>
            <a:pPr algn="l">
              <a:buFont typeface="Wingdings" pitchFamily="2" charset="2"/>
              <a:buNone/>
            </a:pPr>
            <a:r>
              <a:rPr lang="en-US" altLang="zh-CN" sz="1600" b="0" dirty="0">
                <a:solidFill>
                  <a:srgbClr val="333399"/>
                </a:solidFill>
              </a:rPr>
              <a:t>       </a:t>
            </a:r>
            <a:r>
              <a:rPr lang="zh-CN" altLang="en-US" sz="1600" dirty="0">
                <a:solidFill>
                  <a:srgbClr val="333399"/>
                </a:solidFill>
              </a:rPr>
              <a:t>清华大学出版社影印，</a:t>
            </a:r>
            <a:r>
              <a:rPr lang="en-US" altLang="zh-CN" sz="1600" b="0" dirty="0">
                <a:solidFill>
                  <a:srgbClr val="333399"/>
                </a:solidFill>
              </a:rPr>
              <a:t>2010</a:t>
            </a:r>
            <a:endParaRPr lang="en-US" altLang="zh-CN" sz="1600" b="0" dirty="0">
              <a:solidFill>
                <a:srgbClr val="333399"/>
              </a:solidFill>
              <a:ea typeface="华文行楷" pitchFamily="2" charset="-122"/>
            </a:endParaRPr>
          </a:p>
        </p:txBody>
      </p:sp>
      <p:pic>
        <p:nvPicPr>
          <p:cNvPr id="4" name="图片 3">
            <a:extLst>
              <a:ext uri="{FF2B5EF4-FFF2-40B4-BE49-F238E27FC236}">
                <a16:creationId xmlns:a16="http://schemas.microsoft.com/office/drawing/2014/main" id="{79704698-400A-89D9-5D12-B9AF573D840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844" t="27951" r="16133" b="26900"/>
          <a:stretch/>
        </p:blipFill>
        <p:spPr>
          <a:xfrm>
            <a:off x="2699532" y="195486"/>
            <a:ext cx="3012739" cy="4327450"/>
          </a:xfrm>
          <a:prstGeom prst="rect">
            <a:avLst/>
          </a:prstGeom>
        </p:spPr>
      </p:pic>
    </p:spTree>
    <p:extLst>
      <p:ext uri="{BB962C8B-B14F-4D97-AF65-F5344CB8AC3E}">
        <p14:creationId xmlns:p14="http://schemas.microsoft.com/office/powerpoint/2010/main" val="4199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93DA6-A9AB-84B8-5697-5687320BEE8C}"/>
            </a:ext>
          </a:extLst>
        </p:cNvPr>
        <p:cNvGrpSpPr/>
        <p:nvPr/>
      </p:nvGrpSpPr>
      <p:grpSpPr>
        <a:xfrm>
          <a:off x="0" y="0"/>
          <a:ext cx="0" cy="0"/>
          <a:chOff x="0" y="0"/>
          <a:chExt cx="0" cy="0"/>
        </a:xfrm>
      </p:grpSpPr>
      <p:grpSp>
        <p:nvGrpSpPr>
          <p:cNvPr id="38" name="组合 37">
            <a:extLst>
              <a:ext uri="{FF2B5EF4-FFF2-40B4-BE49-F238E27FC236}">
                <a16:creationId xmlns:a16="http://schemas.microsoft.com/office/drawing/2014/main" id="{55D51D82-BF37-E32D-1081-AA18CB978C28}"/>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BF974C24-F300-4ACB-F3B1-402F72568723}"/>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B79702E0-2077-AB84-DEA5-CADCBE1A035B}"/>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3" name="标题 2">
            <a:extLst>
              <a:ext uri="{FF2B5EF4-FFF2-40B4-BE49-F238E27FC236}">
                <a16:creationId xmlns:a16="http://schemas.microsoft.com/office/drawing/2014/main" id="{DE89B474-6AC9-A27B-C22A-84030132E5FE}"/>
              </a:ext>
            </a:extLst>
          </p:cNvPr>
          <p:cNvSpPr>
            <a:spLocks noGrp="1"/>
          </p:cNvSpPr>
          <p:nvPr>
            <p:ph type="title"/>
          </p:nvPr>
        </p:nvSpPr>
        <p:spPr/>
        <p:txBody>
          <a:bodyPr/>
          <a:lstStyle/>
          <a:p>
            <a:endParaRPr lang="zh-CN" altLang="en-US"/>
          </a:p>
        </p:txBody>
      </p:sp>
      <p:sp>
        <p:nvSpPr>
          <p:cNvPr id="4" name="Rectangle 2">
            <a:extLst>
              <a:ext uri="{FF2B5EF4-FFF2-40B4-BE49-F238E27FC236}">
                <a16:creationId xmlns:a16="http://schemas.microsoft.com/office/drawing/2014/main" id="{818C852D-C46A-558C-E95B-A2286AF8C527}"/>
              </a:ext>
            </a:extLst>
          </p:cNvPr>
          <p:cNvSpPr txBox="1">
            <a:spLocks noChangeArrowheads="1"/>
          </p:cNvSpPr>
          <p:nvPr/>
        </p:nvSpPr>
        <p:spPr>
          <a:xfrm>
            <a:off x="755576" y="230839"/>
            <a:ext cx="7931224" cy="3600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baseline="0">
                <a:solidFill>
                  <a:srgbClr val="FFFFFF"/>
                </a:solidFill>
                <a:latin typeface="Times New Roman" panose="02020603050405020304" pitchFamily="18" charset="0"/>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3000" spc="300" dirty="0">
                <a:solidFill>
                  <a:schemeClr val="tx1"/>
                </a:solidFill>
                <a:latin typeface="微软雅黑" pitchFamily="34" charset="-122"/>
                <a:ea typeface="微软雅黑" pitchFamily="34" charset="-122"/>
              </a:rPr>
              <a:t>参考阅读书目</a:t>
            </a:r>
          </a:p>
        </p:txBody>
      </p:sp>
      <p:sp>
        <p:nvSpPr>
          <p:cNvPr id="5" name="Text Box 2">
            <a:extLst>
              <a:ext uri="{FF2B5EF4-FFF2-40B4-BE49-F238E27FC236}">
                <a16:creationId xmlns:a16="http://schemas.microsoft.com/office/drawing/2014/main" id="{478C1E0C-691A-B622-5C70-DF93F9753FA8}"/>
              </a:ext>
            </a:extLst>
          </p:cNvPr>
          <p:cNvSpPr txBox="1">
            <a:spLocks noChangeArrowheads="1"/>
          </p:cNvSpPr>
          <p:nvPr/>
        </p:nvSpPr>
        <p:spPr bwMode="auto">
          <a:xfrm>
            <a:off x="404812" y="555526"/>
            <a:ext cx="8334375" cy="1815882"/>
          </a:xfrm>
          <a:prstGeom prst="rect">
            <a:avLst/>
          </a:prstGeom>
          <a:noFill/>
          <a:ln w="9525">
            <a:noFill/>
            <a:miter lim="800000"/>
            <a:headEnd/>
            <a:tailEnd/>
          </a:ln>
        </p:spPr>
        <p:txBody>
          <a:bodyPr>
            <a:spAutoFit/>
          </a:bodyPr>
          <a:lstStyle/>
          <a:p>
            <a:pPr algn="l">
              <a:buFont typeface="Wingdings" pitchFamily="2" charset="2"/>
              <a:buNone/>
            </a:pPr>
            <a:endParaRPr lang="en-US" altLang="zh-CN" sz="900" b="0" dirty="0">
              <a:solidFill>
                <a:srgbClr val="333399"/>
              </a:solidFill>
            </a:endParaRPr>
          </a:p>
          <a:p>
            <a:pPr algn="l">
              <a:buFont typeface="Wingdings" pitchFamily="2" charset="2"/>
              <a:buChar char="²"/>
            </a:pPr>
            <a:r>
              <a:rPr lang="en-US" altLang="zh-CN" sz="2000" dirty="0">
                <a:solidFill>
                  <a:schemeClr val="tx1"/>
                </a:solidFill>
                <a:ea typeface="宋体" pitchFamily="2" charset="-122"/>
              </a:rPr>
              <a:t>  </a:t>
            </a:r>
            <a:r>
              <a:rPr lang="en-US" altLang="zh-CN" sz="2000" b="0" dirty="0">
                <a:ea typeface="宋体" pitchFamily="2" charset="-122"/>
              </a:rPr>
              <a:t>Modern Compiler Implementation in Java</a:t>
            </a:r>
            <a:r>
              <a:rPr lang="en-US" altLang="zh-CN" sz="2000" b="0" dirty="0"/>
              <a:t> </a:t>
            </a:r>
          </a:p>
          <a:p>
            <a:pPr algn="l">
              <a:buFont typeface="Wingdings" pitchFamily="2" charset="2"/>
              <a:buNone/>
            </a:pPr>
            <a:r>
              <a:rPr lang="en-US" altLang="zh-CN" sz="1600" b="0" dirty="0"/>
              <a:t>      </a:t>
            </a:r>
            <a:r>
              <a:rPr lang="en-US" altLang="zh-CN" sz="2000" b="0" dirty="0">
                <a:ea typeface="宋体" pitchFamily="2" charset="-122"/>
              </a:rPr>
              <a:t>Modern Compiler Implementation in C</a:t>
            </a:r>
          </a:p>
          <a:p>
            <a:pPr algn="l">
              <a:buFont typeface="Wingdings" pitchFamily="2" charset="2"/>
              <a:buNone/>
            </a:pPr>
            <a:r>
              <a:rPr lang="en-US" altLang="zh-CN" sz="1600" b="0" dirty="0">
                <a:solidFill>
                  <a:srgbClr val="333399"/>
                </a:solidFill>
              </a:rPr>
              <a:t>      Andrew </a:t>
            </a:r>
            <a:r>
              <a:rPr lang="en-US" altLang="zh-CN" sz="1600" b="0" dirty="0" err="1">
                <a:solidFill>
                  <a:srgbClr val="333399"/>
                </a:solidFill>
              </a:rPr>
              <a:t>W.Appel</a:t>
            </a:r>
            <a:r>
              <a:rPr lang="zh-CN" altLang="en-US" sz="1600" b="0" dirty="0">
                <a:solidFill>
                  <a:srgbClr val="333399"/>
                </a:solidFill>
              </a:rPr>
              <a:t>，</a:t>
            </a:r>
            <a:r>
              <a:rPr lang="zh-CN" altLang="en-US" sz="1600" dirty="0">
                <a:solidFill>
                  <a:srgbClr val="333399"/>
                </a:solidFill>
              </a:rPr>
              <a:t>人民邮电出版社影印，</a:t>
            </a:r>
            <a:r>
              <a:rPr lang="en-US" altLang="zh-CN" sz="1600" b="0" dirty="0">
                <a:solidFill>
                  <a:srgbClr val="333399"/>
                </a:solidFill>
              </a:rPr>
              <a:t>2005    </a:t>
            </a:r>
            <a:r>
              <a:rPr lang="zh-CN" altLang="en-US" sz="1600" dirty="0">
                <a:solidFill>
                  <a:srgbClr val="333399"/>
                </a:solidFill>
              </a:rPr>
              <a:t>（虎书）</a:t>
            </a:r>
            <a:endParaRPr lang="zh-CN" altLang="en-US" sz="1600" b="0" dirty="0">
              <a:solidFill>
                <a:srgbClr val="333399"/>
              </a:solidFill>
            </a:endParaRPr>
          </a:p>
          <a:p>
            <a:pPr algn="l">
              <a:buFont typeface="Wingdings" pitchFamily="2" charset="2"/>
              <a:buChar char=" "/>
            </a:pPr>
            <a:endParaRPr lang="zh-CN" altLang="en-US" sz="900" b="0" dirty="0">
              <a:solidFill>
                <a:srgbClr val="333399"/>
              </a:solidFill>
            </a:endParaRPr>
          </a:p>
          <a:p>
            <a:pPr algn="l">
              <a:buFont typeface="Wingdings" pitchFamily="2" charset="2"/>
              <a:buChar char="²"/>
            </a:pPr>
            <a:r>
              <a:rPr lang="zh-CN" altLang="en-US" sz="2000" b="0" dirty="0">
                <a:ea typeface="宋体" pitchFamily="2" charset="-122"/>
              </a:rPr>
              <a:t>  </a:t>
            </a:r>
            <a:r>
              <a:rPr lang="en-US" altLang="zh-CN" sz="2000" b="0" dirty="0">
                <a:ea typeface="宋体" pitchFamily="2" charset="-122"/>
              </a:rPr>
              <a:t>Advanced Compiler Design and Implementation</a:t>
            </a:r>
            <a:r>
              <a:rPr lang="en-US" altLang="zh-CN" sz="2000" b="0" dirty="0"/>
              <a:t> </a:t>
            </a:r>
            <a:endParaRPr lang="en-US" altLang="zh-CN" sz="2000" dirty="0">
              <a:solidFill>
                <a:srgbClr val="333399"/>
              </a:solidFill>
            </a:endParaRPr>
          </a:p>
          <a:p>
            <a:pPr algn="l">
              <a:buFont typeface="Wingdings" pitchFamily="2" charset="2"/>
              <a:buNone/>
            </a:pPr>
            <a:r>
              <a:rPr lang="en-US" altLang="zh-CN" sz="1600" b="0" dirty="0">
                <a:solidFill>
                  <a:srgbClr val="333399"/>
                </a:solidFill>
              </a:rPr>
              <a:t>      Steven S. </a:t>
            </a:r>
            <a:r>
              <a:rPr lang="en-US" altLang="zh-CN" sz="1600" b="0" dirty="0" err="1">
                <a:solidFill>
                  <a:srgbClr val="333399"/>
                </a:solidFill>
              </a:rPr>
              <a:t>Muchnick</a:t>
            </a:r>
            <a:r>
              <a:rPr lang="en-US" altLang="zh-CN" sz="1600" b="0" dirty="0">
                <a:solidFill>
                  <a:srgbClr val="333399"/>
                </a:solidFill>
              </a:rPr>
              <a:t>, 1997. </a:t>
            </a:r>
            <a:r>
              <a:rPr lang="zh-CN" altLang="en-US" sz="1600" dirty="0">
                <a:solidFill>
                  <a:srgbClr val="333399"/>
                </a:solidFill>
              </a:rPr>
              <a:t>机械工业出版社影印</a:t>
            </a:r>
            <a:r>
              <a:rPr lang="zh-CN" altLang="en-US" sz="1600" b="0" dirty="0">
                <a:solidFill>
                  <a:srgbClr val="333399"/>
                </a:solidFill>
              </a:rPr>
              <a:t>，</a:t>
            </a:r>
            <a:r>
              <a:rPr lang="en-US" altLang="zh-CN" sz="1600" b="0" dirty="0">
                <a:solidFill>
                  <a:srgbClr val="333399"/>
                </a:solidFill>
              </a:rPr>
              <a:t>2003  </a:t>
            </a:r>
            <a:r>
              <a:rPr lang="zh-CN" altLang="en-US" sz="1600" dirty="0">
                <a:solidFill>
                  <a:srgbClr val="333399"/>
                </a:solidFill>
              </a:rPr>
              <a:t>（鲸书）</a:t>
            </a:r>
            <a:r>
              <a:rPr lang="zh-CN" altLang="en-US" sz="1600" dirty="0"/>
              <a:t> </a:t>
            </a:r>
          </a:p>
        </p:txBody>
      </p:sp>
      <p:sp>
        <p:nvSpPr>
          <p:cNvPr id="6" name="Text Box 4">
            <a:extLst>
              <a:ext uri="{FF2B5EF4-FFF2-40B4-BE49-F238E27FC236}">
                <a16:creationId xmlns:a16="http://schemas.microsoft.com/office/drawing/2014/main" id="{B1B72CDE-13F2-D6D1-5ADE-8948255E93AA}"/>
              </a:ext>
            </a:extLst>
          </p:cNvPr>
          <p:cNvSpPr txBox="1">
            <a:spLocks noChangeArrowheads="1"/>
          </p:cNvSpPr>
          <p:nvPr/>
        </p:nvSpPr>
        <p:spPr bwMode="auto">
          <a:xfrm>
            <a:off x="404812" y="2355726"/>
            <a:ext cx="7704137" cy="2723823"/>
          </a:xfrm>
          <a:prstGeom prst="rect">
            <a:avLst/>
          </a:prstGeom>
          <a:noFill/>
          <a:ln w="9525">
            <a:noFill/>
            <a:miter lim="800000"/>
            <a:headEnd/>
            <a:tailEnd/>
          </a:ln>
        </p:spPr>
        <p:txBody>
          <a:bodyPr>
            <a:spAutoFit/>
          </a:bodyPr>
          <a:lstStyle/>
          <a:p>
            <a:pPr algn="l">
              <a:buFont typeface="Wingdings" pitchFamily="2" charset="2"/>
              <a:buChar char="²"/>
            </a:pPr>
            <a:r>
              <a:rPr lang="en-US" altLang="zh-CN" sz="2000" dirty="0"/>
              <a:t>  </a:t>
            </a:r>
            <a:r>
              <a:rPr lang="en-US" altLang="zh-CN" sz="2000" b="0" dirty="0">
                <a:ea typeface="华文行楷" pitchFamily="2" charset="-122"/>
              </a:rPr>
              <a:t>Elements of Compiler Design </a:t>
            </a:r>
          </a:p>
          <a:p>
            <a:pPr algn="l">
              <a:buFont typeface="Wingdings" pitchFamily="2" charset="2"/>
              <a:buNone/>
            </a:pPr>
            <a:r>
              <a:rPr lang="en-US" altLang="zh-CN" sz="1600" dirty="0">
                <a:solidFill>
                  <a:srgbClr val="333399"/>
                </a:solidFill>
              </a:rPr>
              <a:t>       </a:t>
            </a:r>
            <a:r>
              <a:rPr lang="en-US" altLang="zh-CN" sz="1600" b="0" dirty="0">
                <a:solidFill>
                  <a:srgbClr val="333399"/>
                </a:solidFill>
              </a:rPr>
              <a:t>Alexander </a:t>
            </a:r>
            <a:r>
              <a:rPr lang="en-US" altLang="zh-CN" sz="1600" b="0" dirty="0" err="1">
                <a:solidFill>
                  <a:srgbClr val="333399"/>
                </a:solidFill>
              </a:rPr>
              <a:t>Meduna</a:t>
            </a:r>
            <a:r>
              <a:rPr lang="zh-CN" altLang="en-US" sz="1600" b="0" dirty="0">
                <a:solidFill>
                  <a:srgbClr val="333399"/>
                </a:solidFill>
              </a:rPr>
              <a:t>，</a:t>
            </a:r>
            <a:r>
              <a:rPr lang="en-US" altLang="zh-CN" sz="1600" b="0" dirty="0">
                <a:solidFill>
                  <a:srgbClr val="333399"/>
                </a:solidFill>
              </a:rPr>
              <a:t>Taylor &amp; Francis Group</a:t>
            </a:r>
            <a:r>
              <a:rPr lang="zh-CN" altLang="en-US" sz="1600" b="0" dirty="0">
                <a:solidFill>
                  <a:srgbClr val="333399"/>
                </a:solidFill>
              </a:rPr>
              <a:t>，</a:t>
            </a:r>
            <a:r>
              <a:rPr lang="en-US" altLang="zh-CN" sz="1600" b="0" dirty="0">
                <a:solidFill>
                  <a:srgbClr val="333399"/>
                </a:solidFill>
              </a:rPr>
              <a:t>2008</a:t>
            </a:r>
          </a:p>
          <a:p>
            <a:pPr lvl="1" algn="l">
              <a:buFont typeface="Wingdings" pitchFamily="2" charset="2"/>
              <a:buNone/>
            </a:pPr>
            <a:r>
              <a:rPr lang="zh-CN" altLang="en-US" sz="1600" dirty="0">
                <a:solidFill>
                  <a:srgbClr val="333399"/>
                </a:solidFill>
              </a:rPr>
              <a:t>清华大学出版中译本，</a:t>
            </a:r>
            <a:r>
              <a:rPr lang="en-US" altLang="zh-CN" sz="1600" b="0" dirty="0">
                <a:solidFill>
                  <a:srgbClr val="333399"/>
                </a:solidFill>
              </a:rPr>
              <a:t>2009</a:t>
            </a:r>
            <a:endParaRPr lang="en-US" altLang="zh-CN" sz="1600" b="0" dirty="0">
              <a:solidFill>
                <a:srgbClr val="333399"/>
              </a:solidFill>
              <a:ea typeface="华文行楷" pitchFamily="2" charset="-122"/>
            </a:endParaRPr>
          </a:p>
          <a:p>
            <a:pPr algn="l">
              <a:buFont typeface="Wingdings" pitchFamily="2" charset="2"/>
              <a:buNone/>
            </a:pPr>
            <a:endParaRPr lang="en-US" altLang="zh-CN" sz="900" dirty="0">
              <a:solidFill>
                <a:srgbClr val="333399"/>
              </a:solidFill>
              <a:latin typeface="Times New Roman" pitchFamily="18" charset="0"/>
              <a:ea typeface="华文行楷" pitchFamily="2" charset="-122"/>
            </a:endParaRPr>
          </a:p>
          <a:p>
            <a:pPr algn="l">
              <a:buFont typeface="Wingdings" pitchFamily="2" charset="2"/>
              <a:buChar char="²"/>
            </a:pPr>
            <a:r>
              <a:rPr lang="en-US" altLang="zh-CN" sz="2000" b="0" dirty="0">
                <a:ea typeface="宋体" pitchFamily="2" charset="-122"/>
              </a:rPr>
              <a:t>  Engineering a Compiler</a:t>
            </a:r>
            <a:r>
              <a:rPr lang="en-US" altLang="zh-CN" sz="2000" dirty="0">
                <a:solidFill>
                  <a:srgbClr val="333399"/>
                </a:solidFill>
              </a:rPr>
              <a:t> </a:t>
            </a:r>
            <a:endParaRPr lang="en-US" altLang="zh-CN" sz="2000" b="0" dirty="0">
              <a:ea typeface="宋体" pitchFamily="2" charset="-122"/>
            </a:endParaRPr>
          </a:p>
          <a:p>
            <a:pPr algn="l">
              <a:buFont typeface="Wingdings" pitchFamily="2" charset="2"/>
              <a:buChar char=" "/>
            </a:pPr>
            <a:r>
              <a:rPr lang="en-US" altLang="zh-CN" sz="1600" b="0" dirty="0">
                <a:solidFill>
                  <a:srgbClr val="333399"/>
                </a:solidFill>
              </a:rPr>
              <a:t>      Keith Cooper, Linda </a:t>
            </a:r>
            <a:r>
              <a:rPr lang="en-US" altLang="zh-CN" sz="1600" b="0" dirty="0" err="1">
                <a:solidFill>
                  <a:srgbClr val="333399"/>
                </a:solidFill>
              </a:rPr>
              <a:t>Torczon</a:t>
            </a:r>
            <a:r>
              <a:rPr lang="en-US" altLang="zh-CN" sz="1600" b="0" dirty="0">
                <a:solidFill>
                  <a:srgbClr val="333399"/>
                </a:solidFill>
              </a:rPr>
              <a:t>, Morgan Kaufmann, 2003</a:t>
            </a:r>
          </a:p>
          <a:p>
            <a:pPr algn="l">
              <a:buFont typeface="Wingdings" pitchFamily="2" charset="2"/>
              <a:buChar char=" "/>
            </a:pPr>
            <a:endParaRPr lang="en-US" altLang="zh-CN" sz="900" b="0" dirty="0">
              <a:solidFill>
                <a:srgbClr val="333399"/>
              </a:solidFill>
            </a:endParaRPr>
          </a:p>
          <a:p>
            <a:pPr algn="l">
              <a:buFont typeface="Wingdings" pitchFamily="2" charset="2"/>
              <a:buChar char="²"/>
            </a:pPr>
            <a:r>
              <a:rPr lang="en-US" altLang="zh-CN" sz="2000" b="0" dirty="0">
                <a:ea typeface="宋体" pitchFamily="2" charset="-122"/>
              </a:rPr>
              <a:t>  </a:t>
            </a:r>
            <a:r>
              <a:rPr lang="zh-CN" altLang="en-US" sz="2000" dirty="0"/>
              <a:t>内地    </a:t>
            </a:r>
          </a:p>
          <a:p>
            <a:pPr algn="l">
              <a:buFont typeface="Wingdings" pitchFamily="2" charset="2"/>
              <a:buNone/>
            </a:pPr>
            <a:endParaRPr lang="zh-CN" altLang="en-US" sz="900" dirty="0"/>
          </a:p>
          <a:p>
            <a:pPr algn="l">
              <a:buFont typeface="Wingdings" pitchFamily="2" charset="2"/>
              <a:buNone/>
            </a:pPr>
            <a:r>
              <a:rPr lang="zh-CN" altLang="en-US" sz="1600" dirty="0">
                <a:solidFill>
                  <a:srgbClr val="333399"/>
                </a:solidFill>
              </a:rPr>
              <a:t>       陈火旺（国防科大版）        陈意云（中国科技大学版）</a:t>
            </a:r>
            <a:endParaRPr lang="en-US" altLang="zh-CN" sz="1600" dirty="0">
              <a:solidFill>
                <a:srgbClr val="333399"/>
              </a:solidFill>
            </a:endParaRPr>
          </a:p>
          <a:p>
            <a:pPr algn="l">
              <a:buFont typeface="Wingdings" pitchFamily="2" charset="2"/>
              <a:buNone/>
            </a:pPr>
            <a:r>
              <a:rPr lang="en-US" altLang="zh-CN" sz="1600" dirty="0">
                <a:solidFill>
                  <a:srgbClr val="333399"/>
                </a:solidFill>
              </a:rPr>
              <a:t>       </a:t>
            </a:r>
            <a:r>
              <a:rPr lang="zh-CN" altLang="en-US" sz="1600" dirty="0">
                <a:solidFill>
                  <a:srgbClr val="333399"/>
                </a:solidFill>
              </a:rPr>
              <a:t>王生原等（人民邮电版）    王生原等（清华大学第三版） </a:t>
            </a:r>
          </a:p>
        </p:txBody>
      </p:sp>
    </p:spTree>
    <p:extLst>
      <p:ext uri="{BB962C8B-B14F-4D97-AF65-F5344CB8AC3E}">
        <p14:creationId xmlns:p14="http://schemas.microsoft.com/office/powerpoint/2010/main" val="3894757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1CB1D-AC04-B1A1-D697-AF18A95AED9D}"/>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C8B51D9F-754E-639D-2C2F-6BD504895226}"/>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实验计划</a:t>
            </a:r>
          </a:p>
        </p:txBody>
      </p:sp>
      <p:grpSp>
        <p:nvGrpSpPr>
          <p:cNvPr id="38" name="组合 37">
            <a:extLst>
              <a:ext uri="{FF2B5EF4-FFF2-40B4-BE49-F238E27FC236}">
                <a16:creationId xmlns:a16="http://schemas.microsoft.com/office/drawing/2014/main" id="{D30098D4-E409-2E47-8233-F7EF14D26501}"/>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29E3E582-1D3D-3136-3E95-7607540D1560}"/>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5BC3996B-21CC-2231-793F-6CE6DEA47815}"/>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8">
            <a:extLst>
              <a:ext uri="{FF2B5EF4-FFF2-40B4-BE49-F238E27FC236}">
                <a16:creationId xmlns:a16="http://schemas.microsoft.com/office/drawing/2014/main" id="{299A355B-6C9C-9C84-0BAF-2F483D1FD7B6}"/>
              </a:ext>
            </a:extLst>
          </p:cNvPr>
          <p:cNvSpPr txBox="1">
            <a:spLocks noChangeArrowheads="1"/>
          </p:cNvSpPr>
          <p:nvPr/>
        </p:nvSpPr>
        <p:spPr bwMode="auto">
          <a:xfrm>
            <a:off x="645227" y="1131590"/>
            <a:ext cx="8065392" cy="2523768"/>
          </a:xfrm>
          <a:prstGeom prst="rect">
            <a:avLst/>
          </a:prstGeom>
          <a:noFill/>
          <a:ln w="9525">
            <a:noFill/>
            <a:miter lim="800000"/>
            <a:headEnd/>
            <a:tailEnd/>
          </a:ln>
        </p:spPr>
        <p:txBody>
          <a:bodyPr wrap="square">
            <a:spAutoFit/>
          </a:bodyPr>
          <a:lstStyle/>
          <a:p>
            <a:pPr algn="l">
              <a:buFont typeface="Wingdings" pitchFamily="2" charset="2"/>
              <a:buNone/>
            </a:pPr>
            <a:endParaRPr lang="en-US" altLang="zh-CN" sz="1000" b="1" dirty="0">
              <a:solidFill>
                <a:srgbClr val="333399"/>
              </a:solidFill>
            </a:endParaRPr>
          </a:p>
          <a:p>
            <a:pPr algn="l">
              <a:buFont typeface="Wingdings" pitchFamily="2" charset="2"/>
              <a:buChar char="²"/>
            </a:pPr>
            <a:r>
              <a:rPr lang="en-US" altLang="zh-CN" sz="3200" b="1" dirty="0">
                <a:solidFill>
                  <a:srgbClr val="333399"/>
                </a:solidFill>
              </a:rPr>
              <a:t>  </a:t>
            </a:r>
            <a:r>
              <a:rPr lang="zh-CN" altLang="en-US" sz="3200" b="1" dirty="0"/>
              <a:t>上机实验</a:t>
            </a:r>
          </a:p>
          <a:p>
            <a:pPr algn="l">
              <a:buFont typeface="Wingdings" pitchFamily="2" charset="2"/>
              <a:buChar char=" "/>
            </a:pPr>
            <a:r>
              <a:rPr lang="zh-CN" altLang="en-US" sz="1000" b="1" dirty="0">
                <a:solidFill>
                  <a:srgbClr val="333399"/>
                </a:solidFill>
              </a:rPr>
              <a:t> </a:t>
            </a:r>
          </a:p>
          <a:p>
            <a:pPr lvl="1" algn="l"/>
            <a:endParaRPr lang="zh-CN" altLang="en-US" sz="1000" b="1" dirty="0">
              <a:solidFill>
                <a:srgbClr val="333399"/>
              </a:solidFill>
            </a:endParaRPr>
          </a:p>
          <a:p>
            <a:pPr lvl="1" algn="l">
              <a:buFontTx/>
              <a:buChar char="•"/>
            </a:pPr>
            <a:r>
              <a:rPr lang="zh-CN" altLang="en-US" sz="2400" b="1" dirty="0">
                <a:solidFill>
                  <a:srgbClr val="333399"/>
                </a:solidFill>
              </a:rPr>
              <a:t>  </a:t>
            </a:r>
            <a:r>
              <a:rPr kumimoji="0" lang="zh-CN" altLang="en-US" sz="2400" b="1" dirty="0">
                <a:solidFill>
                  <a:srgbClr val="333399"/>
                </a:solidFill>
              </a:rPr>
              <a:t>词法分析程序                     第</a:t>
            </a:r>
            <a:r>
              <a:rPr kumimoji="0" lang="en-US" altLang="zh-CN" sz="2400" b="1" dirty="0">
                <a:solidFill>
                  <a:srgbClr val="333399"/>
                </a:solidFill>
              </a:rPr>
              <a:t>6</a:t>
            </a:r>
            <a:r>
              <a:rPr kumimoji="0" lang="zh-CN" altLang="en-US" sz="2400" b="1" dirty="0">
                <a:solidFill>
                  <a:srgbClr val="333399"/>
                </a:solidFill>
              </a:rPr>
              <a:t>周</a:t>
            </a:r>
            <a:endParaRPr kumimoji="0" lang="zh-CN" altLang="en-US" sz="1000" b="1" dirty="0">
              <a:solidFill>
                <a:srgbClr val="333399"/>
              </a:solidFill>
            </a:endParaRPr>
          </a:p>
          <a:p>
            <a:pPr lvl="1" algn="l">
              <a:buFontTx/>
              <a:buChar char="•"/>
            </a:pPr>
            <a:r>
              <a:rPr kumimoji="0" lang="zh-CN" altLang="en-US" sz="2400" b="1" dirty="0">
                <a:solidFill>
                  <a:srgbClr val="333399"/>
                </a:solidFill>
              </a:rPr>
              <a:t>  递归下降语法分析器           第</a:t>
            </a:r>
            <a:r>
              <a:rPr kumimoji="0" lang="en-US" altLang="zh-CN" sz="2400" b="1" dirty="0">
                <a:solidFill>
                  <a:srgbClr val="333399"/>
                </a:solidFill>
              </a:rPr>
              <a:t>7</a:t>
            </a:r>
            <a:r>
              <a:rPr kumimoji="0" lang="zh-CN" altLang="en-US" sz="2400" b="1" dirty="0">
                <a:solidFill>
                  <a:srgbClr val="333399"/>
                </a:solidFill>
              </a:rPr>
              <a:t>周 </a:t>
            </a:r>
            <a:endParaRPr kumimoji="0" lang="en-US" altLang="zh-CN" sz="2400" b="1" dirty="0">
              <a:solidFill>
                <a:srgbClr val="333399"/>
              </a:solidFill>
            </a:endParaRPr>
          </a:p>
          <a:p>
            <a:pPr lvl="1" algn="l">
              <a:buFontTx/>
              <a:buChar char="•"/>
            </a:pPr>
            <a:r>
              <a:rPr kumimoji="0" lang="zh-CN" altLang="en-US" sz="2400" b="1" dirty="0">
                <a:solidFill>
                  <a:srgbClr val="333399"/>
                </a:solidFill>
              </a:rPr>
              <a:t>  语法分析器                        第</a:t>
            </a:r>
            <a:r>
              <a:rPr kumimoji="0" lang="en-US" altLang="zh-CN" sz="2400" b="1" dirty="0">
                <a:solidFill>
                  <a:srgbClr val="333399"/>
                </a:solidFill>
              </a:rPr>
              <a:t>9</a:t>
            </a:r>
            <a:r>
              <a:rPr kumimoji="0" lang="zh-CN" altLang="en-US" sz="2400" b="1" dirty="0">
                <a:solidFill>
                  <a:srgbClr val="333399"/>
                </a:solidFill>
              </a:rPr>
              <a:t>周</a:t>
            </a:r>
          </a:p>
          <a:p>
            <a:pPr lvl="1" algn="l">
              <a:buFontTx/>
              <a:buChar char="•"/>
            </a:pPr>
            <a:r>
              <a:rPr kumimoji="0" lang="zh-CN" altLang="en-US" sz="2400" b="1" dirty="0">
                <a:solidFill>
                  <a:srgbClr val="333399"/>
                </a:solidFill>
              </a:rPr>
              <a:t>  语义分析                           第</a:t>
            </a:r>
            <a:r>
              <a:rPr kumimoji="0" lang="en-US" altLang="zh-CN" sz="2400" b="1" dirty="0">
                <a:solidFill>
                  <a:srgbClr val="333399"/>
                </a:solidFill>
              </a:rPr>
              <a:t>10</a:t>
            </a:r>
            <a:r>
              <a:rPr kumimoji="0" lang="zh-CN" altLang="en-US" sz="2400" b="1" dirty="0">
                <a:solidFill>
                  <a:srgbClr val="333399"/>
                </a:solidFill>
              </a:rPr>
              <a:t>周</a:t>
            </a:r>
          </a:p>
        </p:txBody>
      </p:sp>
    </p:spTree>
    <p:extLst>
      <p:ext uri="{BB962C8B-B14F-4D97-AF65-F5344CB8AC3E}">
        <p14:creationId xmlns:p14="http://schemas.microsoft.com/office/powerpoint/2010/main" val="82684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D2316-6A7D-BA15-692B-0B2322042893}"/>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08022C1B-6A9B-0FE5-954C-EE717EB8C167}"/>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考核计划</a:t>
            </a:r>
          </a:p>
        </p:txBody>
      </p:sp>
      <p:grpSp>
        <p:nvGrpSpPr>
          <p:cNvPr id="38" name="组合 37">
            <a:extLst>
              <a:ext uri="{FF2B5EF4-FFF2-40B4-BE49-F238E27FC236}">
                <a16:creationId xmlns:a16="http://schemas.microsoft.com/office/drawing/2014/main" id="{0B57D0F4-44C3-7874-0B53-81234210BDD8}"/>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53BA63FA-0751-0D37-E489-88744243A329}"/>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E671DF3F-15CC-403D-35A4-9F1105C6ACB0}"/>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Box 13">
            <a:extLst>
              <a:ext uri="{FF2B5EF4-FFF2-40B4-BE49-F238E27FC236}">
                <a16:creationId xmlns:a16="http://schemas.microsoft.com/office/drawing/2014/main" id="{5590822F-4960-D9B5-C131-5D3B94454BF8}"/>
              </a:ext>
            </a:extLst>
          </p:cNvPr>
          <p:cNvSpPr txBox="1">
            <a:spLocks noChangeArrowheads="1"/>
          </p:cNvSpPr>
          <p:nvPr/>
        </p:nvSpPr>
        <p:spPr bwMode="auto">
          <a:xfrm>
            <a:off x="525172" y="915566"/>
            <a:ext cx="8618828" cy="3877985"/>
          </a:xfrm>
          <a:prstGeom prst="rect">
            <a:avLst/>
          </a:prstGeom>
          <a:noFill/>
          <a:ln w="9525">
            <a:noFill/>
            <a:miter lim="800000"/>
            <a:headEnd/>
            <a:tailEnd/>
          </a:ln>
        </p:spPr>
        <p:txBody>
          <a:bodyPr wrap="square">
            <a:spAutoFit/>
          </a:bodyPr>
          <a:lstStyle/>
          <a:p>
            <a:pPr algn="l">
              <a:buFont typeface="Wingdings" pitchFamily="2" charset="2"/>
              <a:buChar char="²"/>
            </a:pPr>
            <a:r>
              <a:rPr lang="en-US" altLang="zh-CN" sz="2800" b="1" dirty="0">
                <a:solidFill>
                  <a:srgbClr val="333399"/>
                </a:solidFill>
              </a:rPr>
              <a:t>  </a:t>
            </a:r>
            <a:r>
              <a:rPr lang="zh-CN" altLang="en-US" sz="2800" b="1" dirty="0"/>
              <a:t>成绩分布</a:t>
            </a:r>
            <a:r>
              <a:rPr lang="zh-CN" altLang="en-US" sz="2800" b="1" dirty="0">
                <a:solidFill>
                  <a:srgbClr val="333399"/>
                </a:solidFill>
              </a:rPr>
              <a:t>   （</a:t>
            </a:r>
            <a:r>
              <a:rPr lang="en-US" altLang="zh-CN" sz="2800" b="1" dirty="0">
                <a:solidFill>
                  <a:srgbClr val="333399"/>
                </a:solidFill>
              </a:rPr>
              <a:t>50%</a:t>
            </a:r>
            <a:r>
              <a:rPr lang="zh-CN" altLang="en-US" sz="2800" b="1" dirty="0">
                <a:solidFill>
                  <a:srgbClr val="333399"/>
                </a:solidFill>
              </a:rPr>
              <a:t>平时</a:t>
            </a:r>
            <a:r>
              <a:rPr lang="en-US" altLang="zh-CN" sz="2800" b="1" dirty="0">
                <a:solidFill>
                  <a:srgbClr val="333399"/>
                </a:solidFill>
              </a:rPr>
              <a:t> + 50%</a:t>
            </a:r>
            <a:r>
              <a:rPr lang="zh-CN" altLang="en-US" sz="2800" b="1" dirty="0">
                <a:solidFill>
                  <a:srgbClr val="333399"/>
                </a:solidFill>
              </a:rPr>
              <a:t>期末）</a:t>
            </a:r>
          </a:p>
          <a:p>
            <a:pPr algn="l">
              <a:buFont typeface="Wingdings" pitchFamily="2" charset="2"/>
              <a:buChar char=" "/>
            </a:pPr>
            <a:r>
              <a:rPr lang="zh-CN" altLang="en-US" sz="900" b="1" dirty="0">
                <a:solidFill>
                  <a:srgbClr val="333399"/>
                </a:solidFill>
              </a:rPr>
              <a:t> </a:t>
            </a:r>
            <a:r>
              <a:rPr lang="zh-CN" altLang="en-US" sz="900" b="1" dirty="0"/>
              <a:t>       </a:t>
            </a:r>
            <a:endParaRPr lang="zh-CN" altLang="en-US" sz="900" b="1" dirty="0">
              <a:solidFill>
                <a:srgbClr val="333399"/>
              </a:solidFill>
            </a:endParaRPr>
          </a:p>
          <a:p>
            <a:pPr lvl="1" algn="l">
              <a:buFont typeface="Symbol" pitchFamily="18" charset="2"/>
              <a:buChar char="-"/>
            </a:pPr>
            <a:r>
              <a:rPr lang="zh-CN" altLang="en-US" sz="2400" b="1" dirty="0">
                <a:latin typeface="楷体_GB2312" pitchFamily="49" charset="-122"/>
              </a:rPr>
              <a:t>  上机实验成绩</a:t>
            </a:r>
            <a:r>
              <a:rPr lang="zh-CN" altLang="en-US" sz="2400" b="1" dirty="0">
                <a:solidFill>
                  <a:srgbClr val="333399"/>
                </a:solidFill>
              </a:rPr>
              <a:t>（</a:t>
            </a:r>
            <a:r>
              <a:rPr lang="en-US" altLang="zh-CN" sz="2400" b="1" dirty="0">
                <a:solidFill>
                  <a:srgbClr val="333399"/>
                </a:solidFill>
              </a:rPr>
              <a:t>20%</a:t>
            </a:r>
            <a:r>
              <a:rPr lang="zh-CN" altLang="en-US" sz="2400" b="1" dirty="0">
                <a:solidFill>
                  <a:srgbClr val="333399"/>
                </a:solidFill>
              </a:rPr>
              <a:t>）共</a:t>
            </a:r>
            <a:r>
              <a:rPr lang="en-US" altLang="zh-CN" sz="2400" b="1" dirty="0">
                <a:solidFill>
                  <a:srgbClr val="333399"/>
                </a:solidFill>
              </a:rPr>
              <a:t>4</a:t>
            </a:r>
            <a:r>
              <a:rPr lang="zh-CN" altLang="en-US" sz="2400" b="1" dirty="0">
                <a:solidFill>
                  <a:srgbClr val="333399"/>
                </a:solidFill>
              </a:rPr>
              <a:t>次实验，</a:t>
            </a:r>
            <a:r>
              <a:rPr lang="en-US" altLang="zh-CN" sz="2400" b="1" dirty="0">
                <a:solidFill>
                  <a:srgbClr val="333399"/>
                </a:solidFill>
              </a:rPr>
              <a:t>5</a:t>
            </a:r>
            <a:r>
              <a:rPr lang="zh-CN" altLang="en-US" sz="2400" b="1" dirty="0">
                <a:solidFill>
                  <a:srgbClr val="333399"/>
                </a:solidFill>
              </a:rPr>
              <a:t>分</a:t>
            </a:r>
            <a:r>
              <a:rPr lang="en-US" altLang="zh-CN" sz="2400" b="1" dirty="0">
                <a:solidFill>
                  <a:srgbClr val="333399"/>
                </a:solidFill>
              </a:rPr>
              <a:t>/</a:t>
            </a:r>
            <a:r>
              <a:rPr lang="zh-CN" altLang="en-US" sz="2400" b="1" dirty="0">
                <a:solidFill>
                  <a:srgbClr val="333399"/>
                </a:solidFill>
              </a:rPr>
              <a:t>次</a:t>
            </a:r>
          </a:p>
          <a:p>
            <a:pPr lvl="1" algn="l"/>
            <a:r>
              <a:rPr lang="zh-CN" altLang="en-US" sz="900" b="1" dirty="0">
                <a:solidFill>
                  <a:srgbClr val="333399"/>
                </a:solidFill>
              </a:rPr>
              <a:t> </a:t>
            </a:r>
            <a:r>
              <a:rPr lang="zh-CN" altLang="en-US" sz="900" b="1" dirty="0">
                <a:solidFill>
                  <a:schemeClr val="tx1"/>
                </a:solidFill>
              </a:rPr>
              <a:t> </a:t>
            </a:r>
            <a:endParaRPr lang="zh-CN" altLang="en-US" sz="900" b="1" dirty="0">
              <a:solidFill>
                <a:srgbClr val="333399"/>
              </a:solidFill>
            </a:endParaRPr>
          </a:p>
          <a:p>
            <a:pPr lvl="1" algn="l">
              <a:buFont typeface="Symbol" pitchFamily="18" charset="2"/>
              <a:buChar char="-"/>
            </a:pPr>
            <a:r>
              <a:rPr lang="zh-CN" altLang="en-US" sz="2400" b="1" dirty="0"/>
              <a:t>  课后作业       </a:t>
            </a:r>
            <a:r>
              <a:rPr lang="zh-CN" altLang="en-US" sz="2400" b="1" dirty="0">
                <a:solidFill>
                  <a:srgbClr val="333399"/>
                </a:solidFill>
                <a:latin typeface="楷体_GB2312" pitchFamily="49" charset="-122"/>
              </a:rPr>
              <a:t>（</a:t>
            </a:r>
            <a:r>
              <a:rPr lang="en-US" altLang="zh-CN" sz="2400" b="1" dirty="0">
                <a:solidFill>
                  <a:srgbClr val="333399"/>
                </a:solidFill>
              </a:rPr>
              <a:t>10%</a:t>
            </a:r>
            <a:r>
              <a:rPr lang="zh-CN" altLang="en-US" sz="2400" b="1" dirty="0">
                <a:solidFill>
                  <a:srgbClr val="333399"/>
                </a:solidFill>
                <a:latin typeface="楷体_GB2312" pitchFamily="49" charset="-122"/>
              </a:rPr>
              <a:t>）不定期课后作业</a:t>
            </a:r>
            <a:endParaRPr lang="en-US" altLang="zh-CN" sz="2400" b="1" dirty="0">
              <a:solidFill>
                <a:srgbClr val="333399"/>
              </a:solidFill>
              <a:latin typeface="楷体_GB2312" pitchFamily="49" charset="-122"/>
            </a:endParaRPr>
          </a:p>
          <a:p>
            <a:pPr lvl="1" algn="l"/>
            <a:endParaRPr lang="en-US" altLang="zh-CN" sz="900" b="1" dirty="0">
              <a:solidFill>
                <a:srgbClr val="333399"/>
              </a:solidFill>
              <a:latin typeface="楷体_GB2312" pitchFamily="49" charset="-122"/>
            </a:endParaRPr>
          </a:p>
          <a:p>
            <a:pPr lvl="1" algn="l">
              <a:buFont typeface="Symbol" pitchFamily="18" charset="2"/>
              <a:buChar char="-"/>
            </a:pPr>
            <a:r>
              <a:rPr lang="zh-CN" altLang="en-US" sz="2400" b="1" dirty="0">
                <a:latin typeface="楷体_GB2312" pitchFamily="49" charset="-122"/>
              </a:rPr>
              <a:t>  平时测验</a:t>
            </a:r>
            <a:r>
              <a:rPr lang="zh-CN" altLang="en-US" sz="2400" b="1" dirty="0"/>
              <a:t>       </a:t>
            </a:r>
            <a:r>
              <a:rPr lang="zh-CN" altLang="en-US" sz="2400" b="1" dirty="0">
                <a:solidFill>
                  <a:srgbClr val="333399"/>
                </a:solidFill>
                <a:latin typeface="楷体_GB2312" pitchFamily="49" charset="-122"/>
              </a:rPr>
              <a:t>（</a:t>
            </a:r>
            <a:r>
              <a:rPr lang="en-US" altLang="zh-CN" sz="2400" b="1" dirty="0">
                <a:solidFill>
                  <a:srgbClr val="333399"/>
                </a:solidFill>
                <a:latin typeface="楷体_GB2312" pitchFamily="49" charset="-122"/>
              </a:rPr>
              <a:t>1</a:t>
            </a:r>
            <a:r>
              <a:rPr lang="en-US" altLang="zh-CN" sz="2400" b="1" dirty="0">
                <a:solidFill>
                  <a:srgbClr val="333399"/>
                </a:solidFill>
              </a:rPr>
              <a:t>0%</a:t>
            </a:r>
            <a:r>
              <a:rPr lang="zh-CN" altLang="en-US" sz="2400" b="1" dirty="0">
                <a:solidFill>
                  <a:srgbClr val="333399"/>
                </a:solidFill>
              </a:rPr>
              <a:t>）随堂测验</a:t>
            </a:r>
            <a:r>
              <a:rPr lang="en-US" altLang="zh-CN" sz="2400" b="1" dirty="0">
                <a:solidFill>
                  <a:srgbClr val="333399"/>
                </a:solidFill>
              </a:rPr>
              <a:t>2</a:t>
            </a:r>
            <a:r>
              <a:rPr lang="zh-CN" altLang="en-US" sz="2400" b="1" dirty="0">
                <a:solidFill>
                  <a:srgbClr val="333399"/>
                </a:solidFill>
              </a:rPr>
              <a:t>次，</a:t>
            </a:r>
            <a:r>
              <a:rPr lang="en-US" altLang="zh-CN" sz="2400" b="1" dirty="0">
                <a:solidFill>
                  <a:srgbClr val="333399"/>
                </a:solidFill>
              </a:rPr>
              <a:t>5</a:t>
            </a:r>
            <a:r>
              <a:rPr lang="zh-CN" altLang="en-US" sz="2400" b="1" dirty="0">
                <a:solidFill>
                  <a:srgbClr val="333399"/>
                </a:solidFill>
              </a:rPr>
              <a:t>分</a:t>
            </a:r>
            <a:r>
              <a:rPr lang="en-US" altLang="zh-CN" sz="2400" b="1" dirty="0">
                <a:solidFill>
                  <a:srgbClr val="333399"/>
                </a:solidFill>
              </a:rPr>
              <a:t>/</a:t>
            </a:r>
            <a:r>
              <a:rPr lang="zh-CN" altLang="en-US" sz="2400" b="1" dirty="0">
                <a:solidFill>
                  <a:srgbClr val="333399"/>
                </a:solidFill>
              </a:rPr>
              <a:t>次</a:t>
            </a:r>
          </a:p>
          <a:p>
            <a:pPr lvl="1" algn="l"/>
            <a:endParaRPr lang="zh-CN" altLang="en-US" sz="900" b="1" dirty="0">
              <a:solidFill>
                <a:srgbClr val="333399"/>
              </a:solidFill>
            </a:endParaRPr>
          </a:p>
          <a:p>
            <a:pPr lvl="1" algn="l">
              <a:buFont typeface="Symbol" pitchFamily="18" charset="2"/>
              <a:buChar char="-"/>
            </a:pPr>
            <a:r>
              <a:rPr lang="zh-CN" altLang="en-US" sz="2400" b="1" dirty="0"/>
              <a:t>  课堂表现       </a:t>
            </a:r>
            <a:r>
              <a:rPr lang="zh-CN" altLang="en-US" sz="2400" b="1" dirty="0">
                <a:solidFill>
                  <a:srgbClr val="333399"/>
                </a:solidFill>
              </a:rPr>
              <a:t>（</a:t>
            </a:r>
            <a:r>
              <a:rPr lang="en-US" altLang="zh-CN" sz="2400" b="1" dirty="0">
                <a:solidFill>
                  <a:srgbClr val="333399"/>
                </a:solidFill>
              </a:rPr>
              <a:t>10%</a:t>
            </a:r>
            <a:r>
              <a:rPr lang="zh-CN" altLang="en-US" sz="2400" b="1" dirty="0">
                <a:solidFill>
                  <a:srgbClr val="333399"/>
                </a:solidFill>
              </a:rPr>
              <a:t>）课堂互动、作业等</a:t>
            </a:r>
            <a:endParaRPr lang="en-US" altLang="zh-CN" sz="2000" b="1" dirty="0">
              <a:solidFill>
                <a:srgbClr val="333399"/>
              </a:solidFill>
            </a:endParaRPr>
          </a:p>
          <a:p>
            <a:pPr lvl="1" algn="l">
              <a:buFont typeface="Symbol" pitchFamily="18" charset="2"/>
              <a:buChar char="-"/>
            </a:pPr>
            <a:endParaRPr lang="en-US" altLang="zh-CN" sz="2000" b="1" dirty="0">
              <a:solidFill>
                <a:srgbClr val="333399"/>
              </a:solidFill>
            </a:endParaRPr>
          </a:p>
          <a:p>
            <a:pPr lvl="1" algn="l">
              <a:buFont typeface="Symbol" pitchFamily="18" charset="2"/>
              <a:buChar char="-"/>
            </a:pPr>
            <a:endParaRPr lang="en-US" altLang="zh-CN" sz="2000" b="1" dirty="0">
              <a:solidFill>
                <a:srgbClr val="333399"/>
              </a:solidFill>
            </a:endParaRPr>
          </a:p>
          <a:p>
            <a:pPr lvl="1" algn="l">
              <a:buFont typeface="Symbol" pitchFamily="18" charset="2"/>
              <a:buChar char="-"/>
            </a:pPr>
            <a:r>
              <a:rPr lang="zh-CN" altLang="en-US" sz="2000" b="1" dirty="0">
                <a:solidFill>
                  <a:srgbClr val="333399"/>
                </a:solidFill>
              </a:rPr>
              <a:t>   </a:t>
            </a:r>
            <a:r>
              <a:rPr lang="zh-CN" altLang="en-US" sz="2800" b="1" dirty="0"/>
              <a:t>期末考试    </a:t>
            </a:r>
            <a:r>
              <a:rPr lang="zh-CN" altLang="en-US" sz="3200" b="1" dirty="0"/>
              <a:t> </a:t>
            </a:r>
            <a:r>
              <a:rPr lang="zh-CN" altLang="en-US" sz="2800" b="1" dirty="0">
                <a:solidFill>
                  <a:srgbClr val="333399"/>
                </a:solidFill>
              </a:rPr>
              <a:t>（</a:t>
            </a:r>
            <a:r>
              <a:rPr lang="en-US" altLang="zh-CN" sz="2800" b="1" dirty="0">
                <a:solidFill>
                  <a:srgbClr val="333399"/>
                </a:solidFill>
              </a:rPr>
              <a:t>50%</a:t>
            </a:r>
            <a:r>
              <a:rPr lang="zh-CN" altLang="en-US" sz="2800" b="1" dirty="0">
                <a:solidFill>
                  <a:srgbClr val="333399"/>
                </a:solidFill>
              </a:rPr>
              <a:t>）</a:t>
            </a:r>
            <a:r>
              <a:rPr lang="zh-CN" altLang="en-US" sz="2400" b="1" dirty="0">
                <a:solidFill>
                  <a:srgbClr val="333399"/>
                </a:solidFill>
              </a:rPr>
              <a:t> </a:t>
            </a:r>
            <a:endParaRPr lang="zh-CN" altLang="en-US" sz="2400" b="1" dirty="0"/>
          </a:p>
          <a:p>
            <a:pPr lvl="1" algn="l"/>
            <a:endParaRPr lang="zh-CN" altLang="en-US" sz="900" b="1" dirty="0">
              <a:solidFill>
                <a:srgbClr val="333399"/>
              </a:solidFill>
            </a:endParaRPr>
          </a:p>
        </p:txBody>
      </p:sp>
    </p:spTree>
    <p:extLst>
      <p:ext uri="{BB962C8B-B14F-4D97-AF65-F5344CB8AC3E}">
        <p14:creationId xmlns:p14="http://schemas.microsoft.com/office/powerpoint/2010/main" val="611438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BA88F-42C9-4CAA-5FC7-DDAD1ECB8DBE}"/>
            </a:ext>
          </a:extLst>
        </p:cNvPr>
        <p:cNvGrpSpPr/>
        <p:nvPr/>
      </p:nvGrpSpPr>
      <p:grpSpPr>
        <a:xfrm>
          <a:off x="0" y="0"/>
          <a:ext cx="0" cy="0"/>
          <a:chOff x="0" y="0"/>
          <a:chExt cx="0" cy="0"/>
        </a:xfrm>
      </p:grpSpPr>
      <p:sp>
        <p:nvSpPr>
          <p:cNvPr id="10" name="Rectangle 2">
            <a:extLst>
              <a:ext uri="{FF2B5EF4-FFF2-40B4-BE49-F238E27FC236}">
                <a16:creationId xmlns:a16="http://schemas.microsoft.com/office/drawing/2014/main" id="{31143E56-B535-2E51-BCA5-D4E64CE6F6C1}"/>
              </a:ext>
            </a:extLst>
          </p:cNvPr>
          <p:cNvSpPr txBox="1">
            <a:spLocks noChangeArrowheads="1"/>
          </p:cNvSpPr>
          <p:nvPr/>
        </p:nvSpPr>
        <p:spPr>
          <a:xfrm>
            <a:off x="2195736" y="1851670"/>
            <a:ext cx="5458338" cy="939546"/>
          </a:xfrm>
          <a:prstGeom prst="rect">
            <a:avLst/>
          </a:prstGeom>
        </p:spPr>
        <p:txBody>
          <a:bodyPr vert="horz" lIns="91440" tIns="45720" rIns="91440" bIns="45720" rtlCol="0" anchor="ctr">
            <a:noAutofit/>
          </a:bodyPr>
          <a:lstStyle/>
          <a:p>
            <a:pPr lvl="0" fontAlgn="auto">
              <a:spcAft>
                <a:spcPts val="0"/>
              </a:spcAft>
              <a:defRPr/>
            </a:pPr>
            <a:r>
              <a:rPr kumimoji="0" lang="en-US" altLang="zh-CN" sz="4000" b="1" i="0" u="none" strike="noStrike" kern="1200" cap="none" spc="0" normalizeH="0" baseline="0" noProof="0" dirty="0">
                <a:ln>
                  <a:noFill/>
                </a:ln>
                <a:effectLst/>
                <a:uLnTx/>
                <a:uFillTx/>
                <a:latin typeface="+mj-lt"/>
                <a:ea typeface="楷体" pitchFamily="49" charset="-122"/>
                <a:cs typeface="+mj-cs"/>
              </a:rPr>
              <a:t> </a:t>
            </a:r>
            <a:r>
              <a:rPr lang="zh-CN" altLang="en-US" sz="3500" spc="600" dirty="0">
                <a:latin typeface="微软雅黑" pitchFamily="34" charset="-122"/>
                <a:ea typeface="微软雅黑" pitchFamily="34" charset="-122"/>
                <a:cs typeface="+mj-cs"/>
              </a:rPr>
              <a:t>第一章 编译程序概述</a:t>
            </a:r>
            <a:endParaRPr kumimoji="0" lang="zh-CN" altLang="en-US" sz="3500" b="0" i="0" u="none" strike="noStrike" kern="1200" cap="none" spc="600" normalizeH="0" baseline="0" noProof="0" dirty="0">
              <a:ln>
                <a:noFill/>
              </a:ln>
              <a:effectLst/>
              <a:uLnTx/>
              <a:uFillTx/>
              <a:latin typeface="微软雅黑" pitchFamily="34" charset="-122"/>
              <a:ea typeface="微软雅黑" pitchFamily="34" charset="-122"/>
              <a:cs typeface="+mj-cs"/>
            </a:endParaRPr>
          </a:p>
        </p:txBody>
      </p:sp>
      <p:sp>
        <p:nvSpPr>
          <p:cNvPr id="4" name="Rectangle 2">
            <a:extLst>
              <a:ext uri="{FF2B5EF4-FFF2-40B4-BE49-F238E27FC236}">
                <a16:creationId xmlns:a16="http://schemas.microsoft.com/office/drawing/2014/main" id="{931771BA-A28D-881E-780D-6D19193AF945}"/>
              </a:ext>
            </a:extLst>
          </p:cNvPr>
          <p:cNvSpPr txBox="1">
            <a:spLocks noChangeArrowheads="1"/>
          </p:cNvSpPr>
          <p:nvPr/>
        </p:nvSpPr>
        <p:spPr>
          <a:xfrm>
            <a:off x="4857752" y="2428874"/>
            <a:ext cx="3443254" cy="939546"/>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2000" b="1" i="0" u="none" strike="noStrike" kern="1200" cap="none" spc="600" normalizeH="0" baseline="0" noProof="0" dirty="0">
              <a:ln>
                <a:noFill/>
              </a:ln>
              <a:solidFill>
                <a:schemeClr val="bg1"/>
              </a:solidFill>
              <a:effectLst/>
              <a:uLnTx/>
              <a:uFillTx/>
              <a:latin typeface="微软雅黑" pitchFamily="34" charset="-122"/>
              <a:ea typeface="微软雅黑" pitchFamily="34" charset="-122"/>
              <a:cs typeface="+mj-cs"/>
            </a:endParaRPr>
          </a:p>
        </p:txBody>
      </p:sp>
    </p:spTree>
    <p:extLst>
      <p:ext uri="{BB962C8B-B14F-4D97-AF65-F5344CB8AC3E}">
        <p14:creationId xmlns:p14="http://schemas.microsoft.com/office/powerpoint/2010/main" val="203273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2F5C37-8212-B55F-14F4-519156803B47}"/>
            </a:ext>
          </a:extLst>
        </p:cNvPr>
        <p:cNvGrpSpPr/>
        <p:nvPr/>
      </p:nvGrpSpPr>
      <p:grpSpPr>
        <a:xfrm>
          <a:off x="0" y="0"/>
          <a:ext cx="0" cy="0"/>
          <a:chOff x="0" y="0"/>
          <a:chExt cx="0" cy="0"/>
        </a:xfrm>
      </p:grpSpPr>
      <p:sp>
        <p:nvSpPr>
          <p:cNvPr id="34" name="AutoShape 37">
            <a:extLst>
              <a:ext uri="{FF2B5EF4-FFF2-40B4-BE49-F238E27FC236}">
                <a16:creationId xmlns:a16="http://schemas.microsoft.com/office/drawing/2014/main" id="{4C953BB2-F671-8580-EB9A-931A5E947E95}"/>
              </a:ext>
            </a:extLst>
          </p:cNvPr>
          <p:cNvSpPr>
            <a:spLocks/>
          </p:cNvSpPr>
          <p:nvPr/>
        </p:nvSpPr>
        <p:spPr bwMode="auto">
          <a:xfrm>
            <a:off x="1142976" y="2138853"/>
            <a:ext cx="1582568" cy="345961"/>
          </a:xfrm>
          <a:prstGeom prst="borderCallout2">
            <a:avLst>
              <a:gd name="adj1" fmla="val 18750"/>
              <a:gd name="adj2" fmla="val 103926"/>
              <a:gd name="adj3" fmla="val 18750"/>
              <a:gd name="adj4" fmla="val 110394"/>
              <a:gd name="adj5" fmla="val 138453"/>
              <a:gd name="adj6" fmla="val 120960"/>
            </a:avLst>
          </a:prstGeom>
          <a:solidFill>
            <a:schemeClr val="accent5">
              <a:lumMod val="60000"/>
              <a:lumOff val="40000"/>
            </a:schemeClr>
          </a:solidFill>
          <a:ln w="9525">
            <a:solidFill>
              <a:schemeClr val="tx1"/>
            </a:solidFill>
            <a:miter lim="800000"/>
            <a:headEnd/>
            <a:tailEnd/>
          </a:ln>
          <a:effectLst/>
        </p:spPr>
        <p:txBody>
          <a:bodyPr/>
          <a:lstStyle/>
          <a:p>
            <a:pPr algn="ctr"/>
            <a:r>
              <a:rPr lang="zh-CN" altLang="en-US" sz="1600" b="1" dirty="0">
                <a:latin typeface="楷体" pitchFamily="49" charset="-122"/>
                <a:ea typeface="楷体" pitchFamily="49" charset="-122"/>
              </a:rPr>
              <a:t>引入助记符</a:t>
            </a:r>
          </a:p>
        </p:txBody>
      </p:sp>
      <p:sp>
        <p:nvSpPr>
          <p:cNvPr id="29" name="AutoShape 37">
            <a:extLst>
              <a:ext uri="{FF2B5EF4-FFF2-40B4-BE49-F238E27FC236}">
                <a16:creationId xmlns:a16="http://schemas.microsoft.com/office/drawing/2014/main" id="{8BD677FA-474C-4F05-18A9-2C8B636C6766}"/>
              </a:ext>
            </a:extLst>
          </p:cNvPr>
          <p:cNvSpPr>
            <a:spLocks/>
          </p:cNvSpPr>
          <p:nvPr/>
        </p:nvSpPr>
        <p:spPr bwMode="auto">
          <a:xfrm>
            <a:off x="500034" y="3455290"/>
            <a:ext cx="2283650" cy="330906"/>
          </a:xfrm>
          <a:prstGeom prst="borderCallout2">
            <a:avLst>
              <a:gd name="adj1" fmla="val 18750"/>
              <a:gd name="adj2" fmla="val 103926"/>
              <a:gd name="adj3" fmla="val 18750"/>
              <a:gd name="adj4" fmla="val 110394"/>
              <a:gd name="adj5" fmla="val 195105"/>
              <a:gd name="adj6" fmla="val 121055"/>
            </a:avLst>
          </a:prstGeom>
          <a:solidFill>
            <a:schemeClr val="accent5">
              <a:lumMod val="60000"/>
              <a:lumOff val="40000"/>
            </a:schemeClr>
          </a:solidFill>
          <a:ln w="9525">
            <a:solidFill>
              <a:schemeClr val="tx1"/>
            </a:solidFill>
            <a:miter lim="800000"/>
            <a:headEnd/>
            <a:tailEnd/>
          </a:ln>
          <a:effectLst/>
        </p:spPr>
        <p:txBody>
          <a:bodyPr/>
          <a:lstStyle/>
          <a:p>
            <a:r>
              <a:rPr lang="zh-CN" altLang="en-US" sz="1600" b="1" dirty="0">
                <a:latin typeface="楷体" pitchFamily="49" charset="-122"/>
                <a:ea typeface="楷体" pitchFamily="49" charset="-122"/>
              </a:rPr>
              <a:t>可以被计算机直接理解</a:t>
            </a:r>
          </a:p>
        </p:txBody>
      </p:sp>
      <p:sp>
        <p:nvSpPr>
          <p:cNvPr id="7170" name="Rectangle 2">
            <a:extLst>
              <a:ext uri="{FF2B5EF4-FFF2-40B4-BE49-F238E27FC236}">
                <a16:creationId xmlns:a16="http://schemas.microsoft.com/office/drawing/2014/main" id="{3A4BBC1E-D9B1-9564-3078-7701FB6524F4}"/>
              </a:ext>
            </a:extLst>
          </p:cNvPr>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什么是编译</a:t>
            </a:r>
          </a:p>
        </p:txBody>
      </p:sp>
      <p:grpSp>
        <p:nvGrpSpPr>
          <p:cNvPr id="360486" name="Group 38">
            <a:extLst>
              <a:ext uri="{FF2B5EF4-FFF2-40B4-BE49-F238E27FC236}">
                <a16:creationId xmlns:a16="http://schemas.microsoft.com/office/drawing/2014/main" id="{9BB51CC6-5478-1FB8-7DA9-BDA4DA4C014B}"/>
              </a:ext>
            </a:extLst>
          </p:cNvPr>
          <p:cNvGrpSpPr>
            <a:grpSpLocks/>
          </p:cNvGrpSpPr>
          <p:nvPr/>
        </p:nvGrpSpPr>
        <p:grpSpPr bwMode="auto">
          <a:xfrm>
            <a:off x="2354552" y="1301883"/>
            <a:ext cx="1931011" cy="3198597"/>
            <a:chOff x="945" y="1304"/>
            <a:chExt cx="1134" cy="2533"/>
          </a:xfrm>
        </p:grpSpPr>
        <p:sp>
          <p:nvSpPr>
            <p:cNvPr id="7188" name="Rectangle 4">
              <a:extLst>
                <a:ext uri="{FF2B5EF4-FFF2-40B4-BE49-F238E27FC236}">
                  <a16:creationId xmlns:a16="http://schemas.microsoft.com/office/drawing/2014/main" id="{CCBE09B3-ECBF-12E7-4B30-26F20E6A097C}"/>
                </a:ext>
              </a:extLst>
            </p:cNvPr>
            <p:cNvSpPr>
              <a:spLocks noChangeArrowheads="1"/>
            </p:cNvSpPr>
            <p:nvPr/>
          </p:nvSpPr>
          <p:spPr bwMode="auto">
            <a:xfrm>
              <a:off x="945" y="3348"/>
              <a:ext cx="1134" cy="489"/>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机器语言</a:t>
              </a:r>
              <a:endParaRPr lang="zh-CN" altLang="en-US" sz="2000" b="1" dirty="0">
                <a:solidFill>
                  <a:prstClr val="black"/>
                </a:solidFill>
                <a:latin typeface="Times New Roman" pitchFamily="18" charset="0"/>
                <a:ea typeface="楷体_GB2312" pitchFamily="49" charset="-122"/>
                <a:cs typeface="Times New Roman" pitchFamily="18" charset="0"/>
              </a:endParaRPr>
            </a:p>
            <a:p>
              <a:pPr algn="ctr"/>
              <a:r>
                <a:rPr lang="en-US" altLang="zh-CN" sz="1400" b="1" dirty="0">
                  <a:solidFill>
                    <a:prstClr val="black"/>
                  </a:solidFill>
                  <a:latin typeface="Times New Roman" pitchFamily="18" charset="0"/>
                  <a:ea typeface="楷体_GB2312" pitchFamily="49" charset="-122"/>
                  <a:cs typeface="Times New Roman" pitchFamily="18" charset="0"/>
                </a:rPr>
                <a:t>(Machine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7189" name="Rectangle 8">
              <a:extLst>
                <a:ext uri="{FF2B5EF4-FFF2-40B4-BE49-F238E27FC236}">
                  <a16:creationId xmlns:a16="http://schemas.microsoft.com/office/drawing/2014/main" id="{BAA527BA-95CC-7632-59AB-B5A7E08E1B32}"/>
                </a:ext>
              </a:extLst>
            </p:cNvPr>
            <p:cNvSpPr>
              <a:spLocks noChangeArrowheads="1"/>
            </p:cNvSpPr>
            <p:nvPr/>
          </p:nvSpPr>
          <p:spPr bwMode="auto">
            <a:xfrm>
              <a:off x="945" y="2273"/>
              <a:ext cx="1134" cy="489"/>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汇编语言</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(Assembly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7190" name="Rectangle 12">
              <a:extLst>
                <a:ext uri="{FF2B5EF4-FFF2-40B4-BE49-F238E27FC236}">
                  <a16:creationId xmlns:a16="http://schemas.microsoft.com/office/drawing/2014/main" id="{9426F387-1857-40CB-2F9E-9DC0B8A4A3C4}"/>
                </a:ext>
              </a:extLst>
            </p:cNvPr>
            <p:cNvSpPr>
              <a:spLocks noChangeArrowheads="1"/>
            </p:cNvSpPr>
            <p:nvPr/>
          </p:nvSpPr>
          <p:spPr bwMode="auto">
            <a:xfrm>
              <a:off x="945" y="1304"/>
              <a:ext cx="1118" cy="49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高级语言</a:t>
              </a:r>
              <a:endParaRPr lang="en-US" altLang="zh-CN" sz="2000" b="1" dirty="0">
                <a:solidFill>
                  <a:prstClr val="black"/>
                </a:solidFill>
                <a:latin typeface="Times New Roman" pitchFamily="18" charset="0"/>
                <a:ea typeface="楷体" pitchFamily="49" charset="-122"/>
                <a:cs typeface="Times New Roman" pitchFamily="18" charset="0"/>
              </a:endParaRPr>
            </a:p>
            <a:p>
              <a:pPr algn="ctr"/>
              <a:r>
                <a:rPr lang="en-US" altLang="zh-CN" sz="1400" b="1" dirty="0">
                  <a:solidFill>
                    <a:prstClr val="black"/>
                  </a:solidFill>
                  <a:latin typeface="Times New Roman" pitchFamily="18" charset="0"/>
                  <a:ea typeface="楷体_GB2312" pitchFamily="49" charset="-122"/>
                  <a:cs typeface="Times New Roman" pitchFamily="18" charset="0"/>
                </a:rPr>
                <a:t>( High Level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grpSp>
        <p:nvGrpSpPr>
          <p:cNvPr id="360462" name="Group 14">
            <a:extLst>
              <a:ext uri="{FF2B5EF4-FFF2-40B4-BE49-F238E27FC236}">
                <a16:creationId xmlns:a16="http://schemas.microsoft.com/office/drawing/2014/main" id="{E186B005-6288-40FD-DDC4-10D284995D4F}"/>
              </a:ext>
            </a:extLst>
          </p:cNvPr>
          <p:cNvGrpSpPr>
            <a:grpSpLocks/>
          </p:cNvGrpSpPr>
          <p:nvPr/>
        </p:nvGrpSpPr>
        <p:grpSpPr bwMode="auto">
          <a:xfrm>
            <a:off x="4803025" y="3347477"/>
            <a:ext cx="1224505" cy="769323"/>
            <a:chOff x="3802" y="3069"/>
            <a:chExt cx="900" cy="646"/>
          </a:xfrm>
        </p:grpSpPr>
        <p:sp>
          <p:nvSpPr>
            <p:cNvPr id="7186" name="Line 16">
              <a:extLst>
                <a:ext uri="{FF2B5EF4-FFF2-40B4-BE49-F238E27FC236}">
                  <a16:creationId xmlns:a16="http://schemas.microsoft.com/office/drawing/2014/main" id="{D3196F3C-E564-D0A2-6B6D-0BD62F40F9E8}"/>
                </a:ext>
              </a:extLst>
            </p:cNvPr>
            <p:cNvSpPr>
              <a:spLocks noChangeShapeType="1"/>
            </p:cNvSpPr>
            <p:nvPr/>
          </p:nvSpPr>
          <p:spPr bwMode="auto">
            <a:xfrm rot="10800000" flipV="1">
              <a:off x="4241" y="3518"/>
              <a:ext cx="0" cy="19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5" name="Rectangle 15">
              <a:extLst>
                <a:ext uri="{FF2B5EF4-FFF2-40B4-BE49-F238E27FC236}">
                  <a16:creationId xmlns:a16="http://schemas.microsoft.com/office/drawing/2014/main" id="{E84BBF8A-E724-4F4A-8719-2C877B546E19}"/>
                </a:ext>
              </a:extLst>
            </p:cNvPr>
            <p:cNvSpPr>
              <a:spLocks noChangeArrowheads="1"/>
            </p:cNvSpPr>
            <p:nvPr/>
          </p:nvSpPr>
          <p:spPr bwMode="auto">
            <a:xfrm>
              <a:off x="3802" y="3069"/>
              <a:ext cx="900" cy="469"/>
            </a:xfrm>
            <a:prstGeom prst="rect">
              <a:avLst/>
            </a:prstGeom>
            <a:solidFill>
              <a:schemeClr val="accent5">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汇编</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(Assembling)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grpSp>
        <p:nvGrpSpPr>
          <p:cNvPr id="360470" name="Group 22">
            <a:extLst>
              <a:ext uri="{FF2B5EF4-FFF2-40B4-BE49-F238E27FC236}">
                <a16:creationId xmlns:a16="http://schemas.microsoft.com/office/drawing/2014/main" id="{9223EDEF-7054-FEC4-7E70-7ED26637E092}"/>
              </a:ext>
            </a:extLst>
          </p:cNvPr>
          <p:cNvGrpSpPr>
            <a:grpSpLocks/>
          </p:cNvGrpSpPr>
          <p:nvPr/>
        </p:nvGrpSpPr>
        <p:grpSpPr bwMode="auto">
          <a:xfrm>
            <a:off x="4714876" y="1997102"/>
            <a:ext cx="1428760" cy="783614"/>
            <a:chOff x="3696" y="2886"/>
            <a:chExt cx="1143" cy="658"/>
          </a:xfrm>
        </p:grpSpPr>
        <p:sp>
          <p:nvSpPr>
            <p:cNvPr id="7183" name="Line 24">
              <a:extLst>
                <a:ext uri="{FF2B5EF4-FFF2-40B4-BE49-F238E27FC236}">
                  <a16:creationId xmlns:a16="http://schemas.microsoft.com/office/drawing/2014/main" id="{55FE0F5C-2627-EDD5-BBE0-AAF9C48B1CD4}"/>
                </a:ext>
              </a:extLst>
            </p:cNvPr>
            <p:cNvSpPr>
              <a:spLocks noChangeShapeType="1"/>
            </p:cNvSpPr>
            <p:nvPr/>
          </p:nvSpPr>
          <p:spPr bwMode="auto">
            <a:xfrm rot="10200000" flipV="1">
              <a:off x="4241" y="3315"/>
              <a:ext cx="37" cy="22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2" name="Rectangle 23">
              <a:extLst>
                <a:ext uri="{FF2B5EF4-FFF2-40B4-BE49-F238E27FC236}">
                  <a16:creationId xmlns:a16="http://schemas.microsoft.com/office/drawing/2014/main" id="{32BE5EE6-A816-FA52-9863-EBEF584CA399}"/>
                </a:ext>
              </a:extLst>
            </p:cNvPr>
            <p:cNvSpPr>
              <a:spLocks noChangeArrowheads="1"/>
            </p:cNvSpPr>
            <p:nvPr/>
          </p:nvSpPr>
          <p:spPr bwMode="auto">
            <a:xfrm>
              <a:off x="3696" y="2886"/>
              <a:ext cx="1143" cy="461"/>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编译</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(Compiling)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sp>
        <p:nvSpPr>
          <p:cNvPr id="360474" name="Oval 26">
            <a:extLst>
              <a:ext uri="{FF2B5EF4-FFF2-40B4-BE49-F238E27FC236}">
                <a16:creationId xmlns:a16="http://schemas.microsoft.com/office/drawing/2014/main" id="{76EFAEEA-6CC9-6C3E-3C84-3F19B4C17476}"/>
              </a:ext>
            </a:extLst>
          </p:cNvPr>
          <p:cNvSpPr>
            <a:spLocks noChangeArrowheads="1"/>
          </p:cNvSpPr>
          <p:nvPr/>
        </p:nvSpPr>
        <p:spPr bwMode="auto">
          <a:xfrm>
            <a:off x="4360673" y="4110693"/>
            <a:ext cx="2211591" cy="341959"/>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C706 0000 0002</a:t>
            </a:r>
            <a:endParaRPr lang="zh-CN" altLang="en-US" sz="2000" b="1" dirty="0">
              <a:solidFill>
                <a:prstClr val="black"/>
              </a:solidFill>
              <a:latin typeface="Times New Roman" pitchFamily="18" charset="0"/>
              <a:ea typeface="楷体_GB2312" pitchFamily="49" charset="-122"/>
              <a:cs typeface="Times New Roman" pitchFamily="18" charset="0"/>
            </a:endParaRPr>
          </a:p>
        </p:txBody>
      </p:sp>
      <p:sp>
        <p:nvSpPr>
          <p:cNvPr id="360475" name="Oval 27">
            <a:extLst>
              <a:ext uri="{FF2B5EF4-FFF2-40B4-BE49-F238E27FC236}">
                <a16:creationId xmlns:a16="http://schemas.microsoft.com/office/drawing/2014/main" id="{3E7E5531-BCB7-7EED-A53A-9FD1249A2933}"/>
              </a:ext>
            </a:extLst>
          </p:cNvPr>
          <p:cNvSpPr>
            <a:spLocks noChangeArrowheads="1"/>
          </p:cNvSpPr>
          <p:nvPr/>
        </p:nvSpPr>
        <p:spPr bwMode="auto">
          <a:xfrm>
            <a:off x="4370199" y="2781505"/>
            <a:ext cx="2160572" cy="341454"/>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MOV X, 2</a:t>
            </a:r>
          </a:p>
        </p:txBody>
      </p:sp>
      <p:sp>
        <p:nvSpPr>
          <p:cNvPr id="360476" name="Oval 28">
            <a:extLst>
              <a:ext uri="{FF2B5EF4-FFF2-40B4-BE49-F238E27FC236}">
                <a16:creationId xmlns:a16="http://schemas.microsoft.com/office/drawing/2014/main" id="{B6680472-C9FB-28A3-7124-3F9B7B7E4BE3}"/>
              </a:ext>
            </a:extLst>
          </p:cNvPr>
          <p:cNvSpPr>
            <a:spLocks noChangeArrowheads="1"/>
          </p:cNvSpPr>
          <p:nvPr/>
        </p:nvSpPr>
        <p:spPr bwMode="auto">
          <a:xfrm>
            <a:off x="4370199" y="1401223"/>
            <a:ext cx="2160572" cy="364416"/>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x = 2</a:t>
            </a:r>
          </a:p>
        </p:txBody>
      </p:sp>
      <p:sp>
        <p:nvSpPr>
          <p:cNvPr id="25" name="矩形 24">
            <a:extLst>
              <a:ext uri="{FF2B5EF4-FFF2-40B4-BE49-F238E27FC236}">
                <a16:creationId xmlns:a16="http://schemas.microsoft.com/office/drawing/2014/main" id="{A330B15D-C51F-3206-4D87-7C59D955D7CD}"/>
              </a:ext>
            </a:extLst>
          </p:cNvPr>
          <p:cNvSpPr/>
          <p:nvPr/>
        </p:nvSpPr>
        <p:spPr>
          <a:xfrm>
            <a:off x="571472" y="1298439"/>
            <a:ext cx="1835696" cy="867930"/>
          </a:xfrm>
          <a:prstGeom prst="rect">
            <a:avLst/>
          </a:prstGeom>
        </p:spPr>
        <p:txBody>
          <a:bodyPr wrap="square">
            <a:spAutoFit/>
          </a:bodyPr>
          <a:lstStyle/>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接近人类表达习惯</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indent="-171450">
              <a:spcBef>
                <a:spcPct val="30000"/>
              </a:spcBef>
              <a:buFont typeface="Wingdings" panose="05000000000000000000" pitchFamily="2" charset="2"/>
              <a:buChar char="Ø"/>
            </a:pPr>
            <a:r>
              <a:rPr lang="zh-CN" altLang="en-US" sz="1400" b="1" dirty="0">
                <a:solidFill>
                  <a:srgbClr val="073E87">
                    <a:lumMod val="60000"/>
                    <a:lumOff val="40000"/>
                  </a:srgbClr>
                </a:solidFill>
                <a:latin typeface="华文楷体" panose="02010600040101010101" pitchFamily="2" charset="-122"/>
                <a:ea typeface="华文楷体" panose="02010600040101010101" pitchFamily="2" charset="-122"/>
              </a:rPr>
              <a:t>不依赖于特定机器</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编写效率高</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p:txBody>
      </p:sp>
      <p:sp>
        <p:nvSpPr>
          <p:cNvPr id="27" name="AutoShape 37">
            <a:extLst>
              <a:ext uri="{FF2B5EF4-FFF2-40B4-BE49-F238E27FC236}">
                <a16:creationId xmlns:a16="http://schemas.microsoft.com/office/drawing/2014/main" id="{81774615-FC0A-5027-15B7-C1A0020D414F}"/>
              </a:ext>
            </a:extLst>
          </p:cNvPr>
          <p:cNvSpPr>
            <a:spLocks/>
          </p:cNvSpPr>
          <p:nvPr/>
        </p:nvSpPr>
        <p:spPr bwMode="auto">
          <a:xfrm>
            <a:off x="678932" y="697160"/>
            <a:ext cx="2031236" cy="573208"/>
          </a:xfrm>
          <a:prstGeom prst="borderCallout2">
            <a:avLst>
              <a:gd name="adj1" fmla="val 18750"/>
              <a:gd name="adj2" fmla="val 103926"/>
              <a:gd name="adj3" fmla="val 18750"/>
              <a:gd name="adj4" fmla="val 110394"/>
              <a:gd name="adj5" fmla="val 94686"/>
              <a:gd name="adj6" fmla="val 125913"/>
            </a:avLst>
          </a:prstGeom>
          <a:solidFill>
            <a:schemeClr val="accent5">
              <a:lumMod val="60000"/>
              <a:lumOff val="40000"/>
            </a:schemeClr>
          </a:solidFill>
          <a:ln w="9525">
            <a:solidFill>
              <a:schemeClr val="tx1"/>
            </a:solidFill>
            <a:miter lim="800000"/>
            <a:headEnd/>
            <a:tailEnd/>
          </a:ln>
          <a:effectLst/>
        </p:spPr>
        <p:txBody>
          <a:bodyPr/>
          <a:lstStyle/>
          <a:p>
            <a:pPr algn="ctr"/>
            <a:r>
              <a:rPr lang="zh-CN" altLang="en-US" sz="1600" b="1" dirty="0">
                <a:solidFill>
                  <a:prstClr val="black"/>
                </a:solidFill>
                <a:latin typeface="楷体" pitchFamily="49" charset="-122"/>
                <a:ea typeface="楷体" pitchFamily="49" charset="-122"/>
              </a:rPr>
              <a:t>类似于数学定义或</a:t>
            </a:r>
            <a:endParaRPr lang="en-US" altLang="zh-CN" sz="1600" b="1" dirty="0">
              <a:solidFill>
                <a:prstClr val="black"/>
              </a:solidFill>
              <a:latin typeface="楷体" pitchFamily="49" charset="-122"/>
              <a:ea typeface="楷体" pitchFamily="49" charset="-122"/>
            </a:endParaRPr>
          </a:p>
          <a:p>
            <a:pPr algn="ctr"/>
            <a:r>
              <a:rPr lang="zh-CN" altLang="en-US" sz="1600" b="1" dirty="0">
                <a:solidFill>
                  <a:prstClr val="black"/>
                </a:solidFill>
                <a:latin typeface="楷体" pitchFamily="49" charset="-122"/>
                <a:ea typeface="楷体" pitchFamily="49" charset="-122"/>
              </a:rPr>
              <a:t>自然语言的简洁形式</a:t>
            </a:r>
          </a:p>
        </p:txBody>
      </p:sp>
      <p:sp>
        <p:nvSpPr>
          <p:cNvPr id="35" name="Line 16">
            <a:extLst>
              <a:ext uri="{FF2B5EF4-FFF2-40B4-BE49-F238E27FC236}">
                <a16:creationId xmlns:a16="http://schemas.microsoft.com/office/drawing/2014/main" id="{193CC0FC-0F02-6EF8-66E1-E2230543E0DD}"/>
              </a:ext>
            </a:extLst>
          </p:cNvPr>
          <p:cNvSpPr>
            <a:spLocks noChangeShapeType="1"/>
          </p:cNvSpPr>
          <p:nvPr/>
        </p:nvSpPr>
        <p:spPr bwMode="auto">
          <a:xfrm rot="10800000" flipV="1">
            <a:off x="5391537" y="3122959"/>
            <a:ext cx="0" cy="2346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36" name="Line 16">
            <a:extLst>
              <a:ext uri="{FF2B5EF4-FFF2-40B4-BE49-F238E27FC236}">
                <a16:creationId xmlns:a16="http://schemas.microsoft.com/office/drawing/2014/main" id="{F0CA9145-9CF6-A84D-4ADB-6F6E490C5E4D}"/>
              </a:ext>
            </a:extLst>
          </p:cNvPr>
          <p:cNvSpPr>
            <a:spLocks noChangeShapeType="1"/>
          </p:cNvSpPr>
          <p:nvPr/>
        </p:nvSpPr>
        <p:spPr bwMode="auto">
          <a:xfrm rot="10800000" flipV="1">
            <a:off x="5393477" y="1765638"/>
            <a:ext cx="0" cy="2346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30" name="矩形 29">
            <a:extLst>
              <a:ext uri="{FF2B5EF4-FFF2-40B4-BE49-F238E27FC236}">
                <a16:creationId xmlns:a16="http://schemas.microsoft.com/office/drawing/2014/main" id="{FDFD9097-70E2-C8F6-4AB8-89066D7E7C12}"/>
              </a:ext>
            </a:extLst>
          </p:cNvPr>
          <p:cNvSpPr/>
          <p:nvPr/>
        </p:nvSpPr>
        <p:spPr>
          <a:xfrm>
            <a:off x="571472" y="3780068"/>
            <a:ext cx="1656184" cy="1363450"/>
          </a:xfrm>
          <a:prstGeom prst="rect">
            <a:avLst/>
          </a:prstGeom>
        </p:spPr>
        <p:txBody>
          <a:bodyPr wrap="square">
            <a:spAutoFit/>
          </a:bodyPr>
          <a:lstStyle/>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与人类表达习惯相去甚远</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难记忆</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难编写、难阅读</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易写错</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p:txBody>
      </p:sp>
      <p:sp>
        <p:nvSpPr>
          <p:cNvPr id="31" name="矩形 30">
            <a:extLst>
              <a:ext uri="{FF2B5EF4-FFF2-40B4-BE49-F238E27FC236}">
                <a16:creationId xmlns:a16="http://schemas.microsoft.com/office/drawing/2014/main" id="{CC8B7BAA-CDB5-4048-2F2D-D4C6A43C5A39}"/>
              </a:ext>
            </a:extLst>
          </p:cNvPr>
          <p:cNvSpPr/>
          <p:nvPr/>
        </p:nvSpPr>
        <p:spPr>
          <a:xfrm>
            <a:off x="571472" y="2466206"/>
            <a:ext cx="1876736" cy="1018740"/>
          </a:xfrm>
          <a:prstGeom prst="rect">
            <a:avLst/>
          </a:prstGeom>
        </p:spPr>
        <p:txBody>
          <a:bodyPr wrap="square">
            <a:spAutoFit/>
          </a:bodyPr>
          <a:lstStyle/>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mn-ea"/>
                <a:ea typeface="+mn-ea"/>
              </a:rPr>
              <a:t>依赖于特定机器，非计算机专业人员使用受限制</a:t>
            </a:r>
            <a:endParaRPr lang="en-US" altLang="zh-CN" sz="1400" b="1" dirty="0">
              <a:solidFill>
                <a:schemeClr val="tx2">
                  <a:lumMod val="60000"/>
                  <a:lumOff val="40000"/>
                </a:schemeClr>
              </a:solidFill>
              <a:latin typeface="+mn-ea"/>
              <a:ea typeface="+mn-ea"/>
            </a:endParaRPr>
          </a:p>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mn-ea"/>
                <a:ea typeface="+mn-ea"/>
              </a:rPr>
              <a:t>编写效率依然很低</a:t>
            </a:r>
            <a:endParaRPr lang="en-US" altLang="zh-CN" sz="1400" b="1" dirty="0">
              <a:solidFill>
                <a:schemeClr val="tx2">
                  <a:lumMod val="60000"/>
                  <a:lumOff val="40000"/>
                </a:schemeClr>
              </a:solidFill>
              <a:latin typeface="+mn-ea"/>
              <a:ea typeface="+mn-ea"/>
            </a:endParaRPr>
          </a:p>
        </p:txBody>
      </p:sp>
      <p:grpSp>
        <p:nvGrpSpPr>
          <p:cNvPr id="38" name="组合 37">
            <a:extLst>
              <a:ext uri="{FF2B5EF4-FFF2-40B4-BE49-F238E27FC236}">
                <a16:creationId xmlns:a16="http://schemas.microsoft.com/office/drawing/2014/main" id="{B6FF2AEF-A02D-1E7B-225E-3F8C244E15EB}"/>
              </a:ext>
            </a:extLst>
          </p:cNvPr>
          <p:cNvGrpSpPr/>
          <p:nvPr/>
        </p:nvGrpSpPr>
        <p:grpSpPr>
          <a:xfrm>
            <a:off x="-786" y="195486"/>
            <a:ext cx="756363" cy="432048"/>
            <a:chOff x="-786" y="195486"/>
            <a:chExt cx="756363" cy="432048"/>
          </a:xfrm>
        </p:grpSpPr>
        <p:sp>
          <p:nvSpPr>
            <p:cNvPr id="37" name="五边形 36">
              <a:extLst>
                <a:ext uri="{FF2B5EF4-FFF2-40B4-BE49-F238E27FC236}">
                  <a16:creationId xmlns:a16="http://schemas.microsoft.com/office/drawing/2014/main" id="{F06C9142-1BF8-E183-9721-FB2FABD98103}"/>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a:extLst>
                <a:ext uri="{FF2B5EF4-FFF2-40B4-BE49-F238E27FC236}">
                  <a16:creationId xmlns:a16="http://schemas.microsoft.com/office/drawing/2014/main" id="{6145029A-1D2E-875E-6705-B89D81FCAF39}"/>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360487" name="Group 39">
            <a:extLst>
              <a:ext uri="{FF2B5EF4-FFF2-40B4-BE49-F238E27FC236}">
                <a16:creationId xmlns:a16="http://schemas.microsoft.com/office/drawing/2014/main" id="{8CAF5031-AA10-7176-C0DA-FB84B6445527}"/>
              </a:ext>
            </a:extLst>
          </p:cNvPr>
          <p:cNvGrpSpPr>
            <a:grpSpLocks/>
          </p:cNvGrpSpPr>
          <p:nvPr/>
        </p:nvGrpSpPr>
        <p:grpSpPr bwMode="auto">
          <a:xfrm>
            <a:off x="6598135" y="1571618"/>
            <a:ext cx="1260013" cy="2714644"/>
            <a:chOff x="3742" y="1495"/>
            <a:chExt cx="870" cy="2177"/>
          </a:xfrm>
        </p:grpSpPr>
        <p:sp>
          <p:nvSpPr>
            <p:cNvPr id="7179" name="Rectangle 30">
              <a:extLst>
                <a:ext uri="{FF2B5EF4-FFF2-40B4-BE49-F238E27FC236}">
                  <a16:creationId xmlns:a16="http://schemas.microsoft.com/office/drawing/2014/main" id="{4EB5B0C4-8944-FCDB-10D2-35373ECA8E19}"/>
                </a:ext>
              </a:extLst>
            </p:cNvPr>
            <p:cNvSpPr>
              <a:spLocks noChangeArrowheads="1"/>
            </p:cNvSpPr>
            <p:nvPr/>
          </p:nvSpPr>
          <p:spPr bwMode="auto">
            <a:xfrm>
              <a:off x="3742" y="2262"/>
              <a:ext cx="870" cy="488"/>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编译</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(Compiling)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7180" name="Freeform 33">
              <a:extLst>
                <a:ext uri="{FF2B5EF4-FFF2-40B4-BE49-F238E27FC236}">
                  <a16:creationId xmlns:a16="http://schemas.microsoft.com/office/drawing/2014/main" id="{D6B3A4F2-4037-A483-4F7D-F58F719F274B}"/>
                </a:ext>
              </a:extLst>
            </p:cNvPr>
            <p:cNvSpPr>
              <a:spLocks/>
            </p:cNvSpPr>
            <p:nvPr/>
          </p:nvSpPr>
          <p:spPr bwMode="auto">
            <a:xfrm>
              <a:off x="3742" y="1495"/>
              <a:ext cx="435" cy="726"/>
            </a:xfrm>
            <a:custGeom>
              <a:avLst/>
              <a:gdLst>
                <a:gd name="T0" fmla="*/ 0 w 726"/>
                <a:gd name="T1" fmla="*/ 0 h 907"/>
                <a:gd name="T2" fmla="*/ 590 w 726"/>
                <a:gd name="T3" fmla="*/ 363 h 907"/>
                <a:gd name="T4" fmla="*/ 726 w 726"/>
                <a:gd name="T5" fmla="*/ 907 h 907"/>
                <a:gd name="T6" fmla="*/ 0 60000 65536"/>
                <a:gd name="T7" fmla="*/ 0 60000 65536"/>
                <a:gd name="T8" fmla="*/ 0 60000 65536"/>
              </a:gdLst>
              <a:ahLst/>
              <a:cxnLst>
                <a:cxn ang="T6">
                  <a:pos x="T0" y="T1"/>
                </a:cxn>
                <a:cxn ang="T7">
                  <a:pos x="T2" y="T3"/>
                </a:cxn>
                <a:cxn ang="T8">
                  <a:pos x="T4" y="T5"/>
                </a:cxn>
              </a:cxnLst>
              <a:rect l="0" t="0" r="r" b="b"/>
              <a:pathLst>
                <a:path w="726" h="907">
                  <a:moveTo>
                    <a:pt x="0" y="0"/>
                  </a:moveTo>
                  <a:cubicBezTo>
                    <a:pt x="234" y="106"/>
                    <a:pt x="469" y="212"/>
                    <a:pt x="590" y="363"/>
                  </a:cubicBezTo>
                  <a:cubicBezTo>
                    <a:pt x="711" y="514"/>
                    <a:pt x="703" y="816"/>
                    <a:pt x="726" y="907"/>
                  </a:cubicBezTo>
                </a:path>
              </a:pathLst>
            </a:custGeom>
            <a:noFill/>
            <a:ln w="12700">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1" name="Freeform 35">
              <a:extLst>
                <a:ext uri="{FF2B5EF4-FFF2-40B4-BE49-F238E27FC236}">
                  <a16:creationId xmlns:a16="http://schemas.microsoft.com/office/drawing/2014/main" id="{8EA5FA6E-9D34-8BD4-8AC4-24568E313513}"/>
                </a:ext>
              </a:extLst>
            </p:cNvPr>
            <p:cNvSpPr>
              <a:spLocks/>
            </p:cNvSpPr>
            <p:nvPr/>
          </p:nvSpPr>
          <p:spPr bwMode="auto">
            <a:xfrm>
              <a:off x="3754" y="2765"/>
              <a:ext cx="423" cy="907"/>
            </a:xfrm>
            <a:custGeom>
              <a:avLst/>
              <a:gdLst>
                <a:gd name="T0" fmla="*/ 681 w 681"/>
                <a:gd name="T1" fmla="*/ 0 h 817"/>
                <a:gd name="T2" fmla="*/ 499 w 681"/>
                <a:gd name="T3" fmla="*/ 635 h 817"/>
                <a:gd name="T4" fmla="*/ 0 w 681"/>
                <a:gd name="T5" fmla="*/ 817 h 817"/>
                <a:gd name="T6" fmla="*/ 0 60000 65536"/>
                <a:gd name="T7" fmla="*/ 0 60000 65536"/>
                <a:gd name="T8" fmla="*/ 0 60000 65536"/>
              </a:gdLst>
              <a:ahLst/>
              <a:cxnLst>
                <a:cxn ang="T6">
                  <a:pos x="T0" y="T1"/>
                </a:cxn>
                <a:cxn ang="T7">
                  <a:pos x="T2" y="T3"/>
                </a:cxn>
                <a:cxn ang="T8">
                  <a:pos x="T4" y="T5"/>
                </a:cxn>
              </a:cxnLst>
              <a:rect l="0" t="0" r="r" b="b"/>
              <a:pathLst>
                <a:path w="681" h="817">
                  <a:moveTo>
                    <a:pt x="681" y="0"/>
                  </a:moveTo>
                  <a:cubicBezTo>
                    <a:pt x="647" y="249"/>
                    <a:pt x="613" y="499"/>
                    <a:pt x="499" y="635"/>
                  </a:cubicBezTo>
                  <a:cubicBezTo>
                    <a:pt x="385" y="771"/>
                    <a:pt x="192" y="794"/>
                    <a:pt x="0" y="817"/>
                  </a:cubicBezTo>
                </a:path>
              </a:pathLst>
            </a:custGeom>
            <a:noFill/>
            <a:ln w="12700">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spTree>
    <p:extLst>
      <p:ext uri="{BB962C8B-B14F-4D97-AF65-F5344CB8AC3E}">
        <p14:creationId xmlns:p14="http://schemas.microsoft.com/office/powerpoint/2010/main" val="305618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60486"/>
                                        </p:tgtEl>
                                        <p:attrNameLst>
                                          <p:attrName>style.visibility</p:attrName>
                                        </p:attrNameLst>
                                      </p:cBhvr>
                                      <p:to>
                                        <p:strVal val="visible"/>
                                      </p:to>
                                    </p:set>
                                    <p:anim calcmode="lin" valueType="num">
                                      <p:cBhvr>
                                        <p:cTn id="7" dur="500" fill="hold"/>
                                        <p:tgtEl>
                                          <p:spTgt spid="360486"/>
                                        </p:tgtEl>
                                        <p:attrNameLst>
                                          <p:attrName>ppt_w</p:attrName>
                                        </p:attrNameLst>
                                      </p:cBhvr>
                                      <p:tavLst>
                                        <p:tav tm="0">
                                          <p:val>
                                            <p:fltVal val="0"/>
                                          </p:val>
                                        </p:tav>
                                        <p:tav tm="100000">
                                          <p:val>
                                            <p:strVal val="#ppt_w"/>
                                          </p:val>
                                        </p:tav>
                                      </p:tavLst>
                                    </p:anim>
                                    <p:anim calcmode="lin" valueType="num">
                                      <p:cBhvr>
                                        <p:cTn id="8" dur="500" fill="hold"/>
                                        <p:tgtEl>
                                          <p:spTgt spid="360486"/>
                                        </p:tgtEl>
                                        <p:attrNameLst>
                                          <p:attrName>ppt_h</p:attrName>
                                        </p:attrNameLst>
                                      </p:cBhvr>
                                      <p:tavLst>
                                        <p:tav tm="0">
                                          <p:val>
                                            <p:fltVal val="0"/>
                                          </p:val>
                                        </p:tav>
                                        <p:tav tm="100000">
                                          <p:val>
                                            <p:strVal val="#ppt_h"/>
                                          </p:val>
                                        </p:tav>
                                      </p:tavLst>
                                    </p:anim>
                                    <p:animEffect transition="in" filter="fade">
                                      <p:cBhvr>
                                        <p:cTn id="9" dur="500"/>
                                        <p:tgtEl>
                                          <p:spTgt spid="36048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p:cTn id="14" dur="500" fill="hold"/>
                                        <p:tgtEl>
                                          <p:spTgt spid="29"/>
                                        </p:tgtEl>
                                        <p:attrNameLst>
                                          <p:attrName>ppt_w</p:attrName>
                                        </p:attrNameLst>
                                      </p:cBhvr>
                                      <p:tavLst>
                                        <p:tav tm="0">
                                          <p:val>
                                            <p:fltVal val="0"/>
                                          </p:val>
                                        </p:tav>
                                        <p:tav tm="100000">
                                          <p:val>
                                            <p:strVal val="#ppt_w"/>
                                          </p:val>
                                        </p:tav>
                                      </p:tavLst>
                                    </p:anim>
                                    <p:anim calcmode="lin" valueType="num">
                                      <p:cBhvr>
                                        <p:cTn id="15" dur="500" fill="hold"/>
                                        <p:tgtEl>
                                          <p:spTgt spid="29"/>
                                        </p:tgtEl>
                                        <p:attrNameLst>
                                          <p:attrName>ppt_h</p:attrName>
                                        </p:attrNameLst>
                                      </p:cBhvr>
                                      <p:tavLst>
                                        <p:tav tm="0">
                                          <p:val>
                                            <p:fltVal val="0"/>
                                          </p:val>
                                        </p:tav>
                                        <p:tav tm="100000">
                                          <p:val>
                                            <p:strVal val="#ppt_h"/>
                                          </p:val>
                                        </p:tav>
                                      </p:tavLst>
                                    </p:anim>
                                    <p:animEffect transition="in" filter="fade">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60474"/>
                                        </p:tgtEl>
                                        <p:attrNameLst>
                                          <p:attrName>style.visibility</p:attrName>
                                        </p:attrNameLst>
                                      </p:cBhvr>
                                      <p:to>
                                        <p:strVal val="visible"/>
                                      </p:to>
                                    </p:set>
                                    <p:anim calcmode="lin" valueType="num">
                                      <p:cBhvr>
                                        <p:cTn id="21" dur="500" fill="hold"/>
                                        <p:tgtEl>
                                          <p:spTgt spid="360474"/>
                                        </p:tgtEl>
                                        <p:attrNameLst>
                                          <p:attrName>ppt_w</p:attrName>
                                        </p:attrNameLst>
                                      </p:cBhvr>
                                      <p:tavLst>
                                        <p:tav tm="0">
                                          <p:val>
                                            <p:fltVal val="0"/>
                                          </p:val>
                                        </p:tav>
                                        <p:tav tm="100000">
                                          <p:val>
                                            <p:strVal val="#ppt_w"/>
                                          </p:val>
                                        </p:tav>
                                      </p:tavLst>
                                    </p:anim>
                                    <p:anim calcmode="lin" valueType="num">
                                      <p:cBhvr>
                                        <p:cTn id="22" dur="500" fill="hold"/>
                                        <p:tgtEl>
                                          <p:spTgt spid="360474"/>
                                        </p:tgtEl>
                                        <p:attrNameLst>
                                          <p:attrName>ppt_h</p:attrName>
                                        </p:attrNameLst>
                                      </p:cBhvr>
                                      <p:tavLst>
                                        <p:tav tm="0">
                                          <p:val>
                                            <p:fltVal val="0"/>
                                          </p:val>
                                        </p:tav>
                                        <p:tav tm="100000">
                                          <p:val>
                                            <p:strVal val="#ppt_h"/>
                                          </p:val>
                                        </p:tav>
                                      </p:tavLst>
                                    </p:anim>
                                    <p:animEffect transition="in" filter="fade">
                                      <p:cBhvr>
                                        <p:cTn id="23" dur="500"/>
                                        <p:tgtEl>
                                          <p:spTgt spid="36047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0">
                                            <p:txEl>
                                              <p:pRg st="0" end="0"/>
                                            </p:txEl>
                                          </p:spTgt>
                                        </p:tgtEl>
                                        <p:attrNameLst>
                                          <p:attrName>style.visibility</p:attrName>
                                        </p:attrNameLst>
                                      </p:cBhvr>
                                      <p:to>
                                        <p:strVal val="visible"/>
                                      </p:to>
                                    </p:set>
                                    <p:anim calcmode="lin" valueType="num">
                                      <p:cBhvr>
                                        <p:cTn id="28"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3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0">
                                            <p:txEl>
                                              <p:pRg st="1" end="1"/>
                                            </p:txEl>
                                          </p:spTgt>
                                        </p:tgtEl>
                                        <p:attrNameLst>
                                          <p:attrName>style.visibility</p:attrName>
                                        </p:attrNameLst>
                                      </p:cBhvr>
                                      <p:to>
                                        <p:strVal val="visible"/>
                                      </p:to>
                                    </p:set>
                                    <p:anim calcmode="lin" valueType="num">
                                      <p:cBhvr>
                                        <p:cTn id="35" dur="500" fill="hold"/>
                                        <p:tgtEl>
                                          <p:spTgt spid="30">
                                            <p:txEl>
                                              <p:pRg st="1" end="1"/>
                                            </p:txEl>
                                          </p:spTgt>
                                        </p:tgtEl>
                                        <p:attrNameLst>
                                          <p:attrName>ppt_w</p:attrName>
                                        </p:attrNameLst>
                                      </p:cBhvr>
                                      <p:tavLst>
                                        <p:tav tm="0">
                                          <p:val>
                                            <p:fltVal val="0"/>
                                          </p:val>
                                        </p:tav>
                                        <p:tav tm="100000">
                                          <p:val>
                                            <p:strVal val="#ppt_w"/>
                                          </p:val>
                                        </p:tav>
                                      </p:tavLst>
                                    </p:anim>
                                    <p:anim calcmode="lin" valueType="num">
                                      <p:cBhvr>
                                        <p:cTn id="36" dur="500" fill="hold"/>
                                        <p:tgtEl>
                                          <p:spTgt spid="30">
                                            <p:txEl>
                                              <p:pRg st="1" end="1"/>
                                            </p:txEl>
                                          </p:spTgt>
                                        </p:tgtEl>
                                        <p:attrNameLst>
                                          <p:attrName>ppt_h</p:attrName>
                                        </p:attrNameLst>
                                      </p:cBhvr>
                                      <p:tavLst>
                                        <p:tav tm="0">
                                          <p:val>
                                            <p:fltVal val="0"/>
                                          </p:val>
                                        </p:tav>
                                        <p:tav tm="100000">
                                          <p:val>
                                            <p:strVal val="#ppt_h"/>
                                          </p:val>
                                        </p:tav>
                                      </p:tavLst>
                                    </p:anim>
                                    <p:animEffect transition="in" filter="fade">
                                      <p:cBhvr>
                                        <p:cTn id="37" dur="500"/>
                                        <p:tgtEl>
                                          <p:spTgt spid="3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0">
                                            <p:txEl>
                                              <p:pRg st="2" end="2"/>
                                            </p:txEl>
                                          </p:spTgt>
                                        </p:tgtEl>
                                        <p:attrNameLst>
                                          <p:attrName>style.visibility</p:attrName>
                                        </p:attrNameLst>
                                      </p:cBhvr>
                                      <p:to>
                                        <p:strVal val="visible"/>
                                      </p:to>
                                    </p:set>
                                    <p:anim calcmode="lin" valueType="num">
                                      <p:cBhvr>
                                        <p:cTn id="42" dur="500" fill="hold"/>
                                        <p:tgtEl>
                                          <p:spTgt spid="30">
                                            <p:txEl>
                                              <p:pRg st="2" end="2"/>
                                            </p:txEl>
                                          </p:spTgt>
                                        </p:tgtEl>
                                        <p:attrNameLst>
                                          <p:attrName>ppt_w</p:attrName>
                                        </p:attrNameLst>
                                      </p:cBhvr>
                                      <p:tavLst>
                                        <p:tav tm="0">
                                          <p:val>
                                            <p:fltVal val="0"/>
                                          </p:val>
                                        </p:tav>
                                        <p:tav tm="100000">
                                          <p:val>
                                            <p:strVal val="#ppt_w"/>
                                          </p:val>
                                        </p:tav>
                                      </p:tavLst>
                                    </p:anim>
                                    <p:anim calcmode="lin" valueType="num">
                                      <p:cBhvr>
                                        <p:cTn id="43" dur="500" fill="hold"/>
                                        <p:tgtEl>
                                          <p:spTgt spid="30">
                                            <p:txEl>
                                              <p:pRg st="2" end="2"/>
                                            </p:txEl>
                                          </p:spTgt>
                                        </p:tgtEl>
                                        <p:attrNameLst>
                                          <p:attrName>ppt_h</p:attrName>
                                        </p:attrNameLst>
                                      </p:cBhvr>
                                      <p:tavLst>
                                        <p:tav tm="0">
                                          <p:val>
                                            <p:fltVal val="0"/>
                                          </p:val>
                                        </p:tav>
                                        <p:tav tm="100000">
                                          <p:val>
                                            <p:strVal val="#ppt_h"/>
                                          </p:val>
                                        </p:tav>
                                      </p:tavLst>
                                    </p:anim>
                                    <p:animEffect transition="in" filter="fade">
                                      <p:cBhvr>
                                        <p:cTn id="44" dur="500"/>
                                        <p:tgtEl>
                                          <p:spTgt spid="30">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0">
                                            <p:txEl>
                                              <p:pRg st="3" end="3"/>
                                            </p:txEl>
                                          </p:spTgt>
                                        </p:tgtEl>
                                        <p:attrNameLst>
                                          <p:attrName>style.visibility</p:attrName>
                                        </p:attrNameLst>
                                      </p:cBhvr>
                                      <p:to>
                                        <p:strVal val="visible"/>
                                      </p:to>
                                    </p:set>
                                    <p:anim calcmode="lin" valueType="num">
                                      <p:cBhvr>
                                        <p:cTn id="49" dur="500" fill="hold"/>
                                        <p:tgtEl>
                                          <p:spTgt spid="30">
                                            <p:txEl>
                                              <p:pRg st="3" end="3"/>
                                            </p:txEl>
                                          </p:spTgt>
                                        </p:tgtEl>
                                        <p:attrNameLst>
                                          <p:attrName>ppt_w</p:attrName>
                                        </p:attrNameLst>
                                      </p:cBhvr>
                                      <p:tavLst>
                                        <p:tav tm="0">
                                          <p:val>
                                            <p:fltVal val="0"/>
                                          </p:val>
                                        </p:tav>
                                        <p:tav tm="100000">
                                          <p:val>
                                            <p:strVal val="#ppt_w"/>
                                          </p:val>
                                        </p:tav>
                                      </p:tavLst>
                                    </p:anim>
                                    <p:anim calcmode="lin" valueType="num">
                                      <p:cBhvr>
                                        <p:cTn id="50" dur="500" fill="hold"/>
                                        <p:tgtEl>
                                          <p:spTgt spid="30">
                                            <p:txEl>
                                              <p:pRg st="3" end="3"/>
                                            </p:txEl>
                                          </p:spTgt>
                                        </p:tgtEl>
                                        <p:attrNameLst>
                                          <p:attrName>ppt_h</p:attrName>
                                        </p:attrNameLst>
                                      </p:cBhvr>
                                      <p:tavLst>
                                        <p:tav tm="0">
                                          <p:val>
                                            <p:fltVal val="0"/>
                                          </p:val>
                                        </p:tav>
                                        <p:tav tm="100000">
                                          <p:val>
                                            <p:strVal val="#ppt_h"/>
                                          </p:val>
                                        </p:tav>
                                      </p:tavLst>
                                    </p:anim>
                                    <p:animEffect transition="in" filter="fade">
                                      <p:cBhvr>
                                        <p:cTn id="51" dur="500"/>
                                        <p:tgtEl>
                                          <p:spTgt spid="30">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xit" presetSubtype="32" fill="hold" grpId="1" nodeType="clickEffect">
                                  <p:stCondLst>
                                    <p:cond delay="0"/>
                                  </p:stCondLst>
                                  <p:childTnLst>
                                    <p:anim calcmode="lin" valueType="num">
                                      <p:cBhvr>
                                        <p:cTn id="55" dur="500"/>
                                        <p:tgtEl>
                                          <p:spTgt spid="29"/>
                                        </p:tgtEl>
                                        <p:attrNameLst>
                                          <p:attrName>ppt_w</p:attrName>
                                        </p:attrNameLst>
                                      </p:cBhvr>
                                      <p:tavLst>
                                        <p:tav tm="0">
                                          <p:val>
                                            <p:strVal val="ppt_w"/>
                                          </p:val>
                                        </p:tav>
                                        <p:tav tm="100000">
                                          <p:val>
                                            <p:fltVal val="0"/>
                                          </p:val>
                                        </p:tav>
                                      </p:tavLst>
                                    </p:anim>
                                    <p:anim calcmode="lin" valueType="num">
                                      <p:cBhvr>
                                        <p:cTn id="56" dur="500"/>
                                        <p:tgtEl>
                                          <p:spTgt spid="29"/>
                                        </p:tgtEl>
                                        <p:attrNameLst>
                                          <p:attrName>ppt_h</p:attrName>
                                        </p:attrNameLst>
                                      </p:cBhvr>
                                      <p:tavLst>
                                        <p:tav tm="0">
                                          <p:val>
                                            <p:strVal val="ppt_h"/>
                                          </p:val>
                                        </p:tav>
                                        <p:tav tm="100000">
                                          <p:val>
                                            <p:fltVal val="0"/>
                                          </p:val>
                                        </p:tav>
                                      </p:tavLst>
                                    </p:anim>
                                    <p:animEffect transition="out" filter="fade">
                                      <p:cBhvr>
                                        <p:cTn id="57" dur="500"/>
                                        <p:tgtEl>
                                          <p:spTgt spid="29"/>
                                        </p:tgtEl>
                                      </p:cBhvr>
                                    </p:animEffect>
                                    <p:set>
                                      <p:cBhvr>
                                        <p:cTn id="58" dur="1" fill="hold">
                                          <p:stCondLst>
                                            <p:cond delay="499"/>
                                          </p:stCondLst>
                                        </p:cTn>
                                        <p:tgtEl>
                                          <p:spTgt spid="29"/>
                                        </p:tgtEl>
                                        <p:attrNameLst>
                                          <p:attrName>style.visibility</p:attrName>
                                        </p:attrNameLst>
                                      </p:cBhvr>
                                      <p:to>
                                        <p:strVal val="hidden"/>
                                      </p:to>
                                    </p:set>
                                  </p:childTnLst>
                                </p:cTn>
                              </p:par>
                              <p:par>
                                <p:cTn id="59" presetID="53" presetClass="exit" presetSubtype="32" fill="hold" grpId="0" nodeType="withEffect">
                                  <p:stCondLst>
                                    <p:cond delay="0"/>
                                  </p:stCondLst>
                                  <p:childTnLst>
                                    <p:anim calcmode="lin" valueType="num">
                                      <p:cBhvr>
                                        <p:cTn id="60" dur="500"/>
                                        <p:tgtEl>
                                          <p:spTgt spid="30">
                                            <p:txEl>
                                              <p:pRg st="0" end="0"/>
                                            </p:txEl>
                                          </p:spTgt>
                                        </p:tgtEl>
                                        <p:attrNameLst>
                                          <p:attrName>ppt_w</p:attrName>
                                        </p:attrNameLst>
                                      </p:cBhvr>
                                      <p:tavLst>
                                        <p:tav tm="0">
                                          <p:val>
                                            <p:strVal val="ppt_w"/>
                                          </p:val>
                                        </p:tav>
                                        <p:tav tm="100000">
                                          <p:val>
                                            <p:fltVal val="0"/>
                                          </p:val>
                                        </p:tav>
                                      </p:tavLst>
                                    </p:anim>
                                    <p:anim calcmode="lin" valueType="num">
                                      <p:cBhvr>
                                        <p:cTn id="61" dur="500"/>
                                        <p:tgtEl>
                                          <p:spTgt spid="30">
                                            <p:txEl>
                                              <p:pRg st="0" end="0"/>
                                            </p:txEl>
                                          </p:spTgt>
                                        </p:tgtEl>
                                        <p:attrNameLst>
                                          <p:attrName>ppt_h</p:attrName>
                                        </p:attrNameLst>
                                      </p:cBhvr>
                                      <p:tavLst>
                                        <p:tav tm="0">
                                          <p:val>
                                            <p:strVal val="ppt_h"/>
                                          </p:val>
                                        </p:tav>
                                        <p:tav tm="100000">
                                          <p:val>
                                            <p:fltVal val="0"/>
                                          </p:val>
                                        </p:tav>
                                      </p:tavLst>
                                    </p:anim>
                                    <p:animEffect transition="out" filter="fade">
                                      <p:cBhvr>
                                        <p:cTn id="62" dur="500"/>
                                        <p:tgtEl>
                                          <p:spTgt spid="30">
                                            <p:txEl>
                                              <p:pRg st="0" end="0"/>
                                            </p:txEl>
                                          </p:spTgt>
                                        </p:tgtEl>
                                      </p:cBhvr>
                                    </p:animEffect>
                                    <p:set>
                                      <p:cBhvr>
                                        <p:cTn id="63" dur="1" fill="hold">
                                          <p:stCondLst>
                                            <p:cond delay="499"/>
                                          </p:stCondLst>
                                        </p:cTn>
                                        <p:tgtEl>
                                          <p:spTgt spid="30">
                                            <p:txEl>
                                              <p:pRg st="0" end="0"/>
                                            </p:txEl>
                                          </p:spTgt>
                                        </p:tgtEl>
                                        <p:attrNameLst>
                                          <p:attrName>style.visibility</p:attrName>
                                        </p:attrNameLst>
                                      </p:cBhvr>
                                      <p:to>
                                        <p:strVal val="hidden"/>
                                      </p:to>
                                    </p:set>
                                  </p:childTnLst>
                                </p:cTn>
                              </p:par>
                              <p:par>
                                <p:cTn id="64" presetID="53" presetClass="exit" presetSubtype="32" fill="hold" grpId="0" nodeType="withEffect">
                                  <p:stCondLst>
                                    <p:cond delay="0"/>
                                  </p:stCondLst>
                                  <p:childTnLst>
                                    <p:anim calcmode="lin" valueType="num">
                                      <p:cBhvr>
                                        <p:cTn id="65" dur="500"/>
                                        <p:tgtEl>
                                          <p:spTgt spid="30">
                                            <p:txEl>
                                              <p:pRg st="1" end="1"/>
                                            </p:txEl>
                                          </p:spTgt>
                                        </p:tgtEl>
                                        <p:attrNameLst>
                                          <p:attrName>ppt_w</p:attrName>
                                        </p:attrNameLst>
                                      </p:cBhvr>
                                      <p:tavLst>
                                        <p:tav tm="0">
                                          <p:val>
                                            <p:strVal val="ppt_w"/>
                                          </p:val>
                                        </p:tav>
                                        <p:tav tm="100000">
                                          <p:val>
                                            <p:fltVal val="0"/>
                                          </p:val>
                                        </p:tav>
                                      </p:tavLst>
                                    </p:anim>
                                    <p:anim calcmode="lin" valueType="num">
                                      <p:cBhvr>
                                        <p:cTn id="66" dur="500"/>
                                        <p:tgtEl>
                                          <p:spTgt spid="30">
                                            <p:txEl>
                                              <p:pRg st="1" end="1"/>
                                            </p:txEl>
                                          </p:spTgt>
                                        </p:tgtEl>
                                        <p:attrNameLst>
                                          <p:attrName>ppt_h</p:attrName>
                                        </p:attrNameLst>
                                      </p:cBhvr>
                                      <p:tavLst>
                                        <p:tav tm="0">
                                          <p:val>
                                            <p:strVal val="ppt_h"/>
                                          </p:val>
                                        </p:tav>
                                        <p:tav tm="100000">
                                          <p:val>
                                            <p:fltVal val="0"/>
                                          </p:val>
                                        </p:tav>
                                      </p:tavLst>
                                    </p:anim>
                                    <p:animEffect transition="out" filter="fade">
                                      <p:cBhvr>
                                        <p:cTn id="67" dur="500"/>
                                        <p:tgtEl>
                                          <p:spTgt spid="30">
                                            <p:txEl>
                                              <p:pRg st="1" end="1"/>
                                            </p:txEl>
                                          </p:spTgt>
                                        </p:tgtEl>
                                      </p:cBhvr>
                                    </p:animEffect>
                                    <p:set>
                                      <p:cBhvr>
                                        <p:cTn id="68" dur="1" fill="hold">
                                          <p:stCondLst>
                                            <p:cond delay="499"/>
                                          </p:stCondLst>
                                        </p:cTn>
                                        <p:tgtEl>
                                          <p:spTgt spid="30">
                                            <p:txEl>
                                              <p:pRg st="1" end="1"/>
                                            </p:txEl>
                                          </p:spTgt>
                                        </p:tgtEl>
                                        <p:attrNameLst>
                                          <p:attrName>style.visibility</p:attrName>
                                        </p:attrNameLst>
                                      </p:cBhvr>
                                      <p:to>
                                        <p:strVal val="hidden"/>
                                      </p:to>
                                    </p:set>
                                  </p:childTnLst>
                                </p:cTn>
                              </p:par>
                              <p:par>
                                <p:cTn id="69" presetID="53" presetClass="exit" presetSubtype="32" fill="hold" grpId="0" nodeType="withEffect">
                                  <p:stCondLst>
                                    <p:cond delay="0"/>
                                  </p:stCondLst>
                                  <p:childTnLst>
                                    <p:anim calcmode="lin" valueType="num">
                                      <p:cBhvr>
                                        <p:cTn id="70" dur="500"/>
                                        <p:tgtEl>
                                          <p:spTgt spid="30">
                                            <p:txEl>
                                              <p:pRg st="2" end="2"/>
                                            </p:txEl>
                                          </p:spTgt>
                                        </p:tgtEl>
                                        <p:attrNameLst>
                                          <p:attrName>ppt_w</p:attrName>
                                        </p:attrNameLst>
                                      </p:cBhvr>
                                      <p:tavLst>
                                        <p:tav tm="0">
                                          <p:val>
                                            <p:strVal val="ppt_w"/>
                                          </p:val>
                                        </p:tav>
                                        <p:tav tm="100000">
                                          <p:val>
                                            <p:fltVal val="0"/>
                                          </p:val>
                                        </p:tav>
                                      </p:tavLst>
                                    </p:anim>
                                    <p:anim calcmode="lin" valueType="num">
                                      <p:cBhvr>
                                        <p:cTn id="71" dur="500"/>
                                        <p:tgtEl>
                                          <p:spTgt spid="30">
                                            <p:txEl>
                                              <p:pRg st="2" end="2"/>
                                            </p:txEl>
                                          </p:spTgt>
                                        </p:tgtEl>
                                        <p:attrNameLst>
                                          <p:attrName>ppt_h</p:attrName>
                                        </p:attrNameLst>
                                      </p:cBhvr>
                                      <p:tavLst>
                                        <p:tav tm="0">
                                          <p:val>
                                            <p:strVal val="ppt_h"/>
                                          </p:val>
                                        </p:tav>
                                        <p:tav tm="100000">
                                          <p:val>
                                            <p:fltVal val="0"/>
                                          </p:val>
                                        </p:tav>
                                      </p:tavLst>
                                    </p:anim>
                                    <p:animEffect transition="out" filter="fade">
                                      <p:cBhvr>
                                        <p:cTn id="72" dur="500"/>
                                        <p:tgtEl>
                                          <p:spTgt spid="30">
                                            <p:txEl>
                                              <p:pRg st="2" end="2"/>
                                            </p:txEl>
                                          </p:spTgt>
                                        </p:tgtEl>
                                      </p:cBhvr>
                                    </p:animEffect>
                                    <p:set>
                                      <p:cBhvr>
                                        <p:cTn id="73" dur="1" fill="hold">
                                          <p:stCondLst>
                                            <p:cond delay="499"/>
                                          </p:stCondLst>
                                        </p:cTn>
                                        <p:tgtEl>
                                          <p:spTgt spid="30">
                                            <p:txEl>
                                              <p:pRg st="2" end="2"/>
                                            </p:txEl>
                                          </p:spTgt>
                                        </p:tgtEl>
                                        <p:attrNameLst>
                                          <p:attrName>style.visibility</p:attrName>
                                        </p:attrNameLst>
                                      </p:cBhvr>
                                      <p:to>
                                        <p:strVal val="hidden"/>
                                      </p:to>
                                    </p:set>
                                  </p:childTnLst>
                                </p:cTn>
                              </p:par>
                              <p:par>
                                <p:cTn id="74" presetID="53" presetClass="exit" presetSubtype="32" fill="hold" grpId="0" nodeType="withEffect">
                                  <p:stCondLst>
                                    <p:cond delay="0"/>
                                  </p:stCondLst>
                                  <p:childTnLst>
                                    <p:anim calcmode="lin" valueType="num">
                                      <p:cBhvr>
                                        <p:cTn id="75" dur="500"/>
                                        <p:tgtEl>
                                          <p:spTgt spid="30">
                                            <p:txEl>
                                              <p:pRg st="3" end="3"/>
                                            </p:txEl>
                                          </p:spTgt>
                                        </p:tgtEl>
                                        <p:attrNameLst>
                                          <p:attrName>ppt_w</p:attrName>
                                        </p:attrNameLst>
                                      </p:cBhvr>
                                      <p:tavLst>
                                        <p:tav tm="0">
                                          <p:val>
                                            <p:strVal val="ppt_w"/>
                                          </p:val>
                                        </p:tav>
                                        <p:tav tm="100000">
                                          <p:val>
                                            <p:fltVal val="0"/>
                                          </p:val>
                                        </p:tav>
                                      </p:tavLst>
                                    </p:anim>
                                    <p:anim calcmode="lin" valueType="num">
                                      <p:cBhvr>
                                        <p:cTn id="76" dur="500"/>
                                        <p:tgtEl>
                                          <p:spTgt spid="30">
                                            <p:txEl>
                                              <p:pRg st="3" end="3"/>
                                            </p:txEl>
                                          </p:spTgt>
                                        </p:tgtEl>
                                        <p:attrNameLst>
                                          <p:attrName>ppt_h</p:attrName>
                                        </p:attrNameLst>
                                      </p:cBhvr>
                                      <p:tavLst>
                                        <p:tav tm="0">
                                          <p:val>
                                            <p:strVal val="ppt_h"/>
                                          </p:val>
                                        </p:tav>
                                        <p:tav tm="100000">
                                          <p:val>
                                            <p:fltVal val="0"/>
                                          </p:val>
                                        </p:tav>
                                      </p:tavLst>
                                    </p:anim>
                                    <p:animEffect transition="out" filter="fade">
                                      <p:cBhvr>
                                        <p:cTn id="77" dur="500"/>
                                        <p:tgtEl>
                                          <p:spTgt spid="30">
                                            <p:txEl>
                                              <p:pRg st="3" end="3"/>
                                            </p:txEl>
                                          </p:spTgt>
                                        </p:tgtEl>
                                      </p:cBhvr>
                                    </p:animEffect>
                                    <p:set>
                                      <p:cBhvr>
                                        <p:cTn id="78" dur="1" fill="hold">
                                          <p:stCondLst>
                                            <p:cond delay="499"/>
                                          </p:stCondLst>
                                        </p:cTn>
                                        <p:tgtEl>
                                          <p:spTgt spid="30">
                                            <p:txEl>
                                              <p:pRg st="3" end="3"/>
                                            </p:txEl>
                                          </p:spTgt>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p:cTn id="83" dur="500" fill="hold"/>
                                        <p:tgtEl>
                                          <p:spTgt spid="34"/>
                                        </p:tgtEl>
                                        <p:attrNameLst>
                                          <p:attrName>ppt_w</p:attrName>
                                        </p:attrNameLst>
                                      </p:cBhvr>
                                      <p:tavLst>
                                        <p:tav tm="0">
                                          <p:val>
                                            <p:fltVal val="0"/>
                                          </p:val>
                                        </p:tav>
                                        <p:tav tm="100000">
                                          <p:val>
                                            <p:strVal val="#ppt_w"/>
                                          </p:val>
                                        </p:tav>
                                      </p:tavLst>
                                    </p:anim>
                                    <p:anim calcmode="lin" valueType="num">
                                      <p:cBhvr>
                                        <p:cTn id="84" dur="500" fill="hold"/>
                                        <p:tgtEl>
                                          <p:spTgt spid="34"/>
                                        </p:tgtEl>
                                        <p:attrNameLst>
                                          <p:attrName>ppt_h</p:attrName>
                                        </p:attrNameLst>
                                      </p:cBhvr>
                                      <p:tavLst>
                                        <p:tav tm="0">
                                          <p:val>
                                            <p:fltVal val="0"/>
                                          </p:val>
                                        </p:tav>
                                        <p:tav tm="100000">
                                          <p:val>
                                            <p:strVal val="#ppt_h"/>
                                          </p:val>
                                        </p:tav>
                                      </p:tavLst>
                                    </p:anim>
                                    <p:animEffect transition="in" filter="fade">
                                      <p:cBhvr>
                                        <p:cTn id="85" dur="500"/>
                                        <p:tgtEl>
                                          <p:spTgt spid="34"/>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360475"/>
                                        </p:tgtEl>
                                        <p:attrNameLst>
                                          <p:attrName>style.visibility</p:attrName>
                                        </p:attrNameLst>
                                      </p:cBhvr>
                                      <p:to>
                                        <p:strVal val="visible"/>
                                      </p:to>
                                    </p:set>
                                    <p:anim calcmode="lin" valueType="num">
                                      <p:cBhvr>
                                        <p:cTn id="90" dur="500" fill="hold"/>
                                        <p:tgtEl>
                                          <p:spTgt spid="360475"/>
                                        </p:tgtEl>
                                        <p:attrNameLst>
                                          <p:attrName>ppt_w</p:attrName>
                                        </p:attrNameLst>
                                      </p:cBhvr>
                                      <p:tavLst>
                                        <p:tav tm="0">
                                          <p:val>
                                            <p:fltVal val="0"/>
                                          </p:val>
                                        </p:tav>
                                        <p:tav tm="100000">
                                          <p:val>
                                            <p:strVal val="#ppt_w"/>
                                          </p:val>
                                        </p:tav>
                                      </p:tavLst>
                                    </p:anim>
                                    <p:anim calcmode="lin" valueType="num">
                                      <p:cBhvr>
                                        <p:cTn id="91" dur="500" fill="hold"/>
                                        <p:tgtEl>
                                          <p:spTgt spid="360475"/>
                                        </p:tgtEl>
                                        <p:attrNameLst>
                                          <p:attrName>ppt_h</p:attrName>
                                        </p:attrNameLst>
                                      </p:cBhvr>
                                      <p:tavLst>
                                        <p:tav tm="0">
                                          <p:val>
                                            <p:fltVal val="0"/>
                                          </p:val>
                                        </p:tav>
                                        <p:tav tm="100000">
                                          <p:val>
                                            <p:strVal val="#ppt_h"/>
                                          </p:val>
                                        </p:tav>
                                      </p:tavLst>
                                    </p:anim>
                                    <p:animEffect transition="in" filter="fade">
                                      <p:cBhvr>
                                        <p:cTn id="92" dur="500"/>
                                        <p:tgtEl>
                                          <p:spTgt spid="360475"/>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31">
                                            <p:txEl>
                                              <p:pRg st="0" end="0"/>
                                            </p:txEl>
                                          </p:spTgt>
                                        </p:tgtEl>
                                        <p:attrNameLst>
                                          <p:attrName>style.visibility</p:attrName>
                                        </p:attrNameLst>
                                      </p:cBhvr>
                                      <p:to>
                                        <p:strVal val="visible"/>
                                      </p:to>
                                    </p:set>
                                    <p:anim calcmode="lin" valueType="num">
                                      <p:cBhvr>
                                        <p:cTn id="97" dur="500" fill="hold"/>
                                        <p:tgtEl>
                                          <p:spTgt spid="31">
                                            <p:txEl>
                                              <p:pRg st="0" end="0"/>
                                            </p:txEl>
                                          </p:spTgt>
                                        </p:tgtEl>
                                        <p:attrNameLst>
                                          <p:attrName>ppt_w</p:attrName>
                                        </p:attrNameLst>
                                      </p:cBhvr>
                                      <p:tavLst>
                                        <p:tav tm="0">
                                          <p:val>
                                            <p:fltVal val="0"/>
                                          </p:val>
                                        </p:tav>
                                        <p:tav tm="100000">
                                          <p:val>
                                            <p:strVal val="#ppt_w"/>
                                          </p:val>
                                        </p:tav>
                                      </p:tavLst>
                                    </p:anim>
                                    <p:anim calcmode="lin" valueType="num">
                                      <p:cBhvr>
                                        <p:cTn id="98" dur="500" fill="hold"/>
                                        <p:tgtEl>
                                          <p:spTgt spid="31">
                                            <p:txEl>
                                              <p:pRg st="0" end="0"/>
                                            </p:txEl>
                                          </p:spTgt>
                                        </p:tgtEl>
                                        <p:attrNameLst>
                                          <p:attrName>ppt_h</p:attrName>
                                        </p:attrNameLst>
                                      </p:cBhvr>
                                      <p:tavLst>
                                        <p:tav tm="0">
                                          <p:val>
                                            <p:fltVal val="0"/>
                                          </p:val>
                                        </p:tav>
                                        <p:tav tm="100000">
                                          <p:val>
                                            <p:strVal val="#ppt_h"/>
                                          </p:val>
                                        </p:tav>
                                      </p:tavLst>
                                    </p:anim>
                                    <p:animEffect transition="in" filter="fade">
                                      <p:cBhvr>
                                        <p:cTn id="99" dur="500"/>
                                        <p:tgtEl>
                                          <p:spTgt spid="31">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31">
                                            <p:txEl>
                                              <p:pRg st="1" end="1"/>
                                            </p:txEl>
                                          </p:spTgt>
                                        </p:tgtEl>
                                        <p:attrNameLst>
                                          <p:attrName>style.visibility</p:attrName>
                                        </p:attrNameLst>
                                      </p:cBhvr>
                                      <p:to>
                                        <p:strVal val="visible"/>
                                      </p:to>
                                    </p:set>
                                    <p:anim calcmode="lin" valueType="num">
                                      <p:cBhvr>
                                        <p:cTn id="104" dur="500" fill="hold"/>
                                        <p:tgtEl>
                                          <p:spTgt spid="31">
                                            <p:txEl>
                                              <p:pRg st="1" end="1"/>
                                            </p:txEl>
                                          </p:spTgt>
                                        </p:tgtEl>
                                        <p:attrNameLst>
                                          <p:attrName>ppt_w</p:attrName>
                                        </p:attrNameLst>
                                      </p:cBhvr>
                                      <p:tavLst>
                                        <p:tav tm="0">
                                          <p:val>
                                            <p:fltVal val="0"/>
                                          </p:val>
                                        </p:tav>
                                        <p:tav tm="100000">
                                          <p:val>
                                            <p:strVal val="#ppt_w"/>
                                          </p:val>
                                        </p:tav>
                                      </p:tavLst>
                                    </p:anim>
                                    <p:anim calcmode="lin" valueType="num">
                                      <p:cBhvr>
                                        <p:cTn id="105" dur="500" fill="hold"/>
                                        <p:tgtEl>
                                          <p:spTgt spid="31">
                                            <p:txEl>
                                              <p:pRg st="1" end="1"/>
                                            </p:txEl>
                                          </p:spTgt>
                                        </p:tgtEl>
                                        <p:attrNameLst>
                                          <p:attrName>ppt_h</p:attrName>
                                        </p:attrNameLst>
                                      </p:cBhvr>
                                      <p:tavLst>
                                        <p:tav tm="0">
                                          <p:val>
                                            <p:fltVal val="0"/>
                                          </p:val>
                                        </p:tav>
                                        <p:tav tm="100000">
                                          <p:val>
                                            <p:strVal val="#ppt_h"/>
                                          </p:val>
                                        </p:tav>
                                      </p:tavLst>
                                    </p:anim>
                                    <p:animEffect transition="in" filter="fade">
                                      <p:cBhvr>
                                        <p:cTn id="106" dur="500"/>
                                        <p:tgtEl>
                                          <p:spTgt spid="31">
                                            <p:txEl>
                                              <p:pRg st="1" end="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53" presetClass="exit" presetSubtype="32" fill="hold" grpId="1" nodeType="clickEffect">
                                  <p:stCondLst>
                                    <p:cond delay="0"/>
                                  </p:stCondLst>
                                  <p:childTnLst>
                                    <p:anim calcmode="lin" valueType="num">
                                      <p:cBhvr>
                                        <p:cTn id="110" dur="500"/>
                                        <p:tgtEl>
                                          <p:spTgt spid="34"/>
                                        </p:tgtEl>
                                        <p:attrNameLst>
                                          <p:attrName>ppt_w</p:attrName>
                                        </p:attrNameLst>
                                      </p:cBhvr>
                                      <p:tavLst>
                                        <p:tav tm="0">
                                          <p:val>
                                            <p:strVal val="ppt_w"/>
                                          </p:val>
                                        </p:tav>
                                        <p:tav tm="100000">
                                          <p:val>
                                            <p:fltVal val="0"/>
                                          </p:val>
                                        </p:tav>
                                      </p:tavLst>
                                    </p:anim>
                                    <p:anim calcmode="lin" valueType="num">
                                      <p:cBhvr>
                                        <p:cTn id="111" dur="500"/>
                                        <p:tgtEl>
                                          <p:spTgt spid="34"/>
                                        </p:tgtEl>
                                        <p:attrNameLst>
                                          <p:attrName>ppt_h</p:attrName>
                                        </p:attrNameLst>
                                      </p:cBhvr>
                                      <p:tavLst>
                                        <p:tav tm="0">
                                          <p:val>
                                            <p:strVal val="ppt_h"/>
                                          </p:val>
                                        </p:tav>
                                        <p:tav tm="100000">
                                          <p:val>
                                            <p:fltVal val="0"/>
                                          </p:val>
                                        </p:tav>
                                      </p:tavLst>
                                    </p:anim>
                                    <p:animEffect transition="out" filter="fade">
                                      <p:cBhvr>
                                        <p:cTn id="112" dur="500"/>
                                        <p:tgtEl>
                                          <p:spTgt spid="34"/>
                                        </p:tgtEl>
                                      </p:cBhvr>
                                    </p:animEffect>
                                    <p:set>
                                      <p:cBhvr>
                                        <p:cTn id="113" dur="1" fill="hold">
                                          <p:stCondLst>
                                            <p:cond delay="499"/>
                                          </p:stCondLst>
                                        </p:cTn>
                                        <p:tgtEl>
                                          <p:spTgt spid="34"/>
                                        </p:tgtEl>
                                        <p:attrNameLst>
                                          <p:attrName>style.visibility</p:attrName>
                                        </p:attrNameLst>
                                      </p:cBhvr>
                                      <p:to>
                                        <p:strVal val="hidden"/>
                                      </p:to>
                                    </p:set>
                                  </p:childTnLst>
                                </p:cTn>
                              </p:par>
                              <p:par>
                                <p:cTn id="114" presetID="53" presetClass="exit" presetSubtype="32" fill="hold" grpId="0" nodeType="withEffect">
                                  <p:stCondLst>
                                    <p:cond delay="0"/>
                                  </p:stCondLst>
                                  <p:childTnLst>
                                    <p:anim calcmode="lin" valueType="num">
                                      <p:cBhvr>
                                        <p:cTn id="115" dur="500"/>
                                        <p:tgtEl>
                                          <p:spTgt spid="31">
                                            <p:txEl>
                                              <p:pRg st="0" end="0"/>
                                            </p:txEl>
                                          </p:spTgt>
                                        </p:tgtEl>
                                        <p:attrNameLst>
                                          <p:attrName>ppt_w</p:attrName>
                                        </p:attrNameLst>
                                      </p:cBhvr>
                                      <p:tavLst>
                                        <p:tav tm="0">
                                          <p:val>
                                            <p:strVal val="ppt_w"/>
                                          </p:val>
                                        </p:tav>
                                        <p:tav tm="100000">
                                          <p:val>
                                            <p:fltVal val="0"/>
                                          </p:val>
                                        </p:tav>
                                      </p:tavLst>
                                    </p:anim>
                                    <p:anim calcmode="lin" valueType="num">
                                      <p:cBhvr>
                                        <p:cTn id="116" dur="500"/>
                                        <p:tgtEl>
                                          <p:spTgt spid="31">
                                            <p:txEl>
                                              <p:pRg st="0" end="0"/>
                                            </p:txEl>
                                          </p:spTgt>
                                        </p:tgtEl>
                                        <p:attrNameLst>
                                          <p:attrName>ppt_h</p:attrName>
                                        </p:attrNameLst>
                                      </p:cBhvr>
                                      <p:tavLst>
                                        <p:tav tm="0">
                                          <p:val>
                                            <p:strVal val="ppt_h"/>
                                          </p:val>
                                        </p:tav>
                                        <p:tav tm="100000">
                                          <p:val>
                                            <p:fltVal val="0"/>
                                          </p:val>
                                        </p:tav>
                                      </p:tavLst>
                                    </p:anim>
                                    <p:animEffect transition="out" filter="fade">
                                      <p:cBhvr>
                                        <p:cTn id="117" dur="500"/>
                                        <p:tgtEl>
                                          <p:spTgt spid="31">
                                            <p:txEl>
                                              <p:pRg st="0" end="0"/>
                                            </p:txEl>
                                          </p:spTgt>
                                        </p:tgtEl>
                                      </p:cBhvr>
                                    </p:animEffect>
                                    <p:set>
                                      <p:cBhvr>
                                        <p:cTn id="118" dur="1" fill="hold">
                                          <p:stCondLst>
                                            <p:cond delay="499"/>
                                          </p:stCondLst>
                                        </p:cTn>
                                        <p:tgtEl>
                                          <p:spTgt spid="31">
                                            <p:txEl>
                                              <p:pRg st="0" end="0"/>
                                            </p:txEl>
                                          </p:spTgt>
                                        </p:tgtEl>
                                        <p:attrNameLst>
                                          <p:attrName>style.visibility</p:attrName>
                                        </p:attrNameLst>
                                      </p:cBhvr>
                                      <p:to>
                                        <p:strVal val="hidden"/>
                                      </p:to>
                                    </p:set>
                                  </p:childTnLst>
                                </p:cTn>
                              </p:par>
                              <p:par>
                                <p:cTn id="119" presetID="53" presetClass="exit" presetSubtype="32" fill="hold" grpId="0" nodeType="withEffect">
                                  <p:stCondLst>
                                    <p:cond delay="0"/>
                                  </p:stCondLst>
                                  <p:childTnLst>
                                    <p:anim calcmode="lin" valueType="num">
                                      <p:cBhvr>
                                        <p:cTn id="120" dur="500"/>
                                        <p:tgtEl>
                                          <p:spTgt spid="31">
                                            <p:txEl>
                                              <p:pRg st="1" end="1"/>
                                            </p:txEl>
                                          </p:spTgt>
                                        </p:tgtEl>
                                        <p:attrNameLst>
                                          <p:attrName>ppt_w</p:attrName>
                                        </p:attrNameLst>
                                      </p:cBhvr>
                                      <p:tavLst>
                                        <p:tav tm="0">
                                          <p:val>
                                            <p:strVal val="ppt_w"/>
                                          </p:val>
                                        </p:tav>
                                        <p:tav tm="100000">
                                          <p:val>
                                            <p:fltVal val="0"/>
                                          </p:val>
                                        </p:tav>
                                      </p:tavLst>
                                    </p:anim>
                                    <p:anim calcmode="lin" valueType="num">
                                      <p:cBhvr>
                                        <p:cTn id="121" dur="500"/>
                                        <p:tgtEl>
                                          <p:spTgt spid="31">
                                            <p:txEl>
                                              <p:pRg st="1" end="1"/>
                                            </p:txEl>
                                          </p:spTgt>
                                        </p:tgtEl>
                                        <p:attrNameLst>
                                          <p:attrName>ppt_h</p:attrName>
                                        </p:attrNameLst>
                                      </p:cBhvr>
                                      <p:tavLst>
                                        <p:tav tm="0">
                                          <p:val>
                                            <p:strVal val="ppt_h"/>
                                          </p:val>
                                        </p:tav>
                                        <p:tav tm="100000">
                                          <p:val>
                                            <p:fltVal val="0"/>
                                          </p:val>
                                        </p:tav>
                                      </p:tavLst>
                                    </p:anim>
                                    <p:animEffect transition="out" filter="fade">
                                      <p:cBhvr>
                                        <p:cTn id="122" dur="500"/>
                                        <p:tgtEl>
                                          <p:spTgt spid="31">
                                            <p:txEl>
                                              <p:pRg st="1" end="1"/>
                                            </p:txEl>
                                          </p:spTgt>
                                        </p:tgtEl>
                                      </p:cBhvr>
                                    </p:animEffect>
                                    <p:set>
                                      <p:cBhvr>
                                        <p:cTn id="123" dur="1" fill="hold">
                                          <p:stCondLst>
                                            <p:cond delay="499"/>
                                          </p:stCondLst>
                                        </p:cTn>
                                        <p:tgtEl>
                                          <p:spTgt spid="31">
                                            <p:txEl>
                                              <p:pRg st="1" end="1"/>
                                            </p:txEl>
                                          </p:spTgt>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53" presetClass="entr" presetSubtype="16" fill="hold" grpId="0" nodeType="clickEffect">
                                  <p:stCondLst>
                                    <p:cond delay="0"/>
                                  </p:stCondLst>
                                  <p:childTnLst>
                                    <p:set>
                                      <p:cBhvr>
                                        <p:cTn id="127" dur="1" fill="hold">
                                          <p:stCondLst>
                                            <p:cond delay="0"/>
                                          </p:stCondLst>
                                        </p:cTn>
                                        <p:tgtEl>
                                          <p:spTgt spid="27"/>
                                        </p:tgtEl>
                                        <p:attrNameLst>
                                          <p:attrName>style.visibility</p:attrName>
                                        </p:attrNameLst>
                                      </p:cBhvr>
                                      <p:to>
                                        <p:strVal val="visible"/>
                                      </p:to>
                                    </p:set>
                                    <p:anim calcmode="lin" valueType="num">
                                      <p:cBhvr>
                                        <p:cTn id="128" dur="500" fill="hold"/>
                                        <p:tgtEl>
                                          <p:spTgt spid="27"/>
                                        </p:tgtEl>
                                        <p:attrNameLst>
                                          <p:attrName>ppt_w</p:attrName>
                                        </p:attrNameLst>
                                      </p:cBhvr>
                                      <p:tavLst>
                                        <p:tav tm="0">
                                          <p:val>
                                            <p:fltVal val="0"/>
                                          </p:val>
                                        </p:tav>
                                        <p:tav tm="100000">
                                          <p:val>
                                            <p:strVal val="#ppt_w"/>
                                          </p:val>
                                        </p:tav>
                                      </p:tavLst>
                                    </p:anim>
                                    <p:anim calcmode="lin" valueType="num">
                                      <p:cBhvr>
                                        <p:cTn id="129" dur="500" fill="hold"/>
                                        <p:tgtEl>
                                          <p:spTgt spid="27"/>
                                        </p:tgtEl>
                                        <p:attrNameLst>
                                          <p:attrName>ppt_h</p:attrName>
                                        </p:attrNameLst>
                                      </p:cBhvr>
                                      <p:tavLst>
                                        <p:tav tm="0">
                                          <p:val>
                                            <p:fltVal val="0"/>
                                          </p:val>
                                        </p:tav>
                                        <p:tav tm="100000">
                                          <p:val>
                                            <p:strVal val="#ppt_h"/>
                                          </p:val>
                                        </p:tav>
                                      </p:tavLst>
                                    </p:anim>
                                    <p:animEffect transition="in" filter="fade">
                                      <p:cBhvr>
                                        <p:cTn id="130" dur="500"/>
                                        <p:tgtEl>
                                          <p:spTgt spid="27"/>
                                        </p:tgtEl>
                                      </p:cBhvr>
                                    </p:animEffect>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grpId="0" nodeType="clickEffect">
                                  <p:stCondLst>
                                    <p:cond delay="0"/>
                                  </p:stCondLst>
                                  <p:childTnLst>
                                    <p:set>
                                      <p:cBhvr>
                                        <p:cTn id="134" dur="1" fill="hold">
                                          <p:stCondLst>
                                            <p:cond delay="0"/>
                                          </p:stCondLst>
                                        </p:cTn>
                                        <p:tgtEl>
                                          <p:spTgt spid="360476"/>
                                        </p:tgtEl>
                                        <p:attrNameLst>
                                          <p:attrName>style.visibility</p:attrName>
                                        </p:attrNameLst>
                                      </p:cBhvr>
                                      <p:to>
                                        <p:strVal val="visible"/>
                                      </p:to>
                                    </p:set>
                                    <p:anim calcmode="lin" valueType="num">
                                      <p:cBhvr>
                                        <p:cTn id="135" dur="500" fill="hold"/>
                                        <p:tgtEl>
                                          <p:spTgt spid="360476"/>
                                        </p:tgtEl>
                                        <p:attrNameLst>
                                          <p:attrName>ppt_w</p:attrName>
                                        </p:attrNameLst>
                                      </p:cBhvr>
                                      <p:tavLst>
                                        <p:tav tm="0">
                                          <p:val>
                                            <p:fltVal val="0"/>
                                          </p:val>
                                        </p:tav>
                                        <p:tav tm="100000">
                                          <p:val>
                                            <p:strVal val="#ppt_w"/>
                                          </p:val>
                                        </p:tav>
                                      </p:tavLst>
                                    </p:anim>
                                    <p:anim calcmode="lin" valueType="num">
                                      <p:cBhvr>
                                        <p:cTn id="136" dur="500" fill="hold"/>
                                        <p:tgtEl>
                                          <p:spTgt spid="360476"/>
                                        </p:tgtEl>
                                        <p:attrNameLst>
                                          <p:attrName>ppt_h</p:attrName>
                                        </p:attrNameLst>
                                      </p:cBhvr>
                                      <p:tavLst>
                                        <p:tav tm="0">
                                          <p:val>
                                            <p:fltVal val="0"/>
                                          </p:val>
                                        </p:tav>
                                        <p:tav tm="100000">
                                          <p:val>
                                            <p:strVal val="#ppt_h"/>
                                          </p:val>
                                        </p:tav>
                                      </p:tavLst>
                                    </p:anim>
                                    <p:animEffect transition="in" filter="fade">
                                      <p:cBhvr>
                                        <p:cTn id="137" dur="500"/>
                                        <p:tgtEl>
                                          <p:spTgt spid="360476"/>
                                        </p:tgtEl>
                                      </p:cBhvr>
                                    </p:animEffect>
                                  </p:childTnLst>
                                </p:cTn>
                              </p:par>
                            </p:childTnLst>
                          </p:cTn>
                        </p:par>
                      </p:childTnLst>
                    </p:cTn>
                  </p:par>
                  <p:par>
                    <p:cTn id="138" fill="hold">
                      <p:stCondLst>
                        <p:cond delay="indefinite"/>
                      </p:stCondLst>
                      <p:childTnLst>
                        <p:par>
                          <p:cTn id="139" fill="hold">
                            <p:stCondLst>
                              <p:cond delay="0"/>
                            </p:stCondLst>
                            <p:childTnLst>
                              <p:par>
                                <p:cTn id="140" presetID="53" presetClass="entr" presetSubtype="16" fill="hold" nodeType="clickEffect">
                                  <p:stCondLst>
                                    <p:cond delay="0"/>
                                  </p:stCondLst>
                                  <p:childTnLst>
                                    <p:set>
                                      <p:cBhvr>
                                        <p:cTn id="141" dur="1" fill="hold">
                                          <p:stCondLst>
                                            <p:cond delay="0"/>
                                          </p:stCondLst>
                                        </p:cTn>
                                        <p:tgtEl>
                                          <p:spTgt spid="25">
                                            <p:txEl>
                                              <p:pRg st="0" end="0"/>
                                            </p:txEl>
                                          </p:spTgt>
                                        </p:tgtEl>
                                        <p:attrNameLst>
                                          <p:attrName>style.visibility</p:attrName>
                                        </p:attrNameLst>
                                      </p:cBhvr>
                                      <p:to>
                                        <p:strVal val="visible"/>
                                      </p:to>
                                    </p:set>
                                    <p:anim calcmode="lin" valueType="num">
                                      <p:cBhvr>
                                        <p:cTn id="142" dur="500" fill="hold"/>
                                        <p:tgtEl>
                                          <p:spTgt spid="25">
                                            <p:txEl>
                                              <p:pRg st="0" end="0"/>
                                            </p:txEl>
                                          </p:spTgt>
                                        </p:tgtEl>
                                        <p:attrNameLst>
                                          <p:attrName>ppt_w</p:attrName>
                                        </p:attrNameLst>
                                      </p:cBhvr>
                                      <p:tavLst>
                                        <p:tav tm="0">
                                          <p:val>
                                            <p:fltVal val="0"/>
                                          </p:val>
                                        </p:tav>
                                        <p:tav tm="100000">
                                          <p:val>
                                            <p:strVal val="#ppt_w"/>
                                          </p:val>
                                        </p:tav>
                                      </p:tavLst>
                                    </p:anim>
                                    <p:anim calcmode="lin" valueType="num">
                                      <p:cBhvr>
                                        <p:cTn id="143" dur="500" fill="hold"/>
                                        <p:tgtEl>
                                          <p:spTgt spid="25">
                                            <p:txEl>
                                              <p:pRg st="0" end="0"/>
                                            </p:txEl>
                                          </p:spTgt>
                                        </p:tgtEl>
                                        <p:attrNameLst>
                                          <p:attrName>ppt_h</p:attrName>
                                        </p:attrNameLst>
                                      </p:cBhvr>
                                      <p:tavLst>
                                        <p:tav tm="0">
                                          <p:val>
                                            <p:fltVal val="0"/>
                                          </p:val>
                                        </p:tav>
                                        <p:tav tm="100000">
                                          <p:val>
                                            <p:strVal val="#ppt_h"/>
                                          </p:val>
                                        </p:tav>
                                      </p:tavLst>
                                    </p:anim>
                                    <p:animEffect transition="in" filter="fade">
                                      <p:cBhvr>
                                        <p:cTn id="144" dur="500"/>
                                        <p:tgtEl>
                                          <p:spTgt spid="25">
                                            <p:txEl>
                                              <p:pRg st="0" end="0"/>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53" presetClass="entr" presetSubtype="16" fill="hold" nodeType="clickEffect">
                                  <p:stCondLst>
                                    <p:cond delay="0"/>
                                  </p:stCondLst>
                                  <p:childTnLst>
                                    <p:set>
                                      <p:cBhvr>
                                        <p:cTn id="148" dur="1" fill="hold">
                                          <p:stCondLst>
                                            <p:cond delay="0"/>
                                          </p:stCondLst>
                                        </p:cTn>
                                        <p:tgtEl>
                                          <p:spTgt spid="25">
                                            <p:txEl>
                                              <p:pRg st="1" end="1"/>
                                            </p:txEl>
                                          </p:spTgt>
                                        </p:tgtEl>
                                        <p:attrNameLst>
                                          <p:attrName>style.visibility</p:attrName>
                                        </p:attrNameLst>
                                      </p:cBhvr>
                                      <p:to>
                                        <p:strVal val="visible"/>
                                      </p:to>
                                    </p:set>
                                    <p:anim calcmode="lin" valueType="num">
                                      <p:cBhvr>
                                        <p:cTn id="149" dur="500" fill="hold"/>
                                        <p:tgtEl>
                                          <p:spTgt spid="25">
                                            <p:txEl>
                                              <p:pRg st="1" end="1"/>
                                            </p:txEl>
                                          </p:spTgt>
                                        </p:tgtEl>
                                        <p:attrNameLst>
                                          <p:attrName>ppt_w</p:attrName>
                                        </p:attrNameLst>
                                      </p:cBhvr>
                                      <p:tavLst>
                                        <p:tav tm="0">
                                          <p:val>
                                            <p:fltVal val="0"/>
                                          </p:val>
                                        </p:tav>
                                        <p:tav tm="100000">
                                          <p:val>
                                            <p:strVal val="#ppt_w"/>
                                          </p:val>
                                        </p:tav>
                                      </p:tavLst>
                                    </p:anim>
                                    <p:anim calcmode="lin" valueType="num">
                                      <p:cBhvr>
                                        <p:cTn id="150" dur="500" fill="hold"/>
                                        <p:tgtEl>
                                          <p:spTgt spid="25">
                                            <p:txEl>
                                              <p:pRg st="1" end="1"/>
                                            </p:txEl>
                                          </p:spTgt>
                                        </p:tgtEl>
                                        <p:attrNameLst>
                                          <p:attrName>ppt_h</p:attrName>
                                        </p:attrNameLst>
                                      </p:cBhvr>
                                      <p:tavLst>
                                        <p:tav tm="0">
                                          <p:val>
                                            <p:fltVal val="0"/>
                                          </p:val>
                                        </p:tav>
                                        <p:tav tm="100000">
                                          <p:val>
                                            <p:strVal val="#ppt_h"/>
                                          </p:val>
                                        </p:tav>
                                      </p:tavLst>
                                    </p:anim>
                                    <p:animEffect transition="in" filter="fade">
                                      <p:cBhvr>
                                        <p:cTn id="151" dur="500"/>
                                        <p:tgtEl>
                                          <p:spTgt spid="25">
                                            <p:txEl>
                                              <p:pRg st="1" end="1"/>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53" presetClass="entr" presetSubtype="16" fill="hold" nodeType="clickEffect">
                                  <p:stCondLst>
                                    <p:cond delay="0"/>
                                  </p:stCondLst>
                                  <p:childTnLst>
                                    <p:set>
                                      <p:cBhvr>
                                        <p:cTn id="155" dur="1" fill="hold">
                                          <p:stCondLst>
                                            <p:cond delay="0"/>
                                          </p:stCondLst>
                                        </p:cTn>
                                        <p:tgtEl>
                                          <p:spTgt spid="25">
                                            <p:txEl>
                                              <p:pRg st="2" end="2"/>
                                            </p:txEl>
                                          </p:spTgt>
                                        </p:tgtEl>
                                        <p:attrNameLst>
                                          <p:attrName>style.visibility</p:attrName>
                                        </p:attrNameLst>
                                      </p:cBhvr>
                                      <p:to>
                                        <p:strVal val="visible"/>
                                      </p:to>
                                    </p:set>
                                    <p:anim calcmode="lin" valueType="num">
                                      <p:cBhvr>
                                        <p:cTn id="156" dur="500" fill="hold"/>
                                        <p:tgtEl>
                                          <p:spTgt spid="25">
                                            <p:txEl>
                                              <p:pRg st="2" end="2"/>
                                            </p:txEl>
                                          </p:spTgt>
                                        </p:tgtEl>
                                        <p:attrNameLst>
                                          <p:attrName>ppt_w</p:attrName>
                                        </p:attrNameLst>
                                      </p:cBhvr>
                                      <p:tavLst>
                                        <p:tav tm="0">
                                          <p:val>
                                            <p:fltVal val="0"/>
                                          </p:val>
                                        </p:tav>
                                        <p:tav tm="100000">
                                          <p:val>
                                            <p:strVal val="#ppt_w"/>
                                          </p:val>
                                        </p:tav>
                                      </p:tavLst>
                                    </p:anim>
                                    <p:anim calcmode="lin" valueType="num">
                                      <p:cBhvr>
                                        <p:cTn id="157" dur="500" fill="hold"/>
                                        <p:tgtEl>
                                          <p:spTgt spid="25">
                                            <p:txEl>
                                              <p:pRg st="2" end="2"/>
                                            </p:txEl>
                                          </p:spTgt>
                                        </p:tgtEl>
                                        <p:attrNameLst>
                                          <p:attrName>ppt_h</p:attrName>
                                        </p:attrNameLst>
                                      </p:cBhvr>
                                      <p:tavLst>
                                        <p:tav tm="0">
                                          <p:val>
                                            <p:fltVal val="0"/>
                                          </p:val>
                                        </p:tav>
                                        <p:tav tm="100000">
                                          <p:val>
                                            <p:strVal val="#ppt_h"/>
                                          </p:val>
                                        </p:tav>
                                      </p:tavLst>
                                    </p:anim>
                                    <p:animEffect transition="in" filter="fade">
                                      <p:cBhvr>
                                        <p:cTn id="158" dur="500"/>
                                        <p:tgtEl>
                                          <p:spTgt spid="25">
                                            <p:txEl>
                                              <p:pRg st="2" end="2"/>
                                            </p:txEl>
                                          </p:spTgt>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53" presetClass="exit" presetSubtype="32" fill="hold" grpId="1" nodeType="clickEffect">
                                  <p:stCondLst>
                                    <p:cond delay="0"/>
                                  </p:stCondLst>
                                  <p:childTnLst>
                                    <p:anim calcmode="lin" valueType="num">
                                      <p:cBhvr>
                                        <p:cTn id="162" dur="500"/>
                                        <p:tgtEl>
                                          <p:spTgt spid="27"/>
                                        </p:tgtEl>
                                        <p:attrNameLst>
                                          <p:attrName>ppt_w</p:attrName>
                                        </p:attrNameLst>
                                      </p:cBhvr>
                                      <p:tavLst>
                                        <p:tav tm="0">
                                          <p:val>
                                            <p:strVal val="ppt_w"/>
                                          </p:val>
                                        </p:tav>
                                        <p:tav tm="100000">
                                          <p:val>
                                            <p:fltVal val="0"/>
                                          </p:val>
                                        </p:tav>
                                      </p:tavLst>
                                    </p:anim>
                                    <p:anim calcmode="lin" valueType="num">
                                      <p:cBhvr>
                                        <p:cTn id="163" dur="500"/>
                                        <p:tgtEl>
                                          <p:spTgt spid="27"/>
                                        </p:tgtEl>
                                        <p:attrNameLst>
                                          <p:attrName>ppt_h</p:attrName>
                                        </p:attrNameLst>
                                      </p:cBhvr>
                                      <p:tavLst>
                                        <p:tav tm="0">
                                          <p:val>
                                            <p:strVal val="ppt_h"/>
                                          </p:val>
                                        </p:tav>
                                        <p:tav tm="100000">
                                          <p:val>
                                            <p:fltVal val="0"/>
                                          </p:val>
                                        </p:tav>
                                      </p:tavLst>
                                    </p:anim>
                                    <p:animEffect transition="out" filter="fade">
                                      <p:cBhvr>
                                        <p:cTn id="164" dur="500"/>
                                        <p:tgtEl>
                                          <p:spTgt spid="27"/>
                                        </p:tgtEl>
                                      </p:cBhvr>
                                    </p:animEffect>
                                    <p:set>
                                      <p:cBhvr>
                                        <p:cTn id="165" dur="1" fill="hold">
                                          <p:stCondLst>
                                            <p:cond delay="499"/>
                                          </p:stCondLst>
                                        </p:cTn>
                                        <p:tgtEl>
                                          <p:spTgt spid="27"/>
                                        </p:tgtEl>
                                        <p:attrNameLst>
                                          <p:attrName>style.visibility</p:attrName>
                                        </p:attrNameLst>
                                      </p:cBhvr>
                                      <p:to>
                                        <p:strVal val="hidden"/>
                                      </p:to>
                                    </p:set>
                                  </p:childTnLst>
                                </p:cTn>
                              </p:par>
                              <p:par>
                                <p:cTn id="166" presetID="53" presetClass="exit" presetSubtype="32" fill="hold" grpId="0" nodeType="withEffect">
                                  <p:stCondLst>
                                    <p:cond delay="0"/>
                                  </p:stCondLst>
                                  <p:childTnLst>
                                    <p:anim calcmode="lin" valueType="num">
                                      <p:cBhvr>
                                        <p:cTn id="167" dur="500"/>
                                        <p:tgtEl>
                                          <p:spTgt spid="25">
                                            <p:txEl>
                                              <p:pRg st="0" end="0"/>
                                            </p:txEl>
                                          </p:spTgt>
                                        </p:tgtEl>
                                        <p:attrNameLst>
                                          <p:attrName>ppt_w</p:attrName>
                                        </p:attrNameLst>
                                      </p:cBhvr>
                                      <p:tavLst>
                                        <p:tav tm="0">
                                          <p:val>
                                            <p:strVal val="ppt_w"/>
                                          </p:val>
                                        </p:tav>
                                        <p:tav tm="100000">
                                          <p:val>
                                            <p:fltVal val="0"/>
                                          </p:val>
                                        </p:tav>
                                      </p:tavLst>
                                    </p:anim>
                                    <p:anim calcmode="lin" valueType="num">
                                      <p:cBhvr>
                                        <p:cTn id="168" dur="500"/>
                                        <p:tgtEl>
                                          <p:spTgt spid="25">
                                            <p:txEl>
                                              <p:pRg st="0" end="0"/>
                                            </p:txEl>
                                          </p:spTgt>
                                        </p:tgtEl>
                                        <p:attrNameLst>
                                          <p:attrName>ppt_h</p:attrName>
                                        </p:attrNameLst>
                                      </p:cBhvr>
                                      <p:tavLst>
                                        <p:tav tm="0">
                                          <p:val>
                                            <p:strVal val="ppt_h"/>
                                          </p:val>
                                        </p:tav>
                                        <p:tav tm="100000">
                                          <p:val>
                                            <p:fltVal val="0"/>
                                          </p:val>
                                        </p:tav>
                                      </p:tavLst>
                                    </p:anim>
                                    <p:animEffect transition="out" filter="fade">
                                      <p:cBhvr>
                                        <p:cTn id="169" dur="500"/>
                                        <p:tgtEl>
                                          <p:spTgt spid="25">
                                            <p:txEl>
                                              <p:pRg st="0" end="0"/>
                                            </p:txEl>
                                          </p:spTgt>
                                        </p:tgtEl>
                                      </p:cBhvr>
                                    </p:animEffect>
                                    <p:set>
                                      <p:cBhvr>
                                        <p:cTn id="170" dur="1" fill="hold">
                                          <p:stCondLst>
                                            <p:cond delay="499"/>
                                          </p:stCondLst>
                                        </p:cTn>
                                        <p:tgtEl>
                                          <p:spTgt spid="25">
                                            <p:txEl>
                                              <p:pRg st="0" end="0"/>
                                            </p:txEl>
                                          </p:spTgt>
                                        </p:tgtEl>
                                        <p:attrNameLst>
                                          <p:attrName>style.visibility</p:attrName>
                                        </p:attrNameLst>
                                      </p:cBhvr>
                                      <p:to>
                                        <p:strVal val="hidden"/>
                                      </p:to>
                                    </p:set>
                                  </p:childTnLst>
                                </p:cTn>
                              </p:par>
                              <p:par>
                                <p:cTn id="171" presetID="53" presetClass="exit" presetSubtype="32" fill="hold" grpId="0" nodeType="withEffect">
                                  <p:stCondLst>
                                    <p:cond delay="0"/>
                                  </p:stCondLst>
                                  <p:childTnLst>
                                    <p:anim calcmode="lin" valueType="num">
                                      <p:cBhvr>
                                        <p:cTn id="172" dur="500"/>
                                        <p:tgtEl>
                                          <p:spTgt spid="25">
                                            <p:txEl>
                                              <p:pRg st="1" end="1"/>
                                            </p:txEl>
                                          </p:spTgt>
                                        </p:tgtEl>
                                        <p:attrNameLst>
                                          <p:attrName>ppt_w</p:attrName>
                                        </p:attrNameLst>
                                      </p:cBhvr>
                                      <p:tavLst>
                                        <p:tav tm="0">
                                          <p:val>
                                            <p:strVal val="ppt_w"/>
                                          </p:val>
                                        </p:tav>
                                        <p:tav tm="100000">
                                          <p:val>
                                            <p:fltVal val="0"/>
                                          </p:val>
                                        </p:tav>
                                      </p:tavLst>
                                    </p:anim>
                                    <p:anim calcmode="lin" valueType="num">
                                      <p:cBhvr>
                                        <p:cTn id="173" dur="500"/>
                                        <p:tgtEl>
                                          <p:spTgt spid="25">
                                            <p:txEl>
                                              <p:pRg st="1" end="1"/>
                                            </p:txEl>
                                          </p:spTgt>
                                        </p:tgtEl>
                                        <p:attrNameLst>
                                          <p:attrName>ppt_h</p:attrName>
                                        </p:attrNameLst>
                                      </p:cBhvr>
                                      <p:tavLst>
                                        <p:tav tm="0">
                                          <p:val>
                                            <p:strVal val="ppt_h"/>
                                          </p:val>
                                        </p:tav>
                                        <p:tav tm="100000">
                                          <p:val>
                                            <p:fltVal val="0"/>
                                          </p:val>
                                        </p:tav>
                                      </p:tavLst>
                                    </p:anim>
                                    <p:animEffect transition="out" filter="fade">
                                      <p:cBhvr>
                                        <p:cTn id="174" dur="500"/>
                                        <p:tgtEl>
                                          <p:spTgt spid="25">
                                            <p:txEl>
                                              <p:pRg st="1" end="1"/>
                                            </p:txEl>
                                          </p:spTgt>
                                        </p:tgtEl>
                                      </p:cBhvr>
                                    </p:animEffect>
                                    <p:set>
                                      <p:cBhvr>
                                        <p:cTn id="175" dur="1" fill="hold">
                                          <p:stCondLst>
                                            <p:cond delay="499"/>
                                          </p:stCondLst>
                                        </p:cTn>
                                        <p:tgtEl>
                                          <p:spTgt spid="25">
                                            <p:txEl>
                                              <p:pRg st="1" end="1"/>
                                            </p:txEl>
                                          </p:spTgt>
                                        </p:tgtEl>
                                        <p:attrNameLst>
                                          <p:attrName>style.visibility</p:attrName>
                                        </p:attrNameLst>
                                      </p:cBhvr>
                                      <p:to>
                                        <p:strVal val="hidden"/>
                                      </p:to>
                                    </p:set>
                                  </p:childTnLst>
                                </p:cTn>
                              </p:par>
                              <p:par>
                                <p:cTn id="176" presetID="53" presetClass="exit" presetSubtype="32" fill="hold" grpId="0" nodeType="withEffect">
                                  <p:stCondLst>
                                    <p:cond delay="0"/>
                                  </p:stCondLst>
                                  <p:childTnLst>
                                    <p:anim calcmode="lin" valueType="num">
                                      <p:cBhvr>
                                        <p:cTn id="177" dur="500"/>
                                        <p:tgtEl>
                                          <p:spTgt spid="25">
                                            <p:txEl>
                                              <p:pRg st="2" end="2"/>
                                            </p:txEl>
                                          </p:spTgt>
                                        </p:tgtEl>
                                        <p:attrNameLst>
                                          <p:attrName>ppt_w</p:attrName>
                                        </p:attrNameLst>
                                      </p:cBhvr>
                                      <p:tavLst>
                                        <p:tav tm="0">
                                          <p:val>
                                            <p:strVal val="ppt_w"/>
                                          </p:val>
                                        </p:tav>
                                        <p:tav tm="100000">
                                          <p:val>
                                            <p:fltVal val="0"/>
                                          </p:val>
                                        </p:tav>
                                      </p:tavLst>
                                    </p:anim>
                                    <p:anim calcmode="lin" valueType="num">
                                      <p:cBhvr>
                                        <p:cTn id="178" dur="500"/>
                                        <p:tgtEl>
                                          <p:spTgt spid="25">
                                            <p:txEl>
                                              <p:pRg st="2" end="2"/>
                                            </p:txEl>
                                          </p:spTgt>
                                        </p:tgtEl>
                                        <p:attrNameLst>
                                          <p:attrName>ppt_h</p:attrName>
                                        </p:attrNameLst>
                                      </p:cBhvr>
                                      <p:tavLst>
                                        <p:tav tm="0">
                                          <p:val>
                                            <p:strVal val="ppt_h"/>
                                          </p:val>
                                        </p:tav>
                                        <p:tav tm="100000">
                                          <p:val>
                                            <p:fltVal val="0"/>
                                          </p:val>
                                        </p:tav>
                                      </p:tavLst>
                                    </p:anim>
                                    <p:animEffect transition="out" filter="fade">
                                      <p:cBhvr>
                                        <p:cTn id="179" dur="500"/>
                                        <p:tgtEl>
                                          <p:spTgt spid="25">
                                            <p:txEl>
                                              <p:pRg st="2" end="2"/>
                                            </p:txEl>
                                          </p:spTgt>
                                        </p:tgtEl>
                                      </p:cBhvr>
                                    </p:animEffect>
                                    <p:set>
                                      <p:cBhvr>
                                        <p:cTn id="180" dur="1" fill="hold">
                                          <p:stCondLst>
                                            <p:cond delay="499"/>
                                          </p:stCondLst>
                                        </p:cTn>
                                        <p:tgtEl>
                                          <p:spTgt spid="25">
                                            <p:txEl>
                                              <p:pRg st="2" end="2"/>
                                            </p:txEl>
                                          </p:spTgt>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53" presetClass="entr" presetSubtype="16" fill="hold" nodeType="clickEffect">
                                  <p:stCondLst>
                                    <p:cond delay="0"/>
                                  </p:stCondLst>
                                  <p:childTnLst>
                                    <p:set>
                                      <p:cBhvr>
                                        <p:cTn id="184" dur="1" fill="hold">
                                          <p:stCondLst>
                                            <p:cond delay="0"/>
                                          </p:stCondLst>
                                        </p:cTn>
                                        <p:tgtEl>
                                          <p:spTgt spid="360462"/>
                                        </p:tgtEl>
                                        <p:attrNameLst>
                                          <p:attrName>style.visibility</p:attrName>
                                        </p:attrNameLst>
                                      </p:cBhvr>
                                      <p:to>
                                        <p:strVal val="visible"/>
                                      </p:to>
                                    </p:set>
                                    <p:anim calcmode="lin" valueType="num">
                                      <p:cBhvr>
                                        <p:cTn id="185" dur="500" fill="hold"/>
                                        <p:tgtEl>
                                          <p:spTgt spid="360462"/>
                                        </p:tgtEl>
                                        <p:attrNameLst>
                                          <p:attrName>ppt_w</p:attrName>
                                        </p:attrNameLst>
                                      </p:cBhvr>
                                      <p:tavLst>
                                        <p:tav tm="0">
                                          <p:val>
                                            <p:fltVal val="0"/>
                                          </p:val>
                                        </p:tav>
                                        <p:tav tm="100000">
                                          <p:val>
                                            <p:strVal val="#ppt_w"/>
                                          </p:val>
                                        </p:tav>
                                      </p:tavLst>
                                    </p:anim>
                                    <p:anim calcmode="lin" valueType="num">
                                      <p:cBhvr>
                                        <p:cTn id="186" dur="500" fill="hold"/>
                                        <p:tgtEl>
                                          <p:spTgt spid="360462"/>
                                        </p:tgtEl>
                                        <p:attrNameLst>
                                          <p:attrName>ppt_h</p:attrName>
                                        </p:attrNameLst>
                                      </p:cBhvr>
                                      <p:tavLst>
                                        <p:tav tm="0">
                                          <p:val>
                                            <p:fltVal val="0"/>
                                          </p:val>
                                        </p:tav>
                                        <p:tav tm="100000">
                                          <p:val>
                                            <p:strVal val="#ppt_h"/>
                                          </p:val>
                                        </p:tav>
                                      </p:tavLst>
                                    </p:anim>
                                    <p:animEffect transition="in" filter="fade">
                                      <p:cBhvr>
                                        <p:cTn id="187" dur="500"/>
                                        <p:tgtEl>
                                          <p:spTgt spid="360462"/>
                                        </p:tgtEl>
                                      </p:cBhvr>
                                    </p:animEffect>
                                  </p:childTnLst>
                                </p:cTn>
                              </p:par>
                              <p:par>
                                <p:cTn id="188" presetID="53" presetClass="entr" presetSubtype="16" fill="hold" grpId="0" nodeType="withEffect">
                                  <p:stCondLst>
                                    <p:cond delay="0"/>
                                  </p:stCondLst>
                                  <p:childTnLst>
                                    <p:set>
                                      <p:cBhvr>
                                        <p:cTn id="189" dur="1" fill="hold">
                                          <p:stCondLst>
                                            <p:cond delay="0"/>
                                          </p:stCondLst>
                                        </p:cTn>
                                        <p:tgtEl>
                                          <p:spTgt spid="35"/>
                                        </p:tgtEl>
                                        <p:attrNameLst>
                                          <p:attrName>style.visibility</p:attrName>
                                        </p:attrNameLst>
                                      </p:cBhvr>
                                      <p:to>
                                        <p:strVal val="visible"/>
                                      </p:to>
                                    </p:set>
                                    <p:anim calcmode="lin" valueType="num">
                                      <p:cBhvr>
                                        <p:cTn id="190" dur="500" fill="hold"/>
                                        <p:tgtEl>
                                          <p:spTgt spid="35"/>
                                        </p:tgtEl>
                                        <p:attrNameLst>
                                          <p:attrName>ppt_w</p:attrName>
                                        </p:attrNameLst>
                                      </p:cBhvr>
                                      <p:tavLst>
                                        <p:tav tm="0">
                                          <p:val>
                                            <p:fltVal val="0"/>
                                          </p:val>
                                        </p:tav>
                                        <p:tav tm="100000">
                                          <p:val>
                                            <p:strVal val="#ppt_w"/>
                                          </p:val>
                                        </p:tav>
                                      </p:tavLst>
                                    </p:anim>
                                    <p:anim calcmode="lin" valueType="num">
                                      <p:cBhvr>
                                        <p:cTn id="191" dur="500" fill="hold"/>
                                        <p:tgtEl>
                                          <p:spTgt spid="35"/>
                                        </p:tgtEl>
                                        <p:attrNameLst>
                                          <p:attrName>ppt_h</p:attrName>
                                        </p:attrNameLst>
                                      </p:cBhvr>
                                      <p:tavLst>
                                        <p:tav tm="0">
                                          <p:val>
                                            <p:fltVal val="0"/>
                                          </p:val>
                                        </p:tav>
                                        <p:tav tm="100000">
                                          <p:val>
                                            <p:strVal val="#ppt_h"/>
                                          </p:val>
                                        </p:tav>
                                      </p:tavLst>
                                    </p:anim>
                                    <p:animEffect transition="in" filter="fade">
                                      <p:cBhvr>
                                        <p:cTn id="192" dur="500"/>
                                        <p:tgtEl>
                                          <p:spTgt spid="35"/>
                                        </p:tgtEl>
                                      </p:cBhvr>
                                    </p:animEffect>
                                  </p:childTnLst>
                                </p:cTn>
                              </p:par>
                            </p:childTnLst>
                          </p:cTn>
                        </p:par>
                      </p:childTnLst>
                    </p:cTn>
                  </p:par>
                  <p:par>
                    <p:cTn id="193" fill="hold">
                      <p:stCondLst>
                        <p:cond delay="indefinite"/>
                      </p:stCondLst>
                      <p:childTnLst>
                        <p:par>
                          <p:cTn id="194" fill="hold">
                            <p:stCondLst>
                              <p:cond delay="0"/>
                            </p:stCondLst>
                            <p:childTnLst>
                              <p:par>
                                <p:cTn id="195" presetID="53" presetClass="entr" presetSubtype="16" fill="hold" nodeType="clickEffect">
                                  <p:stCondLst>
                                    <p:cond delay="0"/>
                                  </p:stCondLst>
                                  <p:childTnLst>
                                    <p:set>
                                      <p:cBhvr>
                                        <p:cTn id="196" dur="1" fill="hold">
                                          <p:stCondLst>
                                            <p:cond delay="0"/>
                                          </p:stCondLst>
                                        </p:cTn>
                                        <p:tgtEl>
                                          <p:spTgt spid="360470"/>
                                        </p:tgtEl>
                                        <p:attrNameLst>
                                          <p:attrName>style.visibility</p:attrName>
                                        </p:attrNameLst>
                                      </p:cBhvr>
                                      <p:to>
                                        <p:strVal val="visible"/>
                                      </p:to>
                                    </p:set>
                                    <p:anim calcmode="lin" valueType="num">
                                      <p:cBhvr>
                                        <p:cTn id="197" dur="500" fill="hold"/>
                                        <p:tgtEl>
                                          <p:spTgt spid="360470"/>
                                        </p:tgtEl>
                                        <p:attrNameLst>
                                          <p:attrName>ppt_w</p:attrName>
                                        </p:attrNameLst>
                                      </p:cBhvr>
                                      <p:tavLst>
                                        <p:tav tm="0">
                                          <p:val>
                                            <p:fltVal val="0"/>
                                          </p:val>
                                        </p:tav>
                                        <p:tav tm="100000">
                                          <p:val>
                                            <p:strVal val="#ppt_w"/>
                                          </p:val>
                                        </p:tav>
                                      </p:tavLst>
                                    </p:anim>
                                    <p:anim calcmode="lin" valueType="num">
                                      <p:cBhvr>
                                        <p:cTn id="198" dur="500" fill="hold"/>
                                        <p:tgtEl>
                                          <p:spTgt spid="360470"/>
                                        </p:tgtEl>
                                        <p:attrNameLst>
                                          <p:attrName>ppt_h</p:attrName>
                                        </p:attrNameLst>
                                      </p:cBhvr>
                                      <p:tavLst>
                                        <p:tav tm="0">
                                          <p:val>
                                            <p:fltVal val="0"/>
                                          </p:val>
                                        </p:tav>
                                        <p:tav tm="100000">
                                          <p:val>
                                            <p:strVal val="#ppt_h"/>
                                          </p:val>
                                        </p:tav>
                                      </p:tavLst>
                                    </p:anim>
                                    <p:animEffect transition="in" filter="fade">
                                      <p:cBhvr>
                                        <p:cTn id="199" dur="500"/>
                                        <p:tgtEl>
                                          <p:spTgt spid="360470"/>
                                        </p:tgtEl>
                                      </p:cBhvr>
                                    </p:animEffect>
                                  </p:childTnLst>
                                </p:cTn>
                              </p:par>
                              <p:par>
                                <p:cTn id="200" presetID="53" presetClass="entr" presetSubtype="16" fill="hold" nodeType="withEffect">
                                  <p:stCondLst>
                                    <p:cond delay="0"/>
                                  </p:stCondLst>
                                  <p:childTnLst>
                                    <p:set>
                                      <p:cBhvr>
                                        <p:cTn id="201" dur="1" fill="hold">
                                          <p:stCondLst>
                                            <p:cond delay="0"/>
                                          </p:stCondLst>
                                        </p:cTn>
                                        <p:tgtEl>
                                          <p:spTgt spid="360487"/>
                                        </p:tgtEl>
                                        <p:attrNameLst>
                                          <p:attrName>style.visibility</p:attrName>
                                        </p:attrNameLst>
                                      </p:cBhvr>
                                      <p:to>
                                        <p:strVal val="visible"/>
                                      </p:to>
                                    </p:set>
                                    <p:anim calcmode="lin" valueType="num">
                                      <p:cBhvr>
                                        <p:cTn id="202" dur="500" fill="hold"/>
                                        <p:tgtEl>
                                          <p:spTgt spid="360487"/>
                                        </p:tgtEl>
                                        <p:attrNameLst>
                                          <p:attrName>ppt_w</p:attrName>
                                        </p:attrNameLst>
                                      </p:cBhvr>
                                      <p:tavLst>
                                        <p:tav tm="0">
                                          <p:val>
                                            <p:fltVal val="0"/>
                                          </p:val>
                                        </p:tav>
                                        <p:tav tm="100000">
                                          <p:val>
                                            <p:strVal val="#ppt_w"/>
                                          </p:val>
                                        </p:tav>
                                      </p:tavLst>
                                    </p:anim>
                                    <p:anim calcmode="lin" valueType="num">
                                      <p:cBhvr>
                                        <p:cTn id="203" dur="500" fill="hold"/>
                                        <p:tgtEl>
                                          <p:spTgt spid="360487"/>
                                        </p:tgtEl>
                                        <p:attrNameLst>
                                          <p:attrName>ppt_h</p:attrName>
                                        </p:attrNameLst>
                                      </p:cBhvr>
                                      <p:tavLst>
                                        <p:tav tm="0">
                                          <p:val>
                                            <p:fltVal val="0"/>
                                          </p:val>
                                        </p:tav>
                                        <p:tav tm="100000">
                                          <p:val>
                                            <p:strVal val="#ppt_h"/>
                                          </p:val>
                                        </p:tav>
                                      </p:tavLst>
                                    </p:anim>
                                    <p:animEffect transition="in" filter="fade">
                                      <p:cBhvr>
                                        <p:cTn id="204" dur="500"/>
                                        <p:tgtEl>
                                          <p:spTgt spid="360487"/>
                                        </p:tgtEl>
                                      </p:cBhvr>
                                    </p:animEffect>
                                  </p:childTnLst>
                                </p:cTn>
                              </p:par>
                              <p:par>
                                <p:cTn id="205" presetID="53" presetClass="entr" presetSubtype="16" fill="hold" grpId="1" nodeType="withEffect">
                                  <p:stCondLst>
                                    <p:cond delay="0"/>
                                  </p:stCondLst>
                                  <p:childTnLst>
                                    <p:set>
                                      <p:cBhvr>
                                        <p:cTn id="206" dur="1" fill="hold">
                                          <p:stCondLst>
                                            <p:cond delay="0"/>
                                          </p:stCondLst>
                                        </p:cTn>
                                        <p:tgtEl>
                                          <p:spTgt spid="36"/>
                                        </p:tgtEl>
                                        <p:attrNameLst>
                                          <p:attrName>style.visibility</p:attrName>
                                        </p:attrNameLst>
                                      </p:cBhvr>
                                      <p:to>
                                        <p:strVal val="visible"/>
                                      </p:to>
                                    </p:set>
                                    <p:anim calcmode="lin" valueType="num">
                                      <p:cBhvr>
                                        <p:cTn id="207" dur="500" fill="hold"/>
                                        <p:tgtEl>
                                          <p:spTgt spid="36"/>
                                        </p:tgtEl>
                                        <p:attrNameLst>
                                          <p:attrName>ppt_w</p:attrName>
                                        </p:attrNameLst>
                                      </p:cBhvr>
                                      <p:tavLst>
                                        <p:tav tm="0">
                                          <p:val>
                                            <p:fltVal val="0"/>
                                          </p:val>
                                        </p:tav>
                                        <p:tav tm="100000">
                                          <p:val>
                                            <p:strVal val="#ppt_w"/>
                                          </p:val>
                                        </p:tav>
                                      </p:tavLst>
                                    </p:anim>
                                    <p:anim calcmode="lin" valueType="num">
                                      <p:cBhvr>
                                        <p:cTn id="208" dur="500" fill="hold"/>
                                        <p:tgtEl>
                                          <p:spTgt spid="36"/>
                                        </p:tgtEl>
                                        <p:attrNameLst>
                                          <p:attrName>ppt_h</p:attrName>
                                        </p:attrNameLst>
                                      </p:cBhvr>
                                      <p:tavLst>
                                        <p:tav tm="0">
                                          <p:val>
                                            <p:fltVal val="0"/>
                                          </p:val>
                                        </p:tav>
                                        <p:tav tm="100000">
                                          <p:val>
                                            <p:strVal val="#ppt_h"/>
                                          </p:val>
                                        </p:tav>
                                      </p:tavLst>
                                    </p:anim>
                                    <p:animEffect transition="in" filter="fade">
                                      <p:cBhvr>
                                        <p:cTn id="209" dur="500"/>
                                        <p:tgtEl>
                                          <p:spTgt spid="36"/>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36"/>
                                        </p:tgtEl>
                                        <p:attrNameLst>
                                          <p:attrName>style.visibility</p:attrName>
                                        </p:attrNameLst>
                                      </p:cBhvr>
                                      <p:to>
                                        <p:strVal val="visible"/>
                                      </p:to>
                                    </p:set>
                                    <p:anim calcmode="lin" valueType="num">
                                      <p:cBhvr>
                                        <p:cTn id="212" dur="500" fill="hold"/>
                                        <p:tgtEl>
                                          <p:spTgt spid="36"/>
                                        </p:tgtEl>
                                        <p:attrNameLst>
                                          <p:attrName>ppt_w</p:attrName>
                                        </p:attrNameLst>
                                      </p:cBhvr>
                                      <p:tavLst>
                                        <p:tav tm="0">
                                          <p:val>
                                            <p:fltVal val="0"/>
                                          </p:val>
                                        </p:tav>
                                        <p:tav tm="100000">
                                          <p:val>
                                            <p:strVal val="#ppt_w"/>
                                          </p:val>
                                        </p:tav>
                                      </p:tavLst>
                                    </p:anim>
                                    <p:anim calcmode="lin" valueType="num">
                                      <p:cBhvr>
                                        <p:cTn id="213" dur="500" fill="hold"/>
                                        <p:tgtEl>
                                          <p:spTgt spid="36"/>
                                        </p:tgtEl>
                                        <p:attrNameLst>
                                          <p:attrName>ppt_h</p:attrName>
                                        </p:attrNameLst>
                                      </p:cBhvr>
                                      <p:tavLst>
                                        <p:tav tm="0">
                                          <p:val>
                                            <p:fltVal val="0"/>
                                          </p:val>
                                        </p:tav>
                                        <p:tav tm="100000">
                                          <p:val>
                                            <p:strVal val="#ppt_h"/>
                                          </p:val>
                                        </p:tav>
                                      </p:tavLst>
                                    </p:anim>
                                    <p:animEffect transition="in" filter="fade">
                                      <p:cBhvr>
                                        <p:cTn id="21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29" grpId="0" animBg="1"/>
      <p:bldP spid="29" grpId="1" animBg="1"/>
      <p:bldP spid="360474" grpId="0" animBg="1"/>
      <p:bldP spid="360475" grpId="0" animBg="1"/>
      <p:bldP spid="360476" grpId="0" animBg="1"/>
      <p:bldP spid="25" grpId="0" uiExpand="1" build="allAtOnce"/>
      <p:bldP spid="27" grpId="0" animBg="1"/>
      <p:bldP spid="27" grpId="1" animBg="1"/>
      <p:bldP spid="35" grpId="0" animBg="1"/>
      <p:bldP spid="36" grpId="0" animBg="1"/>
      <p:bldP spid="36" grpId="1" animBg="1"/>
      <p:bldP spid="30" grpId="0" build="allAtOnce"/>
      <p:bldP spid="31"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1071538" y="4529094"/>
            <a:ext cx="6083717" cy="400110"/>
          </a:xfrm>
          <a:prstGeom prst="rect">
            <a:avLst/>
          </a:prstGeom>
        </p:spPr>
        <p:txBody>
          <a:bodyPr wrap="none">
            <a:spAutoFit/>
          </a:bodyPr>
          <a:lstStyle/>
          <a:p>
            <a:pPr lvl="0">
              <a:spcBef>
                <a:spcPct val="30000"/>
              </a:spcBef>
            </a:pPr>
            <a:r>
              <a:rPr lang="zh-CN" altLang="en-US" sz="2000" b="1" dirty="0">
                <a:latin typeface="华文楷体" panose="02010600040101010101" pitchFamily="2" charset="-122"/>
                <a:ea typeface="华文楷体" panose="02010600040101010101" pitchFamily="2" charset="-122"/>
              </a:rPr>
              <a:t>编译：将高级语言翻译成汇编语言或机器语言的过程</a:t>
            </a:r>
          </a:p>
        </p:txBody>
      </p:sp>
      <p:cxnSp>
        <p:nvCxnSpPr>
          <p:cNvPr id="33" name="直接连接符 32"/>
          <p:cNvCxnSpPr/>
          <p:nvPr/>
        </p:nvCxnSpPr>
        <p:spPr>
          <a:xfrm>
            <a:off x="2195736" y="4857766"/>
            <a:ext cx="9361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2267744" y="4804964"/>
            <a:ext cx="800219" cy="338554"/>
          </a:xfrm>
          <a:prstGeom prst="rect">
            <a:avLst/>
          </a:prstGeom>
        </p:spPr>
        <p:txBody>
          <a:bodyPr wrap="none">
            <a:spAutoFit/>
          </a:bodyPr>
          <a:lstStyle/>
          <a:p>
            <a:r>
              <a:rPr lang="zh-CN" altLang="en-US" sz="1600" b="1" dirty="0">
                <a:solidFill>
                  <a:srgbClr val="FF0000"/>
                </a:solidFill>
                <a:latin typeface="Times New Roman" panose="02020603050405020304" pitchFamily="18" charset="0"/>
                <a:ea typeface="华文楷体"/>
                <a:cs typeface="Times New Roman" pitchFamily="18" charset="0"/>
              </a:rPr>
              <a:t>源语言</a:t>
            </a:r>
            <a:endParaRPr lang="zh-CN" altLang="en-US" sz="1400" dirty="0"/>
          </a:p>
        </p:txBody>
      </p:sp>
      <p:cxnSp>
        <p:nvCxnSpPr>
          <p:cNvPr id="39" name="直接连接符 38"/>
          <p:cNvCxnSpPr/>
          <p:nvPr/>
        </p:nvCxnSpPr>
        <p:spPr>
          <a:xfrm>
            <a:off x="3995936" y="4857766"/>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572000" y="4804964"/>
            <a:ext cx="954107" cy="338554"/>
          </a:xfrm>
          <a:prstGeom prst="rect">
            <a:avLst/>
          </a:prstGeom>
        </p:spPr>
        <p:txBody>
          <a:bodyPr wrap="none">
            <a:spAutoFit/>
          </a:bodyPr>
          <a:lstStyle/>
          <a:p>
            <a:r>
              <a:rPr lang="zh-CN" altLang="en-US" sz="1600" b="1" dirty="0">
                <a:solidFill>
                  <a:srgbClr val="FF0000"/>
                </a:solidFill>
                <a:latin typeface="Times New Roman" panose="02020603050405020304" pitchFamily="18" charset="0"/>
                <a:ea typeface="华文楷体"/>
                <a:cs typeface="Times New Roman" pitchFamily="18" charset="0"/>
              </a:rPr>
              <a:t>目标</a:t>
            </a:r>
            <a:r>
              <a:rPr lang="zh-CN" altLang="en-US" sz="1400" b="1" dirty="0">
                <a:solidFill>
                  <a:srgbClr val="FF0000"/>
                </a:solidFill>
                <a:latin typeface="Times New Roman" panose="02020603050405020304" pitchFamily="18" charset="0"/>
                <a:ea typeface="华文楷体"/>
                <a:cs typeface="Times New Roman" pitchFamily="18" charset="0"/>
              </a:rPr>
              <a:t>语言</a:t>
            </a:r>
            <a:endParaRPr lang="zh-CN" altLang="en-US" sz="1400" dirty="0"/>
          </a:p>
        </p:txBody>
      </p:sp>
      <p:sp>
        <p:nvSpPr>
          <p:cNvPr id="29"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什么是编译</a:t>
            </a:r>
          </a:p>
        </p:txBody>
      </p:sp>
      <p:grpSp>
        <p:nvGrpSpPr>
          <p:cNvPr id="30" name="组合 29"/>
          <p:cNvGrpSpPr/>
          <p:nvPr/>
        </p:nvGrpSpPr>
        <p:grpSpPr>
          <a:xfrm>
            <a:off x="-786" y="195486"/>
            <a:ext cx="756363" cy="432048"/>
            <a:chOff x="-786" y="195486"/>
            <a:chExt cx="756363" cy="432048"/>
          </a:xfrm>
        </p:grpSpPr>
        <p:sp>
          <p:nvSpPr>
            <p:cNvPr id="31" name="五边形 30"/>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4" name="五边形 33"/>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41" name="Group 38"/>
          <p:cNvGrpSpPr>
            <a:grpSpLocks/>
          </p:cNvGrpSpPr>
          <p:nvPr/>
        </p:nvGrpSpPr>
        <p:grpSpPr bwMode="auto">
          <a:xfrm>
            <a:off x="2354552" y="1301883"/>
            <a:ext cx="1931011" cy="3198597"/>
            <a:chOff x="945" y="1304"/>
            <a:chExt cx="1134" cy="2533"/>
          </a:xfrm>
        </p:grpSpPr>
        <p:sp>
          <p:nvSpPr>
            <p:cNvPr id="42" name="Rectangle 4"/>
            <p:cNvSpPr>
              <a:spLocks noChangeArrowheads="1"/>
            </p:cNvSpPr>
            <p:nvPr/>
          </p:nvSpPr>
          <p:spPr bwMode="auto">
            <a:xfrm>
              <a:off x="945" y="3348"/>
              <a:ext cx="1134" cy="489"/>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机器语言</a:t>
              </a:r>
              <a:endParaRPr lang="zh-CN" altLang="en-US" sz="2000" b="1" dirty="0">
                <a:solidFill>
                  <a:prstClr val="black"/>
                </a:solidFill>
                <a:latin typeface="Times New Roman" pitchFamily="18" charset="0"/>
                <a:ea typeface="楷体_GB2312" pitchFamily="49" charset="-122"/>
                <a:cs typeface="Times New Roman" pitchFamily="18" charset="0"/>
              </a:endParaRPr>
            </a:p>
            <a:p>
              <a:pPr algn="ctr"/>
              <a:r>
                <a:rPr lang="en-US" altLang="zh-CN" sz="1400" b="1" dirty="0">
                  <a:solidFill>
                    <a:prstClr val="black"/>
                  </a:solidFill>
                  <a:latin typeface="Times New Roman" pitchFamily="18" charset="0"/>
                  <a:ea typeface="楷体_GB2312" pitchFamily="49" charset="-122"/>
                  <a:cs typeface="Times New Roman" pitchFamily="18" charset="0"/>
                </a:rPr>
                <a:t>(Machine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43" name="Rectangle 8"/>
            <p:cNvSpPr>
              <a:spLocks noChangeArrowheads="1"/>
            </p:cNvSpPr>
            <p:nvPr/>
          </p:nvSpPr>
          <p:spPr bwMode="auto">
            <a:xfrm>
              <a:off x="945" y="2273"/>
              <a:ext cx="1134" cy="489"/>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汇编语言</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(Assembly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44" name="Rectangle 12"/>
            <p:cNvSpPr>
              <a:spLocks noChangeArrowheads="1"/>
            </p:cNvSpPr>
            <p:nvPr/>
          </p:nvSpPr>
          <p:spPr bwMode="auto">
            <a:xfrm>
              <a:off x="945" y="1304"/>
              <a:ext cx="1118" cy="49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高级语言</a:t>
              </a:r>
              <a:endParaRPr lang="en-US" altLang="zh-CN" sz="2000" b="1" dirty="0">
                <a:solidFill>
                  <a:prstClr val="black"/>
                </a:solidFill>
                <a:latin typeface="Times New Roman" pitchFamily="18" charset="0"/>
                <a:ea typeface="楷体" pitchFamily="49" charset="-122"/>
                <a:cs typeface="Times New Roman" pitchFamily="18" charset="0"/>
              </a:endParaRPr>
            </a:p>
            <a:p>
              <a:pPr algn="ctr"/>
              <a:r>
                <a:rPr lang="en-US" altLang="zh-CN" sz="1400" b="1" dirty="0">
                  <a:solidFill>
                    <a:prstClr val="black"/>
                  </a:solidFill>
                  <a:latin typeface="Times New Roman" pitchFamily="18" charset="0"/>
                  <a:ea typeface="楷体_GB2312" pitchFamily="49" charset="-122"/>
                  <a:cs typeface="Times New Roman" pitchFamily="18" charset="0"/>
                </a:rPr>
                <a:t>( High Level Language )</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grpSp>
        <p:nvGrpSpPr>
          <p:cNvPr id="45" name="Group 14"/>
          <p:cNvGrpSpPr>
            <a:grpSpLocks/>
          </p:cNvGrpSpPr>
          <p:nvPr/>
        </p:nvGrpSpPr>
        <p:grpSpPr bwMode="auto">
          <a:xfrm>
            <a:off x="4803025" y="3347477"/>
            <a:ext cx="1224505" cy="769323"/>
            <a:chOff x="3802" y="3069"/>
            <a:chExt cx="900" cy="646"/>
          </a:xfrm>
        </p:grpSpPr>
        <p:sp>
          <p:nvSpPr>
            <p:cNvPr id="46" name="Line 16"/>
            <p:cNvSpPr>
              <a:spLocks noChangeShapeType="1"/>
            </p:cNvSpPr>
            <p:nvPr/>
          </p:nvSpPr>
          <p:spPr bwMode="auto">
            <a:xfrm rot="10800000" flipV="1">
              <a:off x="4241" y="3518"/>
              <a:ext cx="0" cy="19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47" name="Rectangle 15"/>
            <p:cNvSpPr>
              <a:spLocks noChangeArrowheads="1"/>
            </p:cNvSpPr>
            <p:nvPr/>
          </p:nvSpPr>
          <p:spPr bwMode="auto">
            <a:xfrm>
              <a:off x="3802" y="3069"/>
              <a:ext cx="900" cy="469"/>
            </a:xfrm>
            <a:prstGeom prst="rect">
              <a:avLst/>
            </a:prstGeom>
            <a:solidFill>
              <a:schemeClr val="accent5">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汇编</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(Assembling)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grpSp>
        <p:nvGrpSpPr>
          <p:cNvPr id="48" name="Group 22"/>
          <p:cNvGrpSpPr>
            <a:grpSpLocks/>
          </p:cNvGrpSpPr>
          <p:nvPr/>
        </p:nvGrpSpPr>
        <p:grpSpPr bwMode="auto">
          <a:xfrm>
            <a:off x="4714876" y="1997102"/>
            <a:ext cx="1428760" cy="783614"/>
            <a:chOff x="3696" y="2886"/>
            <a:chExt cx="1143" cy="658"/>
          </a:xfrm>
        </p:grpSpPr>
        <p:sp>
          <p:nvSpPr>
            <p:cNvPr id="49" name="Line 24"/>
            <p:cNvSpPr>
              <a:spLocks noChangeShapeType="1"/>
            </p:cNvSpPr>
            <p:nvPr/>
          </p:nvSpPr>
          <p:spPr bwMode="auto">
            <a:xfrm rot="10200000" flipV="1">
              <a:off x="4241" y="3315"/>
              <a:ext cx="37" cy="22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0" name="Rectangle 23"/>
            <p:cNvSpPr>
              <a:spLocks noChangeArrowheads="1"/>
            </p:cNvSpPr>
            <p:nvPr/>
          </p:nvSpPr>
          <p:spPr bwMode="auto">
            <a:xfrm>
              <a:off x="3696" y="2886"/>
              <a:ext cx="1143" cy="461"/>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编译</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(Compiling)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grpSp>
      <p:sp>
        <p:nvSpPr>
          <p:cNvPr id="51" name="Oval 26"/>
          <p:cNvSpPr>
            <a:spLocks noChangeArrowheads="1"/>
          </p:cNvSpPr>
          <p:nvPr/>
        </p:nvSpPr>
        <p:spPr bwMode="auto">
          <a:xfrm>
            <a:off x="4360673" y="4110693"/>
            <a:ext cx="2211591" cy="341959"/>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C706 0000 0002</a:t>
            </a:r>
            <a:endParaRPr lang="zh-CN" altLang="en-US" sz="2000" b="1" dirty="0">
              <a:solidFill>
                <a:prstClr val="black"/>
              </a:solidFill>
              <a:latin typeface="Times New Roman" pitchFamily="18" charset="0"/>
              <a:ea typeface="楷体_GB2312" pitchFamily="49" charset="-122"/>
              <a:cs typeface="Times New Roman" pitchFamily="18" charset="0"/>
            </a:endParaRPr>
          </a:p>
        </p:txBody>
      </p:sp>
      <p:sp>
        <p:nvSpPr>
          <p:cNvPr id="52" name="Oval 27"/>
          <p:cNvSpPr>
            <a:spLocks noChangeArrowheads="1"/>
          </p:cNvSpPr>
          <p:nvPr/>
        </p:nvSpPr>
        <p:spPr bwMode="auto">
          <a:xfrm>
            <a:off x="4370199" y="2781505"/>
            <a:ext cx="2160572" cy="341454"/>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MOV X, 2</a:t>
            </a:r>
          </a:p>
        </p:txBody>
      </p:sp>
      <p:sp>
        <p:nvSpPr>
          <p:cNvPr id="53" name="Oval 28"/>
          <p:cNvSpPr>
            <a:spLocks noChangeArrowheads="1"/>
          </p:cNvSpPr>
          <p:nvPr/>
        </p:nvSpPr>
        <p:spPr bwMode="auto">
          <a:xfrm>
            <a:off x="4370199" y="1401223"/>
            <a:ext cx="2160572" cy="364416"/>
          </a:xfrm>
          <a:prstGeom prst="ellipse">
            <a:avLst/>
          </a:prstGeom>
          <a:solidFill>
            <a:schemeClr val="accent2">
              <a:lumMod val="40000"/>
              <a:lumOff val="60000"/>
            </a:schemeClr>
          </a:solidFill>
          <a:ln w="9525">
            <a:solidFill>
              <a:schemeClr val="tx1"/>
            </a:solidFill>
            <a:round/>
            <a:headEnd/>
            <a:tailEnd/>
          </a:ln>
          <a:effectLst/>
        </p:spPr>
        <p:txBody>
          <a:bodyPr wrap="none" anchor="ctr"/>
          <a:lstStyle/>
          <a:p>
            <a:pPr algn="ctr"/>
            <a:r>
              <a:rPr lang="en-US" altLang="zh-CN" sz="2000" b="1" dirty="0">
                <a:solidFill>
                  <a:prstClr val="black"/>
                </a:solidFill>
                <a:latin typeface="Times New Roman" pitchFamily="18" charset="0"/>
                <a:ea typeface="楷体_GB2312" pitchFamily="49" charset="-122"/>
                <a:cs typeface="Times New Roman" pitchFamily="18" charset="0"/>
              </a:rPr>
              <a:t>x = 2</a:t>
            </a:r>
          </a:p>
        </p:txBody>
      </p:sp>
      <p:sp>
        <p:nvSpPr>
          <p:cNvPr id="54" name="Line 16"/>
          <p:cNvSpPr>
            <a:spLocks noChangeShapeType="1"/>
          </p:cNvSpPr>
          <p:nvPr/>
        </p:nvSpPr>
        <p:spPr bwMode="auto">
          <a:xfrm rot="10800000" flipV="1">
            <a:off x="5391537" y="3122959"/>
            <a:ext cx="0" cy="2346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5" name="Line 16"/>
          <p:cNvSpPr>
            <a:spLocks noChangeShapeType="1"/>
          </p:cNvSpPr>
          <p:nvPr/>
        </p:nvSpPr>
        <p:spPr bwMode="auto">
          <a:xfrm rot="10800000" flipV="1">
            <a:off x="5393477" y="1765638"/>
            <a:ext cx="0" cy="2346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nvGrpSpPr>
          <p:cNvPr id="56" name="Group 39"/>
          <p:cNvGrpSpPr>
            <a:grpSpLocks/>
          </p:cNvGrpSpPr>
          <p:nvPr/>
        </p:nvGrpSpPr>
        <p:grpSpPr bwMode="auto">
          <a:xfrm>
            <a:off x="6598135" y="1571618"/>
            <a:ext cx="1260013" cy="2714644"/>
            <a:chOff x="3742" y="1495"/>
            <a:chExt cx="870" cy="2177"/>
          </a:xfrm>
        </p:grpSpPr>
        <p:sp>
          <p:nvSpPr>
            <p:cNvPr id="57" name="Rectangle 30"/>
            <p:cNvSpPr>
              <a:spLocks noChangeArrowheads="1"/>
            </p:cNvSpPr>
            <p:nvPr/>
          </p:nvSpPr>
          <p:spPr bwMode="auto">
            <a:xfrm>
              <a:off x="3742" y="2262"/>
              <a:ext cx="870" cy="488"/>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itchFamily="18" charset="0"/>
                  <a:ea typeface="楷体" pitchFamily="49" charset="-122"/>
                  <a:cs typeface="Times New Roman" pitchFamily="18" charset="0"/>
                </a:rPr>
                <a:t>编译</a:t>
              </a:r>
              <a:r>
                <a:rPr lang="en-US" altLang="zh-CN" sz="2000" b="1" dirty="0">
                  <a:solidFill>
                    <a:prstClr val="black"/>
                  </a:solidFill>
                  <a:latin typeface="Times New Roman" pitchFamily="18" charset="0"/>
                  <a:ea typeface="楷体_GB2312" pitchFamily="49" charset="-122"/>
                  <a:cs typeface="Times New Roman" pitchFamily="18" charset="0"/>
                </a:rPr>
                <a:t> </a:t>
              </a:r>
            </a:p>
            <a:p>
              <a:pPr algn="ctr"/>
              <a:r>
                <a:rPr lang="en-US" altLang="zh-CN" sz="1400" b="1" dirty="0">
                  <a:solidFill>
                    <a:prstClr val="black"/>
                  </a:solidFill>
                  <a:latin typeface="Times New Roman" pitchFamily="18" charset="0"/>
                  <a:ea typeface="楷体_GB2312" pitchFamily="49" charset="-122"/>
                  <a:cs typeface="Times New Roman" pitchFamily="18" charset="0"/>
                </a:rPr>
                <a:t>(Compiling)</a:t>
              </a:r>
              <a:endParaRPr lang="zh-CN" altLang="en-US" sz="1400" b="1" dirty="0">
                <a:solidFill>
                  <a:prstClr val="black"/>
                </a:solidFill>
                <a:latin typeface="Times New Roman" pitchFamily="18" charset="0"/>
                <a:ea typeface="楷体_GB2312" pitchFamily="49" charset="-122"/>
                <a:cs typeface="Times New Roman" pitchFamily="18" charset="0"/>
              </a:endParaRPr>
            </a:p>
          </p:txBody>
        </p:sp>
        <p:sp>
          <p:nvSpPr>
            <p:cNvPr id="58" name="Freeform 33"/>
            <p:cNvSpPr>
              <a:spLocks/>
            </p:cNvSpPr>
            <p:nvPr/>
          </p:nvSpPr>
          <p:spPr bwMode="auto">
            <a:xfrm>
              <a:off x="3742" y="1495"/>
              <a:ext cx="435" cy="726"/>
            </a:xfrm>
            <a:custGeom>
              <a:avLst/>
              <a:gdLst>
                <a:gd name="T0" fmla="*/ 0 w 726"/>
                <a:gd name="T1" fmla="*/ 0 h 907"/>
                <a:gd name="T2" fmla="*/ 590 w 726"/>
                <a:gd name="T3" fmla="*/ 363 h 907"/>
                <a:gd name="T4" fmla="*/ 726 w 726"/>
                <a:gd name="T5" fmla="*/ 907 h 907"/>
                <a:gd name="T6" fmla="*/ 0 60000 65536"/>
                <a:gd name="T7" fmla="*/ 0 60000 65536"/>
                <a:gd name="T8" fmla="*/ 0 60000 65536"/>
              </a:gdLst>
              <a:ahLst/>
              <a:cxnLst>
                <a:cxn ang="T6">
                  <a:pos x="T0" y="T1"/>
                </a:cxn>
                <a:cxn ang="T7">
                  <a:pos x="T2" y="T3"/>
                </a:cxn>
                <a:cxn ang="T8">
                  <a:pos x="T4" y="T5"/>
                </a:cxn>
              </a:cxnLst>
              <a:rect l="0" t="0" r="r" b="b"/>
              <a:pathLst>
                <a:path w="726" h="907">
                  <a:moveTo>
                    <a:pt x="0" y="0"/>
                  </a:moveTo>
                  <a:cubicBezTo>
                    <a:pt x="234" y="106"/>
                    <a:pt x="469" y="212"/>
                    <a:pt x="590" y="363"/>
                  </a:cubicBezTo>
                  <a:cubicBezTo>
                    <a:pt x="711" y="514"/>
                    <a:pt x="703" y="816"/>
                    <a:pt x="726" y="907"/>
                  </a:cubicBezTo>
                </a:path>
              </a:pathLst>
            </a:custGeom>
            <a:noFill/>
            <a:ln w="12700">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9" name="Freeform 35"/>
            <p:cNvSpPr>
              <a:spLocks/>
            </p:cNvSpPr>
            <p:nvPr/>
          </p:nvSpPr>
          <p:spPr bwMode="auto">
            <a:xfrm>
              <a:off x="3754" y="2765"/>
              <a:ext cx="423" cy="907"/>
            </a:xfrm>
            <a:custGeom>
              <a:avLst/>
              <a:gdLst>
                <a:gd name="T0" fmla="*/ 681 w 681"/>
                <a:gd name="T1" fmla="*/ 0 h 817"/>
                <a:gd name="T2" fmla="*/ 499 w 681"/>
                <a:gd name="T3" fmla="*/ 635 h 817"/>
                <a:gd name="T4" fmla="*/ 0 w 681"/>
                <a:gd name="T5" fmla="*/ 817 h 817"/>
                <a:gd name="T6" fmla="*/ 0 60000 65536"/>
                <a:gd name="T7" fmla="*/ 0 60000 65536"/>
                <a:gd name="T8" fmla="*/ 0 60000 65536"/>
              </a:gdLst>
              <a:ahLst/>
              <a:cxnLst>
                <a:cxn ang="T6">
                  <a:pos x="T0" y="T1"/>
                </a:cxn>
                <a:cxn ang="T7">
                  <a:pos x="T2" y="T3"/>
                </a:cxn>
                <a:cxn ang="T8">
                  <a:pos x="T4" y="T5"/>
                </a:cxn>
              </a:cxnLst>
              <a:rect l="0" t="0" r="r" b="b"/>
              <a:pathLst>
                <a:path w="681" h="817">
                  <a:moveTo>
                    <a:pt x="681" y="0"/>
                  </a:moveTo>
                  <a:cubicBezTo>
                    <a:pt x="647" y="249"/>
                    <a:pt x="613" y="499"/>
                    <a:pt x="499" y="635"/>
                  </a:cubicBezTo>
                  <a:cubicBezTo>
                    <a:pt x="385" y="771"/>
                    <a:pt x="192" y="794"/>
                    <a:pt x="0" y="817"/>
                  </a:cubicBezTo>
                </a:path>
              </a:pathLst>
            </a:custGeom>
            <a:noFill/>
            <a:ln w="12700">
              <a:solidFill>
                <a:schemeClr val="tx1"/>
              </a:solidFill>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spTree>
    <p:extLst>
      <p:ext uri="{BB962C8B-B14F-4D97-AF65-F5344CB8AC3E}">
        <p14:creationId xmlns:p14="http://schemas.microsoft.com/office/powerpoint/2010/main" val="25271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par>
                                <p:cTn id="10" presetID="53"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par>
                                <p:cTn id="15" presetID="53"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p:cTn id="17" dur="500" fill="hold"/>
                                        <p:tgtEl>
                                          <p:spTgt spid="39"/>
                                        </p:tgtEl>
                                        <p:attrNameLst>
                                          <p:attrName>ppt_w</p:attrName>
                                        </p:attrNameLst>
                                      </p:cBhvr>
                                      <p:tavLst>
                                        <p:tav tm="0">
                                          <p:val>
                                            <p:fltVal val="0"/>
                                          </p:val>
                                        </p:tav>
                                        <p:tav tm="100000">
                                          <p:val>
                                            <p:strVal val="#ppt_w"/>
                                          </p:val>
                                        </p:tav>
                                      </p:tavLst>
                                    </p:anim>
                                    <p:anim calcmode="lin" valueType="num">
                                      <p:cBhvr>
                                        <p:cTn id="18" dur="500" fill="hold"/>
                                        <p:tgtEl>
                                          <p:spTgt spid="39"/>
                                        </p:tgtEl>
                                        <p:attrNameLst>
                                          <p:attrName>ppt_h</p:attrName>
                                        </p:attrNameLst>
                                      </p:cBhvr>
                                      <p:tavLst>
                                        <p:tav tm="0">
                                          <p:val>
                                            <p:fltVal val="0"/>
                                          </p:val>
                                        </p:tav>
                                        <p:tav tm="100000">
                                          <p:val>
                                            <p:strVal val="#ppt_h"/>
                                          </p:val>
                                        </p:tav>
                                      </p:tavLst>
                                    </p:anim>
                                    <p:animEffect transition="in" filter="fade">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0" fill="hold" grpId="0" nodeType="click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p:cTn id="29" dur="500" fill="hold"/>
                                        <p:tgtEl>
                                          <p:spTgt spid="40"/>
                                        </p:tgtEl>
                                        <p:attrNameLst>
                                          <p:attrName>ppt_w</p:attrName>
                                        </p:attrNameLst>
                                      </p:cBhvr>
                                      <p:tavLst>
                                        <p:tav tm="0">
                                          <p:val>
                                            <p:fltVal val="0"/>
                                          </p:val>
                                        </p:tav>
                                        <p:tav tm="100000">
                                          <p:val>
                                            <p:strVal val="#ppt_w"/>
                                          </p:val>
                                        </p:tav>
                                      </p:tavLst>
                                    </p:anim>
                                    <p:anim calcmode="lin" valueType="num">
                                      <p:cBhvr>
                                        <p:cTn id="30" dur="500" fill="hold"/>
                                        <p:tgtEl>
                                          <p:spTgt spid="40"/>
                                        </p:tgtEl>
                                        <p:attrNameLst>
                                          <p:attrName>ppt_h</p:attrName>
                                        </p:attrNameLst>
                                      </p:cBhvr>
                                      <p:tavLst>
                                        <p:tav tm="0">
                                          <p:val>
                                            <p:fltVal val="0"/>
                                          </p:val>
                                        </p:tav>
                                        <p:tav tm="100000">
                                          <p:val>
                                            <p:strVal val="#ppt_h"/>
                                          </p:val>
                                        </p:tav>
                                      </p:tavLst>
                                    </p:anim>
                                    <p:animEffect transition="in" filter="fade">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编译器在语言处理系统中的位置</a:t>
            </a:r>
            <a:endParaRPr lang="en-US" altLang="zh-CN" sz="3000" spc="300" dirty="0">
              <a:solidFill>
                <a:schemeClr val="tx1"/>
              </a:solidFill>
              <a:latin typeface="微软雅黑" pitchFamily="34" charset="-122"/>
              <a:ea typeface="微软雅黑" pitchFamily="34" charset="-122"/>
            </a:endParaRPr>
          </a:p>
        </p:txBody>
      </p:sp>
      <p:grpSp>
        <p:nvGrpSpPr>
          <p:cNvPr id="3" name="组合 2"/>
          <p:cNvGrpSpPr/>
          <p:nvPr/>
        </p:nvGrpSpPr>
        <p:grpSpPr>
          <a:xfrm>
            <a:off x="2572163" y="928676"/>
            <a:ext cx="3714349" cy="3920142"/>
            <a:chOff x="1753071" y="915566"/>
            <a:chExt cx="2967853" cy="3920142"/>
          </a:xfrm>
        </p:grpSpPr>
        <p:sp>
          <p:nvSpPr>
            <p:cNvPr id="11267"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预处理器</a:t>
              </a:r>
              <a:r>
                <a:rPr lang="zh-CN" altLang="en-US"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(Preprocessor)</a:t>
              </a:r>
            </a:p>
          </p:txBody>
        </p:sp>
        <p:sp>
          <p:nvSpPr>
            <p:cNvPr id="11268" name="Line 5"/>
            <p:cNvSpPr>
              <a:spLocks noChangeShapeType="1"/>
            </p:cNvSpPr>
            <p:nvPr/>
          </p:nvSpPr>
          <p:spPr bwMode="auto">
            <a:xfrm>
              <a:off x="3204492" y="114299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69"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源程序</a:t>
              </a:r>
            </a:p>
          </p:txBody>
        </p:sp>
        <p:sp>
          <p:nvSpPr>
            <p:cNvPr id="11270" name="Rectangle 7"/>
            <p:cNvSpPr>
              <a:spLocks noChangeArrowheads="1"/>
            </p:cNvSpPr>
            <p:nvPr/>
          </p:nvSpPr>
          <p:spPr bwMode="auto">
            <a:xfrm>
              <a:off x="2538120" y="2247384"/>
              <a:ext cx="1340230" cy="342132"/>
            </a:xfrm>
            <a:prstGeom prst="rect">
              <a:avLst/>
            </a:prstGeom>
            <a:solidFill>
              <a:srgbClr val="FF99CC"/>
            </a:solidFill>
            <a:ln w="9525">
              <a:solidFill>
                <a:schemeClr val="tx1"/>
              </a:solidFill>
              <a:miter lim="800000"/>
              <a:headEnd/>
              <a:tailEnd/>
            </a:ln>
            <a:effectLst/>
          </p:spPr>
          <p:txBody>
            <a:bodyPr wrap="none" anchor="ctr"/>
            <a:lstStyle/>
            <a:p>
              <a:pPr algn="ctr"/>
              <a:r>
                <a:rPr lang="zh-CN" altLang="en-US" sz="2200" b="1" dirty="0">
                  <a:latin typeface="Times New Roman" pitchFamily="18" charset="0"/>
                  <a:ea typeface="楷体" pitchFamily="49" charset="-122"/>
                  <a:cs typeface="Times New Roman" pitchFamily="18" charset="0"/>
                </a:rPr>
                <a:t>编译器</a:t>
              </a:r>
              <a:endParaRPr lang="en-US" altLang="zh-CN" sz="2200" b="1" dirty="0">
                <a:latin typeface="Times New Roman" pitchFamily="18" charset="0"/>
                <a:ea typeface="楷体" pitchFamily="49" charset="-122"/>
                <a:cs typeface="Times New Roman" pitchFamily="18" charset="0"/>
              </a:endParaRPr>
            </a:p>
          </p:txBody>
        </p:sp>
        <p:sp>
          <p:nvSpPr>
            <p:cNvPr id="11271" name="Line 8"/>
            <p:cNvSpPr>
              <a:spLocks noChangeShapeType="1"/>
            </p:cNvSpPr>
            <p:nvPr/>
          </p:nvSpPr>
          <p:spPr bwMode="auto">
            <a:xfrm>
              <a:off x="3204492" y="207771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2"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itchFamily="18" charset="0"/>
                  <a:ea typeface="楷体" pitchFamily="49" charset="-122"/>
                  <a:cs typeface="Times New Roman" pitchFamily="18" charset="0"/>
                </a:rPr>
                <a:t>经过预处理的源程序</a:t>
              </a:r>
            </a:p>
          </p:txBody>
        </p:sp>
        <p:sp>
          <p:nvSpPr>
            <p:cNvPr id="11273" name="Line 10"/>
            <p:cNvSpPr>
              <a:spLocks noChangeShapeType="1"/>
            </p:cNvSpPr>
            <p:nvPr/>
          </p:nvSpPr>
          <p:spPr bwMode="auto">
            <a:xfrm>
              <a:off x="3204492" y="16668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5" name="Line 12"/>
            <p:cNvSpPr>
              <a:spLocks noChangeShapeType="1"/>
            </p:cNvSpPr>
            <p:nvPr/>
          </p:nvSpPr>
          <p:spPr bwMode="auto">
            <a:xfrm>
              <a:off x="3204492" y="298133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6"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itchFamily="18" charset="0"/>
                  <a:ea typeface="楷体" pitchFamily="49" charset="-122"/>
                  <a:cs typeface="Times New Roman" pitchFamily="18" charset="0"/>
                </a:rPr>
                <a:t> </a:t>
              </a:r>
              <a:r>
                <a:rPr lang="zh-CN" altLang="en-US" sz="2200" b="1" dirty="0">
                  <a:latin typeface="Times New Roman" pitchFamily="18" charset="0"/>
                  <a:ea typeface="楷体" pitchFamily="49" charset="-122"/>
                  <a:cs typeface="Times New Roman" pitchFamily="18" charset="0"/>
                </a:rPr>
                <a:t>汇编语言程序</a:t>
              </a:r>
            </a:p>
          </p:txBody>
        </p:sp>
        <p:sp>
          <p:nvSpPr>
            <p:cNvPr id="11277" name="Line 14"/>
            <p:cNvSpPr>
              <a:spLocks noChangeShapeType="1"/>
            </p:cNvSpPr>
            <p:nvPr/>
          </p:nvSpPr>
          <p:spPr bwMode="auto">
            <a:xfrm>
              <a:off x="3204492" y="2597264"/>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8"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链接器</a:t>
              </a:r>
              <a:r>
                <a:rPr lang="en-US" altLang="zh-CN" sz="1600" b="1" dirty="0">
                  <a:latin typeface="Times New Roman" pitchFamily="18" charset="0"/>
                  <a:ea typeface="楷体" pitchFamily="49" charset="-122"/>
                  <a:cs typeface="Times New Roman" pitchFamily="18" charset="0"/>
                </a:rPr>
                <a:t> (Linker) </a:t>
              </a:r>
              <a:r>
                <a:rPr lang="en-US" altLang="zh-CN" sz="2000" b="1" dirty="0">
                  <a:latin typeface="Times New Roman" pitchFamily="18" charset="0"/>
                  <a:ea typeface="楷体" pitchFamily="49" charset="-122"/>
                  <a:cs typeface="Times New Roman" pitchFamily="18" charset="0"/>
                </a:rPr>
                <a:t>/</a:t>
              </a:r>
              <a:r>
                <a:rPr lang="zh-CN" altLang="en-US" sz="2200" b="1" dirty="0">
                  <a:latin typeface="Times New Roman" pitchFamily="18" charset="0"/>
                  <a:ea typeface="楷体" pitchFamily="49" charset="-122"/>
                  <a:cs typeface="Times New Roman" pitchFamily="18" charset="0"/>
                </a:rPr>
                <a:t>加载器</a:t>
              </a:r>
              <a:r>
                <a:rPr lang="zh-CN" altLang="en-US" sz="16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(Loader)</a:t>
              </a:r>
            </a:p>
          </p:txBody>
        </p:sp>
        <p:sp>
          <p:nvSpPr>
            <p:cNvPr id="11279" name="Line 16"/>
            <p:cNvSpPr>
              <a:spLocks noChangeShapeType="1"/>
            </p:cNvSpPr>
            <p:nvPr/>
          </p:nvSpPr>
          <p:spPr bwMode="auto">
            <a:xfrm>
              <a:off x="3204492" y="3886777"/>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80"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可重定位的机器代码</a:t>
              </a:r>
            </a:p>
          </p:txBody>
        </p:sp>
        <p:sp>
          <p:nvSpPr>
            <p:cNvPr id="11281" name="Line 18"/>
            <p:cNvSpPr>
              <a:spLocks noChangeShapeType="1"/>
            </p:cNvSpPr>
            <p:nvPr/>
          </p:nvSpPr>
          <p:spPr bwMode="auto">
            <a:xfrm>
              <a:off x="3204492" y="3481396"/>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82"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目标机器代码</a:t>
              </a:r>
            </a:p>
          </p:txBody>
        </p:sp>
        <p:sp>
          <p:nvSpPr>
            <p:cNvPr id="11283" name="Line 20"/>
            <p:cNvSpPr>
              <a:spLocks noChangeShapeType="1"/>
            </p:cNvSpPr>
            <p:nvPr/>
          </p:nvSpPr>
          <p:spPr bwMode="auto">
            <a:xfrm>
              <a:off x="3204492" y="44291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21" name="AutoShape 29"/>
          <p:cNvSpPr>
            <a:spLocks noChangeArrowheads="1"/>
          </p:cNvSpPr>
          <p:nvPr/>
        </p:nvSpPr>
        <p:spPr bwMode="auto">
          <a:xfrm>
            <a:off x="214282" y="1892123"/>
            <a:ext cx="2714644" cy="1322569"/>
          </a:xfrm>
          <a:prstGeom prst="wedgeRoundRectCallout">
            <a:avLst>
              <a:gd name="adj1" fmla="val 47138"/>
              <a:gd name="adj2" fmla="val -69550"/>
              <a:gd name="adj3" fmla="val 16667"/>
            </a:avLst>
          </a:prstGeom>
          <a:noFill/>
          <a:ln w="25400">
            <a:solidFill>
              <a:schemeClr val="accent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85750" indent="-285750">
              <a:lnSpc>
                <a:spcPts val="2200"/>
              </a:lnSpc>
              <a:buFont typeface="Wingdings" panose="05000000000000000000" pitchFamily="2" charset="2"/>
              <a:buChar char="Ø"/>
            </a:pPr>
            <a:r>
              <a:rPr lang="zh-CN" altLang="en-US" b="1" dirty="0">
                <a:solidFill>
                  <a:srgbClr val="000000"/>
                </a:solidFill>
                <a:latin typeface="楷体" pitchFamily="49" charset="-122"/>
                <a:ea typeface="楷体" pitchFamily="49" charset="-122"/>
              </a:rPr>
              <a:t>把存储在不同文件中的源程序</a:t>
            </a:r>
            <a:r>
              <a:rPr lang="zh-CN" altLang="en-US" b="1" dirty="0">
                <a:solidFill>
                  <a:schemeClr val="tx2">
                    <a:lumMod val="60000"/>
                    <a:lumOff val="40000"/>
                  </a:schemeClr>
                </a:solidFill>
                <a:latin typeface="楷体" pitchFamily="49" charset="-122"/>
                <a:ea typeface="楷体" pitchFamily="49" charset="-122"/>
              </a:rPr>
              <a:t>聚合</a:t>
            </a:r>
            <a:r>
              <a:rPr lang="zh-CN" altLang="en-US" b="1" dirty="0">
                <a:solidFill>
                  <a:srgbClr val="000000"/>
                </a:solidFill>
                <a:latin typeface="楷体" pitchFamily="49" charset="-122"/>
                <a:ea typeface="楷体" pitchFamily="49" charset="-122"/>
              </a:rPr>
              <a:t>在一起</a:t>
            </a:r>
            <a:endParaRPr lang="en-US" altLang="zh-CN" b="1" dirty="0">
              <a:solidFill>
                <a:srgbClr val="000000"/>
              </a:solidFill>
              <a:latin typeface="楷体" pitchFamily="49" charset="-122"/>
              <a:ea typeface="楷体" pitchFamily="49" charset="-122"/>
            </a:endParaRPr>
          </a:p>
          <a:p>
            <a:pPr marL="285750" indent="-285750">
              <a:lnSpc>
                <a:spcPts val="2200"/>
              </a:lnSpc>
              <a:buFont typeface="Wingdings" panose="05000000000000000000" pitchFamily="2" charset="2"/>
              <a:buChar char="Ø"/>
            </a:pPr>
            <a:r>
              <a:rPr lang="zh-CN" altLang="en-US" b="1" dirty="0">
                <a:solidFill>
                  <a:srgbClr val="000000"/>
                </a:solidFill>
                <a:latin typeface="楷体" pitchFamily="49" charset="-122"/>
                <a:ea typeface="楷体" pitchFamily="49" charset="-122"/>
              </a:rPr>
              <a:t>把被称为</a:t>
            </a:r>
            <a:r>
              <a:rPr lang="zh-CN" altLang="en-US" b="1" dirty="0">
                <a:solidFill>
                  <a:srgbClr val="FF0000"/>
                </a:solidFill>
                <a:latin typeface="楷体" pitchFamily="49" charset="-122"/>
                <a:ea typeface="楷体" pitchFamily="49" charset="-122"/>
              </a:rPr>
              <a:t>宏</a:t>
            </a:r>
            <a:r>
              <a:rPr lang="zh-CN" altLang="en-US" b="1" dirty="0">
                <a:solidFill>
                  <a:srgbClr val="000000"/>
                </a:solidFill>
                <a:latin typeface="楷体" pitchFamily="49" charset="-122"/>
                <a:ea typeface="楷体" pitchFamily="49" charset="-122"/>
              </a:rPr>
              <a:t>的缩写语句转换为原始语句</a:t>
            </a:r>
          </a:p>
        </p:txBody>
      </p:sp>
      <p:sp>
        <p:nvSpPr>
          <p:cNvPr id="23"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汇编器</a:t>
            </a:r>
            <a:r>
              <a:rPr lang="en-US" altLang="zh-CN" sz="22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(Assembler)</a:t>
            </a:r>
          </a:p>
        </p:txBody>
      </p:sp>
      <p:grpSp>
        <p:nvGrpSpPr>
          <p:cNvPr id="24" name="组合 23"/>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55453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0" fill="hold" grpId="1" nodeType="clickEffect">
                                  <p:stCondLst>
                                    <p:cond delay="0"/>
                                  </p:stCondLst>
                                  <p:childTnLst>
                                    <p:anim calcmode="lin" valueType="num">
                                      <p:cBhvr>
                                        <p:cTn id="13" dur="500"/>
                                        <p:tgtEl>
                                          <p:spTgt spid="21"/>
                                        </p:tgtEl>
                                        <p:attrNameLst>
                                          <p:attrName>ppt_w</p:attrName>
                                        </p:attrNameLst>
                                      </p:cBhvr>
                                      <p:tavLst>
                                        <p:tav tm="0">
                                          <p:val>
                                            <p:strVal val="ppt_w"/>
                                          </p:val>
                                        </p:tav>
                                        <p:tav tm="100000">
                                          <p:val>
                                            <p:fltVal val="0"/>
                                          </p:val>
                                        </p:tav>
                                      </p:tavLst>
                                    </p:anim>
                                    <p:anim calcmode="lin" valueType="num">
                                      <p:cBhvr>
                                        <p:cTn id="14" dur="500"/>
                                        <p:tgtEl>
                                          <p:spTgt spid="21"/>
                                        </p:tgtEl>
                                        <p:attrNameLst>
                                          <p:attrName>ppt_h</p:attrName>
                                        </p:attrNameLst>
                                      </p:cBhvr>
                                      <p:tavLst>
                                        <p:tav tm="0">
                                          <p:val>
                                            <p:strVal val="ppt_h"/>
                                          </p:val>
                                        </p:tav>
                                        <p:tav tm="100000">
                                          <p:val>
                                            <p:fltVal val="0"/>
                                          </p:val>
                                        </p:tav>
                                      </p:tavLst>
                                    </p:anim>
                                    <p:animEffect transition="out" filter="fade">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23"/>
          <p:cNvSpPr>
            <a:spLocks noChangeArrowheads="1"/>
          </p:cNvSpPr>
          <p:nvPr/>
        </p:nvSpPr>
        <p:spPr bwMode="auto">
          <a:xfrm>
            <a:off x="467544" y="2427734"/>
            <a:ext cx="2428892" cy="1071570"/>
          </a:xfrm>
          <a:prstGeom prst="wedgeRoundRectCallout">
            <a:avLst>
              <a:gd name="adj1" fmla="val 57122"/>
              <a:gd name="adj2" fmla="val 75139"/>
              <a:gd name="adj3" fmla="val 16667"/>
            </a:avLst>
          </a:prstGeom>
          <a:noFill/>
          <a:ln w="25400">
            <a:solidFill>
              <a:schemeClr val="accent2"/>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pPr>
              <a:spcBef>
                <a:spcPct val="30000"/>
              </a:spcBef>
            </a:pPr>
            <a:r>
              <a:rPr lang="zh-CN" altLang="en-US" b="1" dirty="0">
                <a:solidFill>
                  <a:srgbClr val="FF0000"/>
                </a:solidFill>
                <a:latin typeface="Times New Roman" pitchFamily="18" charset="0"/>
                <a:ea typeface="楷体" pitchFamily="49" charset="-122"/>
                <a:cs typeface="Times New Roman" pitchFamily="18" charset="0"/>
              </a:rPr>
              <a:t>可重定位</a:t>
            </a:r>
            <a:r>
              <a:rPr lang="en-US" altLang="zh-CN" sz="1600" b="1" dirty="0">
                <a:latin typeface="Times New Roman" pitchFamily="18" charset="0"/>
                <a:ea typeface="楷体" pitchFamily="49" charset="-122"/>
                <a:cs typeface="Times New Roman" pitchFamily="18" charset="0"/>
              </a:rPr>
              <a:t>(</a:t>
            </a:r>
            <a:r>
              <a:rPr lang="en-US" altLang="zh-CN" sz="1600" b="1" dirty="0" err="1">
                <a:latin typeface="Times New Roman" pitchFamily="18" charset="0"/>
                <a:ea typeface="楷体" pitchFamily="49" charset="-122"/>
                <a:cs typeface="Times New Roman" pitchFamily="18" charset="0"/>
              </a:rPr>
              <a:t>Relocatable</a:t>
            </a:r>
            <a:r>
              <a:rPr lang="en-US" altLang="zh-CN" sz="1600" b="1" dirty="0">
                <a:latin typeface="Times New Roman" pitchFamily="18" charset="0"/>
                <a:ea typeface="楷体" pitchFamily="49" charset="-122"/>
                <a:cs typeface="Times New Roman" pitchFamily="18" charset="0"/>
              </a:rPr>
              <a:t>)</a:t>
            </a:r>
            <a:r>
              <a:rPr lang="zh-CN" altLang="en-US" sz="1600" b="1" dirty="0">
                <a:latin typeface="Times New Roman" pitchFamily="18" charset="0"/>
                <a:ea typeface="楷体" pitchFamily="49" charset="-122"/>
                <a:cs typeface="Times New Roman" pitchFamily="18" charset="0"/>
              </a:rPr>
              <a:t>：</a:t>
            </a:r>
            <a:endParaRPr lang="en-US" altLang="zh-CN" sz="1600" b="1" dirty="0">
              <a:latin typeface="Times New Roman" pitchFamily="18" charset="0"/>
              <a:ea typeface="楷体" pitchFamily="49" charset="-122"/>
              <a:cs typeface="Times New Roman" pitchFamily="18" charset="0"/>
            </a:endParaRPr>
          </a:p>
          <a:p>
            <a:pPr>
              <a:spcBef>
                <a:spcPct val="30000"/>
              </a:spcBef>
            </a:pPr>
            <a:r>
              <a:rPr lang="zh-CN" altLang="en-US" b="1" dirty="0">
                <a:latin typeface="Times New Roman" pitchFamily="18" charset="0"/>
                <a:ea typeface="楷体" pitchFamily="49" charset="-122"/>
                <a:cs typeface="Times New Roman" pitchFamily="18" charset="0"/>
              </a:rPr>
              <a:t>在内存中存放的起始位置</a:t>
            </a:r>
            <a:r>
              <a:rPr lang="en-US" altLang="zh-CN" b="1" i="1" dirty="0">
                <a:latin typeface="Times New Roman" pitchFamily="18" charset="0"/>
                <a:ea typeface="楷体" pitchFamily="49" charset="-122"/>
                <a:cs typeface="Times New Roman" pitchFamily="18" charset="0"/>
              </a:rPr>
              <a:t>L</a:t>
            </a:r>
            <a:r>
              <a:rPr lang="zh-CN" altLang="en-US" b="1" dirty="0">
                <a:latin typeface="Times New Roman" pitchFamily="18" charset="0"/>
                <a:ea typeface="楷体" pitchFamily="49" charset="-122"/>
                <a:cs typeface="Times New Roman" pitchFamily="18" charset="0"/>
              </a:rPr>
              <a:t>不是固定的</a:t>
            </a:r>
            <a:endParaRPr lang="en-US" altLang="zh-CN" b="1" dirty="0">
              <a:latin typeface="Times New Roman" pitchFamily="18" charset="0"/>
              <a:ea typeface="楷体" pitchFamily="49" charset="-122"/>
              <a:cs typeface="Times New Roman" pitchFamily="18" charset="0"/>
            </a:endParaRPr>
          </a:p>
        </p:txBody>
      </p:sp>
      <p:sp>
        <p:nvSpPr>
          <p:cNvPr id="24" name="矩形 23"/>
          <p:cNvSpPr/>
          <p:nvPr/>
        </p:nvSpPr>
        <p:spPr>
          <a:xfrm>
            <a:off x="142876" y="4559872"/>
            <a:ext cx="3357554" cy="369332"/>
          </a:xfrm>
          <a:prstGeom prst="rect">
            <a:avLst/>
          </a:prstGeom>
          <a:solidFill>
            <a:schemeClr val="accent5">
              <a:lumMod val="60000"/>
              <a:lumOff val="40000"/>
            </a:schemeClr>
          </a:solidFill>
          <a:ln>
            <a:solidFill>
              <a:schemeClr val="tx2"/>
            </a:solidFill>
          </a:ln>
        </p:spPr>
        <p:txBody>
          <a:bodyPr wrap="square">
            <a:spAutoFit/>
          </a:bodyPr>
          <a:lstStyle/>
          <a:p>
            <a:pPr lvl="0" algn="ctr">
              <a:spcBef>
                <a:spcPct val="30000"/>
              </a:spcBef>
            </a:pPr>
            <a:r>
              <a:rPr lang="zh-CN" altLang="en-US" b="1" dirty="0">
                <a:latin typeface="Times New Roman" pitchFamily="18" charset="0"/>
                <a:ea typeface="楷体" pitchFamily="49" charset="-122"/>
                <a:cs typeface="Times New Roman" pitchFamily="18" charset="0"/>
              </a:rPr>
              <a:t>起始位置</a:t>
            </a:r>
            <a:r>
              <a:rPr lang="en-US" altLang="zh-CN" b="1" i="1" dirty="0">
                <a:latin typeface="Times New Roman" pitchFamily="18" charset="0"/>
                <a:ea typeface="楷体" pitchFamily="49" charset="-122"/>
                <a:cs typeface="Times New Roman" pitchFamily="18" charset="0"/>
              </a:rPr>
              <a:t> +</a:t>
            </a:r>
            <a:r>
              <a:rPr lang="zh-CN" altLang="en-US" b="1" dirty="0">
                <a:latin typeface="Times New Roman" pitchFamily="18" charset="0"/>
                <a:ea typeface="楷体" pitchFamily="49" charset="-122"/>
                <a:cs typeface="Times New Roman" pitchFamily="18" charset="0"/>
              </a:rPr>
              <a:t>相对地址</a:t>
            </a:r>
            <a:r>
              <a:rPr lang="en-US" altLang="zh-CN" b="1" dirty="0">
                <a:latin typeface="Times New Roman" pitchFamily="18" charset="0"/>
                <a:ea typeface="楷体" pitchFamily="49" charset="-122"/>
                <a:cs typeface="Times New Roman" pitchFamily="18" charset="0"/>
              </a:rPr>
              <a:t>=</a:t>
            </a:r>
            <a:r>
              <a:rPr lang="zh-CN" altLang="en-US" b="1" dirty="0">
                <a:latin typeface="Times New Roman" pitchFamily="18" charset="0"/>
                <a:ea typeface="楷体" pitchFamily="49" charset="-122"/>
                <a:cs typeface="Times New Roman" pitchFamily="18" charset="0"/>
              </a:rPr>
              <a:t>绝对地址</a:t>
            </a:r>
          </a:p>
        </p:txBody>
      </p:sp>
      <p:grpSp>
        <p:nvGrpSpPr>
          <p:cNvPr id="26" name="组合 25"/>
          <p:cNvGrpSpPr/>
          <p:nvPr/>
        </p:nvGrpSpPr>
        <p:grpSpPr>
          <a:xfrm>
            <a:off x="2572163" y="928676"/>
            <a:ext cx="3714349" cy="3920142"/>
            <a:chOff x="1753071" y="915566"/>
            <a:chExt cx="2967853" cy="3920142"/>
          </a:xfrm>
        </p:grpSpPr>
        <p:sp>
          <p:nvSpPr>
            <p:cNvPr id="27"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预处理器</a:t>
              </a:r>
              <a:r>
                <a:rPr lang="zh-CN" altLang="en-US"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(Preprocessor)</a:t>
              </a:r>
            </a:p>
          </p:txBody>
        </p:sp>
        <p:sp>
          <p:nvSpPr>
            <p:cNvPr id="28" name="Line 5"/>
            <p:cNvSpPr>
              <a:spLocks noChangeShapeType="1"/>
            </p:cNvSpPr>
            <p:nvPr/>
          </p:nvSpPr>
          <p:spPr bwMode="auto">
            <a:xfrm>
              <a:off x="3204492" y="114299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9"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源程序</a:t>
              </a:r>
            </a:p>
          </p:txBody>
        </p:sp>
        <p:sp>
          <p:nvSpPr>
            <p:cNvPr id="30" name="Rectangle 7"/>
            <p:cNvSpPr>
              <a:spLocks noChangeArrowheads="1"/>
            </p:cNvSpPr>
            <p:nvPr/>
          </p:nvSpPr>
          <p:spPr bwMode="auto">
            <a:xfrm>
              <a:off x="2538120" y="2247384"/>
              <a:ext cx="1340230" cy="342132"/>
            </a:xfrm>
            <a:prstGeom prst="rect">
              <a:avLst/>
            </a:prstGeom>
            <a:solidFill>
              <a:srgbClr val="FF99CC"/>
            </a:solidFill>
            <a:ln w="9525">
              <a:solidFill>
                <a:schemeClr val="tx1"/>
              </a:solidFill>
              <a:miter lim="800000"/>
              <a:headEnd/>
              <a:tailEnd/>
            </a:ln>
            <a:effectLst/>
          </p:spPr>
          <p:txBody>
            <a:bodyPr wrap="none" anchor="ctr"/>
            <a:lstStyle/>
            <a:p>
              <a:pPr algn="ctr"/>
              <a:r>
                <a:rPr lang="zh-CN" altLang="en-US" sz="2200" b="1" dirty="0">
                  <a:latin typeface="Times New Roman" pitchFamily="18" charset="0"/>
                  <a:ea typeface="楷体" pitchFamily="49" charset="-122"/>
                  <a:cs typeface="Times New Roman" pitchFamily="18" charset="0"/>
                </a:rPr>
                <a:t>编译器</a:t>
              </a:r>
              <a:endParaRPr lang="en-US" altLang="zh-CN" sz="2200" b="1" dirty="0">
                <a:latin typeface="Times New Roman" pitchFamily="18" charset="0"/>
                <a:ea typeface="楷体" pitchFamily="49" charset="-122"/>
                <a:cs typeface="Times New Roman" pitchFamily="18" charset="0"/>
              </a:endParaRPr>
            </a:p>
          </p:txBody>
        </p:sp>
        <p:sp>
          <p:nvSpPr>
            <p:cNvPr id="31" name="Line 8"/>
            <p:cNvSpPr>
              <a:spLocks noChangeShapeType="1"/>
            </p:cNvSpPr>
            <p:nvPr/>
          </p:nvSpPr>
          <p:spPr bwMode="auto">
            <a:xfrm>
              <a:off x="3204492" y="207771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2"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itchFamily="18" charset="0"/>
                  <a:ea typeface="楷体" pitchFamily="49" charset="-122"/>
                  <a:cs typeface="Times New Roman" pitchFamily="18" charset="0"/>
                </a:rPr>
                <a:t>经过预处理的源程序</a:t>
              </a:r>
            </a:p>
          </p:txBody>
        </p:sp>
        <p:sp>
          <p:nvSpPr>
            <p:cNvPr id="33" name="Line 10"/>
            <p:cNvSpPr>
              <a:spLocks noChangeShapeType="1"/>
            </p:cNvSpPr>
            <p:nvPr/>
          </p:nvSpPr>
          <p:spPr bwMode="auto">
            <a:xfrm>
              <a:off x="3204492" y="16668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 name="Line 12"/>
            <p:cNvSpPr>
              <a:spLocks noChangeShapeType="1"/>
            </p:cNvSpPr>
            <p:nvPr/>
          </p:nvSpPr>
          <p:spPr bwMode="auto">
            <a:xfrm>
              <a:off x="3204492" y="298133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5"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itchFamily="18" charset="0"/>
                  <a:ea typeface="楷体" pitchFamily="49" charset="-122"/>
                  <a:cs typeface="Times New Roman" pitchFamily="18" charset="0"/>
                </a:rPr>
                <a:t> </a:t>
              </a:r>
              <a:r>
                <a:rPr lang="zh-CN" altLang="en-US" sz="2200" b="1" dirty="0">
                  <a:latin typeface="Times New Roman" pitchFamily="18" charset="0"/>
                  <a:ea typeface="楷体" pitchFamily="49" charset="-122"/>
                  <a:cs typeface="Times New Roman" pitchFamily="18" charset="0"/>
                </a:rPr>
                <a:t>汇编语言程序</a:t>
              </a:r>
            </a:p>
          </p:txBody>
        </p:sp>
        <p:sp>
          <p:nvSpPr>
            <p:cNvPr id="36" name="Line 14"/>
            <p:cNvSpPr>
              <a:spLocks noChangeShapeType="1"/>
            </p:cNvSpPr>
            <p:nvPr/>
          </p:nvSpPr>
          <p:spPr bwMode="auto">
            <a:xfrm>
              <a:off x="3204492" y="2597264"/>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7"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链接器</a:t>
              </a:r>
              <a:r>
                <a:rPr lang="en-US" altLang="zh-CN" sz="1600" b="1" dirty="0">
                  <a:latin typeface="Times New Roman" pitchFamily="18" charset="0"/>
                  <a:ea typeface="楷体" pitchFamily="49" charset="-122"/>
                  <a:cs typeface="Times New Roman" pitchFamily="18" charset="0"/>
                </a:rPr>
                <a:t> (Linker) </a:t>
              </a:r>
              <a:r>
                <a:rPr lang="en-US" altLang="zh-CN" sz="2000" b="1" dirty="0">
                  <a:latin typeface="Times New Roman" pitchFamily="18" charset="0"/>
                  <a:ea typeface="楷体" pitchFamily="49" charset="-122"/>
                  <a:cs typeface="Times New Roman" pitchFamily="18" charset="0"/>
                </a:rPr>
                <a:t>/</a:t>
              </a:r>
              <a:r>
                <a:rPr lang="zh-CN" altLang="en-US" sz="2200" b="1" dirty="0">
                  <a:latin typeface="Times New Roman" pitchFamily="18" charset="0"/>
                  <a:ea typeface="楷体" pitchFamily="49" charset="-122"/>
                  <a:cs typeface="Times New Roman" pitchFamily="18" charset="0"/>
                </a:rPr>
                <a:t>加载器</a:t>
              </a:r>
              <a:r>
                <a:rPr lang="zh-CN" altLang="en-US" sz="16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(Loader)</a:t>
              </a:r>
            </a:p>
          </p:txBody>
        </p:sp>
        <p:sp>
          <p:nvSpPr>
            <p:cNvPr id="38" name="Line 16"/>
            <p:cNvSpPr>
              <a:spLocks noChangeShapeType="1"/>
            </p:cNvSpPr>
            <p:nvPr/>
          </p:nvSpPr>
          <p:spPr bwMode="auto">
            <a:xfrm>
              <a:off x="3204492" y="3886777"/>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9"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可重定位的机器代码</a:t>
              </a:r>
            </a:p>
          </p:txBody>
        </p:sp>
        <p:sp>
          <p:nvSpPr>
            <p:cNvPr id="40" name="Line 18"/>
            <p:cNvSpPr>
              <a:spLocks noChangeShapeType="1"/>
            </p:cNvSpPr>
            <p:nvPr/>
          </p:nvSpPr>
          <p:spPr bwMode="auto">
            <a:xfrm>
              <a:off x="3204492" y="3481396"/>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1"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目标机器代码</a:t>
              </a:r>
            </a:p>
          </p:txBody>
        </p:sp>
        <p:sp>
          <p:nvSpPr>
            <p:cNvPr id="42" name="Line 20"/>
            <p:cNvSpPr>
              <a:spLocks noChangeShapeType="1"/>
            </p:cNvSpPr>
            <p:nvPr/>
          </p:nvSpPr>
          <p:spPr bwMode="auto">
            <a:xfrm>
              <a:off x="3204492" y="44291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43"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汇编器</a:t>
            </a:r>
            <a:r>
              <a:rPr lang="en-US" altLang="zh-CN" sz="22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(Assembler)</a:t>
            </a:r>
          </a:p>
        </p:txBody>
      </p:sp>
      <p:sp>
        <p:nvSpPr>
          <p:cNvPr id="45"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编译器在语言处理系统中的位置</a:t>
            </a:r>
            <a:endParaRPr lang="en-US" altLang="zh-CN" sz="3000" spc="300" dirty="0">
              <a:solidFill>
                <a:schemeClr val="tx1"/>
              </a:solidFill>
              <a:latin typeface="微软雅黑" pitchFamily="34" charset="-122"/>
              <a:ea typeface="微软雅黑" pitchFamily="34" charset="-122"/>
            </a:endParaRPr>
          </a:p>
        </p:txBody>
      </p:sp>
      <p:grpSp>
        <p:nvGrpSpPr>
          <p:cNvPr id="46" name="组合 45"/>
          <p:cNvGrpSpPr/>
          <p:nvPr/>
        </p:nvGrpSpPr>
        <p:grpSpPr>
          <a:xfrm>
            <a:off x="-786" y="195486"/>
            <a:ext cx="756363" cy="432048"/>
            <a:chOff x="-786" y="195486"/>
            <a:chExt cx="756363" cy="432048"/>
          </a:xfrm>
        </p:grpSpPr>
        <p:sp>
          <p:nvSpPr>
            <p:cNvPr id="47" name="五边形 4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8" name="五边形 4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49" name="AutoShape 24"/>
          <p:cNvSpPr>
            <a:spLocks noChangeArrowheads="1"/>
          </p:cNvSpPr>
          <p:nvPr/>
        </p:nvSpPr>
        <p:spPr bwMode="auto">
          <a:xfrm>
            <a:off x="5929322" y="2357436"/>
            <a:ext cx="2714644" cy="1357322"/>
          </a:xfrm>
          <a:prstGeom prst="wedgeRoundRectCallout">
            <a:avLst>
              <a:gd name="adj1" fmla="val -48451"/>
              <a:gd name="adj2" fmla="val 72695"/>
              <a:gd name="adj3" fmla="val 16667"/>
            </a:avLst>
          </a:prstGeom>
          <a:noFill/>
          <a:ln w="25400">
            <a:solidFill>
              <a:schemeClr val="accent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dirty="0">
                <a:latin typeface="楷体" pitchFamily="49" charset="-122"/>
                <a:ea typeface="楷体" pitchFamily="49" charset="-122"/>
                <a:cs typeface="Times New Roman" pitchFamily="18" charset="0"/>
              </a:rPr>
              <a:t>加载器：</a:t>
            </a:r>
            <a:endParaRPr lang="en-US" altLang="zh-CN" b="1" dirty="0">
              <a:latin typeface="楷体" pitchFamily="49" charset="-122"/>
              <a:ea typeface="楷体" pitchFamily="49" charset="-122"/>
              <a:cs typeface="Times New Roman" pitchFamily="18" charset="0"/>
            </a:endParaRPr>
          </a:p>
          <a:p>
            <a:r>
              <a:rPr lang="zh-CN" altLang="en-US" b="1" dirty="0">
                <a:latin typeface="楷体" pitchFamily="49" charset="-122"/>
                <a:ea typeface="楷体" pitchFamily="49" charset="-122"/>
                <a:cs typeface="Times New Roman" pitchFamily="18" charset="0"/>
              </a:rPr>
              <a:t>修改可重定位地址；</a:t>
            </a:r>
            <a:endParaRPr lang="en-US" altLang="zh-CN" b="1" dirty="0">
              <a:latin typeface="楷体" pitchFamily="49" charset="-122"/>
              <a:ea typeface="楷体" pitchFamily="49" charset="-122"/>
              <a:cs typeface="Times New Roman" pitchFamily="18" charset="0"/>
            </a:endParaRPr>
          </a:p>
          <a:p>
            <a:r>
              <a:rPr lang="zh-CN" altLang="en-US" b="1" dirty="0">
                <a:latin typeface="楷体" pitchFamily="49" charset="-122"/>
                <a:ea typeface="楷体" pitchFamily="49" charset="-122"/>
                <a:cs typeface="Times New Roman" pitchFamily="18" charset="0"/>
              </a:rPr>
              <a:t>将修改后的指令和数据放到内存中适当的位置</a:t>
            </a:r>
          </a:p>
        </p:txBody>
      </p:sp>
    </p:spTree>
    <p:extLst>
      <p:ext uri="{BB962C8B-B14F-4D97-AF65-F5344CB8AC3E}">
        <p14:creationId xmlns:p14="http://schemas.microsoft.com/office/powerpoint/2010/main" val="127117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2"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p:cTn id="21" dur="500" fill="hold"/>
                                        <p:tgtEl>
                                          <p:spTgt spid="49"/>
                                        </p:tgtEl>
                                        <p:attrNameLst>
                                          <p:attrName>ppt_w</p:attrName>
                                        </p:attrNameLst>
                                      </p:cBhvr>
                                      <p:tavLst>
                                        <p:tav tm="0">
                                          <p:val>
                                            <p:fltVal val="0"/>
                                          </p:val>
                                        </p:tav>
                                        <p:tav tm="100000">
                                          <p:val>
                                            <p:strVal val="#ppt_w"/>
                                          </p:val>
                                        </p:tav>
                                      </p:tavLst>
                                    </p:anim>
                                    <p:anim calcmode="lin" valueType="num">
                                      <p:cBhvr>
                                        <p:cTn id="22" dur="500" fill="hold"/>
                                        <p:tgtEl>
                                          <p:spTgt spid="49"/>
                                        </p:tgtEl>
                                        <p:attrNameLst>
                                          <p:attrName>ppt_h</p:attrName>
                                        </p:attrNameLst>
                                      </p:cBhvr>
                                      <p:tavLst>
                                        <p:tav tm="0">
                                          <p:val>
                                            <p:fltVal val="0"/>
                                          </p:val>
                                        </p:tav>
                                        <p:tav tm="100000">
                                          <p:val>
                                            <p:strVal val="#ppt_h"/>
                                          </p:val>
                                        </p:tav>
                                      </p:tavLst>
                                    </p:anim>
                                    <p:animEffect transition="in" filter="fade">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xit" presetSubtype="0" fill="hold" grpId="1" nodeType="clickEffect">
                                  <p:stCondLst>
                                    <p:cond delay="0"/>
                                  </p:stCondLst>
                                  <p:childTnLst>
                                    <p:anim calcmode="lin" valueType="num">
                                      <p:cBhvr>
                                        <p:cTn id="27" dur="500"/>
                                        <p:tgtEl>
                                          <p:spTgt spid="23"/>
                                        </p:tgtEl>
                                        <p:attrNameLst>
                                          <p:attrName>ppt_w</p:attrName>
                                        </p:attrNameLst>
                                      </p:cBhvr>
                                      <p:tavLst>
                                        <p:tav tm="0">
                                          <p:val>
                                            <p:strVal val="ppt_w"/>
                                          </p:val>
                                        </p:tav>
                                        <p:tav tm="100000">
                                          <p:val>
                                            <p:fltVal val="0"/>
                                          </p:val>
                                        </p:tav>
                                      </p:tavLst>
                                    </p:anim>
                                    <p:anim calcmode="lin" valueType="num">
                                      <p:cBhvr>
                                        <p:cTn id="28" dur="500"/>
                                        <p:tgtEl>
                                          <p:spTgt spid="23"/>
                                        </p:tgtEl>
                                        <p:attrNameLst>
                                          <p:attrName>ppt_h</p:attrName>
                                        </p:attrNameLst>
                                      </p:cBhvr>
                                      <p:tavLst>
                                        <p:tav tm="0">
                                          <p:val>
                                            <p:strVal val="ppt_h"/>
                                          </p:val>
                                        </p:tav>
                                        <p:tav tm="100000">
                                          <p:val>
                                            <p:fltVal val="0"/>
                                          </p:val>
                                        </p:tav>
                                      </p:tavLst>
                                    </p:anim>
                                    <p:animEffect transition="out" filter="fade">
                                      <p:cBhvr>
                                        <p:cTn id="29" dur="500"/>
                                        <p:tgtEl>
                                          <p:spTgt spid="23"/>
                                        </p:tgtEl>
                                      </p:cBhvr>
                                    </p:animEffect>
                                    <p:set>
                                      <p:cBhvr>
                                        <p:cTn id="30" dur="1" fill="hold">
                                          <p:stCondLst>
                                            <p:cond delay="499"/>
                                          </p:stCondLst>
                                        </p:cTn>
                                        <p:tgtEl>
                                          <p:spTgt spid="23"/>
                                        </p:tgtEl>
                                        <p:attrNameLst>
                                          <p:attrName>style.visibility</p:attrName>
                                        </p:attrNameLst>
                                      </p:cBhvr>
                                      <p:to>
                                        <p:strVal val="hidden"/>
                                      </p:to>
                                    </p:set>
                                  </p:childTnLst>
                                </p:cTn>
                              </p:par>
                              <p:par>
                                <p:cTn id="31" presetID="53" presetClass="exit" presetSubtype="0" fill="hold" grpId="1" nodeType="withEffect">
                                  <p:stCondLst>
                                    <p:cond delay="0"/>
                                  </p:stCondLst>
                                  <p:childTnLst>
                                    <p:anim calcmode="lin" valueType="num">
                                      <p:cBhvr>
                                        <p:cTn id="32" dur="500"/>
                                        <p:tgtEl>
                                          <p:spTgt spid="24"/>
                                        </p:tgtEl>
                                        <p:attrNameLst>
                                          <p:attrName>ppt_w</p:attrName>
                                        </p:attrNameLst>
                                      </p:cBhvr>
                                      <p:tavLst>
                                        <p:tav tm="0">
                                          <p:val>
                                            <p:strVal val="ppt_w"/>
                                          </p:val>
                                        </p:tav>
                                        <p:tav tm="100000">
                                          <p:val>
                                            <p:fltVal val="0"/>
                                          </p:val>
                                        </p:tav>
                                      </p:tavLst>
                                    </p:anim>
                                    <p:anim calcmode="lin" valueType="num">
                                      <p:cBhvr>
                                        <p:cTn id="33" dur="500"/>
                                        <p:tgtEl>
                                          <p:spTgt spid="24"/>
                                        </p:tgtEl>
                                        <p:attrNameLst>
                                          <p:attrName>ppt_h</p:attrName>
                                        </p:attrNameLst>
                                      </p:cBhvr>
                                      <p:tavLst>
                                        <p:tav tm="0">
                                          <p:val>
                                            <p:strVal val="ppt_h"/>
                                          </p:val>
                                        </p:tav>
                                        <p:tav tm="100000">
                                          <p:val>
                                            <p:fltVal val="0"/>
                                          </p:val>
                                        </p:tav>
                                      </p:tavLst>
                                    </p:anim>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53" presetClass="exit" presetSubtype="32" fill="hold" grpId="1" nodeType="withEffect">
                                  <p:stCondLst>
                                    <p:cond delay="0"/>
                                  </p:stCondLst>
                                  <p:childTnLst>
                                    <p:anim calcmode="lin" valueType="num">
                                      <p:cBhvr>
                                        <p:cTn id="37" dur="500"/>
                                        <p:tgtEl>
                                          <p:spTgt spid="49"/>
                                        </p:tgtEl>
                                        <p:attrNameLst>
                                          <p:attrName>ppt_w</p:attrName>
                                        </p:attrNameLst>
                                      </p:cBhvr>
                                      <p:tavLst>
                                        <p:tav tm="0">
                                          <p:val>
                                            <p:strVal val="ppt_w"/>
                                          </p:val>
                                        </p:tav>
                                        <p:tav tm="100000">
                                          <p:val>
                                            <p:fltVal val="0"/>
                                          </p:val>
                                        </p:tav>
                                      </p:tavLst>
                                    </p:anim>
                                    <p:anim calcmode="lin" valueType="num">
                                      <p:cBhvr>
                                        <p:cTn id="38" dur="500"/>
                                        <p:tgtEl>
                                          <p:spTgt spid="49"/>
                                        </p:tgtEl>
                                        <p:attrNameLst>
                                          <p:attrName>ppt_h</p:attrName>
                                        </p:attrNameLst>
                                      </p:cBhvr>
                                      <p:tavLst>
                                        <p:tav tm="0">
                                          <p:val>
                                            <p:strVal val="ppt_h"/>
                                          </p:val>
                                        </p:tav>
                                        <p:tav tm="100000">
                                          <p:val>
                                            <p:fltVal val="0"/>
                                          </p:val>
                                        </p:tav>
                                      </p:tavLst>
                                    </p:anim>
                                    <p:animEffect transition="out" filter="fade">
                                      <p:cBhvr>
                                        <p:cTn id="39" dur="500"/>
                                        <p:tgtEl>
                                          <p:spTgt spid="49"/>
                                        </p:tgtEl>
                                      </p:cBhvr>
                                    </p:animEffect>
                                    <p:set>
                                      <p:cBhvr>
                                        <p:cTn id="40" dur="1" fill="hold">
                                          <p:stCondLst>
                                            <p:cond delay="499"/>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1" animBg="1"/>
      <p:bldP spid="23" grpId="2" animBg="1"/>
      <p:bldP spid="24" grpId="0" animBg="1"/>
      <p:bldP spid="24" grpId="1" animBg="1"/>
      <p:bldP spid="49" grpId="0" animBg="1"/>
      <p:bldP spid="49"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2"/>
          <p:cNvSpPr>
            <a:spLocks noChangeArrowheads="1"/>
          </p:cNvSpPr>
          <p:nvPr/>
        </p:nvSpPr>
        <p:spPr bwMode="auto">
          <a:xfrm>
            <a:off x="35496" y="3939902"/>
            <a:ext cx="2789288"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ts val="3000"/>
              </a:lnSpc>
            </a:pPr>
            <a:r>
              <a:rPr lang="zh-CN" altLang="en-US" b="1" dirty="0">
                <a:solidFill>
                  <a:srgbClr val="000000"/>
                </a:solidFill>
                <a:latin typeface="楷体" pitchFamily="49" charset="-122"/>
                <a:ea typeface="楷体" pitchFamily="49" charset="-122"/>
                <a:cs typeface="Times New Roman" pitchFamily="18" charset="0"/>
              </a:rPr>
              <a:t>库文件</a:t>
            </a:r>
          </a:p>
          <a:p>
            <a:pPr algn="ctr">
              <a:lnSpc>
                <a:spcPts val="3000"/>
              </a:lnSpc>
            </a:pPr>
            <a:r>
              <a:rPr lang="zh-CN" altLang="en-US" b="1" dirty="0">
                <a:solidFill>
                  <a:srgbClr val="000000"/>
                </a:solidFill>
                <a:latin typeface="楷体" pitchFamily="49" charset="-122"/>
                <a:ea typeface="楷体" pitchFamily="49" charset="-122"/>
                <a:cs typeface="Times New Roman" pitchFamily="18" charset="0"/>
              </a:rPr>
              <a:t>其它可重定位目标程序</a:t>
            </a:r>
          </a:p>
        </p:txBody>
      </p:sp>
      <p:sp>
        <p:nvSpPr>
          <p:cNvPr id="26" name="AutoShape 23"/>
          <p:cNvSpPr>
            <a:spLocks noChangeArrowheads="1"/>
          </p:cNvSpPr>
          <p:nvPr/>
        </p:nvSpPr>
        <p:spPr bwMode="auto">
          <a:xfrm>
            <a:off x="214282" y="2000246"/>
            <a:ext cx="2928958" cy="1616682"/>
          </a:xfrm>
          <a:prstGeom prst="wedgeRoundRectCallout">
            <a:avLst>
              <a:gd name="adj1" fmla="val 43797"/>
              <a:gd name="adj2" fmla="val 75076"/>
              <a:gd name="adj3" fmla="val 16667"/>
            </a:avLst>
          </a:prstGeom>
          <a:noFill/>
          <a:ln w="25400">
            <a:solidFill>
              <a:schemeClr val="accent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dirty="0">
                <a:latin typeface="Times New Roman" pitchFamily="18" charset="0"/>
                <a:ea typeface="楷体" pitchFamily="49" charset="-122"/>
                <a:cs typeface="Times New Roman" pitchFamily="18" charset="0"/>
              </a:rPr>
              <a:t>链接器</a:t>
            </a:r>
            <a:endParaRPr lang="en-US" altLang="zh-CN" b="1" dirty="0">
              <a:latin typeface="Times New Roman" pitchFamily="18" charset="0"/>
              <a:ea typeface="楷体" pitchFamily="49" charset="-122"/>
              <a:cs typeface="Times New Roman" pitchFamily="18" charset="0"/>
            </a:endParaRPr>
          </a:p>
          <a:p>
            <a:pPr marL="285750" indent="-285750">
              <a:buFont typeface="Wingdings" panose="05000000000000000000" pitchFamily="2" charset="2"/>
              <a:buChar char="Ø"/>
            </a:pPr>
            <a:r>
              <a:rPr lang="zh-CN" altLang="en-US" b="1" dirty="0">
                <a:latin typeface="Times New Roman" pitchFamily="18" charset="0"/>
                <a:ea typeface="楷体" pitchFamily="49" charset="-122"/>
                <a:cs typeface="Times New Roman" pitchFamily="18" charset="0"/>
              </a:rPr>
              <a:t>将多个可重定位的机器代码文件（包括库文件）连接到一起</a:t>
            </a:r>
            <a:endParaRPr lang="en-US" altLang="zh-CN" b="1" dirty="0">
              <a:latin typeface="Times New Roman" pitchFamily="18" charset="0"/>
              <a:ea typeface="楷体" pitchFamily="49" charset="-122"/>
              <a:cs typeface="Times New Roman" pitchFamily="18" charset="0"/>
            </a:endParaRPr>
          </a:p>
          <a:p>
            <a:pPr marL="285750" indent="-285750">
              <a:buFont typeface="Wingdings" panose="05000000000000000000" pitchFamily="2" charset="2"/>
              <a:buChar char="Ø"/>
            </a:pPr>
            <a:r>
              <a:rPr lang="zh-CN" altLang="en-US" b="1" dirty="0">
                <a:latin typeface="Times New Roman" pitchFamily="18" charset="0"/>
                <a:ea typeface="楷体" pitchFamily="49" charset="-122"/>
                <a:cs typeface="Times New Roman" pitchFamily="18" charset="0"/>
              </a:rPr>
              <a:t>解决外部内存地址问题</a:t>
            </a:r>
          </a:p>
        </p:txBody>
      </p:sp>
      <p:sp>
        <p:nvSpPr>
          <p:cNvPr id="28" name="Line 21"/>
          <p:cNvSpPr>
            <a:spLocks noChangeShapeType="1"/>
          </p:cNvSpPr>
          <p:nvPr/>
        </p:nvSpPr>
        <p:spPr bwMode="auto">
          <a:xfrm rot="10800000" flipH="1">
            <a:off x="1898485" y="4286262"/>
            <a:ext cx="6018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编译器在语言处理系统中的位置</a:t>
            </a:r>
            <a:endParaRPr lang="en-US" altLang="zh-CN" sz="3000" spc="300" dirty="0">
              <a:solidFill>
                <a:schemeClr val="tx1"/>
              </a:solidFill>
              <a:latin typeface="微软雅黑" pitchFamily="34" charset="-122"/>
              <a:ea typeface="微软雅黑" pitchFamily="34" charset="-122"/>
            </a:endParaRPr>
          </a:p>
        </p:txBody>
      </p:sp>
      <p:grpSp>
        <p:nvGrpSpPr>
          <p:cNvPr id="31" name="组合 30"/>
          <p:cNvGrpSpPr/>
          <p:nvPr/>
        </p:nvGrpSpPr>
        <p:grpSpPr>
          <a:xfrm>
            <a:off x="-786" y="195486"/>
            <a:ext cx="756363" cy="432048"/>
            <a:chOff x="-786" y="195486"/>
            <a:chExt cx="756363" cy="432048"/>
          </a:xfrm>
        </p:grpSpPr>
        <p:sp>
          <p:nvSpPr>
            <p:cNvPr id="32" name="五边形 3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五边形 3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38" name="组合 37"/>
          <p:cNvGrpSpPr/>
          <p:nvPr/>
        </p:nvGrpSpPr>
        <p:grpSpPr>
          <a:xfrm>
            <a:off x="2572163" y="928676"/>
            <a:ext cx="3714349" cy="3920142"/>
            <a:chOff x="1753071" y="915566"/>
            <a:chExt cx="2967853" cy="3920142"/>
          </a:xfrm>
        </p:grpSpPr>
        <p:sp>
          <p:nvSpPr>
            <p:cNvPr id="39"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预处理器</a:t>
              </a:r>
              <a:r>
                <a:rPr lang="zh-CN" altLang="en-US"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(Preprocessor)</a:t>
              </a:r>
            </a:p>
          </p:txBody>
        </p:sp>
        <p:sp>
          <p:nvSpPr>
            <p:cNvPr id="40" name="Line 5"/>
            <p:cNvSpPr>
              <a:spLocks noChangeShapeType="1"/>
            </p:cNvSpPr>
            <p:nvPr/>
          </p:nvSpPr>
          <p:spPr bwMode="auto">
            <a:xfrm>
              <a:off x="3204492" y="114299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1"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源程序</a:t>
              </a:r>
            </a:p>
          </p:txBody>
        </p:sp>
        <p:sp>
          <p:nvSpPr>
            <p:cNvPr id="42" name="Rectangle 7"/>
            <p:cNvSpPr>
              <a:spLocks noChangeArrowheads="1"/>
            </p:cNvSpPr>
            <p:nvPr/>
          </p:nvSpPr>
          <p:spPr bwMode="auto">
            <a:xfrm>
              <a:off x="2538120" y="2247384"/>
              <a:ext cx="1340230" cy="342132"/>
            </a:xfrm>
            <a:prstGeom prst="rect">
              <a:avLst/>
            </a:prstGeom>
            <a:solidFill>
              <a:srgbClr val="FF99CC"/>
            </a:solidFill>
            <a:ln w="9525">
              <a:solidFill>
                <a:schemeClr val="tx1"/>
              </a:solidFill>
              <a:miter lim="800000"/>
              <a:headEnd/>
              <a:tailEnd/>
            </a:ln>
            <a:effectLst/>
          </p:spPr>
          <p:txBody>
            <a:bodyPr wrap="none" anchor="ctr"/>
            <a:lstStyle/>
            <a:p>
              <a:pPr algn="ctr"/>
              <a:r>
                <a:rPr lang="zh-CN" altLang="en-US" sz="2200" b="1" dirty="0">
                  <a:latin typeface="Times New Roman" pitchFamily="18" charset="0"/>
                  <a:ea typeface="楷体" pitchFamily="49" charset="-122"/>
                  <a:cs typeface="Times New Roman" pitchFamily="18" charset="0"/>
                </a:rPr>
                <a:t>编译器</a:t>
              </a:r>
              <a:endParaRPr lang="en-US" altLang="zh-CN" sz="2200" b="1" dirty="0">
                <a:latin typeface="Times New Roman" pitchFamily="18" charset="0"/>
                <a:ea typeface="楷体" pitchFamily="49" charset="-122"/>
                <a:cs typeface="Times New Roman" pitchFamily="18" charset="0"/>
              </a:endParaRPr>
            </a:p>
          </p:txBody>
        </p:sp>
        <p:sp>
          <p:nvSpPr>
            <p:cNvPr id="43" name="Line 8"/>
            <p:cNvSpPr>
              <a:spLocks noChangeShapeType="1"/>
            </p:cNvSpPr>
            <p:nvPr/>
          </p:nvSpPr>
          <p:spPr bwMode="auto">
            <a:xfrm>
              <a:off x="3204492" y="207771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4"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itchFamily="18" charset="0"/>
                  <a:ea typeface="楷体" pitchFamily="49" charset="-122"/>
                  <a:cs typeface="Times New Roman" pitchFamily="18" charset="0"/>
                </a:rPr>
                <a:t>经过预处理的源程序</a:t>
              </a:r>
            </a:p>
          </p:txBody>
        </p:sp>
        <p:sp>
          <p:nvSpPr>
            <p:cNvPr id="45" name="Line 10"/>
            <p:cNvSpPr>
              <a:spLocks noChangeShapeType="1"/>
            </p:cNvSpPr>
            <p:nvPr/>
          </p:nvSpPr>
          <p:spPr bwMode="auto">
            <a:xfrm>
              <a:off x="3204492" y="16668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6" name="Line 12"/>
            <p:cNvSpPr>
              <a:spLocks noChangeShapeType="1"/>
            </p:cNvSpPr>
            <p:nvPr/>
          </p:nvSpPr>
          <p:spPr bwMode="auto">
            <a:xfrm>
              <a:off x="3204492" y="2981330"/>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7"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itchFamily="18" charset="0"/>
                  <a:ea typeface="楷体" pitchFamily="49" charset="-122"/>
                  <a:cs typeface="Times New Roman" pitchFamily="18" charset="0"/>
                </a:rPr>
                <a:t> </a:t>
              </a:r>
              <a:r>
                <a:rPr lang="zh-CN" altLang="en-US" sz="2200" b="1" dirty="0">
                  <a:latin typeface="Times New Roman" pitchFamily="18" charset="0"/>
                  <a:ea typeface="楷体" pitchFamily="49" charset="-122"/>
                  <a:cs typeface="Times New Roman" pitchFamily="18" charset="0"/>
                </a:rPr>
                <a:t>汇编语言程序</a:t>
              </a:r>
            </a:p>
          </p:txBody>
        </p:sp>
        <p:sp>
          <p:nvSpPr>
            <p:cNvPr id="48" name="Line 14"/>
            <p:cNvSpPr>
              <a:spLocks noChangeShapeType="1"/>
            </p:cNvSpPr>
            <p:nvPr/>
          </p:nvSpPr>
          <p:spPr bwMode="auto">
            <a:xfrm>
              <a:off x="3204492" y="2597264"/>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9"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链接器</a:t>
              </a:r>
              <a:r>
                <a:rPr lang="en-US" altLang="zh-CN" sz="1600" b="1" dirty="0">
                  <a:latin typeface="Times New Roman" pitchFamily="18" charset="0"/>
                  <a:ea typeface="楷体" pitchFamily="49" charset="-122"/>
                  <a:cs typeface="Times New Roman" pitchFamily="18" charset="0"/>
                </a:rPr>
                <a:t> (Linker) </a:t>
              </a:r>
              <a:r>
                <a:rPr lang="en-US" altLang="zh-CN" sz="2000" b="1" dirty="0">
                  <a:latin typeface="Times New Roman" pitchFamily="18" charset="0"/>
                  <a:ea typeface="楷体" pitchFamily="49" charset="-122"/>
                  <a:cs typeface="Times New Roman" pitchFamily="18" charset="0"/>
                </a:rPr>
                <a:t>/</a:t>
              </a:r>
              <a:r>
                <a:rPr lang="zh-CN" altLang="en-US" sz="2200" b="1" dirty="0">
                  <a:latin typeface="Times New Roman" pitchFamily="18" charset="0"/>
                  <a:ea typeface="楷体" pitchFamily="49" charset="-122"/>
                  <a:cs typeface="Times New Roman" pitchFamily="18" charset="0"/>
                </a:rPr>
                <a:t>加载器</a:t>
              </a:r>
              <a:r>
                <a:rPr lang="zh-CN" altLang="en-US" sz="16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(Loader)</a:t>
              </a:r>
            </a:p>
          </p:txBody>
        </p:sp>
        <p:sp>
          <p:nvSpPr>
            <p:cNvPr id="50" name="Line 16"/>
            <p:cNvSpPr>
              <a:spLocks noChangeShapeType="1"/>
            </p:cNvSpPr>
            <p:nvPr/>
          </p:nvSpPr>
          <p:spPr bwMode="auto">
            <a:xfrm>
              <a:off x="3204492" y="3886777"/>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1"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可重定位的机器代码</a:t>
              </a:r>
            </a:p>
          </p:txBody>
        </p:sp>
        <p:sp>
          <p:nvSpPr>
            <p:cNvPr id="52" name="Line 18"/>
            <p:cNvSpPr>
              <a:spLocks noChangeShapeType="1"/>
            </p:cNvSpPr>
            <p:nvPr/>
          </p:nvSpPr>
          <p:spPr bwMode="auto">
            <a:xfrm>
              <a:off x="3204492" y="3481396"/>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3"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目标机器代码</a:t>
              </a:r>
            </a:p>
          </p:txBody>
        </p:sp>
        <p:sp>
          <p:nvSpPr>
            <p:cNvPr id="54" name="Line 20"/>
            <p:cNvSpPr>
              <a:spLocks noChangeShapeType="1"/>
            </p:cNvSpPr>
            <p:nvPr/>
          </p:nvSpPr>
          <p:spPr bwMode="auto">
            <a:xfrm>
              <a:off x="3204492" y="4429138"/>
              <a:ext cx="0" cy="1619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55"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itchFamily="18" charset="0"/>
                <a:ea typeface="楷体" pitchFamily="49" charset="-122"/>
                <a:cs typeface="Times New Roman" pitchFamily="18" charset="0"/>
              </a:rPr>
              <a:t>汇编器</a:t>
            </a:r>
            <a:r>
              <a:rPr lang="en-US" altLang="zh-CN" sz="2200" b="1" dirty="0">
                <a:latin typeface="Times New Roman" pitchFamily="18" charset="0"/>
                <a:ea typeface="楷体" pitchFamily="49" charset="-122"/>
                <a:cs typeface="Times New Roman" pitchFamily="18" charset="0"/>
              </a:rPr>
              <a:t> </a:t>
            </a:r>
            <a:r>
              <a:rPr lang="en-US" altLang="zh-CN" sz="1600" b="1" dirty="0">
                <a:latin typeface="Times New Roman" pitchFamily="18" charset="0"/>
                <a:ea typeface="楷体" pitchFamily="49" charset="-122"/>
                <a:cs typeface="Times New Roman" pitchFamily="18" charset="0"/>
              </a:rPr>
              <a:t>(Assembler)</a:t>
            </a:r>
          </a:p>
        </p:txBody>
      </p:sp>
      <p:sp>
        <p:nvSpPr>
          <p:cNvPr id="2" name="文本框 1">
            <a:extLst>
              <a:ext uri="{FF2B5EF4-FFF2-40B4-BE49-F238E27FC236}">
                <a16:creationId xmlns:a16="http://schemas.microsoft.com/office/drawing/2014/main" id="{557A989E-1845-F642-E535-F07263427315}"/>
              </a:ext>
            </a:extLst>
          </p:cNvPr>
          <p:cNvSpPr txBox="1"/>
          <p:nvPr/>
        </p:nvSpPr>
        <p:spPr>
          <a:xfrm>
            <a:off x="1913814" y="3980849"/>
            <a:ext cx="658349" cy="307777"/>
          </a:xfrm>
          <a:prstGeom prst="rect">
            <a:avLst/>
          </a:prstGeom>
          <a:noFill/>
        </p:spPr>
        <p:txBody>
          <a:bodyPr wrap="square" rtlCol="0">
            <a:spAutoFit/>
          </a:bodyPr>
          <a:lstStyle/>
          <a:p>
            <a:r>
              <a:rPr lang="zh-CN" altLang="en-US" sz="1400" dirty="0">
                <a:latin typeface="楷体" panose="02010609060101010101" pitchFamily="49" charset="-122"/>
                <a:ea typeface="楷体" panose="02010609060101010101" pitchFamily="49" charset="-122"/>
              </a:rPr>
              <a:t>链接</a:t>
            </a:r>
          </a:p>
        </p:txBody>
      </p:sp>
    </p:spTree>
    <p:extLst>
      <p:ext uri="{BB962C8B-B14F-4D97-AF65-F5344CB8AC3E}">
        <p14:creationId xmlns:p14="http://schemas.microsoft.com/office/powerpoint/2010/main" val="156636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190800" y="1460003"/>
            <a:ext cx="5045496" cy="3086100"/>
          </a:xfrm>
        </p:spPr>
        <p:txBody>
          <a:bodyPr/>
          <a:lstStyle/>
          <a:p>
            <a:pPr eaLnBrk="1" hangingPunct="1"/>
            <a:endParaRPr lang="en-US" altLang="zh-CN" dirty="0"/>
          </a:p>
          <a:p>
            <a:pPr eaLnBrk="1" hangingPunct="1"/>
            <a:endParaRPr lang="zh-CN" altLang="en-US" dirty="0"/>
          </a:p>
        </p:txBody>
      </p:sp>
      <p:sp>
        <p:nvSpPr>
          <p:cNvPr id="13314" name="Rectangle 2"/>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编译过程概述</a:t>
            </a:r>
            <a:endParaRPr lang="zh-CN" altLang="en-US" sz="3000" spc="300" dirty="0">
              <a:solidFill>
                <a:schemeClr val="tx1"/>
              </a:solidFill>
              <a:latin typeface="微软雅黑" pitchFamily="34" charset="-122"/>
              <a:ea typeface="微软雅黑" pitchFamily="34" charset="-122"/>
              <a:cs typeface="Times New Roman" pitchFamily="18" charset="0"/>
            </a:endParaRPr>
          </a:p>
        </p:txBody>
      </p:sp>
      <p:sp>
        <p:nvSpPr>
          <p:cNvPr id="13320" name="Rectangle 10"/>
          <p:cNvSpPr>
            <a:spLocks noChangeArrowheads="1"/>
          </p:cNvSpPr>
          <p:nvPr/>
        </p:nvSpPr>
        <p:spPr bwMode="auto">
          <a:xfrm>
            <a:off x="5076056" y="4571109"/>
            <a:ext cx="1916794"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solidFill>
                <a:srgbClr val="000000"/>
              </a:solidFill>
              <a:latin typeface="Times New Roman" pitchFamily="18" charset="0"/>
              <a:cs typeface="Times New Roman" pitchFamily="18" charset="0"/>
            </a:endParaRPr>
          </a:p>
        </p:txBody>
      </p:sp>
      <p:pic>
        <p:nvPicPr>
          <p:cNvPr id="1332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272" y="715516"/>
            <a:ext cx="3891852" cy="3829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组合 14"/>
          <p:cNvGrpSpPr/>
          <p:nvPr/>
        </p:nvGrpSpPr>
        <p:grpSpPr>
          <a:xfrm>
            <a:off x="-786" y="195486"/>
            <a:ext cx="756363" cy="432048"/>
            <a:chOff x="-786" y="195486"/>
            <a:chExt cx="756363" cy="432048"/>
          </a:xfrm>
        </p:grpSpPr>
        <p:sp>
          <p:nvSpPr>
            <p:cNvPr id="16" name="五边形 1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五边形 1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pic>
        <p:nvPicPr>
          <p:cNvPr id="18" name="Picture 2" descr="E:\工大编译\ppt\图片1.png"/>
          <p:cNvPicPr>
            <a:picLocks noChangeAspect="1" noChangeArrowheads="1"/>
          </p:cNvPicPr>
          <p:nvPr/>
        </p:nvPicPr>
        <p:blipFill>
          <a:blip r:embed="rId4"/>
          <a:srcRect/>
          <a:stretch>
            <a:fillRect/>
          </a:stretch>
        </p:blipFill>
        <p:spPr bwMode="auto">
          <a:xfrm>
            <a:off x="5643570" y="175322"/>
            <a:ext cx="2071702" cy="4292819"/>
          </a:xfrm>
          <a:prstGeom prst="rect">
            <a:avLst/>
          </a:prstGeom>
          <a:noFill/>
        </p:spPr>
      </p:pic>
      <p:sp>
        <p:nvSpPr>
          <p:cNvPr id="19" name="Line 6"/>
          <p:cNvSpPr>
            <a:spLocks noChangeShapeType="1"/>
          </p:cNvSpPr>
          <p:nvPr/>
        </p:nvSpPr>
        <p:spPr bwMode="auto">
          <a:xfrm>
            <a:off x="903210" y="4517528"/>
            <a:ext cx="1823016" cy="0"/>
          </a:xfrm>
          <a:prstGeom prst="line">
            <a:avLst/>
          </a:prstGeom>
          <a:noFill/>
          <a:ln w="76200">
            <a:solidFill>
              <a:schemeClr val="accent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Rectangle 7"/>
          <p:cNvSpPr>
            <a:spLocks noChangeArrowheads="1"/>
          </p:cNvSpPr>
          <p:nvPr/>
        </p:nvSpPr>
        <p:spPr bwMode="auto">
          <a:xfrm>
            <a:off x="785786" y="4643452"/>
            <a:ext cx="1954923" cy="188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高级语言程序</a:t>
            </a:r>
            <a:endParaRPr lang="en-US" altLang="zh-CN" sz="2000" b="1" dirty="0">
              <a:solidFill>
                <a:schemeClr val="tx2">
                  <a:lumMod val="60000"/>
                  <a:lumOff val="40000"/>
                </a:schemeClr>
              </a:solidFill>
              <a:latin typeface="楷体" pitchFamily="49" charset="-122"/>
              <a:ea typeface="楷体" pitchFamily="49" charset="-122"/>
              <a:cs typeface="Times New Roman" pitchFamily="18" charset="0"/>
            </a:endParaRPr>
          </a:p>
        </p:txBody>
      </p:sp>
      <p:sp>
        <p:nvSpPr>
          <p:cNvPr id="21" name="Line 8"/>
          <p:cNvSpPr>
            <a:spLocks noChangeShapeType="1"/>
          </p:cNvSpPr>
          <p:nvPr/>
        </p:nvSpPr>
        <p:spPr bwMode="auto">
          <a:xfrm>
            <a:off x="4500562" y="4500576"/>
            <a:ext cx="3143272" cy="0"/>
          </a:xfrm>
          <a:prstGeom prst="line">
            <a:avLst/>
          </a:prstGeom>
          <a:noFill/>
          <a:ln w="76200">
            <a:solidFill>
              <a:schemeClr val="accent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9"/>
          <p:cNvSpPr>
            <a:spLocks noChangeArrowheads="1"/>
          </p:cNvSpPr>
          <p:nvPr/>
        </p:nvSpPr>
        <p:spPr bwMode="auto">
          <a:xfrm>
            <a:off x="4164708" y="4604164"/>
            <a:ext cx="3907754" cy="53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汇编语言程序</a:t>
            </a:r>
            <a:r>
              <a:rPr lang="en-US" altLang="zh-CN" sz="2000" b="1" dirty="0">
                <a:solidFill>
                  <a:schemeClr val="tx2">
                    <a:lumMod val="60000"/>
                    <a:lumOff val="40000"/>
                  </a:schemeClr>
                </a:solidFill>
                <a:latin typeface="楷体" pitchFamily="49" charset="-122"/>
                <a:ea typeface="楷体" pitchFamily="49" charset="-122"/>
                <a:cs typeface="Times New Roman" pitchFamily="18" charset="0"/>
              </a:rPr>
              <a:t>/</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机器语言程序</a:t>
            </a:r>
            <a:endParaRPr lang="en-US" altLang="zh-CN" sz="2000" b="1" dirty="0">
              <a:solidFill>
                <a:schemeClr val="tx2">
                  <a:lumMod val="60000"/>
                  <a:lumOff val="40000"/>
                </a:schemeClr>
              </a:solidFill>
              <a:latin typeface="楷体" pitchFamily="49" charset="-122"/>
              <a:ea typeface="楷体" pitchFamily="49" charset="-122"/>
              <a:cs typeface="Times New Roman" pitchFamily="18" charset="0"/>
            </a:endParaRPr>
          </a:p>
          <a:p>
            <a:pPr algn="ctr"/>
            <a:endParaRPr lang="en-US" altLang="zh-CN" sz="2000" dirty="0">
              <a:solidFill>
                <a:srgbClr val="0000FF"/>
              </a:solidFill>
              <a:latin typeface="Times New Roman" pitchFamily="18" charset="0"/>
              <a:ea typeface="楷体" pitchFamily="49" charset="-122"/>
              <a:cs typeface="Times New Roman" pitchFamily="18" charset="0"/>
            </a:endParaRPr>
          </a:p>
        </p:txBody>
      </p:sp>
      <p:sp>
        <p:nvSpPr>
          <p:cNvPr id="23" name="AutoShape 11"/>
          <p:cNvSpPr>
            <a:spLocks noChangeArrowheads="1"/>
          </p:cNvSpPr>
          <p:nvPr/>
        </p:nvSpPr>
        <p:spPr bwMode="auto">
          <a:xfrm>
            <a:off x="2840040" y="3869830"/>
            <a:ext cx="1589084" cy="1025129"/>
          </a:xfrm>
          <a:prstGeom prst="cube">
            <a:avLst>
              <a:gd name="adj" fmla="val 25000"/>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000" b="1" dirty="0">
                <a:latin typeface="楷体" pitchFamily="49" charset="-122"/>
                <a:ea typeface="楷体" pitchFamily="49" charset="-122"/>
                <a:cs typeface="Times New Roman" pitchFamily="18" charset="0"/>
              </a:rPr>
              <a:t>编译器</a:t>
            </a:r>
          </a:p>
        </p:txBody>
      </p:sp>
      <p:sp>
        <p:nvSpPr>
          <p:cNvPr id="455684" name="AutoShape 4"/>
          <p:cNvSpPr>
            <a:spLocks noChangeArrowheads="1"/>
          </p:cNvSpPr>
          <p:nvPr/>
        </p:nvSpPr>
        <p:spPr bwMode="auto">
          <a:xfrm>
            <a:off x="2143108" y="2071684"/>
            <a:ext cx="4286280" cy="1285884"/>
          </a:xfrm>
          <a:prstGeom prst="cloudCallout">
            <a:avLst>
              <a:gd name="adj1" fmla="val -12997"/>
              <a:gd name="adj2" fmla="val 86436"/>
            </a:avLst>
          </a:prstGeom>
          <a:solidFill>
            <a:schemeClr val="accent5">
              <a:lumMod val="60000"/>
              <a:lumOff val="40000"/>
            </a:schemeClr>
          </a:solidFill>
          <a:ln w="9525">
            <a:solidFill>
              <a:schemeClr val="tx1"/>
            </a:solidFill>
            <a:round/>
            <a:headEnd/>
            <a:tailEnd/>
          </a:ln>
          <a:effectLst/>
        </p:spPr>
        <p:txBody>
          <a:bodyPr anchor="ctr"/>
          <a:lstStyle/>
          <a:p>
            <a:pPr algn="ctr">
              <a:spcBef>
                <a:spcPct val="30000"/>
              </a:spcBef>
            </a:pPr>
            <a:r>
              <a:rPr lang="zh-CN" altLang="en-US" sz="2500" b="1" dirty="0">
                <a:latin typeface="楷体" pitchFamily="49" charset="-122"/>
                <a:ea typeface="楷体" pitchFamily="49" charset="-122"/>
                <a:cs typeface="Times New Roman" pitchFamily="18" charset="0"/>
              </a:rPr>
              <a:t>机器是怎么翻译的？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55684"/>
                                        </p:tgtEl>
                                        <p:attrNameLst>
                                          <p:attrName>style.visibility</p:attrName>
                                        </p:attrNameLst>
                                      </p:cBhvr>
                                      <p:to>
                                        <p:strVal val="visible"/>
                                      </p:to>
                                    </p:set>
                                    <p:anim calcmode="lin" valueType="num">
                                      <p:cBhvr>
                                        <p:cTn id="7" dur="500" fill="hold"/>
                                        <p:tgtEl>
                                          <p:spTgt spid="455684"/>
                                        </p:tgtEl>
                                        <p:attrNameLst>
                                          <p:attrName>ppt_w</p:attrName>
                                        </p:attrNameLst>
                                      </p:cBhvr>
                                      <p:tavLst>
                                        <p:tav tm="0">
                                          <p:val>
                                            <p:fltVal val="0"/>
                                          </p:val>
                                        </p:tav>
                                        <p:tav tm="100000">
                                          <p:val>
                                            <p:strVal val="#ppt_w"/>
                                          </p:val>
                                        </p:tav>
                                      </p:tavLst>
                                    </p:anim>
                                    <p:anim calcmode="lin" valueType="num">
                                      <p:cBhvr>
                                        <p:cTn id="8" dur="500" fill="hold"/>
                                        <p:tgtEl>
                                          <p:spTgt spid="455684"/>
                                        </p:tgtEl>
                                        <p:attrNameLst>
                                          <p:attrName>ppt_h</p:attrName>
                                        </p:attrNameLst>
                                      </p:cBhvr>
                                      <p:tavLst>
                                        <p:tav tm="0">
                                          <p:val>
                                            <p:fltVal val="0"/>
                                          </p:val>
                                        </p:tav>
                                        <p:tav tm="100000">
                                          <p:val>
                                            <p:strVal val="#ppt_h"/>
                                          </p:val>
                                        </p:tav>
                                      </p:tavLst>
                                    </p:anim>
                                    <p:animEffect transition="in" filter="fade">
                                      <p:cBhvr>
                                        <p:cTn id="9" dur="500"/>
                                        <p:tgtEl>
                                          <p:spTgt spid="455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4"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3"/>
          <p:cNvSpPr>
            <a:spLocks noGrp="1" noChangeArrowheads="1"/>
          </p:cNvSpPr>
          <p:nvPr>
            <p:ph idx="1"/>
          </p:nvPr>
        </p:nvSpPr>
        <p:spPr>
          <a:xfrm>
            <a:off x="1014442" y="929247"/>
            <a:ext cx="7772400" cy="1213875"/>
          </a:xfrm>
        </p:spPr>
        <p:txBody>
          <a:bodyPr/>
          <a:lstStyle/>
          <a:p>
            <a:pPr algn="ctr" eaLnBrk="1" hangingPunct="1">
              <a:buFont typeface="Wingdings" pitchFamily="2" charset="2"/>
              <a:buNone/>
            </a:pPr>
            <a:endParaRPr lang="en-US" altLang="zh-CN" sz="1800" dirty="0">
              <a:solidFill>
                <a:srgbClr val="0000FF"/>
              </a:solidFill>
              <a:ea typeface="楷体_GB2312" pitchFamily="49" charset="-122"/>
              <a:cs typeface="Times New Roman" pitchFamily="18" charset="0"/>
            </a:endParaRPr>
          </a:p>
          <a:p>
            <a:pPr eaLnBrk="1" hangingPunct="1">
              <a:buFont typeface="Wingdings" pitchFamily="2" charset="2"/>
              <a:buNone/>
            </a:pPr>
            <a:r>
              <a:rPr lang="en-US" altLang="zh-CN" sz="2000" dirty="0">
                <a:solidFill>
                  <a:schemeClr val="accent2">
                    <a:lumMod val="75000"/>
                  </a:schemeClr>
                </a:solidFill>
                <a:ea typeface="楷体_GB2312" pitchFamily="49" charset="-122"/>
                <a:cs typeface="Times New Roman" pitchFamily="18" charset="0"/>
              </a:rPr>
              <a:t> </a:t>
            </a:r>
            <a:r>
              <a:rPr lang="en-US" altLang="zh-CN" dirty="0">
                <a:solidFill>
                  <a:schemeClr val="accent2">
                    <a:lumMod val="75000"/>
                  </a:schemeClr>
                </a:solidFill>
                <a:ea typeface="楷体_GB2312" pitchFamily="49" charset="-122"/>
                <a:cs typeface="Times New Roman" pitchFamily="18" charset="0"/>
              </a:rPr>
              <a:t>In  the  room  , he  broke  a  window  with  a  hammer </a:t>
            </a:r>
            <a:endParaRPr lang="zh-CN" altLang="en-US" dirty="0">
              <a:solidFill>
                <a:schemeClr val="accent2">
                  <a:lumMod val="75000"/>
                </a:schemeClr>
              </a:solidFill>
              <a:ea typeface="楷体_GB2312" pitchFamily="49" charset="-122"/>
              <a:cs typeface="Times New Roman" pitchFamily="18" charset="0"/>
            </a:endParaRPr>
          </a:p>
        </p:txBody>
      </p:sp>
      <p:pic>
        <p:nvPicPr>
          <p:cNvPr id="16415" name="Picture 31"/>
          <p:cNvPicPr>
            <a:picLocks noChangeAspect="1" noChangeArrowheads="1"/>
          </p:cNvPicPr>
          <p:nvPr/>
        </p:nvPicPr>
        <p:blipFill>
          <a:blip r:embed="rId3"/>
          <a:stretch>
            <a:fillRect/>
          </a:stretch>
        </p:blipFill>
        <p:spPr bwMode="auto">
          <a:xfrm>
            <a:off x="7786942" y="1340798"/>
            <a:ext cx="648074" cy="1010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9" name="Rectangle 2"/>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人工英汉翻译的例子</a:t>
            </a:r>
            <a:endParaRPr lang="en-US" altLang="zh-CN" sz="3000" spc="300" dirty="0">
              <a:solidFill>
                <a:schemeClr val="tx1"/>
              </a:solidFill>
              <a:latin typeface="微软雅黑" pitchFamily="34" charset="-122"/>
              <a:ea typeface="微软雅黑" pitchFamily="34" charset="-122"/>
            </a:endParaRPr>
          </a:p>
        </p:txBody>
      </p:sp>
      <p:sp>
        <p:nvSpPr>
          <p:cNvPr id="6" name="矩形 5"/>
          <p:cNvSpPr/>
          <p:nvPr/>
        </p:nvSpPr>
        <p:spPr>
          <a:xfrm>
            <a:off x="4185824" y="1571618"/>
            <a:ext cx="1512888" cy="1631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rPr>
              <a:t>~~~~~~~~~~~</a:t>
            </a:r>
            <a:endParaRPr lang="zh-CN" altLang="en-US" dirty="0">
              <a:solidFill>
                <a:srgbClr val="FF0000"/>
              </a:solidFill>
            </a:endParaRPr>
          </a:p>
        </p:txBody>
      </p:sp>
      <p:cxnSp>
        <p:nvCxnSpPr>
          <p:cNvPr id="27" name="直接连接符 26"/>
          <p:cNvCxnSpPr/>
          <p:nvPr/>
        </p:nvCxnSpPr>
        <p:spPr>
          <a:xfrm>
            <a:off x="3000364" y="1697299"/>
            <a:ext cx="325438" cy="0"/>
          </a:xfrm>
          <a:prstGeom prst="line">
            <a:avLst/>
          </a:prstGeom>
          <a:ln w="76200" cmpd="dbl">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548059" y="1675749"/>
            <a:ext cx="523875" cy="0"/>
          </a:xfrm>
          <a:prstGeom prst="line">
            <a:avLst/>
          </a:prstGeom>
          <a:ln w="38100" cmpd="sng">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946184" y="1361294"/>
            <a:ext cx="352425"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a:t>
            </a:r>
            <a:endParaRPr lang="zh-CN" altLang="en-US" sz="2400" b="1" dirty="0">
              <a:solidFill>
                <a:srgbClr val="FF0000"/>
              </a:solidFill>
              <a:latin typeface="Times New Roman" pitchFamily="18" charset="0"/>
              <a:cs typeface="Times New Roman" pitchFamily="18" charset="0"/>
            </a:endParaRPr>
          </a:p>
        </p:txBody>
      </p:sp>
      <p:sp>
        <p:nvSpPr>
          <p:cNvPr id="32" name="矩形 31"/>
          <p:cNvSpPr/>
          <p:nvPr/>
        </p:nvSpPr>
        <p:spPr>
          <a:xfrm>
            <a:off x="2609983" y="1361294"/>
            <a:ext cx="352425"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a:t>
            </a:r>
            <a:endParaRPr lang="zh-CN" altLang="en-US" sz="2400" b="1" dirty="0">
              <a:solidFill>
                <a:srgbClr val="FF0000"/>
              </a:solidFill>
              <a:latin typeface="Times New Roman" pitchFamily="18" charset="0"/>
              <a:cs typeface="Times New Roman" pitchFamily="18" charset="0"/>
            </a:endParaRPr>
          </a:p>
        </p:txBody>
      </p:sp>
      <p:sp>
        <p:nvSpPr>
          <p:cNvPr id="33" name="矩形 32"/>
          <p:cNvSpPr/>
          <p:nvPr/>
        </p:nvSpPr>
        <p:spPr>
          <a:xfrm>
            <a:off x="5491891" y="1433302"/>
            <a:ext cx="350837"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&lt;</a:t>
            </a:r>
            <a:endParaRPr lang="zh-CN" altLang="en-US" sz="2400" b="1" dirty="0">
              <a:solidFill>
                <a:srgbClr val="FF0000"/>
              </a:solidFill>
              <a:latin typeface="Times New Roman" pitchFamily="18" charset="0"/>
              <a:cs typeface="Times New Roman" pitchFamily="18" charset="0"/>
            </a:endParaRPr>
          </a:p>
        </p:txBody>
      </p:sp>
      <p:sp>
        <p:nvSpPr>
          <p:cNvPr id="34" name="矩形 33"/>
          <p:cNvSpPr/>
          <p:nvPr/>
        </p:nvSpPr>
        <p:spPr>
          <a:xfrm>
            <a:off x="7662146" y="1433302"/>
            <a:ext cx="350838"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&gt;</a:t>
            </a:r>
            <a:endParaRPr lang="zh-CN" altLang="en-US" sz="2400" b="1" dirty="0">
              <a:solidFill>
                <a:srgbClr val="FF0000"/>
              </a:solidFill>
              <a:latin typeface="Times New Roman" pitchFamily="18" charset="0"/>
              <a:cs typeface="Times New Roman" pitchFamily="18" charset="0"/>
            </a:endParaRPr>
          </a:p>
        </p:txBody>
      </p:sp>
      <p:pic>
        <p:nvPicPr>
          <p:cNvPr id="29"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54112" y="3214692"/>
            <a:ext cx="3818350" cy="1928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13" name="Picture 2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51905" y="3017107"/>
            <a:ext cx="434409" cy="453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a:spLocks noChangeArrowheads="1"/>
          </p:cNvSpPr>
          <p:nvPr/>
        </p:nvSpPr>
        <p:spPr bwMode="auto">
          <a:xfrm>
            <a:off x="4315359" y="857238"/>
            <a:ext cx="4185732" cy="400110"/>
          </a:xfrm>
          <a:prstGeom prst="rect">
            <a:avLst/>
          </a:prstGeom>
          <a:solidFill>
            <a:schemeClr val="accent2">
              <a:lumMod val="40000"/>
              <a:lumOff val="60000"/>
            </a:schemeClr>
          </a:solidFill>
          <a:ln w="12700">
            <a:solidFill>
              <a:schemeClr val="tx1"/>
            </a:solidFill>
            <a:miter lim="800000"/>
            <a:headEnd/>
            <a:tailEnd/>
          </a:ln>
        </p:spPr>
        <p:txBody>
          <a:bodyPr wrap="square">
            <a:spAutoFit/>
          </a:bodyPr>
          <a:lstStyle/>
          <a:p>
            <a:pPr algn="ctr">
              <a:buClr>
                <a:srgbClr val="3333CC"/>
              </a:buClr>
              <a:buFont typeface="Wingdings" pitchFamily="2" charset="2"/>
              <a:buNone/>
            </a:pPr>
            <a:r>
              <a:rPr lang="zh-CN" altLang="en-US" sz="2000" b="1" dirty="0">
                <a:latin typeface="楷体" pitchFamily="49" charset="-122"/>
                <a:ea typeface="楷体" pitchFamily="49" charset="-122"/>
              </a:rPr>
              <a:t>在房间里，他用锤子砸了一扇窗户。</a:t>
            </a:r>
          </a:p>
        </p:txBody>
      </p:sp>
      <p:pic>
        <p:nvPicPr>
          <p:cNvPr id="16414" name="Picture 3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2910" y="1857370"/>
            <a:ext cx="882688" cy="42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0739" name="AutoShape 51"/>
          <p:cNvSpPr>
            <a:spLocks/>
          </p:cNvSpPr>
          <p:nvPr/>
        </p:nvSpPr>
        <p:spPr bwMode="auto">
          <a:xfrm>
            <a:off x="1857356" y="3995878"/>
            <a:ext cx="2030202" cy="647574"/>
          </a:xfrm>
          <a:prstGeom prst="borderCallout2">
            <a:avLst>
              <a:gd name="adj1" fmla="val 19412"/>
              <a:gd name="adj2" fmla="val 100884"/>
              <a:gd name="adj3" fmla="val 3306"/>
              <a:gd name="adj4" fmla="val 107361"/>
              <a:gd name="adj5" fmla="val 1458"/>
              <a:gd name="adj6" fmla="val 125454"/>
            </a:avLst>
          </a:prstGeom>
          <a:solidFill>
            <a:srgbClr val="FFCCFF"/>
          </a:solidFill>
          <a:ln w="9525">
            <a:solidFill>
              <a:schemeClr val="tx1"/>
            </a:solidFill>
            <a:miter lim="800000"/>
            <a:headEnd/>
            <a:tailEnd/>
          </a:ln>
        </p:spPr>
        <p:txBody>
          <a:bodyPr/>
          <a:lstStyle/>
          <a:p>
            <a:r>
              <a:rPr lang="zh-CN" altLang="en-US" b="1" dirty="0">
                <a:latin typeface="楷体" pitchFamily="49" charset="-122"/>
                <a:ea typeface="楷体" pitchFamily="49" charset="-122"/>
                <a:cs typeface="Times New Roman" pitchFamily="18" charset="0"/>
              </a:rPr>
              <a:t>中间表示，</a:t>
            </a:r>
            <a:endParaRPr lang="en-US" altLang="zh-CN" b="1" dirty="0">
              <a:latin typeface="楷体" pitchFamily="49" charset="-122"/>
              <a:ea typeface="楷体" pitchFamily="49" charset="-122"/>
              <a:cs typeface="Times New Roman" pitchFamily="18" charset="0"/>
            </a:endParaRPr>
          </a:p>
          <a:p>
            <a:r>
              <a:rPr lang="zh-CN" altLang="en-US" b="1" dirty="0">
                <a:latin typeface="楷体" pitchFamily="49" charset="-122"/>
                <a:ea typeface="楷体" pitchFamily="49" charset="-122"/>
                <a:cs typeface="Times New Roman" pitchFamily="18" charset="0"/>
              </a:rPr>
              <a:t>独立于具体的语言</a:t>
            </a:r>
            <a:endParaRPr lang="en-US" altLang="zh-CN" b="1" dirty="0">
              <a:latin typeface="Times New Roman" pitchFamily="18" charset="0"/>
              <a:ea typeface="楷体" pitchFamily="49" charset="-122"/>
              <a:cs typeface="Times New Roman" pitchFamily="18" charset="0"/>
            </a:endParaRPr>
          </a:p>
        </p:txBody>
      </p:sp>
      <p:sp>
        <p:nvSpPr>
          <p:cNvPr id="36" name="矩形 35"/>
          <p:cNvSpPr>
            <a:spLocks noChangeArrowheads="1"/>
          </p:cNvSpPr>
          <p:nvPr/>
        </p:nvSpPr>
        <p:spPr bwMode="auto">
          <a:xfrm>
            <a:off x="6325991" y="1720962"/>
            <a:ext cx="66886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latin typeface="楷体" pitchFamily="49" charset="-122"/>
                <a:ea typeface="楷体" pitchFamily="49" charset="-122"/>
                <a:cs typeface="Times New Roman" pitchFamily="18" charset="0"/>
              </a:rPr>
              <a:t>补语</a:t>
            </a:r>
          </a:p>
        </p:txBody>
      </p:sp>
      <p:sp>
        <p:nvSpPr>
          <p:cNvPr id="37" name="矩形 36"/>
          <p:cNvSpPr>
            <a:spLocks noChangeArrowheads="1"/>
          </p:cNvSpPr>
          <p:nvPr/>
        </p:nvSpPr>
        <p:spPr bwMode="auto">
          <a:xfrm>
            <a:off x="1572079" y="1720962"/>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状语</a:t>
            </a:r>
          </a:p>
        </p:txBody>
      </p:sp>
      <p:sp>
        <p:nvSpPr>
          <p:cNvPr id="38" name="矩形 37"/>
          <p:cNvSpPr>
            <a:spLocks noChangeArrowheads="1"/>
          </p:cNvSpPr>
          <p:nvPr/>
        </p:nvSpPr>
        <p:spPr bwMode="auto">
          <a:xfrm>
            <a:off x="2843808" y="1714494"/>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主语</a:t>
            </a:r>
          </a:p>
        </p:txBody>
      </p:sp>
      <p:sp>
        <p:nvSpPr>
          <p:cNvPr id="39" name="矩形 38"/>
          <p:cNvSpPr>
            <a:spLocks noChangeArrowheads="1"/>
          </p:cNvSpPr>
          <p:nvPr/>
        </p:nvSpPr>
        <p:spPr bwMode="auto">
          <a:xfrm>
            <a:off x="3516295" y="1714494"/>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谓语</a:t>
            </a:r>
          </a:p>
        </p:txBody>
      </p:sp>
      <p:sp>
        <p:nvSpPr>
          <p:cNvPr id="40" name="矩形 39"/>
          <p:cNvSpPr>
            <a:spLocks noChangeArrowheads="1"/>
          </p:cNvSpPr>
          <p:nvPr/>
        </p:nvSpPr>
        <p:spPr bwMode="auto">
          <a:xfrm>
            <a:off x="4440819" y="1720962"/>
            <a:ext cx="7072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dirty="0">
                <a:solidFill>
                  <a:srgbClr val="009900"/>
                </a:solidFill>
                <a:latin typeface="Times New Roman" pitchFamily="18" charset="0"/>
                <a:cs typeface="Times New Roman" pitchFamily="18" charset="0"/>
              </a:rPr>
              <a:t> </a:t>
            </a:r>
            <a:r>
              <a:rPr lang="en-US" altLang="zh-CN" sz="1600" dirty="0">
                <a:solidFill>
                  <a:srgbClr val="009900"/>
                </a:solidFill>
                <a:latin typeface="Times New Roman" pitchFamily="18" charset="0"/>
                <a:cs typeface="Times New Roman" pitchFamily="18" charset="0"/>
              </a:rPr>
              <a:t> </a:t>
            </a:r>
            <a:r>
              <a:rPr lang="zh-CN" altLang="en-US" sz="1600" b="1" dirty="0">
                <a:latin typeface="楷体" pitchFamily="49" charset="-122"/>
                <a:ea typeface="楷体" pitchFamily="49" charset="-122"/>
                <a:cs typeface="Times New Roman" pitchFamily="18" charset="0"/>
              </a:rPr>
              <a:t>宾语</a:t>
            </a:r>
            <a:endParaRPr lang="zh-CN" altLang="en-US" sz="1600" b="1" dirty="0">
              <a:latin typeface="楷体" pitchFamily="49" charset="-122"/>
              <a:ea typeface="楷体" pitchFamily="49" charset="-122"/>
            </a:endParaRPr>
          </a:p>
        </p:txBody>
      </p:sp>
      <p:grpSp>
        <p:nvGrpSpPr>
          <p:cNvPr id="41" name="组合 40"/>
          <p:cNvGrpSpPr/>
          <p:nvPr/>
        </p:nvGrpSpPr>
        <p:grpSpPr>
          <a:xfrm>
            <a:off x="428596" y="2297398"/>
            <a:ext cx="7715304" cy="809625"/>
            <a:chOff x="-338076" y="2499742"/>
            <a:chExt cx="7715304" cy="809625"/>
          </a:xfrm>
        </p:grpSpPr>
        <p:sp>
          <p:nvSpPr>
            <p:cNvPr id="42" name="Rectangle 32"/>
            <p:cNvSpPr>
              <a:spLocks noChangeArrowheads="1"/>
            </p:cNvSpPr>
            <p:nvPr/>
          </p:nvSpPr>
          <p:spPr bwMode="auto">
            <a:xfrm>
              <a:off x="971601" y="2499742"/>
              <a:ext cx="1367308" cy="809625"/>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zh-CN" altLang="en-US" b="1" dirty="0">
                  <a:solidFill>
                    <a:srgbClr val="000000"/>
                  </a:solidFill>
                  <a:latin typeface="Times New Roman" pitchFamily="18" charset="0"/>
                  <a:ea typeface="楷体" pitchFamily="49" charset="-122"/>
                  <a:cs typeface="Times New Roman" pitchFamily="18" charset="0"/>
                </a:rPr>
                <a:t>第</a:t>
              </a:r>
              <a:r>
                <a:rPr lang="en-US" altLang="zh-CN" b="1" dirty="0">
                  <a:solidFill>
                    <a:srgbClr val="000000"/>
                  </a:solidFill>
                  <a:latin typeface="Times New Roman" pitchFamily="18" charset="0"/>
                  <a:ea typeface="楷体" pitchFamily="49" charset="-122"/>
                  <a:cs typeface="Times New Roman" pitchFamily="18" charset="0"/>
                </a:rPr>
                <a:t>1</a:t>
              </a:r>
              <a:r>
                <a:rPr lang="zh-CN" altLang="en-US" b="1" dirty="0">
                  <a:solidFill>
                    <a:srgbClr val="000000"/>
                  </a:solidFill>
                  <a:latin typeface="Times New Roman" pitchFamily="18" charset="0"/>
                  <a:ea typeface="楷体" pitchFamily="49" charset="-122"/>
                  <a:cs typeface="Times New Roman" pitchFamily="18" charset="0"/>
                </a:rPr>
                <a:t>步</a:t>
              </a:r>
            </a:p>
            <a:p>
              <a:pPr algn="ctr"/>
              <a:r>
                <a:rPr lang="zh-CN" altLang="en-US" b="1" dirty="0">
                  <a:solidFill>
                    <a:srgbClr val="FF0000"/>
                  </a:solidFill>
                  <a:latin typeface="Times New Roman" pitchFamily="18" charset="0"/>
                  <a:ea typeface="楷体" pitchFamily="49" charset="-122"/>
                  <a:cs typeface="Times New Roman" pitchFamily="18" charset="0"/>
                </a:rPr>
                <a:t>分析</a:t>
              </a:r>
              <a:r>
                <a:rPr lang="zh-CN" altLang="en-US" b="1" dirty="0">
                  <a:solidFill>
                    <a:srgbClr val="000000"/>
                  </a:solidFill>
                  <a:latin typeface="Times New Roman" pitchFamily="18" charset="0"/>
                  <a:ea typeface="楷体" pitchFamily="49" charset="-122"/>
                  <a:cs typeface="Times New Roman" pitchFamily="18" charset="0"/>
                </a:rPr>
                <a:t>源语言</a:t>
              </a:r>
            </a:p>
          </p:txBody>
        </p:sp>
        <p:sp>
          <p:nvSpPr>
            <p:cNvPr id="43" name="Line 33"/>
            <p:cNvSpPr>
              <a:spLocks noChangeShapeType="1"/>
            </p:cNvSpPr>
            <p:nvPr/>
          </p:nvSpPr>
          <p:spPr bwMode="auto">
            <a:xfrm flipV="1">
              <a:off x="-338076" y="2913508"/>
              <a:ext cx="130925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44" name="Rectangle 34"/>
            <p:cNvSpPr>
              <a:spLocks noChangeArrowheads="1"/>
            </p:cNvSpPr>
            <p:nvPr/>
          </p:nvSpPr>
          <p:spPr bwMode="auto">
            <a:xfrm>
              <a:off x="-338076" y="2536081"/>
              <a:ext cx="121578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latin typeface="楷体" pitchFamily="49" charset="-122"/>
                  <a:ea typeface="楷体" pitchFamily="49" charset="-122"/>
                  <a:cs typeface="Times New Roman" pitchFamily="18" charset="0"/>
                </a:rPr>
                <a:t>源语言句子</a:t>
              </a:r>
            </a:p>
          </p:txBody>
        </p:sp>
        <p:sp>
          <p:nvSpPr>
            <p:cNvPr id="45" name="Oval 36"/>
            <p:cNvSpPr>
              <a:spLocks noChangeArrowheads="1"/>
            </p:cNvSpPr>
            <p:nvPr/>
          </p:nvSpPr>
          <p:spPr bwMode="auto">
            <a:xfrm>
              <a:off x="2627783" y="2680915"/>
              <a:ext cx="1510479" cy="466899"/>
            </a:xfrm>
            <a:prstGeom prst="ellipse">
              <a:avLst/>
            </a:prstGeom>
            <a:solidFill>
              <a:schemeClr val="accent2">
                <a:lumMod val="40000"/>
                <a:lumOff val="6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zh-CN" altLang="en-US" b="1" dirty="0">
                  <a:solidFill>
                    <a:srgbClr val="000000"/>
                  </a:solidFill>
                  <a:latin typeface="楷体" pitchFamily="49" charset="-122"/>
                  <a:ea typeface="楷体" pitchFamily="49" charset="-122"/>
                </a:rPr>
                <a:t>句子的</a:t>
              </a:r>
              <a:r>
                <a:rPr lang="zh-CN" altLang="en-US" b="1" dirty="0">
                  <a:solidFill>
                    <a:srgbClr val="FF0000"/>
                  </a:solidFill>
                  <a:latin typeface="楷体" pitchFamily="49" charset="-122"/>
                  <a:ea typeface="楷体" pitchFamily="49" charset="-122"/>
                </a:rPr>
                <a:t>语义</a:t>
              </a:r>
              <a:endParaRPr lang="en-US" altLang="zh-CN" b="1" dirty="0">
                <a:solidFill>
                  <a:srgbClr val="FF0000"/>
                </a:solidFill>
                <a:latin typeface="楷体" pitchFamily="49" charset="-122"/>
                <a:ea typeface="楷体" pitchFamily="49" charset="-122"/>
              </a:endParaRPr>
            </a:p>
          </p:txBody>
        </p:sp>
        <p:sp>
          <p:nvSpPr>
            <p:cNvPr id="46" name="Line 37"/>
            <p:cNvSpPr>
              <a:spLocks noChangeShapeType="1"/>
            </p:cNvSpPr>
            <p:nvPr/>
          </p:nvSpPr>
          <p:spPr bwMode="auto">
            <a:xfrm>
              <a:off x="4139108" y="2931790"/>
              <a:ext cx="28733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47" name="Rectangle 38"/>
            <p:cNvSpPr>
              <a:spLocks noChangeArrowheads="1"/>
            </p:cNvSpPr>
            <p:nvPr/>
          </p:nvSpPr>
          <p:spPr bwMode="auto">
            <a:xfrm>
              <a:off x="4427139" y="2499742"/>
              <a:ext cx="1546623" cy="79295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solidFill>
                    <a:srgbClr val="000000"/>
                  </a:solidFill>
                  <a:latin typeface="Times New Roman" pitchFamily="18" charset="0"/>
                  <a:ea typeface="楷体" pitchFamily="49" charset="-122"/>
                  <a:cs typeface="Times New Roman" pitchFamily="18" charset="0"/>
                </a:rPr>
                <a:t>第</a:t>
              </a:r>
              <a:r>
                <a:rPr lang="en-US" altLang="zh-CN" b="1" dirty="0">
                  <a:solidFill>
                    <a:srgbClr val="000000"/>
                  </a:solidFill>
                  <a:latin typeface="Times New Roman" pitchFamily="18" charset="0"/>
                  <a:ea typeface="楷体" pitchFamily="49" charset="-122"/>
                  <a:cs typeface="Times New Roman" pitchFamily="18" charset="0"/>
                </a:rPr>
                <a:t>2</a:t>
              </a:r>
              <a:r>
                <a:rPr lang="zh-CN" altLang="en-US" b="1" dirty="0">
                  <a:solidFill>
                    <a:srgbClr val="000000"/>
                  </a:solidFill>
                  <a:latin typeface="Times New Roman" pitchFamily="18" charset="0"/>
                  <a:ea typeface="楷体" pitchFamily="49" charset="-122"/>
                  <a:cs typeface="Times New Roman" pitchFamily="18" charset="0"/>
                </a:rPr>
                <a:t>步</a:t>
              </a:r>
            </a:p>
            <a:p>
              <a:pPr algn="ctr"/>
              <a:r>
                <a:rPr lang="zh-CN" altLang="en-US" b="1" dirty="0">
                  <a:solidFill>
                    <a:srgbClr val="FF0000"/>
                  </a:solidFill>
                  <a:latin typeface="Times New Roman" pitchFamily="18" charset="0"/>
                  <a:ea typeface="楷体" pitchFamily="49" charset="-122"/>
                  <a:cs typeface="Times New Roman" pitchFamily="18" charset="0"/>
                </a:rPr>
                <a:t>生成</a:t>
              </a:r>
              <a:r>
                <a:rPr lang="zh-CN" altLang="en-US" b="1" dirty="0">
                  <a:solidFill>
                    <a:srgbClr val="000000"/>
                  </a:solidFill>
                  <a:latin typeface="Times New Roman" pitchFamily="18" charset="0"/>
                  <a:ea typeface="楷体" pitchFamily="49" charset="-122"/>
                  <a:cs typeface="Times New Roman" pitchFamily="18" charset="0"/>
                </a:rPr>
                <a:t>目标语言</a:t>
              </a:r>
              <a:endParaRPr lang="en-US" altLang="zh-CN" b="1" dirty="0">
                <a:solidFill>
                  <a:srgbClr val="000000"/>
                </a:solidFill>
                <a:latin typeface="Times New Roman" pitchFamily="18" charset="0"/>
                <a:ea typeface="楷体" pitchFamily="49" charset="-122"/>
                <a:cs typeface="Times New Roman" pitchFamily="18" charset="0"/>
              </a:endParaRPr>
            </a:p>
          </p:txBody>
        </p:sp>
        <p:sp>
          <p:nvSpPr>
            <p:cNvPr id="48" name="Line 39"/>
            <p:cNvSpPr>
              <a:spLocks noChangeShapeType="1"/>
            </p:cNvSpPr>
            <p:nvPr/>
          </p:nvSpPr>
          <p:spPr bwMode="auto">
            <a:xfrm>
              <a:off x="6013005" y="2913508"/>
              <a:ext cx="136422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49" name="Rectangle 40"/>
            <p:cNvSpPr>
              <a:spLocks noChangeArrowheads="1"/>
            </p:cNvSpPr>
            <p:nvPr/>
          </p:nvSpPr>
          <p:spPr bwMode="auto">
            <a:xfrm>
              <a:off x="5867300" y="2536081"/>
              <a:ext cx="129698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dirty="0">
                  <a:solidFill>
                    <a:srgbClr val="000000"/>
                  </a:solidFill>
                  <a:latin typeface="楷体" pitchFamily="49" charset="-122"/>
                  <a:ea typeface="楷体" pitchFamily="49" charset="-122"/>
                </a:rPr>
                <a:t>目标语言句子</a:t>
              </a:r>
            </a:p>
          </p:txBody>
        </p:sp>
        <p:sp>
          <p:nvSpPr>
            <p:cNvPr id="50" name="Line 41"/>
            <p:cNvSpPr>
              <a:spLocks noChangeShapeType="1"/>
            </p:cNvSpPr>
            <p:nvPr/>
          </p:nvSpPr>
          <p:spPr bwMode="auto">
            <a:xfrm>
              <a:off x="2340446" y="2931790"/>
              <a:ext cx="28733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grpSp>
      <p:sp>
        <p:nvSpPr>
          <p:cNvPr id="51" name="Rectangle 44"/>
          <p:cNvSpPr>
            <a:spLocks noChangeArrowheads="1"/>
          </p:cNvSpPr>
          <p:nvPr/>
        </p:nvSpPr>
        <p:spPr bwMode="auto">
          <a:xfrm>
            <a:off x="1090199" y="3335005"/>
            <a:ext cx="2797359" cy="270272"/>
          </a:xfrm>
          <a:prstGeom prst="rect">
            <a:avLst/>
          </a:prstGeom>
          <a:solidFill>
            <a:schemeClr val="accent5">
              <a:lumMod val="60000"/>
              <a:lumOff val="40000"/>
            </a:schemeClr>
          </a:solidFill>
          <a:ln w="9525">
            <a:solidFill>
              <a:schemeClr val="tx1"/>
            </a:solidFill>
            <a:miter lim="800000"/>
            <a:headEnd/>
            <a:tailEnd/>
          </a:ln>
          <a:effectLst/>
        </p:spPr>
        <p:txBody>
          <a:bodyPr wrap="none" anchor="ctr"/>
          <a:lstStyle/>
          <a:p>
            <a:pPr algn="ctr"/>
            <a:r>
              <a:rPr lang="zh-CN" altLang="en-US" b="1" dirty="0">
                <a:latin typeface="Times New Roman" pitchFamily="18" charset="0"/>
                <a:ea typeface="楷体" pitchFamily="49" charset="-122"/>
                <a:cs typeface="Times New Roman" pitchFamily="18" charset="0"/>
              </a:rPr>
              <a:t>  </a:t>
            </a:r>
            <a:r>
              <a:rPr lang="zh-CN" altLang="en-US" sz="1600" b="1" dirty="0">
                <a:latin typeface="Times New Roman" pitchFamily="18" charset="0"/>
                <a:ea typeface="楷体" pitchFamily="49" charset="-122"/>
                <a:cs typeface="Times New Roman" pitchFamily="18" charset="0"/>
              </a:rPr>
              <a:t>语义分析</a:t>
            </a:r>
            <a:r>
              <a:rPr lang="zh-CN" altLang="en-US" sz="1600" dirty="0">
                <a:latin typeface="Times New Roman" pitchFamily="18" charset="0"/>
                <a:ea typeface="楷体" pitchFamily="49" charset="-122"/>
                <a:cs typeface="Times New Roman" pitchFamily="18" charset="0"/>
              </a:rPr>
              <a:t>（</a:t>
            </a:r>
            <a:r>
              <a:rPr lang="en-US" altLang="zh-CN" sz="1600" dirty="0">
                <a:latin typeface="Times New Roman" pitchFamily="18" charset="0"/>
                <a:ea typeface="楷体" pitchFamily="49" charset="-122"/>
                <a:cs typeface="Times New Roman" pitchFamily="18" charset="0"/>
              </a:rPr>
              <a:t>Semantic Analysis</a:t>
            </a:r>
            <a:r>
              <a:rPr lang="zh-CN" altLang="en-US" sz="1600" dirty="0">
                <a:latin typeface="Times New Roman" pitchFamily="18" charset="0"/>
                <a:ea typeface="楷体" pitchFamily="49" charset="-122"/>
                <a:cs typeface="Times New Roman" pitchFamily="18" charset="0"/>
              </a:rPr>
              <a:t>）</a:t>
            </a:r>
          </a:p>
        </p:txBody>
      </p:sp>
      <p:sp>
        <p:nvSpPr>
          <p:cNvPr id="52" name="Line 53"/>
          <p:cNvSpPr>
            <a:spLocks noChangeShapeType="1"/>
          </p:cNvSpPr>
          <p:nvPr/>
        </p:nvSpPr>
        <p:spPr bwMode="auto">
          <a:xfrm flipV="1">
            <a:off x="2458352" y="3119500"/>
            <a:ext cx="0" cy="215504"/>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3" name="组合 52"/>
          <p:cNvGrpSpPr/>
          <p:nvPr/>
        </p:nvGrpSpPr>
        <p:grpSpPr>
          <a:xfrm>
            <a:off x="-786" y="195486"/>
            <a:ext cx="756363" cy="432048"/>
            <a:chOff x="-786" y="195486"/>
            <a:chExt cx="756363" cy="432048"/>
          </a:xfrm>
        </p:grpSpPr>
        <p:sp>
          <p:nvSpPr>
            <p:cNvPr id="54" name="五边形 53"/>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5" name="五边形 54"/>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6414"/>
                                        </p:tgtEl>
                                        <p:attrNameLst>
                                          <p:attrName>style.visibility</p:attrName>
                                        </p:attrNameLst>
                                      </p:cBhvr>
                                      <p:to>
                                        <p:strVal val="visible"/>
                                      </p:to>
                                    </p:set>
                                    <p:anim calcmode="lin" valueType="num">
                                      <p:cBhvr>
                                        <p:cTn id="7" dur="500" fill="hold"/>
                                        <p:tgtEl>
                                          <p:spTgt spid="16414"/>
                                        </p:tgtEl>
                                        <p:attrNameLst>
                                          <p:attrName>ppt_w</p:attrName>
                                        </p:attrNameLst>
                                      </p:cBhvr>
                                      <p:tavLst>
                                        <p:tav tm="0">
                                          <p:val>
                                            <p:fltVal val="0"/>
                                          </p:val>
                                        </p:tav>
                                        <p:tav tm="100000">
                                          <p:val>
                                            <p:strVal val="#ppt_w"/>
                                          </p:val>
                                        </p:tav>
                                      </p:tavLst>
                                    </p:anim>
                                    <p:anim calcmode="lin" valueType="num">
                                      <p:cBhvr>
                                        <p:cTn id="8" dur="500" fill="hold"/>
                                        <p:tgtEl>
                                          <p:spTgt spid="16414"/>
                                        </p:tgtEl>
                                        <p:attrNameLst>
                                          <p:attrName>ppt_h</p:attrName>
                                        </p:attrNameLst>
                                      </p:cBhvr>
                                      <p:tavLst>
                                        <p:tav tm="0">
                                          <p:val>
                                            <p:fltVal val="0"/>
                                          </p:val>
                                        </p:tav>
                                        <p:tav tm="100000">
                                          <p:val>
                                            <p:strVal val="#ppt_h"/>
                                          </p:val>
                                        </p:tav>
                                      </p:tavLst>
                                    </p:anim>
                                    <p:animEffect transition="in" filter="fade">
                                      <p:cBhvr>
                                        <p:cTn id="9" dur="500"/>
                                        <p:tgtEl>
                                          <p:spTgt spid="16414"/>
                                        </p:tgtEl>
                                      </p:cBhvr>
                                    </p:animEffect>
                                  </p:childTnLst>
                                </p:cTn>
                              </p:par>
                              <p:par>
                                <p:cTn id="10" presetID="53" presetClass="entr" presetSubtype="0" fill="hold" nodeType="with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p:cTn id="12" dur="500" fill="hold"/>
                                        <p:tgtEl>
                                          <p:spTgt spid="41"/>
                                        </p:tgtEl>
                                        <p:attrNameLst>
                                          <p:attrName>ppt_w</p:attrName>
                                        </p:attrNameLst>
                                      </p:cBhvr>
                                      <p:tavLst>
                                        <p:tav tm="0">
                                          <p:val>
                                            <p:fltVal val="0"/>
                                          </p:val>
                                        </p:tav>
                                        <p:tav tm="100000">
                                          <p:val>
                                            <p:strVal val="#ppt_w"/>
                                          </p:val>
                                        </p:tav>
                                      </p:tavLst>
                                    </p:anim>
                                    <p:anim calcmode="lin" valueType="num">
                                      <p:cBhvr>
                                        <p:cTn id="13" dur="500" fill="hold"/>
                                        <p:tgtEl>
                                          <p:spTgt spid="41"/>
                                        </p:tgtEl>
                                        <p:attrNameLst>
                                          <p:attrName>ppt_h</p:attrName>
                                        </p:attrNameLst>
                                      </p:cBhvr>
                                      <p:tavLst>
                                        <p:tav tm="0">
                                          <p:val>
                                            <p:fltVal val="0"/>
                                          </p:val>
                                        </p:tav>
                                        <p:tav tm="100000">
                                          <p:val>
                                            <p:strVal val="#ppt_h"/>
                                          </p:val>
                                        </p:tav>
                                      </p:tavLst>
                                    </p:anim>
                                    <p:animEffect transition="in" filter="fade">
                                      <p:cBhvr>
                                        <p:cTn id="14" dur="500"/>
                                        <p:tgtEl>
                                          <p:spTgt spid="4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1"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p:cTn id="19" dur="500" fill="hold"/>
                                        <p:tgtEl>
                                          <p:spTgt spid="51"/>
                                        </p:tgtEl>
                                        <p:attrNameLst>
                                          <p:attrName>ppt_w</p:attrName>
                                        </p:attrNameLst>
                                      </p:cBhvr>
                                      <p:tavLst>
                                        <p:tav tm="0">
                                          <p:val>
                                            <p:fltVal val="0"/>
                                          </p:val>
                                        </p:tav>
                                        <p:tav tm="100000">
                                          <p:val>
                                            <p:strVal val="#ppt_w"/>
                                          </p:val>
                                        </p:tav>
                                      </p:tavLst>
                                    </p:anim>
                                    <p:anim calcmode="lin" valueType="num">
                                      <p:cBhvr>
                                        <p:cTn id="20" dur="500" fill="hold"/>
                                        <p:tgtEl>
                                          <p:spTgt spid="51"/>
                                        </p:tgtEl>
                                        <p:attrNameLst>
                                          <p:attrName>ppt_h</p:attrName>
                                        </p:attrNameLst>
                                      </p:cBhvr>
                                      <p:tavLst>
                                        <p:tav tm="0">
                                          <p:val>
                                            <p:fltVal val="0"/>
                                          </p:val>
                                        </p:tav>
                                        <p:tav tm="100000">
                                          <p:val>
                                            <p:strVal val="#ppt_h"/>
                                          </p:val>
                                        </p:tav>
                                      </p:tavLst>
                                    </p:anim>
                                    <p:animEffect transition="in" filter="fade">
                                      <p:cBhvr>
                                        <p:cTn id="21" dur="500"/>
                                        <p:tgtEl>
                                          <p:spTgt spid="51"/>
                                        </p:tgtEl>
                                      </p:cBhvr>
                                    </p:animEffect>
                                  </p:childTnLst>
                                </p:cTn>
                              </p:par>
                              <p:par>
                                <p:cTn id="22" presetID="53" presetClass="entr" presetSubtype="0" fill="hold" grpId="1" nodeType="withEffect">
                                  <p:stCondLst>
                                    <p:cond delay="0"/>
                                  </p:stCondLst>
                                  <p:childTnLst>
                                    <p:set>
                                      <p:cBhvr>
                                        <p:cTn id="23" dur="1" fill="hold">
                                          <p:stCondLst>
                                            <p:cond delay="0"/>
                                          </p:stCondLst>
                                        </p:cTn>
                                        <p:tgtEl>
                                          <p:spTgt spid="52"/>
                                        </p:tgtEl>
                                        <p:attrNameLst>
                                          <p:attrName>style.visibility</p:attrName>
                                        </p:attrNameLst>
                                      </p:cBhvr>
                                      <p:to>
                                        <p:strVal val="visible"/>
                                      </p:to>
                                    </p:set>
                                    <p:anim calcmode="lin" valueType="num">
                                      <p:cBhvr>
                                        <p:cTn id="24" dur="500" fill="hold"/>
                                        <p:tgtEl>
                                          <p:spTgt spid="52"/>
                                        </p:tgtEl>
                                        <p:attrNameLst>
                                          <p:attrName>ppt_w</p:attrName>
                                        </p:attrNameLst>
                                      </p:cBhvr>
                                      <p:tavLst>
                                        <p:tav tm="0">
                                          <p:val>
                                            <p:fltVal val="0"/>
                                          </p:val>
                                        </p:tav>
                                        <p:tav tm="100000">
                                          <p:val>
                                            <p:strVal val="#ppt_w"/>
                                          </p:val>
                                        </p:tav>
                                      </p:tavLst>
                                    </p:anim>
                                    <p:anim calcmode="lin" valueType="num">
                                      <p:cBhvr>
                                        <p:cTn id="25" dur="500" fill="hold"/>
                                        <p:tgtEl>
                                          <p:spTgt spid="52"/>
                                        </p:tgtEl>
                                        <p:attrNameLst>
                                          <p:attrName>ppt_h</p:attrName>
                                        </p:attrNameLst>
                                      </p:cBhvr>
                                      <p:tavLst>
                                        <p:tav tm="0">
                                          <p:val>
                                            <p:fltVal val="0"/>
                                          </p:val>
                                        </p:tav>
                                        <p:tav tm="100000">
                                          <p:val>
                                            <p:strVal val="#ppt_h"/>
                                          </p:val>
                                        </p:tav>
                                      </p:tavLst>
                                    </p:anim>
                                    <p:animEffect transition="in" filter="fade">
                                      <p:cBhvr>
                                        <p:cTn id="26" dur="500"/>
                                        <p:tgtEl>
                                          <p:spTgt spid="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p:cTn id="31" dur="500" fill="hold"/>
                                        <p:tgtEl>
                                          <p:spTgt spid="28"/>
                                        </p:tgtEl>
                                        <p:attrNameLst>
                                          <p:attrName>ppt_w</p:attrName>
                                        </p:attrNameLst>
                                      </p:cBhvr>
                                      <p:tavLst>
                                        <p:tav tm="0">
                                          <p:val>
                                            <p:fltVal val="0"/>
                                          </p:val>
                                        </p:tav>
                                        <p:tav tm="100000">
                                          <p:val>
                                            <p:strVal val="#ppt_w"/>
                                          </p:val>
                                        </p:tav>
                                      </p:tavLst>
                                    </p:anim>
                                    <p:anim calcmode="lin" valueType="num">
                                      <p:cBhvr>
                                        <p:cTn id="32" dur="500" fill="hold"/>
                                        <p:tgtEl>
                                          <p:spTgt spid="28"/>
                                        </p:tgtEl>
                                        <p:attrNameLst>
                                          <p:attrName>ppt_h</p:attrName>
                                        </p:attrNameLst>
                                      </p:cBhvr>
                                      <p:tavLst>
                                        <p:tav tm="0">
                                          <p:val>
                                            <p:fltVal val="0"/>
                                          </p:val>
                                        </p:tav>
                                        <p:tav tm="100000">
                                          <p:val>
                                            <p:strVal val="#ppt_h"/>
                                          </p:val>
                                        </p:tav>
                                      </p:tavLst>
                                    </p:anim>
                                    <p:animEffect transition="in" filter="fade">
                                      <p:cBhvr>
                                        <p:cTn id="33" dur="500"/>
                                        <p:tgtEl>
                                          <p:spTgt spid="28"/>
                                        </p:tgtEl>
                                      </p:cBhvr>
                                    </p:animEffect>
                                  </p:childTnLst>
                                </p:cTn>
                              </p:par>
                              <p:par>
                                <p:cTn id="34" presetID="53"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 calcmode="lin" valueType="num">
                                      <p:cBhvr>
                                        <p:cTn id="36" dur="500" fill="hold"/>
                                        <p:tgtEl>
                                          <p:spTgt spid="39"/>
                                        </p:tgtEl>
                                        <p:attrNameLst>
                                          <p:attrName>ppt_w</p:attrName>
                                        </p:attrNameLst>
                                      </p:cBhvr>
                                      <p:tavLst>
                                        <p:tav tm="0">
                                          <p:val>
                                            <p:fltVal val="0"/>
                                          </p:val>
                                        </p:tav>
                                        <p:tav tm="100000">
                                          <p:val>
                                            <p:strVal val="#ppt_w"/>
                                          </p:val>
                                        </p:tav>
                                      </p:tavLst>
                                    </p:anim>
                                    <p:anim calcmode="lin" valueType="num">
                                      <p:cBhvr>
                                        <p:cTn id="37" dur="500" fill="hold"/>
                                        <p:tgtEl>
                                          <p:spTgt spid="39"/>
                                        </p:tgtEl>
                                        <p:attrNameLst>
                                          <p:attrName>ppt_h</p:attrName>
                                        </p:attrNameLst>
                                      </p:cBhvr>
                                      <p:tavLst>
                                        <p:tav tm="0">
                                          <p:val>
                                            <p:fltVal val="0"/>
                                          </p:val>
                                        </p:tav>
                                        <p:tav tm="100000">
                                          <p:val>
                                            <p:strVal val="#ppt_h"/>
                                          </p:val>
                                        </p:tav>
                                      </p:tavLst>
                                    </p:anim>
                                    <p:animEffect transition="in" filter="fade">
                                      <p:cBhvr>
                                        <p:cTn id="38" dur="500"/>
                                        <p:tgtEl>
                                          <p:spTgt spid="3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p:cTn id="43" dur="500" fill="hold"/>
                                        <p:tgtEl>
                                          <p:spTgt spid="27"/>
                                        </p:tgtEl>
                                        <p:attrNameLst>
                                          <p:attrName>ppt_w</p:attrName>
                                        </p:attrNameLst>
                                      </p:cBhvr>
                                      <p:tavLst>
                                        <p:tav tm="0">
                                          <p:val>
                                            <p:fltVal val="0"/>
                                          </p:val>
                                        </p:tav>
                                        <p:tav tm="100000">
                                          <p:val>
                                            <p:strVal val="#ppt_w"/>
                                          </p:val>
                                        </p:tav>
                                      </p:tavLst>
                                    </p:anim>
                                    <p:anim calcmode="lin" valueType="num">
                                      <p:cBhvr>
                                        <p:cTn id="44" dur="500" fill="hold"/>
                                        <p:tgtEl>
                                          <p:spTgt spid="27"/>
                                        </p:tgtEl>
                                        <p:attrNameLst>
                                          <p:attrName>ppt_h</p:attrName>
                                        </p:attrNameLst>
                                      </p:cBhvr>
                                      <p:tavLst>
                                        <p:tav tm="0">
                                          <p:val>
                                            <p:fltVal val="0"/>
                                          </p:val>
                                        </p:tav>
                                        <p:tav tm="100000">
                                          <p:val>
                                            <p:strVal val="#ppt_h"/>
                                          </p:val>
                                        </p:tav>
                                      </p:tavLst>
                                    </p:anim>
                                    <p:animEffect transition="in" filter="fade">
                                      <p:cBhvr>
                                        <p:cTn id="45" dur="500"/>
                                        <p:tgtEl>
                                          <p:spTgt spid="27"/>
                                        </p:tgtEl>
                                      </p:cBhvr>
                                    </p:animEffect>
                                  </p:childTnLst>
                                </p:cTn>
                              </p:par>
                              <p:par>
                                <p:cTn id="46" presetID="53" presetClass="entr" presetSubtype="0" fill="hold" nodeType="withEffect">
                                  <p:stCondLst>
                                    <p:cond delay="0"/>
                                  </p:stCondLst>
                                  <p:childTnLst>
                                    <p:set>
                                      <p:cBhvr>
                                        <p:cTn id="47" dur="1" fill="hold">
                                          <p:stCondLst>
                                            <p:cond delay="0"/>
                                          </p:stCondLst>
                                        </p:cTn>
                                        <p:tgtEl>
                                          <p:spTgt spid="38">
                                            <p:txEl>
                                              <p:pRg st="0" end="0"/>
                                            </p:txEl>
                                          </p:spTgt>
                                        </p:tgtEl>
                                        <p:attrNameLst>
                                          <p:attrName>style.visibility</p:attrName>
                                        </p:attrNameLst>
                                      </p:cBhvr>
                                      <p:to>
                                        <p:strVal val="visible"/>
                                      </p:to>
                                    </p:set>
                                    <p:anim calcmode="lin" valueType="num">
                                      <p:cBhvr>
                                        <p:cTn id="48" dur="500" fill="hold"/>
                                        <p:tgtEl>
                                          <p:spTgt spid="38">
                                            <p:txEl>
                                              <p:pRg st="0" end="0"/>
                                            </p:txEl>
                                          </p:spTgt>
                                        </p:tgtEl>
                                        <p:attrNameLst>
                                          <p:attrName>ppt_w</p:attrName>
                                        </p:attrNameLst>
                                      </p:cBhvr>
                                      <p:tavLst>
                                        <p:tav tm="0">
                                          <p:val>
                                            <p:fltVal val="0"/>
                                          </p:val>
                                        </p:tav>
                                        <p:tav tm="100000">
                                          <p:val>
                                            <p:strVal val="#ppt_w"/>
                                          </p:val>
                                        </p:tav>
                                      </p:tavLst>
                                    </p:anim>
                                    <p:anim calcmode="lin" valueType="num">
                                      <p:cBhvr>
                                        <p:cTn id="49" dur="500" fill="hold"/>
                                        <p:tgtEl>
                                          <p:spTgt spid="38">
                                            <p:txEl>
                                              <p:pRg st="0" end="0"/>
                                            </p:txEl>
                                          </p:spTgt>
                                        </p:tgtEl>
                                        <p:attrNameLst>
                                          <p:attrName>ppt_h</p:attrName>
                                        </p:attrNameLst>
                                      </p:cBhvr>
                                      <p:tavLst>
                                        <p:tav tm="0">
                                          <p:val>
                                            <p:fltVal val="0"/>
                                          </p:val>
                                        </p:tav>
                                        <p:tav tm="100000">
                                          <p:val>
                                            <p:strVal val="#ppt_h"/>
                                          </p:val>
                                        </p:tav>
                                      </p:tavLst>
                                    </p:anim>
                                    <p:animEffect transition="in" filter="fade">
                                      <p:cBhvr>
                                        <p:cTn id="50" dur="500"/>
                                        <p:tgtEl>
                                          <p:spTgt spid="38">
                                            <p:txEl>
                                              <p:pRg st="0" end="0"/>
                                            </p:txEl>
                                          </p:spTgt>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 calcmode="lin" valueType="num">
                                      <p:cBhvr>
                                        <p:cTn id="53" dur="500" fill="hold"/>
                                        <p:tgtEl>
                                          <p:spTgt spid="6"/>
                                        </p:tgtEl>
                                        <p:attrNameLst>
                                          <p:attrName>ppt_w</p:attrName>
                                        </p:attrNameLst>
                                      </p:cBhvr>
                                      <p:tavLst>
                                        <p:tav tm="0">
                                          <p:val>
                                            <p:fltVal val="0"/>
                                          </p:val>
                                        </p:tav>
                                        <p:tav tm="100000">
                                          <p:val>
                                            <p:strVal val="#ppt_w"/>
                                          </p:val>
                                        </p:tav>
                                      </p:tavLst>
                                    </p:anim>
                                    <p:anim calcmode="lin" valueType="num">
                                      <p:cBhvr>
                                        <p:cTn id="54" dur="500" fill="hold"/>
                                        <p:tgtEl>
                                          <p:spTgt spid="6"/>
                                        </p:tgtEl>
                                        <p:attrNameLst>
                                          <p:attrName>ppt_h</p:attrName>
                                        </p:attrNameLst>
                                      </p:cBhvr>
                                      <p:tavLst>
                                        <p:tav tm="0">
                                          <p:val>
                                            <p:fltVal val="0"/>
                                          </p:val>
                                        </p:tav>
                                        <p:tav tm="100000">
                                          <p:val>
                                            <p:strVal val="#ppt_h"/>
                                          </p:val>
                                        </p:tav>
                                      </p:tavLst>
                                    </p:anim>
                                    <p:animEffect transition="in" filter="fade">
                                      <p:cBhvr>
                                        <p:cTn id="55" dur="500"/>
                                        <p:tgtEl>
                                          <p:spTgt spid="6"/>
                                        </p:tgtEl>
                                      </p:cBhvr>
                                    </p:animEffect>
                                  </p:childTnLst>
                                </p:cTn>
                              </p:par>
                              <p:par>
                                <p:cTn id="56" presetID="53" presetClass="entr" presetSubtype="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 calcmode="lin" valueType="num">
                                      <p:cBhvr>
                                        <p:cTn id="58" dur="500" fill="hold"/>
                                        <p:tgtEl>
                                          <p:spTgt spid="40"/>
                                        </p:tgtEl>
                                        <p:attrNameLst>
                                          <p:attrName>ppt_w</p:attrName>
                                        </p:attrNameLst>
                                      </p:cBhvr>
                                      <p:tavLst>
                                        <p:tav tm="0">
                                          <p:val>
                                            <p:fltVal val="0"/>
                                          </p:val>
                                        </p:tav>
                                        <p:tav tm="100000">
                                          <p:val>
                                            <p:strVal val="#ppt_w"/>
                                          </p:val>
                                        </p:tav>
                                      </p:tavLst>
                                    </p:anim>
                                    <p:anim calcmode="lin" valueType="num">
                                      <p:cBhvr>
                                        <p:cTn id="59" dur="500" fill="hold"/>
                                        <p:tgtEl>
                                          <p:spTgt spid="40"/>
                                        </p:tgtEl>
                                        <p:attrNameLst>
                                          <p:attrName>ppt_h</p:attrName>
                                        </p:attrNameLst>
                                      </p:cBhvr>
                                      <p:tavLst>
                                        <p:tav tm="0">
                                          <p:val>
                                            <p:fltVal val="0"/>
                                          </p:val>
                                        </p:tav>
                                        <p:tav tm="100000">
                                          <p:val>
                                            <p:strVal val="#ppt_h"/>
                                          </p:val>
                                        </p:tav>
                                      </p:tavLst>
                                    </p:anim>
                                    <p:animEffect transition="in" filter="fade">
                                      <p:cBhvr>
                                        <p:cTn id="60" dur="500"/>
                                        <p:tgtEl>
                                          <p:spTgt spid="40"/>
                                        </p:tgtEl>
                                      </p:cBhvr>
                                    </p:animEffect>
                                  </p:childTnLst>
                                </p:cTn>
                              </p:par>
                              <p:par>
                                <p:cTn id="61" presetID="53"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p:cTn id="63" dur="500" fill="hold"/>
                                        <p:tgtEl>
                                          <p:spTgt spid="34"/>
                                        </p:tgtEl>
                                        <p:attrNameLst>
                                          <p:attrName>ppt_w</p:attrName>
                                        </p:attrNameLst>
                                      </p:cBhvr>
                                      <p:tavLst>
                                        <p:tav tm="0">
                                          <p:val>
                                            <p:fltVal val="0"/>
                                          </p:val>
                                        </p:tav>
                                        <p:tav tm="100000">
                                          <p:val>
                                            <p:strVal val="#ppt_w"/>
                                          </p:val>
                                        </p:tav>
                                      </p:tavLst>
                                    </p:anim>
                                    <p:anim calcmode="lin" valueType="num">
                                      <p:cBhvr>
                                        <p:cTn id="64" dur="500" fill="hold"/>
                                        <p:tgtEl>
                                          <p:spTgt spid="34"/>
                                        </p:tgtEl>
                                        <p:attrNameLst>
                                          <p:attrName>ppt_h</p:attrName>
                                        </p:attrNameLst>
                                      </p:cBhvr>
                                      <p:tavLst>
                                        <p:tav tm="0">
                                          <p:val>
                                            <p:fltVal val="0"/>
                                          </p:val>
                                        </p:tav>
                                        <p:tav tm="100000">
                                          <p:val>
                                            <p:strVal val="#ppt_h"/>
                                          </p:val>
                                        </p:tav>
                                      </p:tavLst>
                                    </p:anim>
                                    <p:animEffect transition="in" filter="fade">
                                      <p:cBhvr>
                                        <p:cTn id="65" dur="500"/>
                                        <p:tgtEl>
                                          <p:spTgt spid="34"/>
                                        </p:tgtEl>
                                      </p:cBhvr>
                                    </p:animEffect>
                                  </p:childTnLst>
                                </p:cTn>
                              </p:par>
                              <p:par>
                                <p:cTn id="66" presetID="53" presetClass="entr" presetSubtype="0" fill="hold" grpId="0" nodeType="withEffect">
                                  <p:stCondLst>
                                    <p:cond delay="0"/>
                                  </p:stCondLst>
                                  <p:childTnLst>
                                    <p:set>
                                      <p:cBhvr>
                                        <p:cTn id="67" dur="1" fill="hold">
                                          <p:stCondLst>
                                            <p:cond delay="0"/>
                                          </p:stCondLst>
                                        </p:cTn>
                                        <p:tgtEl>
                                          <p:spTgt spid="33"/>
                                        </p:tgtEl>
                                        <p:attrNameLst>
                                          <p:attrName>style.visibility</p:attrName>
                                        </p:attrNameLst>
                                      </p:cBhvr>
                                      <p:to>
                                        <p:strVal val="visible"/>
                                      </p:to>
                                    </p:set>
                                    <p:anim calcmode="lin" valueType="num">
                                      <p:cBhvr>
                                        <p:cTn id="68" dur="500" fill="hold"/>
                                        <p:tgtEl>
                                          <p:spTgt spid="33"/>
                                        </p:tgtEl>
                                        <p:attrNameLst>
                                          <p:attrName>ppt_w</p:attrName>
                                        </p:attrNameLst>
                                      </p:cBhvr>
                                      <p:tavLst>
                                        <p:tav tm="0">
                                          <p:val>
                                            <p:fltVal val="0"/>
                                          </p:val>
                                        </p:tav>
                                        <p:tav tm="100000">
                                          <p:val>
                                            <p:strVal val="#ppt_w"/>
                                          </p:val>
                                        </p:tav>
                                      </p:tavLst>
                                    </p:anim>
                                    <p:anim calcmode="lin" valueType="num">
                                      <p:cBhvr>
                                        <p:cTn id="69" dur="500" fill="hold"/>
                                        <p:tgtEl>
                                          <p:spTgt spid="33"/>
                                        </p:tgtEl>
                                        <p:attrNameLst>
                                          <p:attrName>ppt_h</p:attrName>
                                        </p:attrNameLst>
                                      </p:cBhvr>
                                      <p:tavLst>
                                        <p:tav tm="0">
                                          <p:val>
                                            <p:fltVal val="0"/>
                                          </p:val>
                                        </p:tav>
                                        <p:tav tm="100000">
                                          <p:val>
                                            <p:strVal val="#ppt_h"/>
                                          </p:val>
                                        </p:tav>
                                      </p:tavLst>
                                    </p:anim>
                                    <p:animEffect transition="in" filter="fade">
                                      <p:cBhvr>
                                        <p:cTn id="70" dur="500"/>
                                        <p:tgtEl>
                                          <p:spTgt spid="33"/>
                                        </p:tgtEl>
                                      </p:cBhvr>
                                    </p:animEffect>
                                  </p:childTnLst>
                                </p:cTn>
                              </p:par>
                              <p:par>
                                <p:cTn id="71" presetID="53"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500" fill="hold"/>
                                        <p:tgtEl>
                                          <p:spTgt spid="36"/>
                                        </p:tgtEl>
                                        <p:attrNameLst>
                                          <p:attrName>ppt_w</p:attrName>
                                        </p:attrNameLst>
                                      </p:cBhvr>
                                      <p:tavLst>
                                        <p:tav tm="0">
                                          <p:val>
                                            <p:fltVal val="0"/>
                                          </p:val>
                                        </p:tav>
                                        <p:tav tm="100000">
                                          <p:val>
                                            <p:strVal val="#ppt_w"/>
                                          </p:val>
                                        </p:tav>
                                      </p:tavLst>
                                    </p:anim>
                                    <p:anim calcmode="lin" valueType="num">
                                      <p:cBhvr>
                                        <p:cTn id="74" dur="500" fill="hold"/>
                                        <p:tgtEl>
                                          <p:spTgt spid="36"/>
                                        </p:tgtEl>
                                        <p:attrNameLst>
                                          <p:attrName>ppt_h</p:attrName>
                                        </p:attrNameLst>
                                      </p:cBhvr>
                                      <p:tavLst>
                                        <p:tav tm="0">
                                          <p:val>
                                            <p:fltVal val="0"/>
                                          </p:val>
                                        </p:tav>
                                        <p:tav tm="100000">
                                          <p:val>
                                            <p:strVal val="#ppt_h"/>
                                          </p:val>
                                        </p:tav>
                                      </p:tavLst>
                                    </p:anim>
                                    <p:animEffect transition="in" filter="fade">
                                      <p:cBhvr>
                                        <p:cTn id="75" dur="500"/>
                                        <p:tgtEl>
                                          <p:spTgt spid="36"/>
                                        </p:tgtEl>
                                      </p:cBhvr>
                                    </p:animEffect>
                                  </p:childTnLst>
                                </p:cTn>
                              </p:par>
                              <p:par>
                                <p:cTn id="76" presetID="53"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 calcmode="lin" valueType="num">
                                      <p:cBhvr>
                                        <p:cTn id="78" dur="500" fill="hold"/>
                                        <p:tgtEl>
                                          <p:spTgt spid="32"/>
                                        </p:tgtEl>
                                        <p:attrNameLst>
                                          <p:attrName>ppt_w</p:attrName>
                                        </p:attrNameLst>
                                      </p:cBhvr>
                                      <p:tavLst>
                                        <p:tav tm="0">
                                          <p:val>
                                            <p:fltVal val="0"/>
                                          </p:val>
                                        </p:tav>
                                        <p:tav tm="100000">
                                          <p:val>
                                            <p:strVal val="#ppt_w"/>
                                          </p:val>
                                        </p:tav>
                                      </p:tavLst>
                                    </p:anim>
                                    <p:anim calcmode="lin" valueType="num">
                                      <p:cBhvr>
                                        <p:cTn id="79" dur="500" fill="hold"/>
                                        <p:tgtEl>
                                          <p:spTgt spid="32"/>
                                        </p:tgtEl>
                                        <p:attrNameLst>
                                          <p:attrName>ppt_h</p:attrName>
                                        </p:attrNameLst>
                                      </p:cBhvr>
                                      <p:tavLst>
                                        <p:tav tm="0">
                                          <p:val>
                                            <p:fltVal val="0"/>
                                          </p:val>
                                        </p:tav>
                                        <p:tav tm="100000">
                                          <p:val>
                                            <p:strVal val="#ppt_h"/>
                                          </p:val>
                                        </p:tav>
                                      </p:tavLst>
                                    </p:anim>
                                    <p:animEffect transition="in" filter="fade">
                                      <p:cBhvr>
                                        <p:cTn id="80" dur="500"/>
                                        <p:tgtEl>
                                          <p:spTgt spid="32"/>
                                        </p:tgtEl>
                                      </p:cBhvr>
                                    </p:animEffect>
                                  </p:childTnLst>
                                </p:cTn>
                              </p:par>
                              <p:par>
                                <p:cTn id="81" presetID="53"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 calcmode="lin" valueType="num">
                                      <p:cBhvr>
                                        <p:cTn id="83" dur="500" fill="hold"/>
                                        <p:tgtEl>
                                          <p:spTgt spid="31"/>
                                        </p:tgtEl>
                                        <p:attrNameLst>
                                          <p:attrName>ppt_w</p:attrName>
                                        </p:attrNameLst>
                                      </p:cBhvr>
                                      <p:tavLst>
                                        <p:tav tm="0">
                                          <p:val>
                                            <p:fltVal val="0"/>
                                          </p:val>
                                        </p:tav>
                                        <p:tav tm="100000">
                                          <p:val>
                                            <p:strVal val="#ppt_w"/>
                                          </p:val>
                                        </p:tav>
                                      </p:tavLst>
                                    </p:anim>
                                    <p:anim calcmode="lin" valueType="num">
                                      <p:cBhvr>
                                        <p:cTn id="84" dur="500" fill="hold"/>
                                        <p:tgtEl>
                                          <p:spTgt spid="31"/>
                                        </p:tgtEl>
                                        <p:attrNameLst>
                                          <p:attrName>ppt_h</p:attrName>
                                        </p:attrNameLst>
                                      </p:cBhvr>
                                      <p:tavLst>
                                        <p:tav tm="0">
                                          <p:val>
                                            <p:fltVal val="0"/>
                                          </p:val>
                                        </p:tav>
                                        <p:tav tm="100000">
                                          <p:val>
                                            <p:strVal val="#ppt_h"/>
                                          </p:val>
                                        </p:tav>
                                      </p:tavLst>
                                    </p:anim>
                                    <p:animEffect transition="in" filter="fade">
                                      <p:cBhvr>
                                        <p:cTn id="85" dur="500"/>
                                        <p:tgtEl>
                                          <p:spTgt spid="31"/>
                                        </p:tgtEl>
                                      </p:cBhvr>
                                    </p:animEffect>
                                  </p:childTnLst>
                                </p:cTn>
                              </p:par>
                              <p:par>
                                <p:cTn id="86" presetID="53"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p:cTn id="88" dur="500" fill="hold"/>
                                        <p:tgtEl>
                                          <p:spTgt spid="37"/>
                                        </p:tgtEl>
                                        <p:attrNameLst>
                                          <p:attrName>ppt_w</p:attrName>
                                        </p:attrNameLst>
                                      </p:cBhvr>
                                      <p:tavLst>
                                        <p:tav tm="0">
                                          <p:val>
                                            <p:fltVal val="0"/>
                                          </p:val>
                                        </p:tav>
                                        <p:tav tm="100000">
                                          <p:val>
                                            <p:strVal val="#ppt_w"/>
                                          </p:val>
                                        </p:tav>
                                      </p:tavLst>
                                    </p:anim>
                                    <p:anim calcmode="lin" valueType="num">
                                      <p:cBhvr>
                                        <p:cTn id="89" dur="500" fill="hold"/>
                                        <p:tgtEl>
                                          <p:spTgt spid="37"/>
                                        </p:tgtEl>
                                        <p:attrNameLst>
                                          <p:attrName>ppt_h</p:attrName>
                                        </p:attrNameLst>
                                      </p:cBhvr>
                                      <p:tavLst>
                                        <p:tav tm="0">
                                          <p:val>
                                            <p:fltVal val="0"/>
                                          </p:val>
                                        </p:tav>
                                        <p:tav tm="100000">
                                          <p:val>
                                            <p:strVal val="#ppt_h"/>
                                          </p:val>
                                        </p:tav>
                                      </p:tavLst>
                                    </p:anim>
                                    <p:animEffect transition="in" filter="fade">
                                      <p:cBhvr>
                                        <p:cTn id="90" dur="500"/>
                                        <p:tgtEl>
                                          <p:spTgt spid="37"/>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53" presetClass="entr" presetSubtype="0"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p:cTn id="95" dur="500" fill="hold"/>
                                        <p:tgtEl>
                                          <p:spTgt spid="29"/>
                                        </p:tgtEl>
                                        <p:attrNameLst>
                                          <p:attrName>ppt_w</p:attrName>
                                        </p:attrNameLst>
                                      </p:cBhvr>
                                      <p:tavLst>
                                        <p:tav tm="0">
                                          <p:val>
                                            <p:fltVal val="0"/>
                                          </p:val>
                                        </p:tav>
                                        <p:tav tm="100000">
                                          <p:val>
                                            <p:strVal val="#ppt_w"/>
                                          </p:val>
                                        </p:tav>
                                      </p:tavLst>
                                    </p:anim>
                                    <p:anim calcmode="lin" valueType="num">
                                      <p:cBhvr>
                                        <p:cTn id="96" dur="500" fill="hold"/>
                                        <p:tgtEl>
                                          <p:spTgt spid="29"/>
                                        </p:tgtEl>
                                        <p:attrNameLst>
                                          <p:attrName>ppt_h</p:attrName>
                                        </p:attrNameLst>
                                      </p:cBhvr>
                                      <p:tavLst>
                                        <p:tav tm="0">
                                          <p:val>
                                            <p:fltVal val="0"/>
                                          </p:val>
                                        </p:tav>
                                        <p:tav tm="100000">
                                          <p:val>
                                            <p:strVal val="#ppt_h"/>
                                          </p:val>
                                        </p:tav>
                                      </p:tavLst>
                                    </p:anim>
                                    <p:animEffect transition="in" filter="fade">
                                      <p:cBhvr>
                                        <p:cTn id="97" dur="500"/>
                                        <p:tgtEl>
                                          <p:spTgt spid="29"/>
                                        </p:tgtEl>
                                      </p:cBhvr>
                                    </p:animEffect>
                                  </p:childTnLst>
                                </p:cTn>
                              </p:par>
                              <p:par>
                                <p:cTn id="98" presetID="53" presetClass="entr" presetSubtype="0" fill="hold" nodeType="withEffect">
                                  <p:stCondLst>
                                    <p:cond delay="0"/>
                                  </p:stCondLst>
                                  <p:childTnLst>
                                    <p:set>
                                      <p:cBhvr>
                                        <p:cTn id="99" dur="1" fill="hold">
                                          <p:stCondLst>
                                            <p:cond delay="0"/>
                                          </p:stCondLst>
                                        </p:cTn>
                                        <p:tgtEl>
                                          <p:spTgt spid="16413"/>
                                        </p:tgtEl>
                                        <p:attrNameLst>
                                          <p:attrName>style.visibility</p:attrName>
                                        </p:attrNameLst>
                                      </p:cBhvr>
                                      <p:to>
                                        <p:strVal val="visible"/>
                                      </p:to>
                                    </p:set>
                                    <p:anim calcmode="lin" valueType="num">
                                      <p:cBhvr>
                                        <p:cTn id="100" dur="500" fill="hold"/>
                                        <p:tgtEl>
                                          <p:spTgt spid="16413"/>
                                        </p:tgtEl>
                                        <p:attrNameLst>
                                          <p:attrName>ppt_w</p:attrName>
                                        </p:attrNameLst>
                                      </p:cBhvr>
                                      <p:tavLst>
                                        <p:tav tm="0">
                                          <p:val>
                                            <p:fltVal val="0"/>
                                          </p:val>
                                        </p:tav>
                                        <p:tav tm="100000">
                                          <p:val>
                                            <p:strVal val="#ppt_w"/>
                                          </p:val>
                                        </p:tav>
                                      </p:tavLst>
                                    </p:anim>
                                    <p:anim calcmode="lin" valueType="num">
                                      <p:cBhvr>
                                        <p:cTn id="101" dur="500" fill="hold"/>
                                        <p:tgtEl>
                                          <p:spTgt spid="16413"/>
                                        </p:tgtEl>
                                        <p:attrNameLst>
                                          <p:attrName>ppt_h</p:attrName>
                                        </p:attrNameLst>
                                      </p:cBhvr>
                                      <p:tavLst>
                                        <p:tav tm="0">
                                          <p:val>
                                            <p:fltVal val="0"/>
                                          </p:val>
                                        </p:tav>
                                        <p:tav tm="100000">
                                          <p:val>
                                            <p:strVal val="#ppt_h"/>
                                          </p:val>
                                        </p:tav>
                                      </p:tavLst>
                                    </p:anim>
                                    <p:animEffect transition="in" filter="fade">
                                      <p:cBhvr>
                                        <p:cTn id="102" dur="500"/>
                                        <p:tgtEl>
                                          <p:spTgt spid="1641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53" presetClass="entr" presetSubtype="0" fill="hold" grpId="0" nodeType="clickEffect">
                                  <p:stCondLst>
                                    <p:cond delay="0"/>
                                  </p:stCondLst>
                                  <p:childTnLst>
                                    <p:set>
                                      <p:cBhvr>
                                        <p:cTn id="106" dur="1" fill="hold">
                                          <p:stCondLst>
                                            <p:cond delay="0"/>
                                          </p:stCondLst>
                                        </p:cTn>
                                        <p:tgtEl>
                                          <p:spTgt spid="2"/>
                                        </p:tgtEl>
                                        <p:attrNameLst>
                                          <p:attrName>style.visibility</p:attrName>
                                        </p:attrNameLst>
                                      </p:cBhvr>
                                      <p:to>
                                        <p:strVal val="visible"/>
                                      </p:to>
                                    </p:set>
                                    <p:anim calcmode="lin" valueType="num">
                                      <p:cBhvr>
                                        <p:cTn id="107" dur="500" fill="hold"/>
                                        <p:tgtEl>
                                          <p:spTgt spid="2"/>
                                        </p:tgtEl>
                                        <p:attrNameLst>
                                          <p:attrName>ppt_w</p:attrName>
                                        </p:attrNameLst>
                                      </p:cBhvr>
                                      <p:tavLst>
                                        <p:tav tm="0">
                                          <p:val>
                                            <p:fltVal val="0"/>
                                          </p:val>
                                        </p:tav>
                                        <p:tav tm="100000">
                                          <p:val>
                                            <p:strVal val="#ppt_w"/>
                                          </p:val>
                                        </p:tav>
                                      </p:tavLst>
                                    </p:anim>
                                    <p:anim calcmode="lin" valueType="num">
                                      <p:cBhvr>
                                        <p:cTn id="108" dur="500" fill="hold"/>
                                        <p:tgtEl>
                                          <p:spTgt spid="2"/>
                                        </p:tgtEl>
                                        <p:attrNameLst>
                                          <p:attrName>ppt_h</p:attrName>
                                        </p:attrNameLst>
                                      </p:cBhvr>
                                      <p:tavLst>
                                        <p:tav tm="0">
                                          <p:val>
                                            <p:fltVal val="0"/>
                                          </p:val>
                                        </p:tav>
                                        <p:tav tm="100000">
                                          <p:val>
                                            <p:strVal val="#ppt_h"/>
                                          </p:val>
                                        </p:tav>
                                      </p:tavLst>
                                    </p:anim>
                                    <p:animEffect transition="in" filter="fade">
                                      <p:cBhvr>
                                        <p:cTn id="109" dur="500"/>
                                        <p:tgtEl>
                                          <p:spTgt spid="2"/>
                                        </p:tgtEl>
                                      </p:cBhvr>
                                    </p:animEffect>
                                  </p:childTnLst>
                                </p:cTn>
                              </p:par>
                              <p:par>
                                <p:cTn id="110" presetID="53" presetClass="entr" presetSubtype="0" fill="hold" nodeType="withEffect">
                                  <p:stCondLst>
                                    <p:cond delay="0"/>
                                  </p:stCondLst>
                                  <p:childTnLst>
                                    <p:set>
                                      <p:cBhvr>
                                        <p:cTn id="111" dur="1" fill="hold">
                                          <p:stCondLst>
                                            <p:cond delay="0"/>
                                          </p:stCondLst>
                                        </p:cTn>
                                        <p:tgtEl>
                                          <p:spTgt spid="16415"/>
                                        </p:tgtEl>
                                        <p:attrNameLst>
                                          <p:attrName>style.visibility</p:attrName>
                                        </p:attrNameLst>
                                      </p:cBhvr>
                                      <p:to>
                                        <p:strVal val="visible"/>
                                      </p:to>
                                    </p:set>
                                    <p:anim calcmode="lin" valueType="num">
                                      <p:cBhvr>
                                        <p:cTn id="112" dur="500" fill="hold"/>
                                        <p:tgtEl>
                                          <p:spTgt spid="16415"/>
                                        </p:tgtEl>
                                        <p:attrNameLst>
                                          <p:attrName>ppt_w</p:attrName>
                                        </p:attrNameLst>
                                      </p:cBhvr>
                                      <p:tavLst>
                                        <p:tav tm="0">
                                          <p:val>
                                            <p:fltVal val="0"/>
                                          </p:val>
                                        </p:tav>
                                        <p:tav tm="100000">
                                          <p:val>
                                            <p:strVal val="#ppt_w"/>
                                          </p:val>
                                        </p:tav>
                                      </p:tavLst>
                                    </p:anim>
                                    <p:anim calcmode="lin" valueType="num">
                                      <p:cBhvr>
                                        <p:cTn id="113" dur="500" fill="hold"/>
                                        <p:tgtEl>
                                          <p:spTgt spid="16415"/>
                                        </p:tgtEl>
                                        <p:attrNameLst>
                                          <p:attrName>ppt_h</p:attrName>
                                        </p:attrNameLst>
                                      </p:cBhvr>
                                      <p:tavLst>
                                        <p:tav tm="0">
                                          <p:val>
                                            <p:fltVal val="0"/>
                                          </p:val>
                                        </p:tav>
                                        <p:tav tm="100000">
                                          <p:val>
                                            <p:strVal val="#ppt_h"/>
                                          </p:val>
                                        </p:tav>
                                      </p:tavLst>
                                    </p:anim>
                                    <p:animEffect transition="in" filter="fade">
                                      <p:cBhvr>
                                        <p:cTn id="114" dur="500"/>
                                        <p:tgtEl>
                                          <p:spTgt spid="1641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0" fill="hold" grpId="0" nodeType="clickEffect">
                                  <p:stCondLst>
                                    <p:cond delay="0"/>
                                  </p:stCondLst>
                                  <p:childTnLst>
                                    <p:set>
                                      <p:cBhvr>
                                        <p:cTn id="118" dur="1" fill="hold">
                                          <p:stCondLst>
                                            <p:cond delay="0"/>
                                          </p:stCondLst>
                                        </p:cTn>
                                        <p:tgtEl>
                                          <p:spTgt spid="370739"/>
                                        </p:tgtEl>
                                        <p:attrNameLst>
                                          <p:attrName>style.visibility</p:attrName>
                                        </p:attrNameLst>
                                      </p:cBhvr>
                                      <p:to>
                                        <p:strVal val="visible"/>
                                      </p:to>
                                    </p:set>
                                    <p:anim calcmode="lin" valueType="num">
                                      <p:cBhvr>
                                        <p:cTn id="119" dur="500" fill="hold"/>
                                        <p:tgtEl>
                                          <p:spTgt spid="370739"/>
                                        </p:tgtEl>
                                        <p:attrNameLst>
                                          <p:attrName>ppt_w</p:attrName>
                                        </p:attrNameLst>
                                      </p:cBhvr>
                                      <p:tavLst>
                                        <p:tav tm="0">
                                          <p:val>
                                            <p:fltVal val="0"/>
                                          </p:val>
                                        </p:tav>
                                        <p:tav tm="100000">
                                          <p:val>
                                            <p:strVal val="#ppt_w"/>
                                          </p:val>
                                        </p:tav>
                                      </p:tavLst>
                                    </p:anim>
                                    <p:anim calcmode="lin" valueType="num">
                                      <p:cBhvr>
                                        <p:cTn id="120" dur="500" fill="hold"/>
                                        <p:tgtEl>
                                          <p:spTgt spid="370739"/>
                                        </p:tgtEl>
                                        <p:attrNameLst>
                                          <p:attrName>ppt_h</p:attrName>
                                        </p:attrNameLst>
                                      </p:cBhvr>
                                      <p:tavLst>
                                        <p:tav tm="0">
                                          <p:val>
                                            <p:fltVal val="0"/>
                                          </p:val>
                                        </p:tav>
                                        <p:tav tm="100000">
                                          <p:val>
                                            <p:strVal val="#ppt_h"/>
                                          </p:val>
                                        </p:tav>
                                      </p:tavLst>
                                    </p:anim>
                                    <p:animEffect transition="in" filter="fade">
                                      <p:cBhvr>
                                        <p:cTn id="121" dur="500"/>
                                        <p:tgtEl>
                                          <p:spTgt spid="37073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xit" presetSubtype="0" fill="hold" nodeType="clickEffect">
                                  <p:stCondLst>
                                    <p:cond delay="0"/>
                                  </p:stCondLst>
                                  <p:childTnLst>
                                    <p:anim calcmode="lin" valueType="num">
                                      <p:cBhvr>
                                        <p:cTn id="125" dur="500"/>
                                        <p:tgtEl>
                                          <p:spTgt spid="29"/>
                                        </p:tgtEl>
                                        <p:attrNameLst>
                                          <p:attrName>ppt_w</p:attrName>
                                        </p:attrNameLst>
                                      </p:cBhvr>
                                      <p:tavLst>
                                        <p:tav tm="0">
                                          <p:val>
                                            <p:strVal val="ppt_w"/>
                                          </p:val>
                                        </p:tav>
                                        <p:tav tm="100000">
                                          <p:val>
                                            <p:fltVal val="0"/>
                                          </p:val>
                                        </p:tav>
                                      </p:tavLst>
                                    </p:anim>
                                    <p:anim calcmode="lin" valueType="num">
                                      <p:cBhvr>
                                        <p:cTn id="126" dur="500"/>
                                        <p:tgtEl>
                                          <p:spTgt spid="29"/>
                                        </p:tgtEl>
                                        <p:attrNameLst>
                                          <p:attrName>ppt_h</p:attrName>
                                        </p:attrNameLst>
                                      </p:cBhvr>
                                      <p:tavLst>
                                        <p:tav tm="0">
                                          <p:val>
                                            <p:strVal val="ppt_h"/>
                                          </p:val>
                                        </p:tav>
                                        <p:tav tm="100000">
                                          <p:val>
                                            <p:fltVal val="0"/>
                                          </p:val>
                                        </p:tav>
                                      </p:tavLst>
                                    </p:anim>
                                    <p:animEffect transition="out" filter="fade">
                                      <p:cBhvr>
                                        <p:cTn id="127" dur="500"/>
                                        <p:tgtEl>
                                          <p:spTgt spid="29"/>
                                        </p:tgtEl>
                                      </p:cBhvr>
                                    </p:animEffect>
                                    <p:set>
                                      <p:cBhvr>
                                        <p:cTn id="128" dur="1" fill="hold">
                                          <p:stCondLst>
                                            <p:cond delay="499"/>
                                          </p:stCondLst>
                                        </p:cTn>
                                        <p:tgtEl>
                                          <p:spTgt spid="29"/>
                                        </p:tgtEl>
                                        <p:attrNameLst>
                                          <p:attrName>style.visibility</p:attrName>
                                        </p:attrNameLst>
                                      </p:cBhvr>
                                      <p:to>
                                        <p:strVal val="hidden"/>
                                      </p:to>
                                    </p:set>
                                  </p:childTnLst>
                                </p:cTn>
                              </p:par>
                              <p:par>
                                <p:cTn id="129" presetID="53" presetClass="exit" presetSubtype="0" fill="hold" nodeType="withEffect">
                                  <p:stCondLst>
                                    <p:cond delay="0"/>
                                  </p:stCondLst>
                                  <p:childTnLst>
                                    <p:anim calcmode="lin" valueType="num">
                                      <p:cBhvr>
                                        <p:cTn id="130" dur="500"/>
                                        <p:tgtEl>
                                          <p:spTgt spid="16415"/>
                                        </p:tgtEl>
                                        <p:attrNameLst>
                                          <p:attrName>ppt_w</p:attrName>
                                        </p:attrNameLst>
                                      </p:cBhvr>
                                      <p:tavLst>
                                        <p:tav tm="0">
                                          <p:val>
                                            <p:strVal val="ppt_w"/>
                                          </p:val>
                                        </p:tav>
                                        <p:tav tm="100000">
                                          <p:val>
                                            <p:fltVal val="0"/>
                                          </p:val>
                                        </p:tav>
                                      </p:tavLst>
                                    </p:anim>
                                    <p:anim calcmode="lin" valueType="num">
                                      <p:cBhvr>
                                        <p:cTn id="131" dur="500"/>
                                        <p:tgtEl>
                                          <p:spTgt spid="16415"/>
                                        </p:tgtEl>
                                        <p:attrNameLst>
                                          <p:attrName>ppt_h</p:attrName>
                                        </p:attrNameLst>
                                      </p:cBhvr>
                                      <p:tavLst>
                                        <p:tav tm="0">
                                          <p:val>
                                            <p:strVal val="ppt_h"/>
                                          </p:val>
                                        </p:tav>
                                        <p:tav tm="100000">
                                          <p:val>
                                            <p:fltVal val="0"/>
                                          </p:val>
                                        </p:tav>
                                      </p:tavLst>
                                    </p:anim>
                                    <p:animEffect transition="out" filter="fade">
                                      <p:cBhvr>
                                        <p:cTn id="132" dur="500"/>
                                        <p:tgtEl>
                                          <p:spTgt spid="16415"/>
                                        </p:tgtEl>
                                      </p:cBhvr>
                                    </p:animEffect>
                                    <p:set>
                                      <p:cBhvr>
                                        <p:cTn id="133" dur="1" fill="hold">
                                          <p:stCondLst>
                                            <p:cond delay="499"/>
                                          </p:stCondLst>
                                        </p:cTn>
                                        <p:tgtEl>
                                          <p:spTgt spid="16415"/>
                                        </p:tgtEl>
                                        <p:attrNameLst>
                                          <p:attrName>style.visibility</p:attrName>
                                        </p:attrNameLst>
                                      </p:cBhvr>
                                      <p:to>
                                        <p:strVal val="hidden"/>
                                      </p:to>
                                    </p:set>
                                  </p:childTnLst>
                                </p:cTn>
                              </p:par>
                              <p:par>
                                <p:cTn id="134" presetID="53" presetClass="exit" presetSubtype="0" fill="hold" nodeType="withEffect">
                                  <p:stCondLst>
                                    <p:cond delay="0"/>
                                  </p:stCondLst>
                                  <p:childTnLst>
                                    <p:anim calcmode="lin" valueType="num">
                                      <p:cBhvr>
                                        <p:cTn id="135" dur="500"/>
                                        <p:tgtEl>
                                          <p:spTgt spid="16413"/>
                                        </p:tgtEl>
                                        <p:attrNameLst>
                                          <p:attrName>ppt_w</p:attrName>
                                        </p:attrNameLst>
                                      </p:cBhvr>
                                      <p:tavLst>
                                        <p:tav tm="0">
                                          <p:val>
                                            <p:strVal val="ppt_w"/>
                                          </p:val>
                                        </p:tav>
                                        <p:tav tm="100000">
                                          <p:val>
                                            <p:fltVal val="0"/>
                                          </p:val>
                                        </p:tav>
                                      </p:tavLst>
                                    </p:anim>
                                    <p:anim calcmode="lin" valueType="num">
                                      <p:cBhvr>
                                        <p:cTn id="136" dur="500"/>
                                        <p:tgtEl>
                                          <p:spTgt spid="16413"/>
                                        </p:tgtEl>
                                        <p:attrNameLst>
                                          <p:attrName>ppt_h</p:attrName>
                                        </p:attrNameLst>
                                      </p:cBhvr>
                                      <p:tavLst>
                                        <p:tav tm="0">
                                          <p:val>
                                            <p:strVal val="ppt_h"/>
                                          </p:val>
                                        </p:tav>
                                        <p:tav tm="100000">
                                          <p:val>
                                            <p:fltVal val="0"/>
                                          </p:val>
                                        </p:tav>
                                      </p:tavLst>
                                    </p:anim>
                                    <p:animEffect transition="out" filter="fade">
                                      <p:cBhvr>
                                        <p:cTn id="137" dur="500"/>
                                        <p:tgtEl>
                                          <p:spTgt spid="16413"/>
                                        </p:tgtEl>
                                      </p:cBhvr>
                                    </p:animEffect>
                                    <p:set>
                                      <p:cBhvr>
                                        <p:cTn id="138" dur="1" fill="hold">
                                          <p:stCondLst>
                                            <p:cond delay="499"/>
                                          </p:stCondLst>
                                        </p:cTn>
                                        <p:tgtEl>
                                          <p:spTgt spid="16413"/>
                                        </p:tgtEl>
                                        <p:attrNameLst>
                                          <p:attrName>style.visibility</p:attrName>
                                        </p:attrNameLst>
                                      </p:cBhvr>
                                      <p:to>
                                        <p:strVal val="hidden"/>
                                      </p:to>
                                    </p:set>
                                  </p:childTnLst>
                                </p:cTn>
                              </p:par>
                              <p:par>
                                <p:cTn id="139" presetID="53" presetClass="exit" presetSubtype="0" fill="hold" nodeType="withEffect">
                                  <p:stCondLst>
                                    <p:cond delay="0"/>
                                  </p:stCondLst>
                                  <p:childTnLst>
                                    <p:anim calcmode="lin" valueType="num">
                                      <p:cBhvr>
                                        <p:cTn id="140" dur="500"/>
                                        <p:tgtEl>
                                          <p:spTgt spid="16414"/>
                                        </p:tgtEl>
                                        <p:attrNameLst>
                                          <p:attrName>ppt_w</p:attrName>
                                        </p:attrNameLst>
                                      </p:cBhvr>
                                      <p:tavLst>
                                        <p:tav tm="0">
                                          <p:val>
                                            <p:strVal val="ppt_w"/>
                                          </p:val>
                                        </p:tav>
                                        <p:tav tm="100000">
                                          <p:val>
                                            <p:fltVal val="0"/>
                                          </p:val>
                                        </p:tav>
                                      </p:tavLst>
                                    </p:anim>
                                    <p:anim calcmode="lin" valueType="num">
                                      <p:cBhvr>
                                        <p:cTn id="141" dur="500"/>
                                        <p:tgtEl>
                                          <p:spTgt spid="16414"/>
                                        </p:tgtEl>
                                        <p:attrNameLst>
                                          <p:attrName>ppt_h</p:attrName>
                                        </p:attrNameLst>
                                      </p:cBhvr>
                                      <p:tavLst>
                                        <p:tav tm="0">
                                          <p:val>
                                            <p:strVal val="ppt_h"/>
                                          </p:val>
                                        </p:tav>
                                        <p:tav tm="100000">
                                          <p:val>
                                            <p:fltVal val="0"/>
                                          </p:val>
                                        </p:tav>
                                      </p:tavLst>
                                    </p:anim>
                                    <p:animEffect transition="out" filter="fade">
                                      <p:cBhvr>
                                        <p:cTn id="142" dur="500"/>
                                        <p:tgtEl>
                                          <p:spTgt spid="16414"/>
                                        </p:tgtEl>
                                      </p:cBhvr>
                                    </p:animEffect>
                                    <p:set>
                                      <p:cBhvr>
                                        <p:cTn id="143" dur="1" fill="hold">
                                          <p:stCondLst>
                                            <p:cond delay="499"/>
                                          </p:stCondLst>
                                        </p:cTn>
                                        <p:tgtEl>
                                          <p:spTgt spid="16414"/>
                                        </p:tgtEl>
                                        <p:attrNameLst>
                                          <p:attrName>style.visibility</p:attrName>
                                        </p:attrNameLst>
                                      </p:cBhvr>
                                      <p:to>
                                        <p:strVal val="hidden"/>
                                      </p:to>
                                    </p:set>
                                  </p:childTnLst>
                                </p:cTn>
                              </p:par>
                              <p:par>
                                <p:cTn id="144" presetID="53" presetClass="exit" presetSubtype="0" fill="hold" grpId="1" nodeType="withEffect">
                                  <p:stCondLst>
                                    <p:cond delay="0"/>
                                  </p:stCondLst>
                                  <p:childTnLst>
                                    <p:anim calcmode="lin" valueType="num">
                                      <p:cBhvr>
                                        <p:cTn id="145" dur="500"/>
                                        <p:tgtEl>
                                          <p:spTgt spid="370739"/>
                                        </p:tgtEl>
                                        <p:attrNameLst>
                                          <p:attrName>ppt_w</p:attrName>
                                        </p:attrNameLst>
                                      </p:cBhvr>
                                      <p:tavLst>
                                        <p:tav tm="0">
                                          <p:val>
                                            <p:strVal val="ppt_w"/>
                                          </p:val>
                                        </p:tav>
                                        <p:tav tm="100000">
                                          <p:val>
                                            <p:fltVal val="0"/>
                                          </p:val>
                                        </p:tav>
                                      </p:tavLst>
                                    </p:anim>
                                    <p:anim calcmode="lin" valueType="num">
                                      <p:cBhvr>
                                        <p:cTn id="146" dur="500"/>
                                        <p:tgtEl>
                                          <p:spTgt spid="370739"/>
                                        </p:tgtEl>
                                        <p:attrNameLst>
                                          <p:attrName>ppt_h</p:attrName>
                                        </p:attrNameLst>
                                      </p:cBhvr>
                                      <p:tavLst>
                                        <p:tav tm="0">
                                          <p:val>
                                            <p:strVal val="ppt_h"/>
                                          </p:val>
                                        </p:tav>
                                        <p:tav tm="100000">
                                          <p:val>
                                            <p:fltVal val="0"/>
                                          </p:val>
                                        </p:tav>
                                      </p:tavLst>
                                    </p:anim>
                                    <p:animEffect transition="out" filter="fade">
                                      <p:cBhvr>
                                        <p:cTn id="147" dur="500"/>
                                        <p:tgtEl>
                                          <p:spTgt spid="370739"/>
                                        </p:tgtEl>
                                      </p:cBhvr>
                                    </p:animEffect>
                                    <p:set>
                                      <p:cBhvr>
                                        <p:cTn id="148" dur="1" fill="hold">
                                          <p:stCondLst>
                                            <p:cond delay="499"/>
                                          </p:stCondLst>
                                        </p:cTn>
                                        <p:tgtEl>
                                          <p:spTgt spid="370739"/>
                                        </p:tgtEl>
                                        <p:attrNameLst>
                                          <p:attrName>style.visibility</p:attrName>
                                        </p:attrNameLst>
                                      </p:cBhvr>
                                      <p:to>
                                        <p:strVal val="hidden"/>
                                      </p:to>
                                    </p:set>
                                  </p:childTnLst>
                                </p:cTn>
                              </p:par>
                              <p:par>
                                <p:cTn id="149" presetID="53" presetClass="exit" presetSubtype="0" fill="hold" grpId="1" nodeType="withEffect">
                                  <p:stCondLst>
                                    <p:cond delay="0"/>
                                  </p:stCondLst>
                                  <p:childTnLst>
                                    <p:anim calcmode="lin" valueType="num">
                                      <p:cBhvr>
                                        <p:cTn id="150" dur="500"/>
                                        <p:tgtEl>
                                          <p:spTgt spid="2"/>
                                        </p:tgtEl>
                                        <p:attrNameLst>
                                          <p:attrName>ppt_w</p:attrName>
                                        </p:attrNameLst>
                                      </p:cBhvr>
                                      <p:tavLst>
                                        <p:tav tm="0">
                                          <p:val>
                                            <p:strVal val="ppt_w"/>
                                          </p:val>
                                        </p:tav>
                                        <p:tav tm="100000">
                                          <p:val>
                                            <p:fltVal val="0"/>
                                          </p:val>
                                        </p:tav>
                                      </p:tavLst>
                                    </p:anim>
                                    <p:anim calcmode="lin" valueType="num">
                                      <p:cBhvr>
                                        <p:cTn id="151" dur="500"/>
                                        <p:tgtEl>
                                          <p:spTgt spid="2"/>
                                        </p:tgtEl>
                                        <p:attrNameLst>
                                          <p:attrName>ppt_h</p:attrName>
                                        </p:attrNameLst>
                                      </p:cBhvr>
                                      <p:tavLst>
                                        <p:tav tm="0">
                                          <p:val>
                                            <p:strVal val="ppt_h"/>
                                          </p:val>
                                        </p:tav>
                                        <p:tav tm="100000">
                                          <p:val>
                                            <p:fltVal val="0"/>
                                          </p:val>
                                        </p:tav>
                                      </p:tavLst>
                                    </p:anim>
                                    <p:animEffect transition="out" filter="fade">
                                      <p:cBhvr>
                                        <p:cTn id="152" dur="500"/>
                                        <p:tgtEl>
                                          <p:spTgt spid="2"/>
                                        </p:tgtEl>
                                      </p:cBhvr>
                                    </p:animEffect>
                                    <p:set>
                                      <p:cBhvr>
                                        <p:cTn id="15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1" grpId="0"/>
      <p:bldP spid="32" grpId="0"/>
      <p:bldP spid="33" grpId="0"/>
      <p:bldP spid="34" grpId="0"/>
      <p:bldP spid="2" grpId="0" animBg="1"/>
      <p:bldP spid="2" grpId="1" animBg="1"/>
      <p:bldP spid="370739" grpId="0" animBg="1"/>
      <p:bldP spid="370739" grpId="1" animBg="1"/>
      <p:bldP spid="36" grpId="0"/>
      <p:bldP spid="37" grpId="0"/>
      <p:bldP spid="39" grpId="0"/>
      <p:bldP spid="40" grpId="0"/>
      <p:bldP spid="51" grpId="1" animBg="1"/>
      <p:bldP spid="5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3"/>
          <p:cNvSpPr>
            <a:spLocks noGrp="1" noChangeArrowheads="1"/>
          </p:cNvSpPr>
          <p:nvPr>
            <p:ph idx="1"/>
          </p:nvPr>
        </p:nvSpPr>
        <p:spPr>
          <a:xfrm>
            <a:off x="1014442" y="929247"/>
            <a:ext cx="7772400" cy="1213875"/>
          </a:xfrm>
        </p:spPr>
        <p:txBody>
          <a:bodyPr/>
          <a:lstStyle/>
          <a:p>
            <a:pPr algn="ctr" eaLnBrk="1" hangingPunct="1">
              <a:buFont typeface="Wingdings" pitchFamily="2" charset="2"/>
              <a:buNone/>
            </a:pPr>
            <a:endParaRPr lang="en-US" altLang="zh-CN" sz="1800" dirty="0">
              <a:solidFill>
                <a:srgbClr val="0000FF"/>
              </a:solidFill>
              <a:ea typeface="楷体_GB2312" pitchFamily="49" charset="-122"/>
              <a:cs typeface="Times New Roman" pitchFamily="18" charset="0"/>
            </a:endParaRPr>
          </a:p>
          <a:p>
            <a:pPr eaLnBrk="1" hangingPunct="1">
              <a:buFont typeface="Wingdings" pitchFamily="2" charset="2"/>
              <a:buNone/>
            </a:pPr>
            <a:r>
              <a:rPr lang="en-US" altLang="zh-CN" sz="2000" dirty="0">
                <a:solidFill>
                  <a:schemeClr val="accent2">
                    <a:lumMod val="75000"/>
                  </a:schemeClr>
                </a:solidFill>
                <a:ea typeface="楷体_GB2312" pitchFamily="49" charset="-122"/>
                <a:cs typeface="Times New Roman" pitchFamily="18" charset="0"/>
              </a:rPr>
              <a:t> </a:t>
            </a:r>
            <a:r>
              <a:rPr lang="en-US" altLang="zh-CN" dirty="0">
                <a:solidFill>
                  <a:schemeClr val="accent2">
                    <a:lumMod val="75000"/>
                  </a:schemeClr>
                </a:solidFill>
                <a:ea typeface="楷体_GB2312" pitchFamily="49" charset="-122"/>
                <a:cs typeface="Times New Roman" pitchFamily="18" charset="0"/>
              </a:rPr>
              <a:t>In  the  room  , he  broke  a  window  with  a  hammer </a:t>
            </a:r>
            <a:endParaRPr lang="zh-CN" altLang="en-US" dirty="0">
              <a:solidFill>
                <a:schemeClr val="accent2">
                  <a:lumMod val="75000"/>
                </a:schemeClr>
              </a:solidFill>
              <a:ea typeface="楷体_GB2312" pitchFamily="49" charset="-122"/>
              <a:cs typeface="Times New Roman" pitchFamily="18" charset="0"/>
            </a:endParaRPr>
          </a:p>
        </p:txBody>
      </p:sp>
      <p:sp>
        <p:nvSpPr>
          <p:cNvPr id="53" name="矩形 52"/>
          <p:cNvSpPr>
            <a:spLocks noChangeArrowheads="1"/>
          </p:cNvSpPr>
          <p:nvPr/>
        </p:nvSpPr>
        <p:spPr bwMode="auto">
          <a:xfrm>
            <a:off x="1571604" y="1947444"/>
            <a:ext cx="65357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latin typeface="楷体" pitchFamily="49" charset="-122"/>
                <a:ea typeface="楷体" pitchFamily="49" charset="-122"/>
                <a:cs typeface="Times New Roman" pitchFamily="18" charset="0"/>
              </a:rPr>
              <a:t>介短</a:t>
            </a:r>
            <a:r>
              <a:rPr lang="en-US" altLang="zh-CN" sz="1600" b="1" dirty="0">
                <a:latin typeface="楷体" pitchFamily="49" charset="-122"/>
                <a:ea typeface="楷体" pitchFamily="49" charset="-122"/>
                <a:cs typeface="Times New Roman" pitchFamily="18" charset="0"/>
              </a:rPr>
              <a:t>        </a:t>
            </a:r>
            <a:r>
              <a:rPr lang="zh-CN" altLang="en-US" sz="1600" b="1" dirty="0">
                <a:latin typeface="楷体" pitchFamily="49" charset="-122"/>
                <a:ea typeface="楷体" pitchFamily="49" charset="-122"/>
                <a:cs typeface="Times New Roman" pitchFamily="18" charset="0"/>
              </a:rPr>
              <a:t>名短   动短      名短             介短</a:t>
            </a:r>
          </a:p>
        </p:txBody>
      </p:sp>
      <p:grpSp>
        <p:nvGrpSpPr>
          <p:cNvPr id="54" name="Group 49"/>
          <p:cNvGrpSpPr>
            <a:grpSpLocks/>
          </p:cNvGrpSpPr>
          <p:nvPr/>
        </p:nvGrpSpPr>
        <p:grpSpPr bwMode="auto">
          <a:xfrm>
            <a:off x="1079287" y="3602839"/>
            <a:ext cx="2797359" cy="498902"/>
            <a:chOff x="1474" y="3148"/>
            <a:chExt cx="589" cy="418"/>
          </a:xfrm>
        </p:grpSpPr>
        <p:sp>
          <p:nvSpPr>
            <p:cNvPr id="55" name="Line 45"/>
            <p:cNvSpPr>
              <a:spLocks noChangeShapeType="1"/>
            </p:cNvSpPr>
            <p:nvPr/>
          </p:nvSpPr>
          <p:spPr bwMode="auto">
            <a:xfrm flipV="1">
              <a:off x="1762" y="3148"/>
              <a:ext cx="0" cy="181"/>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6" name="Rectangle 46"/>
            <p:cNvSpPr>
              <a:spLocks noChangeArrowheads="1"/>
            </p:cNvSpPr>
            <p:nvPr/>
          </p:nvSpPr>
          <p:spPr bwMode="auto">
            <a:xfrm>
              <a:off x="1474" y="3339"/>
              <a:ext cx="589" cy="227"/>
            </a:xfrm>
            <a:prstGeom prst="rect">
              <a:avLst/>
            </a:prstGeom>
            <a:solidFill>
              <a:schemeClr val="accent5">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latin typeface="Times New Roman" pitchFamily="18" charset="0"/>
                  <a:ea typeface="楷体" pitchFamily="49" charset="-122"/>
                  <a:cs typeface="Times New Roman" pitchFamily="18" charset="0"/>
                </a:rPr>
                <a:t>语法分析</a:t>
              </a:r>
              <a:r>
                <a:rPr lang="zh-CN" altLang="en-US" sz="1600" dirty="0">
                  <a:latin typeface="Times New Roman" pitchFamily="18" charset="0"/>
                  <a:ea typeface="楷体" pitchFamily="49" charset="-122"/>
                  <a:cs typeface="Times New Roman" pitchFamily="18" charset="0"/>
                </a:rPr>
                <a:t>（</a:t>
              </a:r>
              <a:r>
                <a:rPr lang="en-US" altLang="zh-CN" sz="1600" dirty="0">
                  <a:latin typeface="Times New Roman" pitchFamily="18" charset="0"/>
                  <a:ea typeface="楷体" pitchFamily="49" charset="-122"/>
                  <a:cs typeface="Times New Roman" pitchFamily="18" charset="0"/>
                </a:rPr>
                <a:t>Syntax Analysis</a:t>
              </a:r>
              <a:r>
                <a:rPr lang="zh-CN" altLang="en-US" sz="1600" dirty="0">
                  <a:latin typeface="Times New Roman" pitchFamily="18" charset="0"/>
                  <a:ea typeface="楷体" pitchFamily="49" charset="-122"/>
                  <a:cs typeface="Times New Roman" pitchFamily="18" charset="0"/>
                </a:rPr>
                <a:t>）</a:t>
              </a:r>
            </a:p>
          </p:txBody>
        </p:sp>
      </p:grpSp>
      <p:grpSp>
        <p:nvGrpSpPr>
          <p:cNvPr id="57" name="Group 54"/>
          <p:cNvGrpSpPr>
            <a:grpSpLocks/>
          </p:cNvGrpSpPr>
          <p:nvPr/>
        </p:nvGrpSpPr>
        <p:grpSpPr bwMode="auto">
          <a:xfrm>
            <a:off x="1079287" y="4101737"/>
            <a:ext cx="2797359" cy="485775"/>
            <a:chOff x="612" y="3612"/>
            <a:chExt cx="2222" cy="408"/>
          </a:xfrm>
        </p:grpSpPr>
        <p:sp>
          <p:nvSpPr>
            <p:cNvPr id="58" name="Line 47"/>
            <p:cNvSpPr>
              <a:spLocks noChangeShapeType="1"/>
            </p:cNvSpPr>
            <p:nvPr/>
          </p:nvSpPr>
          <p:spPr bwMode="auto">
            <a:xfrm flipV="1">
              <a:off x="1699" y="3612"/>
              <a:ext cx="0" cy="141"/>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9" name="Rectangle 48"/>
            <p:cNvSpPr>
              <a:spLocks noChangeArrowheads="1"/>
            </p:cNvSpPr>
            <p:nvPr/>
          </p:nvSpPr>
          <p:spPr bwMode="auto">
            <a:xfrm>
              <a:off x="612" y="3754"/>
              <a:ext cx="2222" cy="266"/>
            </a:xfrm>
            <a:prstGeom prst="rect">
              <a:avLst/>
            </a:prstGeom>
            <a:solidFill>
              <a:schemeClr val="accent5">
                <a:lumMod val="60000"/>
                <a:lumOff val="4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latin typeface="Times New Roman" pitchFamily="18" charset="0"/>
                  <a:ea typeface="楷体" pitchFamily="49" charset="-122"/>
                  <a:cs typeface="Times New Roman" pitchFamily="18" charset="0"/>
                </a:rPr>
                <a:t>词法分析</a:t>
              </a:r>
              <a:r>
                <a:rPr lang="zh-CN" altLang="en-US" sz="1600" dirty="0">
                  <a:latin typeface="Times New Roman" pitchFamily="18" charset="0"/>
                  <a:ea typeface="楷体" pitchFamily="49" charset="-122"/>
                  <a:cs typeface="Times New Roman" pitchFamily="18" charset="0"/>
                </a:rPr>
                <a:t>（</a:t>
              </a:r>
              <a:r>
                <a:rPr lang="en-US" altLang="zh-CN" sz="1600" dirty="0">
                  <a:latin typeface="Times New Roman" pitchFamily="18" charset="0"/>
                  <a:ea typeface="楷体" pitchFamily="49" charset="-122"/>
                  <a:cs typeface="Times New Roman" pitchFamily="18" charset="0"/>
                </a:rPr>
                <a:t>Lexical Analysis</a:t>
              </a:r>
              <a:r>
                <a:rPr lang="zh-CN" altLang="en-US" sz="1600" dirty="0">
                  <a:latin typeface="Times New Roman" pitchFamily="18" charset="0"/>
                  <a:ea typeface="楷体" pitchFamily="49" charset="-122"/>
                  <a:cs typeface="Times New Roman" pitchFamily="18" charset="0"/>
                </a:rPr>
                <a:t>）</a:t>
              </a:r>
            </a:p>
          </p:txBody>
        </p:sp>
      </p:grpSp>
      <p:sp>
        <p:nvSpPr>
          <p:cNvPr id="60" name="Line 11"/>
          <p:cNvSpPr>
            <a:spLocks noChangeShapeType="1"/>
          </p:cNvSpPr>
          <p:nvPr/>
        </p:nvSpPr>
        <p:spPr bwMode="auto">
          <a:xfrm>
            <a:off x="1272375"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1" name="Line 12"/>
          <p:cNvSpPr>
            <a:spLocks noChangeShapeType="1"/>
          </p:cNvSpPr>
          <p:nvPr/>
        </p:nvSpPr>
        <p:spPr bwMode="auto">
          <a:xfrm>
            <a:off x="1763688"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2" name="Line 13"/>
          <p:cNvSpPr>
            <a:spLocks noChangeShapeType="1"/>
          </p:cNvSpPr>
          <p:nvPr/>
        </p:nvSpPr>
        <p:spPr bwMode="auto">
          <a:xfrm>
            <a:off x="2352495"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3" name="Line 14"/>
          <p:cNvSpPr>
            <a:spLocks noChangeShapeType="1"/>
          </p:cNvSpPr>
          <p:nvPr/>
        </p:nvSpPr>
        <p:spPr bwMode="auto">
          <a:xfrm>
            <a:off x="3203848"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4" name="Line 15"/>
          <p:cNvSpPr>
            <a:spLocks noChangeShapeType="1"/>
          </p:cNvSpPr>
          <p:nvPr/>
        </p:nvSpPr>
        <p:spPr bwMode="auto">
          <a:xfrm>
            <a:off x="3792655"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5" name="Line 16"/>
          <p:cNvSpPr>
            <a:spLocks noChangeShapeType="1"/>
          </p:cNvSpPr>
          <p:nvPr/>
        </p:nvSpPr>
        <p:spPr bwMode="auto">
          <a:xfrm>
            <a:off x="4427984" y="1214950"/>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6" name="Line 17"/>
          <p:cNvSpPr>
            <a:spLocks noChangeShapeType="1"/>
          </p:cNvSpPr>
          <p:nvPr/>
        </p:nvSpPr>
        <p:spPr bwMode="auto">
          <a:xfrm>
            <a:off x="5076056"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7" name="Line 18"/>
          <p:cNvSpPr>
            <a:spLocks noChangeShapeType="1"/>
          </p:cNvSpPr>
          <p:nvPr/>
        </p:nvSpPr>
        <p:spPr bwMode="auto">
          <a:xfrm>
            <a:off x="6012160"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8" name="Line 19"/>
          <p:cNvSpPr>
            <a:spLocks noChangeShapeType="1"/>
          </p:cNvSpPr>
          <p:nvPr/>
        </p:nvSpPr>
        <p:spPr bwMode="auto">
          <a:xfrm>
            <a:off x="6516216"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69" name="Line 20"/>
          <p:cNvSpPr>
            <a:spLocks noChangeShapeType="1"/>
          </p:cNvSpPr>
          <p:nvPr/>
        </p:nvSpPr>
        <p:spPr bwMode="auto">
          <a:xfrm>
            <a:off x="7236296" y="1214428"/>
            <a:ext cx="0" cy="1619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400"/>
          </a:p>
        </p:txBody>
      </p:sp>
      <p:sp>
        <p:nvSpPr>
          <p:cNvPr id="70" name="矩形 69"/>
          <p:cNvSpPr>
            <a:spLocks noChangeArrowheads="1"/>
          </p:cNvSpPr>
          <p:nvPr/>
        </p:nvSpPr>
        <p:spPr bwMode="auto">
          <a:xfrm>
            <a:off x="974751" y="875874"/>
            <a:ext cx="73120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latin typeface="Times New Roman" pitchFamily="18" charset="0"/>
                <a:ea typeface="楷体" pitchFamily="49" charset="-122"/>
              </a:rPr>
              <a:t>介词  冠词    名词        代词    动词    冠词    名词           介词  </a:t>
            </a:r>
            <a:r>
              <a:rPr lang="zh-CN" altLang="en-US" sz="1600" b="1">
                <a:latin typeface="Times New Roman" pitchFamily="18" charset="0"/>
                <a:ea typeface="楷体" pitchFamily="49" charset="-122"/>
              </a:rPr>
              <a:t>冠词      名词 </a:t>
            </a:r>
            <a:endParaRPr lang="zh-CN" altLang="en-US" dirty="0"/>
          </a:p>
        </p:txBody>
      </p:sp>
      <p:sp>
        <p:nvSpPr>
          <p:cNvPr id="74" name="矩形 73"/>
          <p:cNvSpPr/>
          <p:nvPr/>
        </p:nvSpPr>
        <p:spPr>
          <a:xfrm>
            <a:off x="4185824" y="1571618"/>
            <a:ext cx="1512888" cy="1631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FF0000"/>
                </a:solidFill>
              </a:rPr>
              <a:t>~~~~~~~~~~~</a:t>
            </a:r>
            <a:endParaRPr lang="zh-CN" altLang="en-US" dirty="0">
              <a:solidFill>
                <a:srgbClr val="FF0000"/>
              </a:solidFill>
            </a:endParaRPr>
          </a:p>
        </p:txBody>
      </p:sp>
      <p:cxnSp>
        <p:nvCxnSpPr>
          <p:cNvPr id="75" name="直接连接符 74"/>
          <p:cNvCxnSpPr/>
          <p:nvPr/>
        </p:nvCxnSpPr>
        <p:spPr>
          <a:xfrm>
            <a:off x="3000364" y="1697299"/>
            <a:ext cx="325438" cy="0"/>
          </a:xfrm>
          <a:prstGeom prst="line">
            <a:avLst/>
          </a:prstGeom>
          <a:ln w="76200" cmpd="dbl">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3548059" y="1675749"/>
            <a:ext cx="523875" cy="0"/>
          </a:xfrm>
          <a:prstGeom prst="line">
            <a:avLst/>
          </a:prstGeom>
          <a:ln w="38100" cmpd="sng">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946184" y="1361294"/>
            <a:ext cx="352425"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a:t>
            </a:r>
            <a:endParaRPr lang="zh-CN" altLang="en-US" sz="2400" b="1" dirty="0">
              <a:solidFill>
                <a:srgbClr val="FF0000"/>
              </a:solidFill>
              <a:latin typeface="Times New Roman" pitchFamily="18" charset="0"/>
              <a:cs typeface="Times New Roman" pitchFamily="18" charset="0"/>
            </a:endParaRPr>
          </a:p>
        </p:txBody>
      </p:sp>
      <p:sp>
        <p:nvSpPr>
          <p:cNvPr id="78" name="矩形 77"/>
          <p:cNvSpPr/>
          <p:nvPr/>
        </p:nvSpPr>
        <p:spPr>
          <a:xfrm>
            <a:off x="2609983" y="1361294"/>
            <a:ext cx="352425"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a:t>
            </a:r>
            <a:endParaRPr lang="zh-CN" altLang="en-US" sz="2400" b="1" dirty="0">
              <a:solidFill>
                <a:srgbClr val="FF0000"/>
              </a:solidFill>
              <a:latin typeface="Times New Roman" pitchFamily="18" charset="0"/>
              <a:cs typeface="Times New Roman" pitchFamily="18" charset="0"/>
            </a:endParaRPr>
          </a:p>
        </p:txBody>
      </p:sp>
      <p:sp>
        <p:nvSpPr>
          <p:cNvPr id="79" name="矩形 78"/>
          <p:cNvSpPr/>
          <p:nvPr/>
        </p:nvSpPr>
        <p:spPr>
          <a:xfrm>
            <a:off x="5491891" y="1433302"/>
            <a:ext cx="350837"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&lt;</a:t>
            </a:r>
            <a:endParaRPr lang="zh-CN" altLang="en-US" sz="2400" b="1" dirty="0">
              <a:solidFill>
                <a:srgbClr val="FF0000"/>
              </a:solidFill>
              <a:latin typeface="Times New Roman" pitchFamily="18" charset="0"/>
              <a:cs typeface="Times New Roman" pitchFamily="18" charset="0"/>
            </a:endParaRPr>
          </a:p>
        </p:txBody>
      </p:sp>
      <p:sp>
        <p:nvSpPr>
          <p:cNvPr id="80" name="矩形 79"/>
          <p:cNvSpPr/>
          <p:nvPr/>
        </p:nvSpPr>
        <p:spPr>
          <a:xfrm>
            <a:off x="7662146" y="1433302"/>
            <a:ext cx="350838" cy="23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latin typeface="Times New Roman" pitchFamily="18" charset="0"/>
                <a:cs typeface="Times New Roman" pitchFamily="18" charset="0"/>
              </a:rPr>
              <a:t>&gt;</a:t>
            </a:r>
            <a:endParaRPr lang="zh-CN" altLang="en-US" sz="2400" b="1" dirty="0">
              <a:solidFill>
                <a:srgbClr val="FF0000"/>
              </a:solidFill>
              <a:latin typeface="Times New Roman" pitchFamily="18" charset="0"/>
              <a:cs typeface="Times New Roman" pitchFamily="18" charset="0"/>
            </a:endParaRPr>
          </a:p>
        </p:txBody>
      </p:sp>
      <p:sp>
        <p:nvSpPr>
          <p:cNvPr id="82" name="矩形 81"/>
          <p:cNvSpPr>
            <a:spLocks noChangeArrowheads="1"/>
          </p:cNvSpPr>
          <p:nvPr/>
        </p:nvSpPr>
        <p:spPr bwMode="auto">
          <a:xfrm>
            <a:off x="6325991" y="1720962"/>
            <a:ext cx="66886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latin typeface="楷体" pitchFamily="49" charset="-122"/>
                <a:ea typeface="楷体" pitchFamily="49" charset="-122"/>
                <a:cs typeface="Times New Roman" pitchFamily="18" charset="0"/>
              </a:rPr>
              <a:t>补语</a:t>
            </a:r>
          </a:p>
        </p:txBody>
      </p:sp>
      <p:sp>
        <p:nvSpPr>
          <p:cNvPr id="83" name="矩形 82"/>
          <p:cNvSpPr>
            <a:spLocks noChangeArrowheads="1"/>
          </p:cNvSpPr>
          <p:nvPr/>
        </p:nvSpPr>
        <p:spPr bwMode="auto">
          <a:xfrm>
            <a:off x="1572079" y="1720962"/>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状语</a:t>
            </a:r>
          </a:p>
        </p:txBody>
      </p:sp>
      <p:sp>
        <p:nvSpPr>
          <p:cNvPr id="84" name="矩形 83"/>
          <p:cNvSpPr>
            <a:spLocks noChangeArrowheads="1"/>
          </p:cNvSpPr>
          <p:nvPr/>
        </p:nvSpPr>
        <p:spPr bwMode="auto">
          <a:xfrm>
            <a:off x="2843808" y="1714494"/>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主语</a:t>
            </a:r>
          </a:p>
        </p:txBody>
      </p:sp>
      <p:sp>
        <p:nvSpPr>
          <p:cNvPr id="85" name="矩形 84"/>
          <p:cNvSpPr>
            <a:spLocks noChangeArrowheads="1"/>
          </p:cNvSpPr>
          <p:nvPr/>
        </p:nvSpPr>
        <p:spPr bwMode="auto">
          <a:xfrm>
            <a:off x="3516295" y="1714494"/>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dirty="0">
                <a:latin typeface="楷体" pitchFamily="49" charset="-122"/>
                <a:ea typeface="楷体" pitchFamily="49" charset="-122"/>
              </a:rPr>
              <a:t>谓语</a:t>
            </a:r>
          </a:p>
        </p:txBody>
      </p:sp>
      <p:sp>
        <p:nvSpPr>
          <p:cNvPr id="86" name="矩形 85"/>
          <p:cNvSpPr>
            <a:spLocks noChangeArrowheads="1"/>
          </p:cNvSpPr>
          <p:nvPr/>
        </p:nvSpPr>
        <p:spPr bwMode="auto">
          <a:xfrm>
            <a:off x="4440819" y="1720962"/>
            <a:ext cx="7072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dirty="0">
                <a:solidFill>
                  <a:srgbClr val="009900"/>
                </a:solidFill>
                <a:latin typeface="Times New Roman" pitchFamily="18" charset="0"/>
                <a:cs typeface="Times New Roman" pitchFamily="18" charset="0"/>
              </a:rPr>
              <a:t> </a:t>
            </a:r>
            <a:r>
              <a:rPr lang="en-US" altLang="zh-CN" sz="1600" dirty="0">
                <a:solidFill>
                  <a:srgbClr val="009900"/>
                </a:solidFill>
                <a:latin typeface="Times New Roman" pitchFamily="18" charset="0"/>
                <a:cs typeface="Times New Roman" pitchFamily="18" charset="0"/>
              </a:rPr>
              <a:t> </a:t>
            </a:r>
            <a:r>
              <a:rPr lang="zh-CN" altLang="en-US" sz="1600" b="1" dirty="0">
                <a:latin typeface="楷体" pitchFamily="49" charset="-122"/>
                <a:ea typeface="楷体" pitchFamily="49" charset="-122"/>
                <a:cs typeface="Times New Roman" pitchFamily="18" charset="0"/>
              </a:rPr>
              <a:t>宾语</a:t>
            </a:r>
            <a:endParaRPr lang="zh-CN" altLang="en-US" sz="1600" b="1" dirty="0">
              <a:latin typeface="楷体" pitchFamily="49" charset="-122"/>
              <a:ea typeface="楷体" pitchFamily="49" charset="-122"/>
            </a:endParaRPr>
          </a:p>
        </p:txBody>
      </p:sp>
      <p:grpSp>
        <p:nvGrpSpPr>
          <p:cNvPr id="87" name="组合 86"/>
          <p:cNvGrpSpPr/>
          <p:nvPr/>
        </p:nvGrpSpPr>
        <p:grpSpPr>
          <a:xfrm>
            <a:off x="428596" y="2297398"/>
            <a:ext cx="7715304" cy="809625"/>
            <a:chOff x="-338076" y="2499742"/>
            <a:chExt cx="7715304" cy="809625"/>
          </a:xfrm>
        </p:grpSpPr>
        <p:sp>
          <p:nvSpPr>
            <p:cNvPr id="88" name="Rectangle 32"/>
            <p:cNvSpPr>
              <a:spLocks noChangeArrowheads="1"/>
            </p:cNvSpPr>
            <p:nvPr/>
          </p:nvSpPr>
          <p:spPr bwMode="auto">
            <a:xfrm>
              <a:off x="971601" y="2499742"/>
              <a:ext cx="1367308" cy="809625"/>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zh-CN" altLang="en-US" b="1" dirty="0">
                  <a:solidFill>
                    <a:srgbClr val="000000"/>
                  </a:solidFill>
                  <a:latin typeface="Times New Roman" pitchFamily="18" charset="0"/>
                  <a:ea typeface="楷体" pitchFamily="49" charset="-122"/>
                  <a:cs typeface="Times New Roman" pitchFamily="18" charset="0"/>
                </a:rPr>
                <a:t>第</a:t>
              </a:r>
              <a:r>
                <a:rPr lang="en-US" altLang="zh-CN" b="1" dirty="0">
                  <a:solidFill>
                    <a:srgbClr val="000000"/>
                  </a:solidFill>
                  <a:latin typeface="Times New Roman" pitchFamily="18" charset="0"/>
                  <a:ea typeface="楷体" pitchFamily="49" charset="-122"/>
                  <a:cs typeface="Times New Roman" pitchFamily="18" charset="0"/>
                </a:rPr>
                <a:t>1</a:t>
              </a:r>
              <a:r>
                <a:rPr lang="zh-CN" altLang="en-US" b="1" dirty="0">
                  <a:solidFill>
                    <a:srgbClr val="000000"/>
                  </a:solidFill>
                  <a:latin typeface="Times New Roman" pitchFamily="18" charset="0"/>
                  <a:ea typeface="楷体" pitchFamily="49" charset="-122"/>
                  <a:cs typeface="Times New Roman" pitchFamily="18" charset="0"/>
                </a:rPr>
                <a:t>步</a:t>
              </a:r>
            </a:p>
            <a:p>
              <a:pPr algn="ctr"/>
              <a:r>
                <a:rPr lang="zh-CN" altLang="en-US" b="1" dirty="0">
                  <a:solidFill>
                    <a:srgbClr val="FF0000"/>
                  </a:solidFill>
                  <a:latin typeface="Times New Roman" pitchFamily="18" charset="0"/>
                  <a:ea typeface="楷体" pitchFamily="49" charset="-122"/>
                  <a:cs typeface="Times New Roman" pitchFamily="18" charset="0"/>
                </a:rPr>
                <a:t>分析</a:t>
              </a:r>
              <a:r>
                <a:rPr lang="zh-CN" altLang="en-US" b="1" dirty="0">
                  <a:solidFill>
                    <a:srgbClr val="000000"/>
                  </a:solidFill>
                  <a:latin typeface="Times New Roman" pitchFamily="18" charset="0"/>
                  <a:ea typeface="楷体" pitchFamily="49" charset="-122"/>
                  <a:cs typeface="Times New Roman" pitchFamily="18" charset="0"/>
                </a:rPr>
                <a:t>源语言</a:t>
              </a:r>
            </a:p>
          </p:txBody>
        </p:sp>
        <p:sp>
          <p:nvSpPr>
            <p:cNvPr id="89" name="Line 33"/>
            <p:cNvSpPr>
              <a:spLocks noChangeShapeType="1"/>
            </p:cNvSpPr>
            <p:nvPr/>
          </p:nvSpPr>
          <p:spPr bwMode="auto">
            <a:xfrm flipV="1">
              <a:off x="-338076" y="2913508"/>
              <a:ext cx="1309254"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0" name="Rectangle 34"/>
            <p:cNvSpPr>
              <a:spLocks noChangeArrowheads="1"/>
            </p:cNvSpPr>
            <p:nvPr/>
          </p:nvSpPr>
          <p:spPr bwMode="auto">
            <a:xfrm>
              <a:off x="-338076" y="2536081"/>
              <a:ext cx="121578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latin typeface="楷体" pitchFamily="49" charset="-122"/>
                  <a:ea typeface="楷体" pitchFamily="49" charset="-122"/>
                  <a:cs typeface="Times New Roman" pitchFamily="18" charset="0"/>
                </a:rPr>
                <a:t>源语言句子</a:t>
              </a:r>
            </a:p>
          </p:txBody>
        </p:sp>
        <p:sp>
          <p:nvSpPr>
            <p:cNvPr id="91" name="Oval 36"/>
            <p:cNvSpPr>
              <a:spLocks noChangeArrowheads="1"/>
            </p:cNvSpPr>
            <p:nvPr/>
          </p:nvSpPr>
          <p:spPr bwMode="auto">
            <a:xfrm>
              <a:off x="2627783" y="2680915"/>
              <a:ext cx="1510479" cy="466899"/>
            </a:xfrm>
            <a:prstGeom prst="ellipse">
              <a:avLst/>
            </a:prstGeom>
            <a:solidFill>
              <a:schemeClr val="accent2">
                <a:lumMod val="40000"/>
                <a:lumOff val="6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zh-CN" altLang="en-US" b="1" dirty="0">
                  <a:solidFill>
                    <a:srgbClr val="000000"/>
                  </a:solidFill>
                  <a:latin typeface="楷体" pitchFamily="49" charset="-122"/>
                  <a:ea typeface="楷体" pitchFamily="49" charset="-122"/>
                </a:rPr>
                <a:t>句子的</a:t>
              </a:r>
              <a:r>
                <a:rPr lang="zh-CN" altLang="en-US" b="1" dirty="0">
                  <a:solidFill>
                    <a:srgbClr val="FF0000"/>
                  </a:solidFill>
                  <a:latin typeface="楷体" pitchFamily="49" charset="-122"/>
                  <a:ea typeface="楷体" pitchFamily="49" charset="-122"/>
                </a:rPr>
                <a:t>语义</a:t>
              </a:r>
              <a:endParaRPr lang="en-US" altLang="zh-CN" b="1" dirty="0">
                <a:solidFill>
                  <a:srgbClr val="FF0000"/>
                </a:solidFill>
                <a:latin typeface="楷体" pitchFamily="49" charset="-122"/>
                <a:ea typeface="楷体" pitchFamily="49" charset="-122"/>
              </a:endParaRPr>
            </a:p>
          </p:txBody>
        </p:sp>
        <p:sp>
          <p:nvSpPr>
            <p:cNvPr id="92" name="Line 37"/>
            <p:cNvSpPr>
              <a:spLocks noChangeShapeType="1"/>
            </p:cNvSpPr>
            <p:nvPr/>
          </p:nvSpPr>
          <p:spPr bwMode="auto">
            <a:xfrm>
              <a:off x="4139108" y="2931790"/>
              <a:ext cx="287337"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3" name="Rectangle 38"/>
            <p:cNvSpPr>
              <a:spLocks noChangeArrowheads="1"/>
            </p:cNvSpPr>
            <p:nvPr/>
          </p:nvSpPr>
          <p:spPr bwMode="auto">
            <a:xfrm>
              <a:off x="4427139" y="2499742"/>
              <a:ext cx="1546623" cy="792956"/>
            </a:xfrm>
            <a:prstGeom prst="rect">
              <a:avLst/>
            </a:prstGeom>
            <a:solidFill>
              <a:schemeClr val="accent2">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dirty="0">
                  <a:solidFill>
                    <a:srgbClr val="000000"/>
                  </a:solidFill>
                  <a:latin typeface="Times New Roman" pitchFamily="18" charset="0"/>
                  <a:ea typeface="楷体" pitchFamily="49" charset="-122"/>
                  <a:cs typeface="Times New Roman" pitchFamily="18" charset="0"/>
                </a:rPr>
                <a:t>第</a:t>
              </a:r>
              <a:r>
                <a:rPr lang="en-US" altLang="zh-CN" b="1" dirty="0">
                  <a:solidFill>
                    <a:srgbClr val="000000"/>
                  </a:solidFill>
                  <a:latin typeface="Times New Roman" pitchFamily="18" charset="0"/>
                  <a:ea typeface="楷体" pitchFamily="49" charset="-122"/>
                  <a:cs typeface="Times New Roman" pitchFamily="18" charset="0"/>
                </a:rPr>
                <a:t>2</a:t>
              </a:r>
              <a:r>
                <a:rPr lang="zh-CN" altLang="en-US" b="1" dirty="0">
                  <a:solidFill>
                    <a:srgbClr val="000000"/>
                  </a:solidFill>
                  <a:latin typeface="Times New Roman" pitchFamily="18" charset="0"/>
                  <a:ea typeface="楷体" pitchFamily="49" charset="-122"/>
                  <a:cs typeface="Times New Roman" pitchFamily="18" charset="0"/>
                </a:rPr>
                <a:t>步</a:t>
              </a:r>
            </a:p>
            <a:p>
              <a:pPr algn="ctr"/>
              <a:r>
                <a:rPr lang="zh-CN" altLang="en-US" b="1" dirty="0">
                  <a:solidFill>
                    <a:srgbClr val="FF0000"/>
                  </a:solidFill>
                  <a:latin typeface="Times New Roman" pitchFamily="18" charset="0"/>
                  <a:ea typeface="楷体" pitchFamily="49" charset="-122"/>
                  <a:cs typeface="Times New Roman" pitchFamily="18" charset="0"/>
                </a:rPr>
                <a:t>生成</a:t>
              </a:r>
              <a:r>
                <a:rPr lang="zh-CN" altLang="en-US" b="1" dirty="0">
                  <a:solidFill>
                    <a:srgbClr val="000000"/>
                  </a:solidFill>
                  <a:latin typeface="Times New Roman" pitchFamily="18" charset="0"/>
                  <a:ea typeface="楷体" pitchFamily="49" charset="-122"/>
                  <a:cs typeface="Times New Roman" pitchFamily="18" charset="0"/>
                </a:rPr>
                <a:t>目标语言</a:t>
              </a:r>
              <a:endParaRPr lang="en-US" altLang="zh-CN" b="1" dirty="0">
                <a:solidFill>
                  <a:srgbClr val="000000"/>
                </a:solidFill>
                <a:latin typeface="Times New Roman" pitchFamily="18" charset="0"/>
                <a:ea typeface="楷体" pitchFamily="49" charset="-122"/>
                <a:cs typeface="Times New Roman" pitchFamily="18" charset="0"/>
              </a:endParaRPr>
            </a:p>
          </p:txBody>
        </p:sp>
        <p:sp>
          <p:nvSpPr>
            <p:cNvPr id="94" name="Line 39"/>
            <p:cNvSpPr>
              <a:spLocks noChangeShapeType="1"/>
            </p:cNvSpPr>
            <p:nvPr/>
          </p:nvSpPr>
          <p:spPr bwMode="auto">
            <a:xfrm>
              <a:off x="6013005" y="2913508"/>
              <a:ext cx="136422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5" name="Rectangle 40"/>
            <p:cNvSpPr>
              <a:spLocks noChangeArrowheads="1"/>
            </p:cNvSpPr>
            <p:nvPr/>
          </p:nvSpPr>
          <p:spPr bwMode="auto">
            <a:xfrm>
              <a:off x="5867300" y="2536081"/>
              <a:ext cx="129698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b="1" dirty="0">
                  <a:solidFill>
                    <a:srgbClr val="000000"/>
                  </a:solidFill>
                  <a:latin typeface="楷体" pitchFamily="49" charset="-122"/>
                  <a:ea typeface="楷体" pitchFamily="49" charset="-122"/>
                </a:rPr>
                <a:t>目标语言句子</a:t>
              </a:r>
            </a:p>
          </p:txBody>
        </p:sp>
        <p:sp>
          <p:nvSpPr>
            <p:cNvPr id="96" name="Line 41"/>
            <p:cNvSpPr>
              <a:spLocks noChangeShapeType="1"/>
            </p:cNvSpPr>
            <p:nvPr/>
          </p:nvSpPr>
          <p:spPr bwMode="auto">
            <a:xfrm>
              <a:off x="2340446" y="2931790"/>
              <a:ext cx="28733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grpSp>
      <p:sp>
        <p:nvSpPr>
          <p:cNvPr id="97" name="Rectangle 44"/>
          <p:cNvSpPr>
            <a:spLocks noChangeArrowheads="1"/>
          </p:cNvSpPr>
          <p:nvPr/>
        </p:nvSpPr>
        <p:spPr bwMode="auto">
          <a:xfrm>
            <a:off x="1090199" y="3335005"/>
            <a:ext cx="2797359" cy="270272"/>
          </a:xfrm>
          <a:prstGeom prst="rect">
            <a:avLst/>
          </a:prstGeom>
          <a:solidFill>
            <a:schemeClr val="accent5">
              <a:lumMod val="60000"/>
              <a:lumOff val="40000"/>
            </a:schemeClr>
          </a:solidFill>
          <a:ln w="9525">
            <a:solidFill>
              <a:schemeClr val="tx1"/>
            </a:solidFill>
            <a:miter lim="800000"/>
            <a:headEnd/>
            <a:tailEnd/>
          </a:ln>
          <a:effectLst/>
        </p:spPr>
        <p:txBody>
          <a:bodyPr wrap="none" anchor="ctr"/>
          <a:lstStyle/>
          <a:p>
            <a:pPr algn="ctr"/>
            <a:r>
              <a:rPr lang="zh-CN" altLang="en-US" b="1" dirty="0">
                <a:latin typeface="Times New Roman" pitchFamily="18" charset="0"/>
                <a:ea typeface="楷体" pitchFamily="49" charset="-122"/>
                <a:cs typeface="Times New Roman" pitchFamily="18" charset="0"/>
              </a:rPr>
              <a:t>  </a:t>
            </a:r>
            <a:r>
              <a:rPr lang="zh-CN" altLang="en-US" sz="1600" b="1" dirty="0">
                <a:latin typeface="Times New Roman" pitchFamily="18" charset="0"/>
                <a:ea typeface="楷体" pitchFamily="49" charset="-122"/>
                <a:cs typeface="Times New Roman" pitchFamily="18" charset="0"/>
              </a:rPr>
              <a:t>语义分析</a:t>
            </a:r>
            <a:r>
              <a:rPr lang="zh-CN" altLang="en-US" sz="1600" dirty="0">
                <a:latin typeface="Times New Roman" pitchFamily="18" charset="0"/>
                <a:ea typeface="楷体" pitchFamily="49" charset="-122"/>
                <a:cs typeface="Times New Roman" pitchFamily="18" charset="0"/>
              </a:rPr>
              <a:t>（</a:t>
            </a:r>
            <a:r>
              <a:rPr lang="en-US" altLang="zh-CN" sz="1600" dirty="0">
                <a:latin typeface="Times New Roman" pitchFamily="18" charset="0"/>
                <a:ea typeface="楷体" pitchFamily="49" charset="-122"/>
                <a:cs typeface="Times New Roman" pitchFamily="18" charset="0"/>
              </a:rPr>
              <a:t>Semantic Analysis</a:t>
            </a:r>
            <a:r>
              <a:rPr lang="zh-CN" altLang="en-US" sz="1600" dirty="0">
                <a:latin typeface="Times New Roman" pitchFamily="18" charset="0"/>
                <a:ea typeface="楷体" pitchFamily="49" charset="-122"/>
                <a:cs typeface="Times New Roman" pitchFamily="18" charset="0"/>
              </a:rPr>
              <a:t>）</a:t>
            </a:r>
          </a:p>
        </p:txBody>
      </p:sp>
      <p:sp>
        <p:nvSpPr>
          <p:cNvPr id="98" name="Line 53"/>
          <p:cNvSpPr>
            <a:spLocks noChangeShapeType="1"/>
          </p:cNvSpPr>
          <p:nvPr/>
        </p:nvSpPr>
        <p:spPr bwMode="auto">
          <a:xfrm flipV="1">
            <a:off x="2458352" y="3119500"/>
            <a:ext cx="0" cy="215504"/>
          </a:xfrm>
          <a:prstGeom prst="line">
            <a:avLst/>
          </a:prstGeom>
          <a:noFill/>
          <a:ln w="12700">
            <a:solidFill>
              <a:schemeClr val="tx1"/>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人工英汉翻译的例子</a:t>
            </a:r>
            <a:endParaRPr lang="en-US" altLang="zh-CN" sz="3000" spc="300" dirty="0">
              <a:solidFill>
                <a:schemeClr val="tx1"/>
              </a:solidFill>
              <a:latin typeface="微软雅黑" pitchFamily="34" charset="-122"/>
              <a:ea typeface="微软雅黑" pitchFamily="34" charset="-122"/>
            </a:endParaRPr>
          </a:p>
        </p:txBody>
      </p:sp>
      <p:grpSp>
        <p:nvGrpSpPr>
          <p:cNvPr id="101" name="组合 100"/>
          <p:cNvGrpSpPr/>
          <p:nvPr/>
        </p:nvGrpSpPr>
        <p:grpSpPr>
          <a:xfrm>
            <a:off x="-786" y="195486"/>
            <a:ext cx="756363" cy="432048"/>
            <a:chOff x="-786" y="195486"/>
            <a:chExt cx="756363" cy="432048"/>
          </a:xfrm>
        </p:grpSpPr>
        <p:sp>
          <p:nvSpPr>
            <p:cNvPr id="102" name="五边形 10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3" name="五边形 10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22833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60"/>
                                        </p:tgtEl>
                                        <p:attrNameLst>
                                          <p:attrName>style.visibility</p:attrName>
                                        </p:attrNameLst>
                                      </p:cBhvr>
                                      <p:to>
                                        <p:strVal val="visible"/>
                                      </p:to>
                                    </p:set>
                                    <p:anim calcmode="lin" valueType="num">
                                      <p:cBhvr>
                                        <p:cTn id="21" dur="500" fill="hold"/>
                                        <p:tgtEl>
                                          <p:spTgt spid="60"/>
                                        </p:tgtEl>
                                        <p:attrNameLst>
                                          <p:attrName>ppt_w</p:attrName>
                                        </p:attrNameLst>
                                      </p:cBhvr>
                                      <p:tavLst>
                                        <p:tav tm="0">
                                          <p:val>
                                            <p:fltVal val="0"/>
                                          </p:val>
                                        </p:tav>
                                        <p:tav tm="100000">
                                          <p:val>
                                            <p:strVal val="#ppt_w"/>
                                          </p:val>
                                        </p:tav>
                                      </p:tavLst>
                                    </p:anim>
                                    <p:anim calcmode="lin" valueType="num">
                                      <p:cBhvr>
                                        <p:cTn id="22" dur="500" fill="hold"/>
                                        <p:tgtEl>
                                          <p:spTgt spid="60"/>
                                        </p:tgtEl>
                                        <p:attrNameLst>
                                          <p:attrName>ppt_h</p:attrName>
                                        </p:attrNameLst>
                                      </p:cBhvr>
                                      <p:tavLst>
                                        <p:tav tm="0">
                                          <p:val>
                                            <p:fltVal val="0"/>
                                          </p:val>
                                        </p:tav>
                                        <p:tav tm="100000">
                                          <p:val>
                                            <p:strVal val="#ppt_h"/>
                                          </p:val>
                                        </p:tav>
                                      </p:tavLst>
                                    </p:anim>
                                    <p:animEffect transition="in" filter="fade">
                                      <p:cBhvr>
                                        <p:cTn id="23" dur="500"/>
                                        <p:tgtEl>
                                          <p:spTgt spid="60"/>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par>
                                <p:cTn id="29" presetID="53"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anim calcmode="lin" valueType="num">
                                      <p:cBhvr>
                                        <p:cTn id="31" dur="500" fill="hold"/>
                                        <p:tgtEl>
                                          <p:spTgt spid="62"/>
                                        </p:tgtEl>
                                        <p:attrNameLst>
                                          <p:attrName>ppt_w</p:attrName>
                                        </p:attrNameLst>
                                      </p:cBhvr>
                                      <p:tavLst>
                                        <p:tav tm="0">
                                          <p:val>
                                            <p:fltVal val="0"/>
                                          </p:val>
                                        </p:tav>
                                        <p:tav tm="100000">
                                          <p:val>
                                            <p:strVal val="#ppt_w"/>
                                          </p:val>
                                        </p:tav>
                                      </p:tavLst>
                                    </p:anim>
                                    <p:anim calcmode="lin" valueType="num">
                                      <p:cBhvr>
                                        <p:cTn id="32" dur="500" fill="hold"/>
                                        <p:tgtEl>
                                          <p:spTgt spid="62"/>
                                        </p:tgtEl>
                                        <p:attrNameLst>
                                          <p:attrName>ppt_h</p:attrName>
                                        </p:attrNameLst>
                                      </p:cBhvr>
                                      <p:tavLst>
                                        <p:tav tm="0">
                                          <p:val>
                                            <p:fltVal val="0"/>
                                          </p:val>
                                        </p:tav>
                                        <p:tav tm="100000">
                                          <p:val>
                                            <p:strVal val="#ppt_h"/>
                                          </p:val>
                                        </p:tav>
                                      </p:tavLst>
                                    </p:anim>
                                    <p:animEffect transition="in" filter="fade">
                                      <p:cBhvr>
                                        <p:cTn id="33" dur="500"/>
                                        <p:tgtEl>
                                          <p:spTgt spid="62"/>
                                        </p:tgtEl>
                                      </p:cBhvr>
                                    </p:animEffect>
                                  </p:childTnLst>
                                </p:cTn>
                              </p:par>
                              <p:par>
                                <p:cTn id="34" presetID="53" presetClass="entr" presetSubtype="0" fill="hold" grpId="0" nodeType="withEffect">
                                  <p:stCondLst>
                                    <p:cond delay="0"/>
                                  </p:stCondLst>
                                  <p:childTnLst>
                                    <p:set>
                                      <p:cBhvr>
                                        <p:cTn id="35" dur="1" fill="hold">
                                          <p:stCondLst>
                                            <p:cond delay="0"/>
                                          </p:stCondLst>
                                        </p:cTn>
                                        <p:tgtEl>
                                          <p:spTgt spid="63"/>
                                        </p:tgtEl>
                                        <p:attrNameLst>
                                          <p:attrName>style.visibility</p:attrName>
                                        </p:attrNameLst>
                                      </p:cBhvr>
                                      <p:to>
                                        <p:strVal val="visible"/>
                                      </p:to>
                                    </p:set>
                                    <p:anim calcmode="lin" valueType="num">
                                      <p:cBhvr>
                                        <p:cTn id="36" dur="500" fill="hold"/>
                                        <p:tgtEl>
                                          <p:spTgt spid="63"/>
                                        </p:tgtEl>
                                        <p:attrNameLst>
                                          <p:attrName>ppt_w</p:attrName>
                                        </p:attrNameLst>
                                      </p:cBhvr>
                                      <p:tavLst>
                                        <p:tav tm="0">
                                          <p:val>
                                            <p:fltVal val="0"/>
                                          </p:val>
                                        </p:tav>
                                        <p:tav tm="100000">
                                          <p:val>
                                            <p:strVal val="#ppt_w"/>
                                          </p:val>
                                        </p:tav>
                                      </p:tavLst>
                                    </p:anim>
                                    <p:anim calcmode="lin" valueType="num">
                                      <p:cBhvr>
                                        <p:cTn id="37" dur="500" fill="hold"/>
                                        <p:tgtEl>
                                          <p:spTgt spid="63"/>
                                        </p:tgtEl>
                                        <p:attrNameLst>
                                          <p:attrName>ppt_h</p:attrName>
                                        </p:attrNameLst>
                                      </p:cBhvr>
                                      <p:tavLst>
                                        <p:tav tm="0">
                                          <p:val>
                                            <p:fltVal val="0"/>
                                          </p:val>
                                        </p:tav>
                                        <p:tav tm="100000">
                                          <p:val>
                                            <p:strVal val="#ppt_h"/>
                                          </p:val>
                                        </p:tav>
                                      </p:tavLst>
                                    </p:anim>
                                    <p:animEffect transition="in" filter="fade">
                                      <p:cBhvr>
                                        <p:cTn id="38" dur="500"/>
                                        <p:tgtEl>
                                          <p:spTgt spid="63"/>
                                        </p:tgtEl>
                                      </p:cBhvr>
                                    </p:animEffect>
                                  </p:childTnLst>
                                </p:cTn>
                              </p:par>
                              <p:par>
                                <p:cTn id="39" presetID="53"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anim calcmode="lin" valueType="num">
                                      <p:cBhvr>
                                        <p:cTn id="41" dur="500" fill="hold"/>
                                        <p:tgtEl>
                                          <p:spTgt spid="64"/>
                                        </p:tgtEl>
                                        <p:attrNameLst>
                                          <p:attrName>ppt_w</p:attrName>
                                        </p:attrNameLst>
                                      </p:cBhvr>
                                      <p:tavLst>
                                        <p:tav tm="0">
                                          <p:val>
                                            <p:fltVal val="0"/>
                                          </p:val>
                                        </p:tav>
                                        <p:tav tm="100000">
                                          <p:val>
                                            <p:strVal val="#ppt_w"/>
                                          </p:val>
                                        </p:tav>
                                      </p:tavLst>
                                    </p:anim>
                                    <p:anim calcmode="lin" valueType="num">
                                      <p:cBhvr>
                                        <p:cTn id="42" dur="500" fill="hold"/>
                                        <p:tgtEl>
                                          <p:spTgt spid="64"/>
                                        </p:tgtEl>
                                        <p:attrNameLst>
                                          <p:attrName>ppt_h</p:attrName>
                                        </p:attrNameLst>
                                      </p:cBhvr>
                                      <p:tavLst>
                                        <p:tav tm="0">
                                          <p:val>
                                            <p:fltVal val="0"/>
                                          </p:val>
                                        </p:tav>
                                        <p:tav tm="100000">
                                          <p:val>
                                            <p:strVal val="#ppt_h"/>
                                          </p:val>
                                        </p:tav>
                                      </p:tavLst>
                                    </p:anim>
                                    <p:animEffect transition="in" filter="fade">
                                      <p:cBhvr>
                                        <p:cTn id="43" dur="500"/>
                                        <p:tgtEl>
                                          <p:spTgt spid="64"/>
                                        </p:tgtEl>
                                      </p:cBhvr>
                                    </p:animEffect>
                                  </p:childTnLst>
                                </p:cTn>
                              </p:par>
                              <p:par>
                                <p:cTn id="44" presetID="53" presetClass="entr" presetSubtype="0" fill="hold" grpId="0" nodeType="withEffect">
                                  <p:stCondLst>
                                    <p:cond delay="0"/>
                                  </p:stCondLst>
                                  <p:childTnLst>
                                    <p:set>
                                      <p:cBhvr>
                                        <p:cTn id="45" dur="1" fill="hold">
                                          <p:stCondLst>
                                            <p:cond delay="0"/>
                                          </p:stCondLst>
                                        </p:cTn>
                                        <p:tgtEl>
                                          <p:spTgt spid="65"/>
                                        </p:tgtEl>
                                        <p:attrNameLst>
                                          <p:attrName>style.visibility</p:attrName>
                                        </p:attrNameLst>
                                      </p:cBhvr>
                                      <p:to>
                                        <p:strVal val="visible"/>
                                      </p:to>
                                    </p:set>
                                    <p:anim calcmode="lin" valueType="num">
                                      <p:cBhvr>
                                        <p:cTn id="46" dur="500" fill="hold"/>
                                        <p:tgtEl>
                                          <p:spTgt spid="65"/>
                                        </p:tgtEl>
                                        <p:attrNameLst>
                                          <p:attrName>ppt_w</p:attrName>
                                        </p:attrNameLst>
                                      </p:cBhvr>
                                      <p:tavLst>
                                        <p:tav tm="0">
                                          <p:val>
                                            <p:fltVal val="0"/>
                                          </p:val>
                                        </p:tav>
                                        <p:tav tm="100000">
                                          <p:val>
                                            <p:strVal val="#ppt_w"/>
                                          </p:val>
                                        </p:tav>
                                      </p:tavLst>
                                    </p:anim>
                                    <p:anim calcmode="lin" valueType="num">
                                      <p:cBhvr>
                                        <p:cTn id="47" dur="500" fill="hold"/>
                                        <p:tgtEl>
                                          <p:spTgt spid="65"/>
                                        </p:tgtEl>
                                        <p:attrNameLst>
                                          <p:attrName>ppt_h</p:attrName>
                                        </p:attrNameLst>
                                      </p:cBhvr>
                                      <p:tavLst>
                                        <p:tav tm="0">
                                          <p:val>
                                            <p:fltVal val="0"/>
                                          </p:val>
                                        </p:tav>
                                        <p:tav tm="100000">
                                          <p:val>
                                            <p:strVal val="#ppt_h"/>
                                          </p:val>
                                        </p:tav>
                                      </p:tavLst>
                                    </p:anim>
                                    <p:animEffect transition="in" filter="fade">
                                      <p:cBhvr>
                                        <p:cTn id="48" dur="500"/>
                                        <p:tgtEl>
                                          <p:spTgt spid="65"/>
                                        </p:tgtEl>
                                      </p:cBhvr>
                                    </p:animEffect>
                                  </p:childTnLst>
                                </p:cTn>
                              </p:par>
                              <p:par>
                                <p:cTn id="49" presetID="53" presetClass="entr" presetSubtype="0" fill="hold" grpId="0" nodeType="withEffect">
                                  <p:stCondLst>
                                    <p:cond delay="0"/>
                                  </p:stCondLst>
                                  <p:childTnLst>
                                    <p:set>
                                      <p:cBhvr>
                                        <p:cTn id="50" dur="1" fill="hold">
                                          <p:stCondLst>
                                            <p:cond delay="0"/>
                                          </p:stCondLst>
                                        </p:cTn>
                                        <p:tgtEl>
                                          <p:spTgt spid="66"/>
                                        </p:tgtEl>
                                        <p:attrNameLst>
                                          <p:attrName>style.visibility</p:attrName>
                                        </p:attrNameLst>
                                      </p:cBhvr>
                                      <p:to>
                                        <p:strVal val="visible"/>
                                      </p:to>
                                    </p:set>
                                    <p:anim calcmode="lin" valueType="num">
                                      <p:cBhvr>
                                        <p:cTn id="51" dur="500" fill="hold"/>
                                        <p:tgtEl>
                                          <p:spTgt spid="66"/>
                                        </p:tgtEl>
                                        <p:attrNameLst>
                                          <p:attrName>ppt_w</p:attrName>
                                        </p:attrNameLst>
                                      </p:cBhvr>
                                      <p:tavLst>
                                        <p:tav tm="0">
                                          <p:val>
                                            <p:fltVal val="0"/>
                                          </p:val>
                                        </p:tav>
                                        <p:tav tm="100000">
                                          <p:val>
                                            <p:strVal val="#ppt_w"/>
                                          </p:val>
                                        </p:tav>
                                      </p:tavLst>
                                    </p:anim>
                                    <p:anim calcmode="lin" valueType="num">
                                      <p:cBhvr>
                                        <p:cTn id="52" dur="500" fill="hold"/>
                                        <p:tgtEl>
                                          <p:spTgt spid="66"/>
                                        </p:tgtEl>
                                        <p:attrNameLst>
                                          <p:attrName>ppt_h</p:attrName>
                                        </p:attrNameLst>
                                      </p:cBhvr>
                                      <p:tavLst>
                                        <p:tav tm="0">
                                          <p:val>
                                            <p:fltVal val="0"/>
                                          </p:val>
                                        </p:tav>
                                        <p:tav tm="100000">
                                          <p:val>
                                            <p:strVal val="#ppt_h"/>
                                          </p:val>
                                        </p:tav>
                                      </p:tavLst>
                                    </p:anim>
                                    <p:animEffect transition="in" filter="fade">
                                      <p:cBhvr>
                                        <p:cTn id="53" dur="500"/>
                                        <p:tgtEl>
                                          <p:spTgt spid="66"/>
                                        </p:tgtEl>
                                      </p:cBhvr>
                                    </p:animEffect>
                                  </p:childTnLst>
                                </p:cTn>
                              </p:par>
                              <p:par>
                                <p:cTn id="54" presetID="53" presetClass="entr" presetSubtype="0" fill="hold" grpId="0" nodeType="withEffect">
                                  <p:stCondLst>
                                    <p:cond delay="0"/>
                                  </p:stCondLst>
                                  <p:childTnLst>
                                    <p:set>
                                      <p:cBhvr>
                                        <p:cTn id="55" dur="1" fill="hold">
                                          <p:stCondLst>
                                            <p:cond delay="0"/>
                                          </p:stCondLst>
                                        </p:cTn>
                                        <p:tgtEl>
                                          <p:spTgt spid="68"/>
                                        </p:tgtEl>
                                        <p:attrNameLst>
                                          <p:attrName>style.visibility</p:attrName>
                                        </p:attrNameLst>
                                      </p:cBhvr>
                                      <p:to>
                                        <p:strVal val="visible"/>
                                      </p:to>
                                    </p:set>
                                    <p:anim calcmode="lin" valueType="num">
                                      <p:cBhvr>
                                        <p:cTn id="56" dur="500" fill="hold"/>
                                        <p:tgtEl>
                                          <p:spTgt spid="68"/>
                                        </p:tgtEl>
                                        <p:attrNameLst>
                                          <p:attrName>ppt_w</p:attrName>
                                        </p:attrNameLst>
                                      </p:cBhvr>
                                      <p:tavLst>
                                        <p:tav tm="0">
                                          <p:val>
                                            <p:fltVal val="0"/>
                                          </p:val>
                                        </p:tav>
                                        <p:tav tm="100000">
                                          <p:val>
                                            <p:strVal val="#ppt_w"/>
                                          </p:val>
                                        </p:tav>
                                      </p:tavLst>
                                    </p:anim>
                                    <p:anim calcmode="lin" valueType="num">
                                      <p:cBhvr>
                                        <p:cTn id="57" dur="500" fill="hold"/>
                                        <p:tgtEl>
                                          <p:spTgt spid="68"/>
                                        </p:tgtEl>
                                        <p:attrNameLst>
                                          <p:attrName>ppt_h</p:attrName>
                                        </p:attrNameLst>
                                      </p:cBhvr>
                                      <p:tavLst>
                                        <p:tav tm="0">
                                          <p:val>
                                            <p:fltVal val="0"/>
                                          </p:val>
                                        </p:tav>
                                        <p:tav tm="100000">
                                          <p:val>
                                            <p:strVal val="#ppt_h"/>
                                          </p:val>
                                        </p:tav>
                                      </p:tavLst>
                                    </p:anim>
                                    <p:animEffect transition="in" filter="fade">
                                      <p:cBhvr>
                                        <p:cTn id="58" dur="500"/>
                                        <p:tgtEl>
                                          <p:spTgt spid="68"/>
                                        </p:tgtEl>
                                      </p:cBhvr>
                                    </p:animEffect>
                                  </p:childTnLst>
                                </p:cTn>
                              </p:par>
                              <p:par>
                                <p:cTn id="59" presetID="53"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anim calcmode="lin" valueType="num">
                                      <p:cBhvr>
                                        <p:cTn id="61" dur="500" fill="hold"/>
                                        <p:tgtEl>
                                          <p:spTgt spid="69"/>
                                        </p:tgtEl>
                                        <p:attrNameLst>
                                          <p:attrName>ppt_w</p:attrName>
                                        </p:attrNameLst>
                                      </p:cBhvr>
                                      <p:tavLst>
                                        <p:tav tm="0">
                                          <p:val>
                                            <p:fltVal val="0"/>
                                          </p:val>
                                        </p:tav>
                                        <p:tav tm="100000">
                                          <p:val>
                                            <p:strVal val="#ppt_w"/>
                                          </p:val>
                                        </p:tav>
                                      </p:tavLst>
                                    </p:anim>
                                    <p:anim calcmode="lin" valueType="num">
                                      <p:cBhvr>
                                        <p:cTn id="62" dur="500" fill="hold"/>
                                        <p:tgtEl>
                                          <p:spTgt spid="69"/>
                                        </p:tgtEl>
                                        <p:attrNameLst>
                                          <p:attrName>ppt_h</p:attrName>
                                        </p:attrNameLst>
                                      </p:cBhvr>
                                      <p:tavLst>
                                        <p:tav tm="0">
                                          <p:val>
                                            <p:fltVal val="0"/>
                                          </p:val>
                                        </p:tav>
                                        <p:tav tm="100000">
                                          <p:val>
                                            <p:strVal val="#ppt_h"/>
                                          </p:val>
                                        </p:tav>
                                      </p:tavLst>
                                    </p:anim>
                                    <p:animEffect transition="in" filter="fade">
                                      <p:cBhvr>
                                        <p:cTn id="63" dur="500"/>
                                        <p:tgtEl>
                                          <p:spTgt spid="69"/>
                                        </p:tgtEl>
                                      </p:cBhvr>
                                    </p:animEffect>
                                  </p:childTnLst>
                                </p:cTn>
                              </p:par>
                              <p:par>
                                <p:cTn id="64" presetID="53"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 calcmode="lin" valueType="num">
                                      <p:cBhvr>
                                        <p:cTn id="66" dur="500" fill="hold"/>
                                        <p:tgtEl>
                                          <p:spTgt spid="70"/>
                                        </p:tgtEl>
                                        <p:attrNameLst>
                                          <p:attrName>ppt_w</p:attrName>
                                        </p:attrNameLst>
                                      </p:cBhvr>
                                      <p:tavLst>
                                        <p:tav tm="0">
                                          <p:val>
                                            <p:fltVal val="0"/>
                                          </p:val>
                                        </p:tav>
                                        <p:tav tm="100000">
                                          <p:val>
                                            <p:strVal val="#ppt_w"/>
                                          </p:val>
                                        </p:tav>
                                      </p:tavLst>
                                    </p:anim>
                                    <p:anim calcmode="lin" valueType="num">
                                      <p:cBhvr>
                                        <p:cTn id="67" dur="500" fill="hold"/>
                                        <p:tgtEl>
                                          <p:spTgt spid="70"/>
                                        </p:tgtEl>
                                        <p:attrNameLst>
                                          <p:attrName>ppt_h</p:attrName>
                                        </p:attrNameLst>
                                      </p:cBhvr>
                                      <p:tavLst>
                                        <p:tav tm="0">
                                          <p:val>
                                            <p:fltVal val="0"/>
                                          </p:val>
                                        </p:tav>
                                        <p:tav tm="100000">
                                          <p:val>
                                            <p:strVal val="#ppt_h"/>
                                          </p:val>
                                        </p:tav>
                                      </p:tavLst>
                                    </p:anim>
                                    <p:animEffect transition="in" filter="fade">
                                      <p:cBhvr>
                                        <p:cTn id="68" dur="500"/>
                                        <p:tgtEl>
                                          <p:spTgt spid="70"/>
                                        </p:tgtEl>
                                      </p:cBhvr>
                                    </p:animEffect>
                                  </p:childTnLst>
                                </p:cTn>
                              </p:par>
                              <p:par>
                                <p:cTn id="69" presetID="53" presetClass="entr" presetSubtype="0" fill="hold" grpId="0" nodeType="with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p:cTn id="71" dur="500" fill="hold"/>
                                        <p:tgtEl>
                                          <p:spTgt spid="67"/>
                                        </p:tgtEl>
                                        <p:attrNameLst>
                                          <p:attrName>ppt_w</p:attrName>
                                        </p:attrNameLst>
                                      </p:cBhvr>
                                      <p:tavLst>
                                        <p:tav tm="0">
                                          <p:val>
                                            <p:fltVal val="0"/>
                                          </p:val>
                                        </p:tav>
                                        <p:tav tm="100000">
                                          <p:val>
                                            <p:strVal val="#ppt_w"/>
                                          </p:val>
                                        </p:tav>
                                      </p:tavLst>
                                    </p:anim>
                                    <p:anim calcmode="lin" valueType="num">
                                      <p:cBhvr>
                                        <p:cTn id="72" dur="500" fill="hold"/>
                                        <p:tgtEl>
                                          <p:spTgt spid="67"/>
                                        </p:tgtEl>
                                        <p:attrNameLst>
                                          <p:attrName>ppt_h</p:attrName>
                                        </p:attrNameLst>
                                      </p:cBhvr>
                                      <p:tavLst>
                                        <p:tav tm="0">
                                          <p:val>
                                            <p:fltVal val="0"/>
                                          </p:val>
                                        </p:tav>
                                        <p:tav tm="100000">
                                          <p:val>
                                            <p:strVal val="#ppt_h"/>
                                          </p:val>
                                        </p:tav>
                                      </p:tavLst>
                                    </p:anim>
                                    <p:animEffect transition="in" filter="fade">
                                      <p:cBhvr>
                                        <p:cTn id="73" dur="500"/>
                                        <p:tgtEl>
                                          <p:spTgt spid="67"/>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0" fill="hold" nodeType="clickEffect">
                                  <p:stCondLst>
                                    <p:cond delay="0"/>
                                  </p:stCondLst>
                                  <p:childTnLst>
                                    <p:set>
                                      <p:cBhvr>
                                        <p:cTn id="77" dur="1" fill="hold">
                                          <p:stCondLst>
                                            <p:cond delay="0"/>
                                          </p:stCondLst>
                                        </p:cTn>
                                        <p:tgtEl>
                                          <p:spTgt spid="57"/>
                                        </p:tgtEl>
                                        <p:attrNameLst>
                                          <p:attrName>style.visibility</p:attrName>
                                        </p:attrNameLst>
                                      </p:cBhvr>
                                      <p:to>
                                        <p:strVal val="visible"/>
                                      </p:to>
                                    </p:set>
                                    <p:anim calcmode="lin" valueType="num">
                                      <p:cBhvr>
                                        <p:cTn id="78" dur="500" fill="hold"/>
                                        <p:tgtEl>
                                          <p:spTgt spid="57"/>
                                        </p:tgtEl>
                                        <p:attrNameLst>
                                          <p:attrName>ppt_w</p:attrName>
                                        </p:attrNameLst>
                                      </p:cBhvr>
                                      <p:tavLst>
                                        <p:tav tm="0">
                                          <p:val>
                                            <p:fltVal val="0"/>
                                          </p:val>
                                        </p:tav>
                                        <p:tav tm="100000">
                                          <p:val>
                                            <p:strVal val="#ppt_w"/>
                                          </p:val>
                                        </p:tav>
                                      </p:tavLst>
                                    </p:anim>
                                    <p:anim calcmode="lin" valueType="num">
                                      <p:cBhvr>
                                        <p:cTn id="79" dur="500" fill="hold"/>
                                        <p:tgtEl>
                                          <p:spTgt spid="57"/>
                                        </p:tgtEl>
                                        <p:attrNameLst>
                                          <p:attrName>ppt_h</p:attrName>
                                        </p:attrNameLst>
                                      </p:cBhvr>
                                      <p:tavLst>
                                        <p:tav tm="0">
                                          <p:val>
                                            <p:fltVal val="0"/>
                                          </p:val>
                                        </p:tav>
                                        <p:tav tm="100000">
                                          <p:val>
                                            <p:strVal val="#ppt_h"/>
                                          </p:val>
                                        </p:tav>
                                      </p:tavLst>
                                    </p:anim>
                                    <p:animEffect transition="in" filter="fade">
                                      <p:cBhvr>
                                        <p:cTn id="80" dur="500"/>
                                        <p:tgtEl>
                                          <p:spTgt spid="57"/>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xit" presetSubtype="0" fill="hold" nodeType="clickEffect">
                                  <p:stCondLst>
                                    <p:cond delay="0"/>
                                  </p:stCondLst>
                                  <p:childTnLst>
                                    <p:anim calcmode="lin" valueType="num">
                                      <p:cBhvr>
                                        <p:cTn id="84" dur="500"/>
                                        <p:tgtEl>
                                          <p:spTgt spid="54"/>
                                        </p:tgtEl>
                                        <p:attrNameLst>
                                          <p:attrName>ppt_w</p:attrName>
                                        </p:attrNameLst>
                                      </p:cBhvr>
                                      <p:tavLst>
                                        <p:tav tm="0">
                                          <p:val>
                                            <p:strVal val="ppt_w"/>
                                          </p:val>
                                        </p:tav>
                                        <p:tav tm="100000">
                                          <p:val>
                                            <p:fltVal val="0"/>
                                          </p:val>
                                        </p:tav>
                                      </p:tavLst>
                                    </p:anim>
                                    <p:anim calcmode="lin" valueType="num">
                                      <p:cBhvr>
                                        <p:cTn id="85" dur="500"/>
                                        <p:tgtEl>
                                          <p:spTgt spid="54"/>
                                        </p:tgtEl>
                                        <p:attrNameLst>
                                          <p:attrName>ppt_h</p:attrName>
                                        </p:attrNameLst>
                                      </p:cBhvr>
                                      <p:tavLst>
                                        <p:tav tm="0">
                                          <p:val>
                                            <p:strVal val="ppt_h"/>
                                          </p:val>
                                        </p:tav>
                                        <p:tav tm="100000">
                                          <p:val>
                                            <p:fltVal val="0"/>
                                          </p:val>
                                        </p:tav>
                                      </p:tavLst>
                                    </p:anim>
                                    <p:animEffect transition="out" filter="fade">
                                      <p:cBhvr>
                                        <p:cTn id="86" dur="500"/>
                                        <p:tgtEl>
                                          <p:spTgt spid="54"/>
                                        </p:tgtEl>
                                      </p:cBhvr>
                                    </p:animEffect>
                                    <p:set>
                                      <p:cBhvr>
                                        <p:cTn id="87" dur="1" fill="hold">
                                          <p:stCondLst>
                                            <p:cond delay="499"/>
                                          </p:stCondLst>
                                        </p:cTn>
                                        <p:tgtEl>
                                          <p:spTgt spid="54"/>
                                        </p:tgtEl>
                                        <p:attrNameLst>
                                          <p:attrName>style.visibility</p:attrName>
                                        </p:attrNameLst>
                                      </p:cBhvr>
                                      <p:to>
                                        <p:strVal val="hidden"/>
                                      </p:to>
                                    </p:set>
                                  </p:childTnLst>
                                </p:cTn>
                              </p:par>
                              <p:par>
                                <p:cTn id="88" presetID="53" presetClass="exit" presetSubtype="0" fill="hold" nodeType="withEffect">
                                  <p:stCondLst>
                                    <p:cond delay="0"/>
                                  </p:stCondLst>
                                  <p:childTnLst>
                                    <p:anim calcmode="lin" valueType="num">
                                      <p:cBhvr>
                                        <p:cTn id="89" dur="500"/>
                                        <p:tgtEl>
                                          <p:spTgt spid="57"/>
                                        </p:tgtEl>
                                        <p:attrNameLst>
                                          <p:attrName>ppt_w</p:attrName>
                                        </p:attrNameLst>
                                      </p:cBhvr>
                                      <p:tavLst>
                                        <p:tav tm="0">
                                          <p:val>
                                            <p:strVal val="ppt_w"/>
                                          </p:val>
                                        </p:tav>
                                        <p:tav tm="100000">
                                          <p:val>
                                            <p:fltVal val="0"/>
                                          </p:val>
                                        </p:tav>
                                      </p:tavLst>
                                    </p:anim>
                                    <p:anim calcmode="lin" valueType="num">
                                      <p:cBhvr>
                                        <p:cTn id="90" dur="500"/>
                                        <p:tgtEl>
                                          <p:spTgt spid="57"/>
                                        </p:tgtEl>
                                        <p:attrNameLst>
                                          <p:attrName>ppt_h</p:attrName>
                                        </p:attrNameLst>
                                      </p:cBhvr>
                                      <p:tavLst>
                                        <p:tav tm="0">
                                          <p:val>
                                            <p:strVal val="ppt_h"/>
                                          </p:val>
                                        </p:tav>
                                        <p:tav tm="100000">
                                          <p:val>
                                            <p:fltVal val="0"/>
                                          </p:val>
                                        </p:tav>
                                      </p:tavLst>
                                    </p:anim>
                                    <p:animEffect transition="out" filter="fade">
                                      <p:cBhvr>
                                        <p:cTn id="91" dur="500"/>
                                        <p:tgtEl>
                                          <p:spTgt spid="57"/>
                                        </p:tgtEl>
                                      </p:cBhvr>
                                    </p:animEffect>
                                    <p:set>
                                      <p:cBhvr>
                                        <p:cTn id="92" dur="1" fill="hold">
                                          <p:stCondLst>
                                            <p:cond delay="499"/>
                                          </p:stCondLst>
                                        </p:cTn>
                                        <p:tgtEl>
                                          <p:spTgt spid="57"/>
                                        </p:tgtEl>
                                        <p:attrNameLst>
                                          <p:attrName>style.visibility</p:attrName>
                                        </p:attrNameLst>
                                      </p:cBhvr>
                                      <p:to>
                                        <p:strVal val="hidden"/>
                                      </p:to>
                                    </p:set>
                                  </p:childTnLst>
                                </p:cTn>
                              </p:par>
                              <p:par>
                                <p:cTn id="93" presetID="53" presetClass="exit" presetSubtype="0" fill="hold" grpId="1" nodeType="withEffect">
                                  <p:stCondLst>
                                    <p:cond delay="0"/>
                                  </p:stCondLst>
                                  <p:childTnLst>
                                    <p:anim calcmode="lin" valueType="num">
                                      <p:cBhvr>
                                        <p:cTn id="94" dur="500"/>
                                        <p:tgtEl>
                                          <p:spTgt spid="53"/>
                                        </p:tgtEl>
                                        <p:attrNameLst>
                                          <p:attrName>ppt_w</p:attrName>
                                        </p:attrNameLst>
                                      </p:cBhvr>
                                      <p:tavLst>
                                        <p:tav tm="0">
                                          <p:val>
                                            <p:strVal val="ppt_w"/>
                                          </p:val>
                                        </p:tav>
                                        <p:tav tm="100000">
                                          <p:val>
                                            <p:fltVal val="0"/>
                                          </p:val>
                                        </p:tav>
                                      </p:tavLst>
                                    </p:anim>
                                    <p:anim calcmode="lin" valueType="num">
                                      <p:cBhvr>
                                        <p:cTn id="95" dur="500"/>
                                        <p:tgtEl>
                                          <p:spTgt spid="53"/>
                                        </p:tgtEl>
                                        <p:attrNameLst>
                                          <p:attrName>ppt_h</p:attrName>
                                        </p:attrNameLst>
                                      </p:cBhvr>
                                      <p:tavLst>
                                        <p:tav tm="0">
                                          <p:val>
                                            <p:strVal val="ppt_h"/>
                                          </p:val>
                                        </p:tav>
                                        <p:tav tm="100000">
                                          <p:val>
                                            <p:fltVal val="0"/>
                                          </p:val>
                                        </p:tav>
                                      </p:tavLst>
                                    </p:anim>
                                    <p:animEffect transition="out" filter="fade">
                                      <p:cBhvr>
                                        <p:cTn id="96" dur="500"/>
                                        <p:tgtEl>
                                          <p:spTgt spid="53"/>
                                        </p:tgtEl>
                                      </p:cBhvr>
                                    </p:animEffect>
                                    <p:set>
                                      <p:cBhvr>
                                        <p:cTn id="97" dur="1" fill="hold">
                                          <p:stCondLst>
                                            <p:cond delay="499"/>
                                          </p:stCondLst>
                                        </p:cTn>
                                        <p:tgtEl>
                                          <p:spTgt spid="53"/>
                                        </p:tgtEl>
                                        <p:attrNameLst>
                                          <p:attrName>style.visibility</p:attrName>
                                        </p:attrNameLst>
                                      </p:cBhvr>
                                      <p:to>
                                        <p:strVal val="hidden"/>
                                      </p:to>
                                    </p:set>
                                  </p:childTnLst>
                                </p:cTn>
                              </p:par>
                              <p:par>
                                <p:cTn id="98" presetID="53" presetClass="exit" presetSubtype="0" fill="hold" grpId="1" nodeType="withEffect">
                                  <p:stCondLst>
                                    <p:cond delay="0"/>
                                  </p:stCondLst>
                                  <p:childTnLst>
                                    <p:anim calcmode="lin" valueType="num">
                                      <p:cBhvr>
                                        <p:cTn id="99" dur="500"/>
                                        <p:tgtEl>
                                          <p:spTgt spid="60"/>
                                        </p:tgtEl>
                                        <p:attrNameLst>
                                          <p:attrName>ppt_w</p:attrName>
                                        </p:attrNameLst>
                                      </p:cBhvr>
                                      <p:tavLst>
                                        <p:tav tm="0">
                                          <p:val>
                                            <p:strVal val="ppt_w"/>
                                          </p:val>
                                        </p:tav>
                                        <p:tav tm="100000">
                                          <p:val>
                                            <p:fltVal val="0"/>
                                          </p:val>
                                        </p:tav>
                                      </p:tavLst>
                                    </p:anim>
                                    <p:anim calcmode="lin" valueType="num">
                                      <p:cBhvr>
                                        <p:cTn id="100" dur="500"/>
                                        <p:tgtEl>
                                          <p:spTgt spid="60"/>
                                        </p:tgtEl>
                                        <p:attrNameLst>
                                          <p:attrName>ppt_h</p:attrName>
                                        </p:attrNameLst>
                                      </p:cBhvr>
                                      <p:tavLst>
                                        <p:tav tm="0">
                                          <p:val>
                                            <p:strVal val="ppt_h"/>
                                          </p:val>
                                        </p:tav>
                                        <p:tav tm="100000">
                                          <p:val>
                                            <p:fltVal val="0"/>
                                          </p:val>
                                        </p:tav>
                                      </p:tavLst>
                                    </p:anim>
                                    <p:animEffect transition="out" filter="fade">
                                      <p:cBhvr>
                                        <p:cTn id="101" dur="500"/>
                                        <p:tgtEl>
                                          <p:spTgt spid="60"/>
                                        </p:tgtEl>
                                      </p:cBhvr>
                                    </p:animEffect>
                                    <p:set>
                                      <p:cBhvr>
                                        <p:cTn id="102" dur="1" fill="hold">
                                          <p:stCondLst>
                                            <p:cond delay="499"/>
                                          </p:stCondLst>
                                        </p:cTn>
                                        <p:tgtEl>
                                          <p:spTgt spid="60"/>
                                        </p:tgtEl>
                                        <p:attrNameLst>
                                          <p:attrName>style.visibility</p:attrName>
                                        </p:attrNameLst>
                                      </p:cBhvr>
                                      <p:to>
                                        <p:strVal val="hidden"/>
                                      </p:to>
                                    </p:set>
                                  </p:childTnLst>
                                </p:cTn>
                              </p:par>
                              <p:par>
                                <p:cTn id="103" presetID="53" presetClass="exit" presetSubtype="0" fill="hold" grpId="1" nodeType="withEffect">
                                  <p:stCondLst>
                                    <p:cond delay="0"/>
                                  </p:stCondLst>
                                  <p:childTnLst>
                                    <p:anim calcmode="lin" valueType="num">
                                      <p:cBhvr>
                                        <p:cTn id="104" dur="500"/>
                                        <p:tgtEl>
                                          <p:spTgt spid="61"/>
                                        </p:tgtEl>
                                        <p:attrNameLst>
                                          <p:attrName>ppt_w</p:attrName>
                                        </p:attrNameLst>
                                      </p:cBhvr>
                                      <p:tavLst>
                                        <p:tav tm="0">
                                          <p:val>
                                            <p:strVal val="ppt_w"/>
                                          </p:val>
                                        </p:tav>
                                        <p:tav tm="100000">
                                          <p:val>
                                            <p:fltVal val="0"/>
                                          </p:val>
                                        </p:tav>
                                      </p:tavLst>
                                    </p:anim>
                                    <p:anim calcmode="lin" valueType="num">
                                      <p:cBhvr>
                                        <p:cTn id="105" dur="500"/>
                                        <p:tgtEl>
                                          <p:spTgt spid="61"/>
                                        </p:tgtEl>
                                        <p:attrNameLst>
                                          <p:attrName>ppt_h</p:attrName>
                                        </p:attrNameLst>
                                      </p:cBhvr>
                                      <p:tavLst>
                                        <p:tav tm="0">
                                          <p:val>
                                            <p:strVal val="ppt_h"/>
                                          </p:val>
                                        </p:tav>
                                        <p:tav tm="100000">
                                          <p:val>
                                            <p:fltVal val="0"/>
                                          </p:val>
                                        </p:tav>
                                      </p:tavLst>
                                    </p:anim>
                                    <p:animEffect transition="out" filter="fade">
                                      <p:cBhvr>
                                        <p:cTn id="106" dur="500"/>
                                        <p:tgtEl>
                                          <p:spTgt spid="61"/>
                                        </p:tgtEl>
                                      </p:cBhvr>
                                    </p:animEffect>
                                    <p:set>
                                      <p:cBhvr>
                                        <p:cTn id="107" dur="1" fill="hold">
                                          <p:stCondLst>
                                            <p:cond delay="499"/>
                                          </p:stCondLst>
                                        </p:cTn>
                                        <p:tgtEl>
                                          <p:spTgt spid="61"/>
                                        </p:tgtEl>
                                        <p:attrNameLst>
                                          <p:attrName>style.visibility</p:attrName>
                                        </p:attrNameLst>
                                      </p:cBhvr>
                                      <p:to>
                                        <p:strVal val="hidden"/>
                                      </p:to>
                                    </p:set>
                                  </p:childTnLst>
                                </p:cTn>
                              </p:par>
                              <p:par>
                                <p:cTn id="108" presetID="53" presetClass="exit" presetSubtype="0" fill="hold" grpId="1" nodeType="withEffect">
                                  <p:stCondLst>
                                    <p:cond delay="0"/>
                                  </p:stCondLst>
                                  <p:childTnLst>
                                    <p:anim calcmode="lin" valueType="num">
                                      <p:cBhvr>
                                        <p:cTn id="109" dur="500"/>
                                        <p:tgtEl>
                                          <p:spTgt spid="62"/>
                                        </p:tgtEl>
                                        <p:attrNameLst>
                                          <p:attrName>ppt_w</p:attrName>
                                        </p:attrNameLst>
                                      </p:cBhvr>
                                      <p:tavLst>
                                        <p:tav tm="0">
                                          <p:val>
                                            <p:strVal val="ppt_w"/>
                                          </p:val>
                                        </p:tav>
                                        <p:tav tm="100000">
                                          <p:val>
                                            <p:fltVal val="0"/>
                                          </p:val>
                                        </p:tav>
                                      </p:tavLst>
                                    </p:anim>
                                    <p:anim calcmode="lin" valueType="num">
                                      <p:cBhvr>
                                        <p:cTn id="110" dur="500"/>
                                        <p:tgtEl>
                                          <p:spTgt spid="62"/>
                                        </p:tgtEl>
                                        <p:attrNameLst>
                                          <p:attrName>ppt_h</p:attrName>
                                        </p:attrNameLst>
                                      </p:cBhvr>
                                      <p:tavLst>
                                        <p:tav tm="0">
                                          <p:val>
                                            <p:strVal val="ppt_h"/>
                                          </p:val>
                                        </p:tav>
                                        <p:tav tm="100000">
                                          <p:val>
                                            <p:fltVal val="0"/>
                                          </p:val>
                                        </p:tav>
                                      </p:tavLst>
                                    </p:anim>
                                    <p:animEffect transition="out" filter="fade">
                                      <p:cBhvr>
                                        <p:cTn id="111" dur="500"/>
                                        <p:tgtEl>
                                          <p:spTgt spid="62"/>
                                        </p:tgtEl>
                                      </p:cBhvr>
                                    </p:animEffect>
                                    <p:set>
                                      <p:cBhvr>
                                        <p:cTn id="112" dur="1" fill="hold">
                                          <p:stCondLst>
                                            <p:cond delay="499"/>
                                          </p:stCondLst>
                                        </p:cTn>
                                        <p:tgtEl>
                                          <p:spTgt spid="62"/>
                                        </p:tgtEl>
                                        <p:attrNameLst>
                                          <p:attrName>style.visibility</p:attrName>
                                        </p:attrNameLst>
                                      </p:cBhvr>
                                      <p:to>
                                        <p:strVal val="hidden"/>
                                      </p:to>
                                    </p:set>
                                  </p:childTnLst>
                                </p:cTn>
                              </p:par>
                              <p:par>
                                <p:cTn id="113" presetID="53" presetClass="exit" presetSubtype="0" fill="hold" grpId="1" nodeType="withEffect">
                                  <p:stCondLst>
                                    <p:cond delay="0"/>
                                  </p:stCondLst>
                                  <p:childTnLst>
                                    <p:anim calcmode="lin" valueType="num">
                                      <p:cBhvr>
                                        <p:cTn id="114" dur="500"/>
                                        <p:tgtEl>
                                          <p:spTgt spid="63"/>
                                        </p:tgtEl>
                                        <p:attrNameLst>
                                          <p:attrName>ppt_w</p:attrName>
                                        </p:attrNameLst>
                                      </p:cBhvr>
                                      <p:tavLst>
                                        <p:tav tm="0">
                                          <p:val>
                                            <p:strVal val="ppt_w"/>
                                          </p:val>
                                        </p:tav>
                                        <p:tav tm="100000">
                                          <p:val>
                                            <p:fltVal val="0"/>
                                          </p:val>
                                        </p:tav>
                                      </p:tavLst>
                                    </p:anim>
                                    <p:anim calcmode="lin" valueType="num">
                                      <p:cBhvr>
                                        <p:cTn id="115" dur="500"/>
                                        <p:tgtEl>
                                          <p:spTgt spid="63"/>
                                        </p:tgtEl>
                                        <p:attrNameLst>
                                          <p:attrName>ppt_h</p:attrName>
                                        </p:attrNameLst>
                                      </p:cBhvr>
                                      <p:tavLst>
                                        <p:tav tm="0">
                                          <p:val>
                                            <p:strVal val="ppt_h"/>
                                          </p:val>
                                        </p:tav>
                                        <p:tav tm="100000">
                                          <p:val>
                                            <p:fltVal val="0"/>
                                          </p:val>
                                        </p:tav>
                                      </p:tavLst>
                                    </p:anim>
                                    <p:animEffect transition="out" filter="fade">
                                      <p:cBhvr>
                                        <p:cTn id="116" dur="500"/>
                                        <p:tgtEl>
                                          <p:spTgt spid="63"/>
                                        </p:tgtEl>
                                      </p:cBhvr>
                                    </p:animEffect>
                                    <p:set>
                                      <p:cBhvr>
                                        <p:cTn id="117" dur="1" fill="hold">
                                          <p:stCondLst>
                                            <p:cond delay="499"/>
                                          </p:stCondLst>
                                        </p:cTn>
                                        <p:tgtEl>
                                          <p:spTgt spid="63"/>
                                        </p:tgtEl>
                                        <p:attrNameLst>
                                          <p:attrName>style.visibility</p:attrName>
                                        </p:attrNameLst>
                                      </p:cBhvr>
                                      <p:to>
                                        <p:strVal val="hidden"/>
                                      </p:to>
                                    </p:set>
                                  </p:childTnLst>
                                </p:cTn>
                              </p:par>
                              <p:par>
                                <p:cTn id="118" presetID="53" presetClass="exit" presetSubtype="0" fill="hold" grpId="1" nodeType="withEffect">
                                  <p:stCondLst>
                                    <p:cond delay="0"/>
                                  </p:stCondLst>
                                  <p:childTnLst>
                                    <p:anim calcmode="lin" valueType="num">
                                      <p:cBhvr>
                                        <p:cTn id="119" dur="500"/>
                                        <p:tgtEl>
                                          <p:spTgt spid="64"/>
                                        </p:tgtEl>
                                        <p:attrNameLst>
                                          <p:attrName>ppt_w</p:attrName>
                                        </p:attrNameLst>
                                      </p:cBhvr>
                                      <p:tavLst>
                                        <p:tav tm="0">
                                          <p:val>
                                            <p:strVal val="ppt_w"/>
                                          </p:val>
                                        </p:tav>
                                        <p:tav tm="100000">
                                          <p:val>
                                            <p:fltVal val="0"/>
                                          </p:val>
                                        </p:tav>
                                      </p:tavLst>
                                    </p:anim>
                                    <p:anim calcmode="lin" valueType="num">
                                      <p:cBhvr>
                                        <p:cTn id="120" dur="500"/>
                                        <p:tgtEl>
                                          <p:spTgt spid="64"/>
                                        </p:tgtEl>
                                        <p:attrNameLst>
                                          <p:attrName>ppt_h</p:attrName>
                                        </p:attrNameLst>
                                      </p:cBhvr>
                                      <p:tavLst>
                                        <p:tav tm="0">
                                          <p:val>
                                            <p:strVal val="ppt_h"/>
                                          </p:val>
                                        </p:tav>
                                        <p:tav tm="100000">
                                          <p:val>
                                            <p:fltVal val="0"/>
                                          </p:val>
                                        </p:tav>
                                      </p:tavLst>
                                    </p:anim>
                                    <p:animEffect transition="out" filter="fade">
                                      <p:cBhvr>
                                        <p:cTn id="121" dur="500"/>
                                        <p:tgtEl>
                                          <p:spTgt spid="64"/>
                                        </p:tgtEl>
                                      </p:cBhvr>
                                    </p:animEffect>
                                    <p:set>
                                      <p:cBhvr>
                                        <p:cTn id="122" dur="1" fill="hold">
                                          <p:stCondLst>
                                            <p:cond delay="499"/>
                                          </p:stCondLst>
                                        </p:cTn>
                                        <p:tgtEl>
                                          <p:spTgt spid="64"/>
                                        </p:tgtEl>
                                        <p:attrNameLst>
                                          <p:attrName>style.visibility</p:attrName>
                                        </p:attrNameLst>
                                      </p:cBhvr>
                                      <p:to>
                                        <p:strVal val="hidden"/>
                                      </p:to>
                                    </p:set>
                                  </p:childTnLst>
                                </p:cTn>
                              </p:par>
                              <p:par>
                                <p:cTn id="123" presetID="53" presetClass="exit" presetSubtype="0" fill="hold" grpId="1" nodeType="withEffect">
                                  <p:stCondLst>
                                    <p:cond delay="0"/>
                                  </p:stCondLst>
                                  <p:childTnLst>
                                    <p:anim calcmode="lin" valueType="num">
                                      <p:cBhvr>
                                        <p:cTn id="124" dur="500"/>
                                        <p:tgtEl>
                                          <p:spTgt spid="65"/>
                                        </p:tgtEl>
                                        <p:attrNameLst>
                                          <p:attrName>ppt_w</p:attrName>
                                        </p:attrNameLst>
                                      </p:cBhvr>
                                      <p:tavLst>
                                        <p:tav tm="0">
                                          <p:val>
                                            <p:strVal val="ppt_w"/>
                                          </p:val>
                                        </p:tav>
                                        <p:tav tm="100000">
                                          <p:val>
                                            <p:fltVal val="0"/>
                                          </p:val>
                                        </p:tav>
                                      </p:tavLst>
                                    </p:anim>
                                    <p:anim calcmode="lin" valueType="num">
                                      <p:cBhvr>
                                        <p:cTn id="125" dur="500"/>
                                        <p:tgtEl>
                                          <p:spTgt spid="65"/>
                                        </p:tgtEl>
                                        <p:attrNameLst>
                                          <p:attrName>ppt_h</p:attrName>
                                        </p:attrNameLst>
                                      </p:cBhvr>
                                      <p:tavLst>
                                        <p:tav tm="0">
                                          <p:val>
                                            <p:strVal val="ppt_h"/>
                                          </p:val>
                                        </p:tav>
                                        <p:tav tm="100000">
                                          <p:val>
                                            <p:fltVal val="0"/>
                                          </p:val>
                                        </p:tav>
                                      </p:tavLst>
                                    </p:anim>
                                    <p:animEffect transition="out" filter="fade">
                                      <p:cBhvr>
                                        <p:cTn id="126" dur="500"/>
                                        <p:tgtEl>
                                          <p:spTgt spid="65"/>
                                        </p:tgtEl>
                                      </p:cBhvr>
                                    </p:animEffect>
                                    <p:set>
                                      <p:cBhvr>
                                        <p:cTn id="127" dur="1" fill="hold">
                                          <p:stCondLst>
                                            <p:cond delay="499"/>
                                          </p:stCondLst>
                                        </p:cTn>
                                        <p:tgtEl>
                                          <p:spTgt spid="65"/>
                                        </p:tgtEl>
                                        <p:attrNameLst>
                                          <p:attrName>style.visibility</p:attrName>
                                        </p:attrNameLst>
                                      </p:cBhvr>
                                      <p:to>
                                        <p:strVal val="hidden"/>
                                      </p:to>
                                    </p:set>
                                  </p:childTnLst>
                                </p:cTn>
                              </p:par>
                              <p:par>
                                <p:cTn id="128" presetID="53" presetClass="exit" presetSubtype="0" fill="hold" grpId="1" nodeType="withEffect">
                                  <p:stCondLst>
                                    <p:cond delay="0"/>
                                  </p:stCondLst>
                                  <p:childTnLst>
                                    <p:anim calcmode="lin" valueType="num">
                                      <p:cBhvr>
                                        <p:cTn id="129" dur="500"/>
                                        <p:tgtEl>
                                          <p:spTgt spid="66"/>
                                        </p:tgtEl>
                                        <p:attrNameLst>
                                          <p:attrName>ppt_w</p:attrName>
                                        </p:attrNameLst>
                                      </p:cBhvr>
                                      <p:tavLst>
                                        <p:tav tm="0">
                                          <p:val>
                                            <p:strVal val="ppt_w"/>
                                          </p:val>
                                        </p:tav>
                                        <p:tav tm="100000">
                                          <p:val>
                                            <p:fltVal val="0"/>
                                          </p:val>
                                        </p:tav>
                                      </p:tavLst>
                                    </p:anim>
                                    <p:anim calcmode="lin" valueType="num">
                                      <p:cBhvr>
                                        <p:cTn id="130" dur="500"/>
                                        <p:tgtEl>
                                          <p:spTgt spid="66"/>
                                        </p:tgtEl>
                                        <p:attrNameLst>
                                          <p:attrName>ppt_h</p:attrName>
                                        </p:attrNameLst>
                                      </p:cBhvr>
                                      <p:tavLst>
                                        <p:tav tm="0">
                                          <p:val>
                                            <p:strVal val="ppt_h"/>
                                          </p:val>
                                        </p:tav>
                                        <p:tav tm="100000">
                                          <p:val>
                                            <p:fltVal val="0"/>
                                          </p:val>
                                        </p:tav>
                                      </p:tavLst>
                                    </p:anim>
                                    <p:animEffect transition="out" filter="fade">
                                      <p:cBhvr>
                                        <p:cTn id="131" dur="500"/>
                                        <p:tgtEl>
                                          <p:spTgt spid="66"/>
                                        </p:tgtEl>
                                      </p:cBhvr>
                                    </p:animEffect>
                                    <p:set>
                                      <p:cBhvr>
                                        <p:cTn id="132" dur="1" fill="hold">
                                          <p:stCondLst>
                                            <p:cond delay="499"/>
                                          </p:stCondLst>
                                        </p:cTn>
                                        <p:tgtEl>
                                          <p:spTgt spid="66"/>
                                        </p:tgtEl>
                                        <p:attrNameLst>
                                          <p:attrName>style.visibility</p:attrName>
                                        </p:attrNameLst>
                                      </p:cBhvr>
                                      <p:to>
                                        <p:strVal val="hidden"/>
                                      </p:to>
                                    </p:set>
                                  </p:childTnLst>
                                </p:cTn>
                              </p:par>
                              <p:par>
                                <p:cTn id="133" presetID="53" presetClass="exit" presetSubtype="0" fill="hold" grpId="1" nodeType="withEffect">
                                  <p:stCondLst>
                                    <p:cond delay="0"/>
                                  </p:stCondLst>
                                  <p:childTnLst>
                                    <p:anim calcmode="lin" valueType="num">
                                      <p:cBhvr>
                                        <p:cTn id="134" dur="500"/>
                                        <p:tgtEl>
                                          <p:spTgt spid="67"/>
                                        </p:tgtEl>
                                        <p:attrNameLst>
                                          <p:attrName>ppt_w</p:attrName>
                                        </p:attrNameLst>
                                      </p:cBhvr>
                                      <p:tavLst>
                                        <p:tav tm="0">
                                          <p:val>
                                            <p:strVal val="ppt_w"/>
                                          </p:val>
                                        </p:tav>
                                        <p:tav tm="100000">
                                          <p:val>
                                            <p:fltVal val="0"/>
                                          </p:val>
                                        </p:tav>
                                      </p:tavLst>
                                    </p:anim>
                                    <p:anim calcmode="lin" valueType="num">
                                      <p:cBhvr>
                                        <p:cTn id="135" dur="500"/>
                                        <p:tgtEl>
                                          <p:spTgt spid="67"/>
                                        </p:tgtEl>
                                        <p:attrNameLst>
                                          <p:attrName>ppt_h</p:attrName>
                                        </p:attrNameLst>
                                      </p:cBhvr>
                                      <p:tavLst>
                                        <p:tav tm="0">
                                          <p:val>
                                            <p:strVal val="ppt_h"/>
                                          </p:val>
                                        </p:tav>
                                        <p:tav tm="100000">
                                          <p:val>
                                            <p:fltVal val="0"/>
                                          </p:val>
                                        </p:tav>
                                      </p:tavLst>
                                    </p:anim>
                                    <p:animEffect transition="out" filter="fade">
                                      <p:cBhvr>
                                        <p:cTn id="136" dur="500"/>
                                        <p:tgtEl>
                                          <p:spTgt spid="67"/>
                                        </p:tgtEl>
                                      </p:cBhvr>
                                    </p:animEffect>
                                    <p:set>
                                      <p:cBhvr>
                                        <p:cTn id="137" dur="1" fill="hold">
                                          <p:stCondLst>
                                            <p:cond delay="499"/>
                                          </p:stCondLst>
                                        </p:cTn>
                                        <p:tgtEl>
                                          <p:spTgt spid="67"/>
                                        </p:tgtEl>
                                        <p:attrNameLst>
                                          <p:attrName>style.visibility</p:attrName>
                                        </p:attrNameLst>
                                      </p:cBhvr>
                                      <p:to>
                                        <p:strVal val="hidden"/>
                                      </p:to>
                                    </p:set>
                                  </p:childTnLst>
                                </p:cTn>
                              </p:par>
                              <p:par>
                                <p:cTn id="138" presetID="53" presetClass="exit" presetSubtype="0" fill="hold" grpId="1" nodeType="withEffect">
                                  <p:stCondLst>
                                    <p:cond delay="0"/>
                                  </p:stCondLst>
                                  <p:childTnLst>
                                    <p:anim calcmode="lin" valueType="num">
                                      <p:cBhvr>
                                        <p:cTn id="139" dur="500"/>
                                        <p:tgtEl>
                                          <p:spTgt spid="68"/>
                                        </p:tgtEl>
                                        <p:attrNameLst>
                                          <p:attrName>ppt_w</p:attrName>
                                        </p:attrNameLst>
                                      </p:cBhvr>
                                      <p:tavLst>
                                        <p:tav tm="0">
                                          <p:val>
                                            <p:strVal val="ppt_w"/>
                                          </p:val>
                                        </p:tav>
                                        <p:tav tm="100000">
                                          <p:val>
                                            <p:fltVal val="0"/>
                                          </p:val>
                                        </p:tav>
                                      </p:tavLst>
                                    </p:anim>
                                    <p:anim calcmode="lin" valueType="num">
                                      <p:cBhvr>
                                        <p:cTn id="140" dur="500"/>
                                        <p:tgtEl>
                                          <p:spTgt spid="68"/>
                                        </p:tgtEl>
                                        <p:attrNameLst>
                                          <p:attrName>ppt_h</p:attrName>
                                        </p:attrNameLst>
                                      </p:cBhvr>
                                      <p:tavLst>
                                        <p:tav tm="0">
                                          <p:val>
                                            <p:strVal val="ppt_h"/>
                                          </p:val>
                                        </p:tav>
                                        <p:tav tm="100000">
                                          <p:val>
                                            <p:fltVal val="0"/>
                                          </p:val>
                                        </p:tav>
                                      </p:tavLst>
                                    </p:anim>
                                    <p:animEffect transition="out" filter="fade">
                                      <p:cBhvr>
                                        <p:cTn id="141" dur="500"/>
                                        <p:tgtEl>
                                          <p:spTgt spid="68"/>
                                        </p:tgtEl>
                                      </p:cBhvr>
                                    </p:animEffect>
                                    <p:set>
                                      <p:cBhvr>
                                        <p:cTn id="142" dur="1" fill="hold">
                                          <p:stCondLst>
                                            <p:cond delay="499"/>
                                          </p:stCondLst>
                                        </p:cTn>
                                        <p:tgtEl>
                                          <p:spTgt spid="68"/>
                                        </p:tgtEl>
                                        <p:attrNameLst>
                                          <p:attrName>style.visibility</p:attrName>
                                        </p:attrNameLst>
                                      </p:cBhvr>
                                      <p:to>
                                        <p:strVal val="hidden"/>
                                      </p:to>
                                    </p:set>
                                  </p:childTnLst>
                                </p:cTn>
                              </p:par>
                              <p:par>
                                <p:cTn id="143" presetID="53" presetClass="exit" presetSubtype="0" fill="hold" grpId="1" nodeType="withEffect">
                                  <p:stCondLst>
                                    <p:cond delay="0"/>
                                  </p:stCondLst>
                                  <p:childTnLst>
                                    <p:anim calcmode="lin" valueType="num">
                                      <p:cBhvr>
                                        <p:cTn id="144" dur="500"/>
                                        <p:tgtEl>
                                          <p:spTgt spid="69"/>
                                        </p:tgtEl>
                                        <p:attrNameLst>
                                          <p:attrName>ppt_w</p:attrName>
                                        </p:attrNameLst>
                                      </p:cBhvr>
                                      <p:tavLst>
                                        <p:tav tm="0">
                                          <p:val>
                                            <p:strVal val="ppt_w"/>
                                          </p:val>
                                        </p:tav>
                                        <p:tav tm="100000">
                                          <p:val>
                                            <p:fltVal val="0"/>
                                          </p:val>
                                        </p:tav>
                                      </p:tavLst>
                                    </p:anim>
                                    <p:anim calcmode="lin" valueType="num">
                                      <p:cBhvr>
                                        <p:cTn id="145" dur="500"/>
                                        <p:tgtEl>
                                          <p:spTgt spid="69"/>
                                        </p:tgtEl>
                                        <p:attrNameLst>
                                          <p:attrName>ppt_h</p:attrName>
                                        </p:attrNameLst>
                                      </p:cBhvr>
                                      <p:tavLst>
                                        <p:tav tm="0">
                                          <p:val>
                                            <p:strVal val="ppt_h"/>
                                          </p:val>
                                        </p:tav>
                                        <p:tav tm="100000">
                                          <p:val>
                                            <p:fltVal val="0"/>
                                          </p:val>
                                        </p:tav>
                                      </p:tavLst>
                                    </p:anim>
                                    <p:animEffect transition="out" filter="fade">
                                      <p:cBhvr>
                                        <p:cTn id="146" dur="500"/>
                                        <p:tgtEl>
                                          <p:spTgt spid="69"/>
                                        </p:tgtEl>
                                      </p:cBhvr>
                                    </p:animEffect>
                                    <p:set>
                                      <p:cBhvr>
                                        <p:cTn id="147" dur="1" fill="hold">
                                          <p:stCondLst>
                                            <p:cond delay="499"/>
                                          </p:stCondLst>
                                        </p:cTn>
                                        <p:tgtEl>
                                          <p:spTgt spid="69"/>
                                        </p:tgtEl>
                                        <p:attrNameLst>
                                          <p:attrName>style.visibility</p:attrName>
                                        </p:attrNameLst>
                                      </p:cBhvr>
                                      <p:to>
                                        <p:strVal val="hidden"/>
                                      </p:to>
                                    </p:set>
                                  </p:childTnLst>
                                </p:cTn>
                              </p:par>
                              <p:par>
                                <p:cTn id="148" presetID="53" presetClass="exit" presetSubtype="0" fill="hold" grpId="1" nodeType="withEffect">
                                  <p:stCondLst>
                                    <p:cond delay="0"/>
                                  </p:stCondLst>
                                  <p:childTnLst>
                                    <p:anim calcmode="lin" valueType="num">
                                      <p:cBhvr>
                                        <p:cTn id="149" dur="500"/>
                                        <p:tgtEl>
                                          <p:spTgt spid="70"/>
                                        </p:tgtEl>
                                        <p:attrNameLst>
                                          <p:attrName>ppt_w</p:attrName>
                                        </p:attrNameLst>
                                      </p:cBhvr>
                                      <p:tavLst>
                                        <p:tav tm="0">
                                          <p:val>
                                            <p:strVal val="ppt_w"/>
                                          </p:val>
                                        </p:tav>
                                        <p:tav tm="100000">
                                          <p:val>
                                            <p:fltVal val="0"/>
                                          </p:val>
                                        </p:tav>
                                      </p:tavLst>
                                    </p:anim>
                                    <p:anim calcmode="lin" valueType="num">
                                      <p:cBhvr>
                                        <p:cTn id="150" dur="500"/>
                                        <p:tgtEl>
                                          <p:spTgt spid="70"/>
                                        </p:tgtEl>
                                        <p:attrNameLst>
                                          <p:attrName>ppt_h</p:attrName>
                                        </p:attrNameLst>
                                      </p:cBhvr>
                                      <p:tavLst>
                                        <p:tav tm="0">
                                          <p:val>
                                            <p:strVal val="ppt_h"/>
                                          </p:val>
                                        </p:tav>
                                        <p:tav tm="100000">
                                          <p:val>
                                            <p:fltVal val="0"/>
                                          </p:val>
                                        </p:tav>
                                      </p:tavLst>
                                    </p:anim>
                                    <p:animEffect transition="out" filter="fade">
                                      <p:cBhvr>
                                        <p:cTn id="151" dur="500"/>
                                        <p:tgtEl>
                                          <p:spTgt spid="70"/>
                                        </p:tgtEl>
                                      </p:cBhvr>
                                    </p:animEffect>
                                    <p:set>
                                      <p:cBhvr>
                                        <p:cTn id="152" dur="1" fill="hold">
                                          <p:stCondLst>
                                            <p:cond delay="499"/>
                                          </p:stCondLst>
                                        </p:cTn>
                                        <p:tgtEl>
                                          <p:spTgt spid="70"/>
                                        </p:tgtEl>
                                        <p:attrNameLst>
                                          <p:attrName>style.visibility</p:attrName>
                                        </p:attrNameLst>
                                      </p:cBhvr>
                                      <p:to>
                                        <p:strVal val="hidden"/>
                                      </p:to>
                                    </p:set>
                                  </p:childTnLst>
                                </p:cTn>
                              </p:par>
                              <p:par>
                                <p:cTn id="153" presetID="53" presetClass="exit" presetSubtype="32" fill="hold" nodeType="withEffect">
                                  <p:stCondLst>
                                    <p:cond delay="0"/>
                                  </p:stCondLst>
                                  <p:childTnLst>
                                    <p:anim calcmode="lin" valueType="num">
                                      <p:cBhvr>
                                        <p:cTn id="154" dur="500"/>
                                        <p:tgtEl>
                                          <p:spTgt spid="87"/>
                                        </p:tgtEl>
                                        <p:attrNameLst>
                                          <p:attrName>ppt_w</p:attrName>
                                        </p:attrNameLst>
                                      </p:cBhvr>
                                      <p:tavLst>
                                        <p:tav tm="0">
                                          <p:val>
                                            <p:strVal val="ppt_w"/>
                                          </p:val>
                                        </p:tav>
                                        <p:tav tm="100000">
                                          <p:val>
                                            <p:fltVal val="0"/>
                                          </p:val>
                                        </p:tav>
                                      </p:tavLst>
                                    </p:anim>
                                    <p:anim calcmode="lin" valueType="num">
                                      <p:cBhvr>
                                        <p:cTn id="155" dur="500"/>
                                        <p:tgtEl>
                                          <p:spTgt spid="87"/>
                                        </p:tgtEl>
                                        <p:attrNameLst>
                                          <p:attrName>ppt_h</p:attrName>
                                        </p:attrNameLst>
                                      </p:cBhvr>
                                      <p:tavLst>
                                        <p:tav tm="0">
                                          <p:val>
                                            <p:strVal val="ppt_h"/>
                                          </p:val>
                                        </p:tav>
                                        <p:tav tm="100000">
                                          <p:val>
                                            <p:fltVal val="0"/>
                                          </p:val>
                                        </p:tav>
                                      </p:tavLst>
                                    </p:anim>
                                    <p:animEffect transition="out" filter="fade">
                                      <p:cBhvr>
                                        <p:cTn id="156" dur="500"/>
                                        <p:tgtEl>
                                          <p:spTgt spid="87"/>
                                        </p:tgtEl>
                                      </p:cBhvr>
                                    </p:animEffect>
                                    <p:set>
                                      <p:cBhvr>
                                        <p:cTn id="157" dur="1" fill="hold">
                                          <p:stCondLst>
                                            <p:cond delay="499"/>
                                          </p:stCondLst>
                                        </p:cTn>
                                        <p:tgtEl>
                                          <p:spTgt spid="87"/>
                                        </p:tgtEl>
                                        <p:attrNameLst>
                                          <p:attrName>style.visibility</p:attrName>
                                        </p:attrNameLst>
                                      </p:cBhvr>
                                      <p:to>
                                        <p:strVal val="hidden"/>
                                      </p:to>
                                    </p:set>
                                  </p:childTnLst>
                                </p:cTn>
                              </p:par>
                              <p:par>
                                <p:cTn id="158" presetID="53" presetClass="exit" presetSubtype="32" fill="hold" grpId="0" nodeType="withEffect">
                                  <p:stCondLst>
                                    <p:cond delay="0"/>
                                  </p:stCondLst>
                                  <p:childTnLst>
                                    <p:anim calcmode="lin" valueType="num">
                                      <p:cBhvr>
                                        <p:cTn id="159" dur="500"/>
                                        <p:tgtEl>
                                          <p:spTgt spid="97"/>
                                        </p:tgtEl>
                                        <p:attrNameLst>
                                          <p:attrName>ppt_w</p:attrName>
                                        </p:attrNameLst>
                                      </p:cBhvr>
                                      <p:tavLst>
                                        <p:tav tm="0">
                                          <p:val>
                                            <p:strVal val="ppt_w"/>
                                          </p:val>
                                        </p:tav>
                                        <p:tav tm="100000">
                                          <p:val>
                                            <p:fltVal val="0"/>
                                          </p:val>
                                        </p:tav>
                                      </p:tavLst>
                                    </p:anim>
                                    <p:anim calcmode="lin" valueType="num">
                                      <p:cBhvr>
                                        <p:cTn id="160" dur="500"/>
                                        <p:tgtEl>
                                          <p:spTgt spid="97"/>
                                        </p:tgtEl>
                                        <p:attrNameLst>
                                          <p:attrName>ppt_h</p:attrName>
                                        </p:attrNameLst>
                                      </p:cBhvr>
                                      <p:tavLst>
                                        <p:tav tm="0">
                                          <p:val>
                                            <p:strVal val="ppt_h"/>
                                          </p:val>
                                        </p:tav>
                                        <p:tav tm="100000">
                                          <p:val>
                                            <p:fltVal val="0"/>
                                          </p:val>
                                        </p:tav>
                                      </p:tavLst>
                                    </p:anim>
                                    <p:animEffect transition="out" filter="fade">
                                      <p:cBhvr>
                                        <p:cTn id="161" dur="500"/>
                                        <p:tgtEl>
                                          <p:spTgt spid="97"/>
                                        </p:tgtEl>
                                      </p:cBhvr>
                                    </p:animEffect>
                                    <p:set>
                                      <p:cBhvr>
                                        <p:cTn id="162" dur="1" fill="hold">
                                          <p:stCondLst>
                                            <p:cond delay="499"/>
                                          </p:stCondLst>
                                        </p:cTn>
                                        <p:tgtEl>
                                          <p:spTgt spid="97"/>
                                        </p:tgtEl>
                                        <p:attrNameLst>
                                          <p:attrName>style.visibility</p:attrName>
                                        </p:attrNameLst>
                                      </p:cBhvr>
                                      <p:to>
                                        <p:strVal val="hidden"/>
                                      </p:to>
                                    </p:set>
                                  </p:childTnLst>
                                </p:cTn>
                              </p:par>
                              <p:par>
                                <p:cTn id="163" presetID="53" presetClass="exit" presetSubtype="32" fill="hold" grpId="0" nodeType="withEffect">
                                  <p:stCondLst>
                                    <p:cond delay="0"/>
                                  </p:stCondLst>
                                  <p:childTnLst>
                                    <p:anim calcmode="lin" valueType="num">
                                      <p:cBhvr>
                                        <p:cTn id="164" dur="500"/>
                                        <p:tgtEl>
                                          <p:spTgt spid="98"/>
                                        </p:tgtEl>
                                        <p:attrNameLst>
                                          <p:attrName>ppt_w</p:attrName>
                                        </p:attrNameLst>
                                      </p:cBhvr>
                                      <p:tavLst>
                                        <p:tav tm="0">
                                          <p:val>
                                            <p:strVal val="ppt_w"/>
                                          </p:val>
                                        </p:tav>
                                        <p:tav tm="100000">
                                          <p:val>
                                            <p:fltVal val="0"/>
                                          </p:val>
                                        </p:tav>
                                      </p:tavLst>
                                    </p:anim>
                                    <p:anim calcmode="lin" valueType="num">
                                      <p:cBhvr>
                                        <p:cTn id="165" dur="500"/>
                                        <p:tgtEl>
                                          <p:spTgt spid="98"/>
                                        </p:tgtEl>
                                        <p:attrNameLst>
                                          <p:attrName>ppt_h</p:attrName>
                                        </p:attrNameLst>
                                      </p:cBhvr>
                                      <p:tavLst>
                                        <p:tav tm="0">
                                          <p:val>
                                            <p:strVal val="ppt_h"/>
                                          </p:val>
                                        </p:tav>
                                        <p:tav tm="100000">
                                          <p:val>
                                            <p:fltVal val="0"/>
                                          </p:val>
                                        </p:tav>
                                      </p:tavLst>
                                    </p:anim>
                                    <p:animEffect transition="out" filter="fade">
                                      <p:cBhvr>
                                        <p:cTn id="166" dur="500"/>
                                        <p:tgtEl>
                                          <p:spTgt spid="98"/>
                                        </p:tgtEl>
                                      </p:cBhvr>
                                    </p:animEffect>
                                    <p:set>
                                      <p:cBhvr>
                                        <p:cTn id="167" dur="1" fill="hold">
                                          <p:stCondLst>
                                            <p:cond delay="499"/>
                                          </p:stCondLst>
                                        </p:cTn>
                                        <p:tgtEl>
                                          <p:spTgt spid="98"/>
                                        </p:tgtEl>
                                        <p:attrNameLst>
                                          <p:attrName>style.visibility</p:attrName>
                                        </p:attrNameLst>
                                      </p:cBhvr>
                                      <p:to>
                                        <p:strVal val="hidden"/>
                                      </p:to>
                                    </p:set>
                                  </p:childTnLst>
                                </p:cTn>
                              </p:par>
                              <p:par>
                                <p:cTn id="168" presetID="53" presetClass="exit" presetSubtype="32" fill="hold" grpId="0" nodeType="withEffect">
                                  <p:stCondLst>
                                    <p:cond delay="0"/>
                                  </p:stCondLst>
                                  <p:childTnLst>
                                    <p:anim calcmode="lin" valueType="num">
                                      <p:cBhvr>
                                        <p:cTn id="169" dur="500"/>
                                        <p:tgtEl>
                                          <p:spTgt spid="74"/>
                                        </p:tgtEl>
                                        <p:attrNameLst>
                                          <p:attrName>ppt_w</p:attrName>
                                        </p:attrNameLst>
                                      </p:cBhvr>
                                      <p:tavLst>
                                        <p:tav tm="0">
                                          <p:val>
                                            <p:strVal val="ppt_w"/>
                                          </p:val>
                                        </p:tav>
                                        <p:tav tm="100000">
                                          <p:val>
                                            <p:fltVal val="0"/>
                                          </p:val>
                                        </p:tav>
                                      </p:tavLst>
                                    </p:anim>
                                    <p:anim calcmode="lin" valueType="num">
                                      <p:cBhvr>
                                        <p:cTn id="170" dur="500"/>
                                        <p:tgtEl>
                                          <p:spTgt spid="74"/>
                                        </p:tgtEl>
                                        <p:attrNameLst>
                                          <p:attrName>ppt_h</p:attrName>
                                        </p:attrNameLst>
                                      </p:cBhvr>
                                      <p:tavLst>
                                        <p:tav tm="0">
                                          <p:val>
                                            <p:strVal val="ppt_h"/>
                                          </p:val>
                                        </p:tav>
                                        <p:tav tm="100000">
                                          <p:val>
                                            <p:fltVal val="0"/>
                                          </p:val>
                                        </p:tav>
                                      </p:tavLst>
                                    </p:anim>
                                    <p:animEffect transition="out" filter="fade">
                                      <p:cBhvr>
                                        <p:cTn id="171" dur="500"/>
                                        <p:tgtEl>
                                          <p:spTgt spid="74"/>
                                        </p:tgtEl>
                                      </p:cBhvr>
                                    </p:animEffect>
                                    <p:set>
                                      <p:cBhvr>
                                        <p:cTn id="172" dur="1" fill="hold">
                                          <p:stCondLst>
                                            <p:cond delay="499"/>
                                          </p:stCondLst>
                                        </p:cTn>
                                        <p:tgtEl>
                                          <p:spTgt spid="74"/>
                                        </p:tgtEl>
                                        <p:attrNameLst>
                                          <p:attrName>style.visibility</p:attrName>
                                        </p:attrNameLst>
                                      </p:cBhvr>
                                      <p:to>
                                        <p:strVal val="hidden"/>
                                      </p:to>
                                    </p:set>
                                  </p:childTnLst>
                                </p:cTn>
                              </p:par>
                              <p:par>
                                <p:cTn id="173" presetID="53" presetClass="exit" presetSubtype="32" fill="hold" nodeType="withEffect">
                                  <p:stCondLst>
                                    <p:cond delay="0"/>
                                  </p:stCondLst>
                                  <p:childTnLst>
                                    <p:anim calcmode="lin" valueType="num">
                                      <p:cBhvr>
                                        <p:cTn id="174" dur="500"/>
                                        <p:tgtEl>
                                          <p:spTgt spid="75"/>
                                        </p:tgtEl>
                                        <p:attrNameLst>
                                          <p:attrName>ppt_w</p:attrName>
                                        </p:attrNameLst>
                                      </p:cBhvr>
                                      <p:tavLst>
                                        <p:tav tm="0">
                                          <p:val>
                                            <p:strVal val="ppt_w"/>
                                          </p:val>
                                        </p:tav>
                                        <p:tav tm="100000">
                                          <p:val>
                                            <p:fltVal val="0"/>
                                          </p:val>
                                        </p:tav>
                                      </p:tavLst>
                                    </p:anim>
                                    <p:anim calcmode="lin" valueType="num">
                                      <p:cBhvr>
                                        <p:cTn id="175" dur="500"/>
                                        <p:tgtEl>
                                          <p:spTgt spid="75"/>
                                        </p:tgtEl>
                                        <p:attrNameLst>
                                          <p:attrName>ppt_h</p:attrName>
                                        </p:attrNameLst>
                                      </p:cBhvr>
                                      <p:tavLst>
                                        <p:tav tm="0">
                                          <p:val>
                                            <p:strVal val="ppt_h"/>
                                          </p:val>
                                        </p:tav>
                                        <p:tav tm="100000">
                                          <p:val>
                                            <p:fltVal val="0"/>
                                          </p:val>
                                        </p:tav>
                                      </p:tavLst>
                                    </p:anim>
                                    <p:animEffect transition="out" filter="fade">
                                      <p:cBhvr>
                                        <p:cTn id="176" dur="500"/>
                                        <p:tgtEl>
                                          <p:spTgt spid="75"/>
                                        </p:tgtEl>
                                      </p:cBhvr>
                                    </p:animEffect>
                                    <p:set>
                                      <p:cBhvr>
                                        <p:cTn id="177" dur="1" fill="hold">
                                          <p:stCondLst>
                                            <p:cond delay="499"/>
                                          </p:stCondLst>
                                        </p:cTn>
                                        <p:tgtEl>
                                          <p:spTgt spid="75"/>
                                        </p:tgtEl>
                                        <p:attrNameLst>
                                          <p:attrName>style.visibility</p:attrName>
                                        </p:attrNameLst>
                                      </p:cBhvr>
                                      <p:to>
                                        <p:strVal val="hidden"/>
                                      </p:to>
                                    </p:set>
                                  </p:childTnLst>
                                </p:cTn>
                              </p:par>
                              <p:par>
                                <p:cTn id="178" presetID="53" presetClass="exit" presetSubtype="32" fill="hold" nodeType="withEffect">
                                  <p:stCondLst>
                                    <p:cond delay="0"/>
                                  </p:stCondLst>
                                  <p:childTnLst>
                                    <p:anim calcmode="lin" valueType="num">
                                      <p:cBhvr>
                                        <p:cTn id="179" dur="500"/>
                                        <p:tgtEl>
                                          <p:spTgt spid="76"/>
                                        </p:tgtEl>
                                        <p:attrNameLst>
                                          <p:attrName>ppt_w</p:attrName>
                                        </p:attrNameLst>
                                      </p:cBhvr>
                                      <p:tavLst>
                                        <p:tav tm="0">
                                          <p:val>
                                            <p:strVal val="ppt_w"/>
                                          </p:val>
                                        </p:tav>
                                        <p:tav tm="100000">
                                          <p:val>
                                            <p:fltVal val="0"/>
                                          </p:val>
                                        </p:tav>
                                      </p:tavLst>
                                    </p:anim>
                                    <p:anim calcmode="lin" valueType="num">
                                      <p:cBhvr>
                                        <p:cTn id="180" dur="500"/>
                                        <p:tgtEl>
                                          <p:spTgt spid="76"/>
                                        </p:tgtEl>
                                        <p:attrNameLst>
                                          <p:attrName>ppt_h</p:attrName>
                                        </p:attrNameLst>
                                      </p:cBhvr>
                                      <p:tavLst>
                                        <p:tav tm="0">
                                          <p:val>
                                            <p:strVal val="ppt_h"/>
                                          </p:val>
                                        </p:tav>
                                        <p:tav tm="100000">
                                          <p:val>
                                            <p:fltVal val="0"/>
                                          </p:val>
                                        </p:tav>
                                      </p:tavLst>
                                    </p:anim>
                                    <p:animEffect transition="out" filter="fade">
                                      <p:cBhvr>
                                        <p:cTn id="181" dur="500"/>
                                        <p:tgtEl>
                                          <p:spTgt spid="76"/>
                                        </p:tgtEl>
                                      </p:cBhvr>
                                    </p:animEffect>
                                    <p:set>
                                      <p:cBhvr>
                                        <p:cTn id="182" dur="1" fill="hold">
                                          <p:stCondLst>
                                            <p:cond delay="499"/>
                                          </p:stCondLst>
                                        </p:cTn>
                                        <p:tgtEl>
                                          <p:spTgt spid="76"/>
                                        </p:tgtEl>
                                        <p:attrNameLst>
                                          <p:attrName>style.visibility</p:attrName>
                                        </p:attrNameLst>
                                      </p:cBhvr>
                                      <p:to>
                                        <p:strVal val="hidden"/>
                                      </p:to>
                                    </p:set>
                                  </p:childTnLst>
                                </p:cTn>
                              </p:par>
                              <p:par>
                                <p:cTn id="183" presetID="53" presetClass="exit" presetSubtype="32" fill="hold" grpId="0" nodeType="withEffect">
                                  <p:stCondLst>
                                    <p:cond delay="0"/>
                                  </p:stCondLst>
                                  <p:childTnLst>
                                    <p:anim calcmode="lin" valueType="num">
                                      <p:cBhvr>
                                        <p:cTn id="184" dur="500"/>
                                        <p:tgtEl>
                                          <p:spTgt spid="77"/>
                                        </p:tgtEl>
                                        <p:attrNameLst>
                                          <p:attrName>ppt_w</p:attrName>
                                        </p:attrNameLst>
                                      </p:cBhvr>
                                      <p:tavLst>
                                        <p:tav tm="0">
                                          <p:val>
                                            <p:strVal val="ppt_w"/>
                                          </p:val>
                                        </p:tav>
                                        <p:tav tm="100000">
                                          <p:val>
                                            <p:fltVal val="0"/>
                                          </p:val>
                                        </p:tav>
                                      </p:tavLst>
                                    </p:anim>
                                    <p:anim calcmode="lin" valueType="num">
                                      <p:cBhvr>
                                        <p:cTn id="185" dur="500"/>
                                        <p:tgtEl>
                                          <p:spTgt spid="77"/>
                                        </p:tgtEl>
                                        <p:attrNameLst>
                                          <p:attrName>ppt_h</p:attrName>
                                        </p:attrNameLst>
                                      </p:cBhvr>
                                      <p:tavLst>
                                        <p:tav tm="0">
                                          <p:val>
                                            <p:strVal val="ppt_h"/>
                                          </p:val>
                                        </p:tav>
                                        <p:tav tm="100000">
                                          <p:val>
                                            <p:fltVal val="0"/>
                                          </p:val>
                                        </p:tav>
                                      </p:tavLst>
                                    </p:anim>
                                    <p:animEffect transition="out" filter="fade">
                                      <p:cBhvr>
                                        <p:cTn id="186" dur="500"/>
                                        <p:tgtEl>
                                          <p:spTgt spid="77"/>
                                        </p:tgtEl>
                                      </p:cBhvr>
                                    </p:animEffect>
                                    <p:set>
                                      <p:cBhvr>
                                        <p:cTn id="187" dur="1" fill="hold">
                                          <p:stCondLst>
                                            <p:cond delay="499"/>
                                          </p:stCondLst>
                                        </p:cTn>
                                        <p:tgtEl>
                                          <p:spTgt spid="77"/>
                                        </p:tgtEl>
                                        <p:attrNameLst>
                                          <p:attrName>style.visibility</p:attrName>
                                        </p:attrNameLst>
                                      </p:cBhvr>
                                      <p:to>
                                        <p:strVal val="hidden"/>
                                      </p:to>
                                    </p:set>
                                  </p:childTnLst>
                                </p:cTn>
                              </p:par>
                              <p:par>
                                <p:cTn id="188" presetID="53" presetClass="exit" presetSubtype="32" fill="hold" grpId="0" nodeType="withEffect">
                                  <p:stCondLst>
                                    <p:cond delay="0"/>
                                  </p:stCondLst>
                                  <p:childTnLst>
                                    <p:anim calcmode="lin" valueType="num">
                                      <p:cBhvr>
                                        <p:cTn id="189" dur="500"/>
                                        <p:tgtEl>
                                          <p:spTgt spid="78"/>
                                        </p:tgtEl>
                                        <p:attrNameLst>
                                          <p:attrName>ppt_w</p:attrName>
                                        </p:attrNameLst>
                                      </p:cBhvr>
                                      <p:tavLst>
                                        <p:tav tm="0">
                                          <p:val>
                                            <p:strVal val="ppt_w"/>
                                          </p:val>
                                        </p:tav>
                                        <p:tav tm="100000">
                                          <p:val>
                                            <p:fltVal val="0"/>
                                          </p:val>
                                        </p:tav>
                                      </p:tavLst>
                                    </p:anim>
                                    <p:anim calcmode="lin" valueType="num">
                                      <p:cBhvr>
                                        <p:cTn id="190" dur="500"/>
                                        <p:tgtEl>
                                          <p:spTgt spid="78"/>
                                        </p:tgtEl>
                                        <p:attrNameLst>
                                          <p:attrName>ppt_h</p:attrName>
                                        </p:attrNameLst>
                                      </p:cBhvr>
                                      <p:tavLst>
                                        <p:tav tm="0">
                                          <p:val>
                                            <p:strVal val="ppt_h"/>
                                          </p:val>
                                        </p:tav>
                                        <p:tav tm="100000">
                                          <p:val>
                                            <p:fltVal val="0"/>
                                          </p:val>
                                        </p:tav>
                                      </p:tavLst>
                                    </p:anim>
                                    <p:animEffect transition="out" filter="fade">
                                      <p:cBhvr>
                                        <p:cTn id="191" dur="500"/>
                                        <p:tgtEl>
                                          <p:spTgt spid="78"/>
                                        </p:tgtEl>
                                      </p:cBhvr>
                                    </p:animEffect>
                                    <p:set>
                                      <p:cBhvr>
                                        <p:cTn id="192" dur="1" fill="hold">
                                          <p:stCondLst>
                                            <p:cond delay="499"/>
                                          </p:stCondLst>
                                        </p:cTn>
                                        <p:tgtEl>
                                          <p:spTgt spid="78"/>
                                        </p:tgtEl>
                                        <p:attrNameLst>
                                          <p:attrName>style.visibility</p:attrName>
                                        </p:attrNameLst>
                                      </p:cBhvr>
                                      <p:to>
                                        <p:strVal val="hidden"/>
                                      </p:to>
                                    </p:set>
                                  </p:childTnLst>
                                </p:cTn>
                              </p:par>
                              <p:par>
                                <p:cTn id="193" presetID="53" presetClass="exit" presetSubtype="32" fill="hold" grpId="0" nodeType="withEffect">
                                  <p:stCondLst>
                                    <p:cond delay="0"/>
                                  </p:stCondLst>
                                  <p:childTnLst>
                                    <p:anim calcmode="lin" valueType="num">
                                      <p:cBhvr>
                                        <p:cTn id="194" dur="500"/>
                                        <p:tgtEl>
                                          <p:spTgt spid="79"/>
                                        </p:tgtEl>
                                        <p:attrNameLst>
                                          <p:attrName>ppt_w</p:attrName>
                                        </p:attrNameLst>
                                      </p:cBhvr>
                                      <p:tavLst>
                                        <p:tav tm="0">
                                          <p:val>
                                            <p:strVal val="ppt_w"/>
                                          </p:val>
                                        </p:tav>
                                        <p:tav tm="100000">
                                          <p:val>
                                            <p:fltVal val="0"/>
                                          </p:val>
                                        </p:tav>
                                      </p:tavLst>
                                    </p:anim>
                                    <p:anim calcmode="lin" valueType="num">
                                      <p:cBhvr>
                                        <p:cTn id="195" dur="500"/>
                                        <p:tgtEl>
                                          <p:spTgt spid="79"/>
                                        </p:tgtEl>
                                        <p:attrNameLst>
                                          <p:attrName>ppt_h</p:attrName>
                                        </p:attrNameLst>
                                      </p:cBhvr>
                                      <p:tavLst>
                                        <p:tav tm="0">
                                          <p:val>
                                            <p:strVal val="ppt_h"/>
                                          </p:val>
                                        </p:tav>
                                        <p:tav tm="100000">
                                          <p:val>
                                            <p:fltVal val="0"/>
                                          </p:val>
                                        </p:tav>
                                      </p:tavLst>
                                    </p:anim>
                                    <p:animEffect transition="out" filter="fade">
                                      <p:cBhvr>
                                        <p:cTn id="196" dur="500"/>
                                        <p:tgtEl>
                                          <p:spTgt spid="79"/>
                                        </p:tgtEl>
                                      </p:cBhvr>
                                    </p:animEffect>
                                    <p:set>
                                      <p:cBhvr>
                                        <p:cTn id="197" dur="1" fill="hold">
                                          <p:stCondLst>
                                            <p:cond delay="499"/>
                                          </p:stCondLst>
                                        </p:cTn>
                                        <p:tgtEl>
                                          <p:spTgt spid="79"/>
                                        </p:tgtEl>
                                        <p:attrNameLst>
                                          <p:attrName>style.visibility</p:attrName>
                                        </p:attrNameLst>
                                      </p:cBhvr>
                                      <p:to>
                                        <p:strVal val="hidden"/>
                                      </p:to>
                                    </p:set>
                                  </p:childTnLst>
                                </p:cTn>
                              </p:par>
                              <p:par>
                                <p:cTn id="198" presetID="53" presetClass="exit" presetSubtype="32" fill="hold" grpId="0" nodeType="withEffect">
                                  <p:stCondLst>
                                    <p:cond delay="0"/>
                                  </p:stCondLst>
                                  <p:childTnLst>
                                    <p:anim calcmode="lin" valueType="num">
                                      <p:cBhvr>
                                        <p:cTn id="199" dur="500"/>
                                        <p:tgtEl>
                                          <p:spTgt spid="80"/>
                                        </p:tgtEl>
                                        <p:attrNameLst>
                                          <p:attrName>ppt_w</p:attrName>
                                        </p:attrNameLst>
                                      </p:cBhvr>
                                      <p:tavLst>
                                        <p:tav tm="0">
                                          <p:val>
                                            <p:strVal val="ppt_w"/>
                                          </p:val>
                                        </p:tav>
                                        <p:tav tm="100000">
                                          <p:val>
                                            <p:fltVal val="0"/>
                                          </p:val>
                                        </p:tav>
                                      </p:tavLst>
                                    </p:anim>
                                    <p:anim calcmode="lin" valueType="num">
                                      <p:cBhvr>
                                        <p:cTn id="200" dur="500"/>
                                        <p:tgtEl>
                                          <p:spTgt spid="80"/>
                                        </p:tgtEl>
                                        <p:attrNameLst>
                                          <p:attrName>ppt_h</p:attrName>
                                        </p:attrNameLst>
                                      </p:cBhvr>
                                      <p:tavLst>
                                        <p:tav tm="0">
                                          <p:val>
                                            <p:strVal val="ppt_h"/>
                                          </p:val>
                                        </p:tav>
                                        <p:tav tm="100000">
                                          <p:val>
                                            <p:fltVal val="0"/>
                                          </p:val>
                                        </p:tav>
                                      </p:tavLst>
                                    </p:anim>
                                    <p:animEffect transition="out" filter="fade">
                                      <p:cBhvr>
                                        <p:cTn id="201" dur="500"/>
                                        <p:tgtEl>
                                          <p:spTgt spid="80"/>
                                        </p:tgtEl>
                                      </p:cBhvr>
                                    </p:animEffect>
                                    <p:set>
                                      <p:cBhvr>
                                        <p:cTn id="202" dur="1" fill="hold">
                                          <p:stCondLst>
                                            <p:cond delay="499"/>
                                          </p:stCondLst>
                                        </p:cTn>
                                        <p:tgtEl>
                                          <p:spTgt spid="80"/>
                                        </p:tgtEl>
                                        <p:attrNameLst>
                                          <p:attrName>style.visibility</p:attrName>
                                        </p:attrNameLst>
                                      </p:cBhvr>
                                      <p:to>
                                        <p:strVal val="hidden"/>
                                      </p:to>
                                    </p:set>
                                  </p:childTnLst>
                                </p:cTn>
                              </p:par>
                              <p:par>
                                <p:cTn id="203" presetID="53" presetClass="exit" presetSubtype="32" fill="hold" grpId="0" nodeType="withEffect">
                                  <p:stCondLst>
                                    <p:cond delay="0"/>
                                  </p:stCondLst>
                                  <p:childTnLst>
                                    <p:anim calcmode="lin" valueType="num">
                                      <p:cBhvr>
                                        <p:cTn id="204" dur="500"/>
                                        <p:tgtEl>
                                          <p:spTgt spid="82"/>
                                        </p:tgtEl>
                                        <p:attrNameLst>
                                          <p:attrName>ppt_w</p:attrName>
                                        </p:attrNameLst>
                                      </p:cBhvr>
                                      <p:tavLst>
                                        <p:tav tm="0">
                                          <p:val>
                                            <p:strVal val="ppt_w"/>
                                          </p:val>
                                        </p:tav>
                                        <p:tav tm="100000">
                                          <p:val>
                                            <p:fltVal val="0"/>
                                          </p:val>
                                        </p:tav>
                                      </p:tavLst>
                                    </p:anim>
                                    <p:anim calcmode="lin" valueType="num">
                                      <p:cBhvr>
                                        <p:cTn id="205" dur="500"/>
                                        <p:tgtEl>
                                          <p:spTgt spid="82"/>
                                        </p:tgtEl>
                                        <p:attrNameLst>
                                          <p:attrName>ppt_h</p:attrName>
                                        </p:attrNameLst>
                                      </p:cBhvr>
                                      <p:tavLst>
                                        <p:tav tm="0">
                                          <p:val>
                                            <p:strVal val="ppt_h"/>
                                          </p:val>
                                        </p:tav>
                                        <p:tav tm="100000">
                                          <p:val>
                                            <p:fltVal val="0"/>
                                          </p:val>
                                        </p:tav>
                                      </p:tavLst>
                                    </p:anim>
                                    <p:animEffect transition="out" filter="fade">
                                      <p:cBhvr>
                                        <p:cTn id="206" dur="500"/>
                                        <p:tgtEl>
                                          <p:spTgt spid="82"/>
                                        </p:tgtEl>
                                      </p:cBhvr>
                                    </p:animEffect>
                                    <p:set>
                                      <p:cBhvr>
                                        <p:cTn id="207" dur="1" fill="hold">
                                          <p:stCondLst>
                                            <p:cond delay="499"/>
                                          </p:stCondLst>
                                        </p:cTn>
                                        <p:tgtEl>
                                          <p:spTgt spid="82"/>
                                        </p:tgtEl>
                                        <p:attrNameLst>
                                          <p:attrName>style.visibility</p:attrName>
                                        </p:attrNameLst>
                                      </p:cBhvr>
                                      <p:to>
                                        <p:strVal val="hidden"/>
                                      </p:to>
                                    </p:set>
                                  </p:childTnLst>
                                </p:cTn>
                              </p:par>
                              <p:par>
                                <p:cTn id="208" presetID="53" presetClass="exit" presetSubtype="32" fill="hold" grpId="0" nodeType="withEffect">
                                  <p:stCondLst>
                                    <p:cond delay="0"/>
                                  </p:stCondLst>
                                  <p:childTnLst>
                                    <p:anim calcmode="lin" valueType="num">
                                      <p:cBhvr>
                                        <p:cTn id="209" dur="500"/>
                                        <p:tgtEl>
                                          <p:spTgt spid="83"/>
                                        </p:tgtEl>
                                        <p:attrNameLst>
                                          <p:attrName>ppt_w</p:attrName>
                                        </p:attrNameLst>
                                      </p:cBhvr>
                                      <p:tavLst>
                                        <p:tav tm="0">
                                          <p:val>
                                            <p:strVal val="ppt_w"/>
                                          </p:val>
                                        </p:tav>
                                        <p:tav tm="100000">
                                          <p:val>
                                            <p:fltVal val="0"/>
                                          </p:val>
                                        </p:tav>
                                      </p:tavLst>
                                    </p:anim>
                                    <p:anim calcmode="lin" valueType="num">
                                      <p:cBhvr>
                                        <p:cTn id="210" dur="500"/>
                                        <p:tgtEl>
                                          <p:spTgt spid="83"/>
                                        </p:tgtEl>
                                        <p:attrNameLst>
                                          <p:attrName>ppt_h</p:attrName>
                                        </p:attrNameLst>
                                      </p:cBhvr>
                                      <p:tavLst>
                                        <p:tav tm="0">
                                          <p:val>
                                            <p:strVal val="ppt_h"/>
                                          </p:val>
                                        </p:tav>
                                        <p:tav tm="100000">
                                          <p:val>
                                            <p:fltVal val="0"/>
                                          </p:val>
                                        </p:tav>
                                      </p:tavLst>
                                    </p:anim>
                                    <p:animEffect transition="out" filter="fade">
                                      <p:cBhvr>
                                        <p:cTn id="211" dur="500"/>
                                        <p:tgtEl>
                                          <p:spTgt spid="83"/>
                                        </p:tgtEl>
                                      </p:cBhvr>
                                    </p:animEffect>
                                    <p:set>
                                      <p:cBhvr>
                                        <p:cTn id="212" dur="1" fill="hold">
                                          <p:stCondLst>
                                            <p:cond delay="499"/>
                                          </p:stCondLst>
                                        </p:cTn>
                                        <p:tgtEl>
                                          <p:spTgt spid="83"/>
                                        </p:tgtEl>
                                        <p:attrNameLst>
                                          <p:attrName>style.visibility</p:attrName>
                                        </p:attrNameLst>
                                      </p:cBhvr>
                                      <p:to>
                                        <p:strVal val="hidden"/>
                                      </p:to>
                                    </p:set>
                                  </p:childTnLst>
                                </p:cTn>
                              </p:par>
                              <p:par>
                                <p:cTn id="213" presetID="53" presetClass="exit" presetSubtype="32" fill="hold" grpId="0" nodeType="withEffect">
                                  <p:stCondLst>
                                    <p:cond delay="0"/>
                                  </p:stCondLst>
                                  <p:childTnLst>
                                    <p:anim calcmode="lin" valueType="num">
                                      <p:cBhvr>
                                        <p:cTn id="214" dur="500"/>
                                        <p:tgtEl>
                                          <p:spTgt spid="84"/>
                                        </p:tgtEl>
                                        <p:attrNameLst>
                                          <p:attrName>ppt_w</p:attrName>
                                        </p:attrNameLst>
                                      </p:cBhvr>
                                      <p:tavLst>
                                        <p:tav tm="0">
                                          <p:val>
                                            <p:strVal val="ppt_w"/>
                                          </p:val>
                                        </p:tav>
                                        <p:tav tm="100000">
                                          <p:val>
                                            <p:fltVal val="0"/>
                                          </p:val>
                                        </p:tav>
                                      </p:tavLst>
                                    </p:anim>
                                    <p:anim calcmode="lin" valueType="num">
                                      <p:cBhvr>
                                        <p:cTn id="215" dur="500"/>
                                        <p:tgtEl>
                                          <p:spTgt spid="84"/>
                                        </p:tgtEl>
                                        <p:attrNameLst>
                                          <p:attrName>ppt_h</p:attrName>
                                        </p:attrNameLst>
                                      </p:cBhvr>
                                      <p:tavLst>
                                        <p:tav tm="0">
                                          <p:val>
                                            <p:strVal val="ppt_h"/>
                                          </p:val>
                                        </p:tav>
                                        <p:tav tm="100000">
                                          <p:val>
                                            <p:fltVal val="0"/>
                                          </p:val>
                                        </p:tav>
                                      </p:tavLst>
                                    </p:anim>
                                    <p:animEffect transition="out" filter="fade">
                                      <p:cBhvr>
                                        <p:cTn id="216" dur="500"/>
                                        <p:tgtEl>
                                          <p:spTgt spid="84"/>
                                        </p:tgtEl>
                                      </p:cBhvr>
                                    </p:animEffect>
                                    <p:set>
                                      <p:cBhvr>
                                        <p:cTn id="217" dur="1" fill="hold">
                                          <p:stCondLst>
                                            <p:cond delay="499"/>
                                          </p:stCondLst>
                                        </p:cTn>
                                        <p:tgtEl>
                                          <p:spTgt spid="84"/>
                                        </p:tgtEl>
                                        <p:attrNameLst>
                                          <p:attrName>style.visibility</p:attrName>
                                        </p:attrNameLst>
                                      </p:cBhvr>
                                      <p:to>
                                        <p:strVal val="hidden"/>
                                      </p:to>
                                    </p:set>
                                  </p:childTnLst>
                                </p:cTn>
                              </p:par>
                              <p:par>
                                <p:cTn id="218" presetID="53" presetClass="exit" presetSubtype="32" fill="hold" grpId="0" nodeType="withEffect">
                                  <p:stCondLst>
                                    <p:cond delay="0"/>
                                  </p:stCondLst>
                                  <p:childTnLst>
                                    <p:anim calcmode="lin" valueType="num">
                                      <p:cBhvr>
                                        <p:cTn id="219" dur="500"/>
                                        <p:tgtEl>
                                          <p:spTgt spid="85"/>
                                        </p:tgtEl>
                                        <p:attrNameLst>
                                          <p:attrName>ppt_w</p:attrName>
                                        </p:attrNameLst>
                                      </p:cBhvr>
                                      <p:tavLst>
                                        <p:tav tm="0">
                                          <p:val>
                                            <p:strVal val="ppt_w"/>
                                          </p:val>
                                        </p:tav>
                                        <p:tav tm="100000">
                                          <p:val>
                                            <p:fltVal val="0"/>
                                          </p:val>
                                        </p:tav>
                                      </p:tavLst>
                                    </p:anim>
                                    <p:anim calcmode="lin" valueType="num">
                                      <p:cBhvr>
                                        <p:cTn id="220" dur="500"/>
                                        <p:tgtEl>
                                          <p:spTgt spid="85"/>
                                        </p:tgtEl>
                                        <p:attrNameLst>
                                          <p:attrName>ppt_h</p:attrName>
                                        </p:attrNameLst>
                                      </p:cBhvr>
                                      <p:tavLst>
                                        <p:tav tm="0">
                                          <p:val>
                                            <p:strVal val="ppt_h"/>
                                          </p:val>
                                        </p:tav>
                                        <p:tav tm="100000">
                                          <p:val>
                                            <p:fltVal val="0"/>
                                          </p:val>
                                        </p:tav>
                                      </p:tavLst>
                                    </p:anim>
                                    <p:animEffect transition="out" filter="fade">
                                      <p:cBhvr>
                                        <p:cTn id="221" dur="500"/>
                                        <p:tgtEl>
                                          <p:spTgt spid="85"/>
                                        </p:tgtEl>
                                      </p:cBhvr>
                                    </p:animEffect>
                                    <p:set>
                                      <p:cBhvr>
                                        <p:cTn id="222" dur="1" fill="hold">
                                          <p:stCondLst>
                                            <p:cond delay="499"/>
                                          </p:stCondLst>
                                        </p:cTn>
                                        <p:tgtEl>
                                          <p:spTgt spid="85"/>
                                        </p:tgtEl>
                                        <p:attrNameLst>
                                          <p:attrName>style.visibility</p:attrName>
                                        </p:attrNameLst>
                                      </p:cBhvr>
                                      <p:to>
                                        <p:strVal val="hidden"/>
                                      </p:to>
                                    </p:set>
                                  </p:childTnLst>
                                </p:cTn>
                              </p:par>
                              <p:par>
                                <p:cTn id="223" presetID="53" presetClass="exit" presetSubtype="32" fill="hold" grpId="0" nodeType="withEffect">
                                  <p:stCondLst>
                                    <p:cond delay="0"/>
                                  </p:stCondLst>
                                  <p:childTnLst>
                                    <p:anim calcmode="lin" valueType="num">
                                      <p:cBhvr>
                                        <p:cTn id="224" dur="500"/>
                                        <p:tgtEl>
                                          <p:spTgt spid="86"/>
                                        </p:tgtEl>
                                        <p:attrNameLst>
                                          <p:attrName>ppt_w</p:attrName>
                                        </p:attrNameLst>
                                      </p:cBhvr>
                                      <p:tavLst>
                                        <p:tav tm="0">
                                          <p:val>
                                            <p:strVal val="ppt_w"/>
                                          </p:val>
                                        </p:tav>
                                        <p:tav tm="100000">
                                          <p:val>
                                            <p:fltVal val="0"/>
                                          </p:val>
                                        </p:tav>
                                      </p:tavLst>
                                    </p:anim>
                                    <p:anim calcmode="lin" valueType="num">
                                      <p:cBhvr>
                                        <p:cTn id="225" dur="500"/>
                                        <p:tgtEl>
                                          <p:spTgt spid="86"/>
                                        </p:tgtEl>
                                        <p:attrNameLst>
                                          <p:attrName>ppt_h</p:attrName>
                                        </p:attrNameLst>
                                      </p:cBhvr>
                                      <p:tavLst>
                                        <p:tav tm="0">
                                          <p:val>
                                            <p:strVal val="ppt_h"/>
                                          </p:val>
                                        </p:tav>
                                        <p:tav tm="100000">
                                          <p:val>
                                            <p:fltVal val="0"/>
                                          </p:val>
                                        </p:tav>
                                      </p:tavLst>
                                    </p:anim>
                                    <p:animEffect transition="out" filter="fade">
                                      <p:cBhvr>
                                        <p:cTn id="226" dur="500"/>
                                        <p:tgtEl>
                                          <p:spTgt spid="86"/>
                                        </p:tgtEl>
                                      </p:cBhvr>
                                    </p:animEffect>
                                    <p:set>
                                      <p:cBhvr>
                                        <p:cTn id="227" dur="1" fill="hold">
                                          <p:stCondLst>
                                            <p:cond delay="499"/>
                                          </p:stCondLst>
                                        </p:cTn>
                                        <p:tgtEl>
                                          <p:spTgt spid="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3" grpId="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P spid="70" grpId="0"/>
      <p:bldP spid="70" grpId="1"/>
      <p:bldP spid="74" grpId="0"/>
      <p:bldP spid="77" grpId="0"/>
      <p:bldP spid="78" grpId="0"/>
      <p:bldP spid="79" grpId="0"/>
      <p:bldP spid="80" grpId="0"/>
      <p:bldP spid="82" grpId="0"/>
      <p:bldP spid="83" grpId="0"/>
      <p:bldP spid="84" grpId="0"/>
      <p:bldP spid="85" grpId="0"/>
      <p:bldP spid="86" grpId="0"/>
      <p:bldP spid="97" grpId="0" animBg="1"/>
      <p:bldP spid="98"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74"/>
          <p:cNvPicPr>
            <a:picLocks noChangeAspect="1" noChangeArrowheads="1"/>
          </p:cNvPicPr>
          <p:nvPr/>
        </p:nvPicPr>
        <p:blipFill>
          <a:blip r:embed="rId3" cstate="print">
            <a:lum contrast="10000"/>
            <a:extLst>
              <a:ext uri="{28A0092B-C50C-407E-A947-70E740481C1C}">
                <a14:useLocalDpi xmlns:a14="http://schemas.microsoft.com/office/drawing/2010/main" val="0"/>
              </a:ext>
            </a:extLst>
          </a:blip>
          <a:srcRect/>
          <a:stretch>
            <a:fillRect/>
          </a:stretch>
        </p:blipFill>
        <p:spPr bwMode="auto">
          <a:xfrm>
            <a:off x="3260454" y="1643056"/>
            <a:ext cx="5597826" cy="18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3"/>
          <p:cNvPicPr>
            <a:picLocks noChangeAspect="1" noChangeArrowheads="1"/>
          </p:cNvPicPr>
          <p:nvPr/>
        </p:nvPicPr>
        <p:blipFill>
          <a:blip r:embed="rId4" cstate="print">
            <a:lum contrast="10000"/>
            <a:extLst>
              <a:ext uri="{28A0092B-C50C-407E-A947-70E740481C1C}">
                <a14:useLocalDpi xmlns:a14="http://schemas.microsoft.com/office/drawing/2010/main" val="0"/>
              </a:ext>
            </a:extLst>
          </a:blip>
          <a:srcRect/>
          <a:stretch>
            <a:fillRect/>
          </a:stretch>
        </p:blipFill>
        <p:spPr bwMode="auto">
          <a:xfrm>
            <a:off x="3491880" y="4286262"/>
            <a:ext cx="5256584" cy="80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3"/>
          <p:cNvPicPr>
            <a:picLocks noChangeAspect="1" noChangeArrowheads="1"/>
          </p:cNvPicPr>
          <p:nvPr/>
        </p:nvPicPr>
        <p:blipFill>
          <a:blip r:embed="rId5" cstate="print">
            <a:lum contrast="10000"/>
            <a:extLst>
              <a:ext uri="{28A0092B-C50C-407E-A947-70E740481C1C}">
                <a14:useLocalDpi xmlns:a14="http://schemas.microsoft.com/office/drawing/2010/main" val="0"/>
              </a:ext>
            </a:extLst>
          </a:blip>
          <a:srcRect/>
          <a:stretch>
            <a:fillRect/>
          </a:stretch>
        </p:blipFill>
        <p:spPr bwMode="auto">
          <a:xfrm>
            <a:off x="3214678" y="3555349"/>
            <a:ext cx="5575786" cy="6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6"/>
          <p:cNvCxnSpPr/>
          <p:nvPr/>
        </p:nvCxnSpPr>
        <p:spPr>
          <a:xfrm>
            <a:off x="5562568" y="4214823"/>
            <a:ext cx="395328" cy="1"/>
          </a:xfrm>
          <a:prstGeom prst="line">
            <a:avLst/>
          </a:prstGeom>
          <a:ln w="38100" cmpd="sng">
            <a:solidFill>
              <a:srgbClr val="0000FF"/>
            </a:solidFill>
          </a:ln>
        </p:spPr>
        <p:style>
          <a:lnRef idx="1">
            <a:schemeClr val="accent1"/>
          </a:lnRef>
          <a:fillRef idx="0">
            <a:schemeClr val="accent1"/>
          </a:fillRef>
          <a:effectRef idx="0">
            <a:schemeClr val="accent1"/>
          </a:effectRef>
          <a:fontRef idx="minor">
            <a:schemeClr val="tx1"/>
          </a:fontRef>
        </p:style>
      </p:cxnSp>
      <p:pic>
        <p:nvPicPr>
          <p:cNvPr id="9"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3614" y="3214692"/>
            <a:ext cx="3092502" cy="1820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3"/>
          <p:cNvSpPr>
            <a:spLocks noGrp="1" noChangeArrowheads="1"/>
          </p:cNvSpPr>
          <p:nvPr>
            <p:ph idx="1"/>
          </p:nvPr>
        </p:nvSpPr>
        <p:spPr>
          <a:xfrm>
            <a:off x="1069498" y="702978"/>
            <a:ext cx="7772400" cy="4011910"/>
          </a:xfrm>
        </p:spPr>
        <p:txBody>
          <a:bodyPr>
            <a:normAutofit/>
          </a:bodyPr>
          <a:lstStyle/>
          <a:p>
            <a:pPr algn="ctr" eaLnBrk="1" hangingPunct="1">
              <a:buFont typeface="Wingdings" pitchFamily="2" charset="2"/>
              <a:buNone/>
            </a:pPr>
            <a:endParaRPr lang="en-US" altLang="zh-CN" sz="1800" dirty="0">
              <a:solidFill>
                <a:schemeClr val="tx1"/>
              </a:solidFill>
              <a:ea typeface="楷体_GB2312" pitchFamily="49" charset="-122"/>
              <a:cs typeface="Times New Roman" pitchFamily="18" charset="0"/>
            </a:endParaRPr>
          </a:p>
          <a:p>
            <a:pPr eaLnBrk="1" hangingPunct="1">
              <a:buFont typeface="Wingdings" pitchFamily="2" charset="2"/>
              <a:buNone/>
            </a:pPr>
            <a:endParaRPr lang="zh-CN" altLang="en-US" dirty="0">
              <a:solidFill>
                <a:schemeClr val="tx1"/>
              </a:solidFill>
              <a:ea typeface="楷体_GB2312" pitchFamily="49" charset="-122"/>
              <a:cs typeface="Times New Roman" pitchFamily="18" charset="0"/>
            </a:endParaRPr>
          </a:p>
          <a:p>
            <a:pPr lvl="1" eaLnBrk="1" hangingPunct="1"/>
            <a:endParaRPr lang="zh-CN" altLang="en-US" sz="2400" dirty="0">
              <a:solidFill>
                <a:schemeClr val="tx1"/>
              </a:solidFill>
              <a:latin typeface="楷体_GB2312" pitchFamily="49" charset="-122"/>
              <a:ea typeface="楷体_GB2312" pitchFamily="49" charset="-122"/>
              <a:cs typeface="Times New Roman" pitchFamily="18" charset="0"/>
            </a:endParaRPr>
          </a:p>
          <a:p>
            <a:pPr lvl="0">
              <a:buClr>
                <a:schemeClr val="tx1"/>
              </a:buClr>
              <a:buFont typeface="Wingdings" pitchFamily="2" charset="2"/>
              <a:buChar char="Ø"/>
            </a:pPr>
            <a:r>
              <a:rPr lang="zh-CN" altLang="en-US" b="1" dirty="0">
                <a:solidFill>
                  <a:schemeClr val="tx1"/>
                </a:solidFill>
                <a:latin typeface="楷体" pitchFamily="49" charset="-122"/>
                <a:cs typeface="Times New Roman" pitchFamily="18" charset="0"/>
              </a:rPr>
              <a:t>词法分析</a:t>
            </a:r>
            <a:endParaRPr lang="en-US" altLang="zh-CN" b="1" dirty="0">
              <a:solidFill>
                <a:schemeClr val="tx1"/>
              </a:solidFill>
              <a:latin typeface="楷体" pitchFamily="49" charset="-122"/>
              <a:cs typeface="Times New Roman" pitchFamily="18" charset="0"/>
            </a:endParaRPr>
          </a:p>
          <a:p>
            <a:pPr lvl="0">
              <a:buClr>
                <a:schemeClr val="tx1"/>
              </a:buClr>
              <a:buFont typeface="Wingdings" pitchFamily="2" charset="2"/>
              <a:buChar char="Ø"/>
            </a:pPr>
            <a:r>
              <a:rPr lang="zh-CN" altLang="en-US" b="1" dirty="0">
                <a:solidFill>
                  <a:schemeClr val="tx1"/>
                </a:solidFill>
                <a:latin typeface="楷体" pitchFamily="49" charset="-122"/>
                <a:cs typeface="Times New Roman" pitchFamily="18" charset="0"/>
              </a:rPr>
              <a:t>语法分析</a:t>
            </a:r>
            <a:endParaRPr lang="en-US" altLang="zh-CN" b="1" dirty="0">
              <a:solidFill>
                <a:schemeClr val="tx1"/>
              </a:solidFill>
              <a:latin typeface="楷体" pitchFamily="49" charset="-122"/>
              <a:cs typeface="Times New Roman" pitchFamily="18" charset="0"/>
            </a:endParaRPr>
          </a:p>
          <a:p>
            <a:pPr>
              <a:buClr>
                <a:schemeClr val="tx1"/>
              </a:buClr>
              <a:buFont typeface="Wingdings" pitchFamily="2" charset="2"/>
              <a:buChar char="Ø"/>
            </a:pPr>
            <a:r>
              <a:rPr lang="zh-CN" altLang="en-US" b="1" dirty="0">
                <a:solidFill>
                  <a:schemeClr val="tx1"/>
                </a:solidFill>
                <a:latin typeface="楷体" pitchFamily="49" charset="-122"/>
                <a:cs typeface="Times New Roman" pitchFamily="18" charset="0"/>
              </a:rPr>
              <a:t>语义分析</a:t>
            </a:r>
          </a:p>
          <a:p>
            <a:pPr lvl="0">
              <a:buClr>
                <a:srgbClr val="31B6FD"/>
              </a:buClr>
            </a:pPr>
            <a:endParaRPr lang="zh-CN" altLang="en-US" sz="2800" b="1" dirty="0">
              <a:solidFill>
                <a:srgbClr val="073E87"/>
              </a:solidFill>
              <a:latin typeface="楷体" pitchFamily="49" charset="-122"/>
              <a:cs typeface="Times New Roman" pitchFamily="18" charset="0"/>
            </a:endParaRPr>
          </a:p>
          <a:p>
            <a:pPr eaLnBrk="1" hangingPunct="1"/>
            <a:endParaRPr lang="zh-CN" altLang="en-US" sz="2000" dirty="0">
              <a:ea typeface="楷体_GB2312" pitchFamily="49" charset="-122"/>
              <a:cs typeface="Times New Roman" pitchFamily="18" charset="0"/>
            </a:endParaRPr>
          </a:p>
          <a:p>
            <a:pPr eaLnBrk="1" hangingPunct="1">
              <a:buFont typeface="Wingdings" pitchFamily="2" charset="2"/>
              <a:buNone/>
            </a:pPr>
            <a:r>
              <a:rPr lang="en-US" altLang="zh-CN" sz="1800" dirty="0">
                <a:latin typeface="楷体_GB2312" pitchFamily="49" charset="-122"/>
                <a:ea typeface="楷体_GB2312" pitchFamily="49" charset="-122"/>
                <a:cs typeface="Times New Roman" pitchFamily="18" charset="0"/>
              </a:rPr>
              <a:t> </a:t>
            </a:r>
            <a:endParaRPr lang="zh-CN" altLang="en-US" sz="1800" dirty="0">
              <a:latin typeface="楷体_GB2312" pitchFamily="49" charset="-122"/>
              <a:ea typeface="楷体_GB2312" pitchFamily="49" charset="-122"/>
              <a:cs typeface="Times New Roman" pitchFamily="18" charset="0"/>
            </a:endParaRPr>
          </a:p>
        </p:txBody>
      </p:sp>
      <p:sp>
        <p:nvSpPr>
          <p:cNvPr id="14" name="Rectangle 3"/>
          <p:cNvSpPr txBox="1">
            <a:spLocks noChangeArrowheads="1"/>
          </p:cNvSpPr>
          <p:nvPr/>
        </p:nvSpPr>
        <p:spPr>
          <a:xfrm>
            <a:off x="1014442" y="929247"/>
            <a:ext cx="7772400" cy="1213875"/>
          </a:xfrm>
          <a:prstGeom prst="rect">
            <a:avLst/>
          </a:prstGeom>
        </p:spPr>
        <p:txBody>
          <a:bodyPr vert="horz" lIns="91440" tIns="45720" rIns="91440" bIns="45720" rtlCol="0">
            <a:normAutofit/>
          </a:bodyPr>
          <a:lstStyle/>
          <a:p>
            <a:pPr marL="274320" marR="0" lvl="0" indent="-274320" algn="ctr" defTabSz="914400" rtl="0" eaLnBrk="1" fontAlgn="auto" latinLnBrk="0" hangingPunct="1">
              <a:lnSpc>
                <a:spcPct val="100000"/>
              </a:lnSpc>
              <a:spcBef>
                <a:spcPct val="20000"/>
              </a:spcBef>
              <a:spcAft>
                <a:spcPts val="0"/>
              </a:spcAft>
              <a:buClr>
                <a:schemeClr val="accent1"/>
              </a:buClr>
              <a:buSzPct val="100000"/>
              <a:buFont typeface="Wingdings" pitchFamily="2" charset="2"/>
              <a:buNone/>
              <a:tabLst/>
              <a:defRPr/>
            </a:pPr>
            <a:endParaRPr kumimoji="0" lang="en-US" altLang="zh-CN" sz="1800" b="0" i="0" u="none" strike="noStrike" kern="1200" cap="none" spc="0" normalizeH="0" baseline="0" noProof="0">
              <a:ln>
                <a:noFill/>
              </a:ln>
              <a:solidFill>
                <a:srgbClr val="0000FF"/>
              </a:solidFill>
              <a:effectLst/>
              <a:uLnTx/>
              <a:uFillTx/>
              <a:latin typeface="Times New Roman" panose="02020603050405020304" pitchFamily="18" charset="0"/>
              <a:ea typeface="楷体_GB2312" pitchFamily="49" charset="-122"/>
              <a:cs typeface="Times New Roman" pitchFamily="18" charset="0"/>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Wingdings" pitchFamily="2" charset="2"/>
              <a:buNone/>
              <a:tabLst/>
              <a:defRPr/>
            </a:pPr>
            <a:r>
              <a:rPr kumimoji="0" lang="en-US" altLang="zh-CN" sz="2000" b="0" i="0" u="none" strike="noStrike" kern="1200" cap="none" spc="0" normalizeH="0" baseline="0" noProof="0">
                <a:ln>
                  <a:noFill/>
                </a:ln>
                <a:solidFill>
                  <a:schemeClr val="accent2">
                    <a:lumMod val="75000"/>
                  </a:schemeClr>
                </a:solidFill>
                <a:effectLst/>
                <a:uLnTx/>
                <a:uFillTx/>
                <a:latin typeface="Times New Roman" panose="02020603050405020304" pitchFamily="18" charset="0"/>
                <a:ea typeface="楷体_GB2312" pitchFamily="49" charset="-122"/>
                <a:cs typeface="Times New Roman" pitchFamily="18" charset="0"/>
              </a:rPr>
              <a:t> </a:t>
            </a:r>
            <a:r>
              <a:rPr kumimoji="0" lang="en-US" altLang="zh-CN" sz="2400" b="0" i="0" u="none" strike="noStrike" kern="1200" cap="none" spc="0" normalizeH="0" baseline="0" noProof="0">
                <a:ln>
                  <a:noFill/>
                </a:ln>
                <a:solidFill>
                  <a:schemeClr val="accent2">
                    <a:lumMod val="75000"/>
                  </a:schemeClr>
                </a:solidFill>
                <a:effectLst/>
                <a:uLnTx/>
                <a:uFillTx/>
                <a:latin typeface="Times New Roman" panose="02020603050405020304" pitchFamily="18" charset="0"/>
                <a:ea typeface="楷体_GB2312" pitchFamily="49" charset="-122"/>
                <a:cs typeface="Times New Roman" pitchFamily="18" charset="0"/>
              </a:rPr>
              <a:t>In  the  room  , he  broke  a  window  with  a  hammer </a:t>
            </a:r>
            <a:endParaRPr kumimoji="0" lang="zh-CN" altLang="en-US" sz="2400" b="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楷体_GB2312" pitchFamily="49" charset="-122"/>
              <a:cs typeface="Times New Roman" pitchFamily="18" charset="0"/>
            </a:endParaRPr>
          </a:p>
        </p:txBody>
      </p:sp>
      <p:sp>
        <p:nvSpPr>
          <p:cNvPr id="18"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itchFamily="34" charset="-122"/>
                <a:ea typeface="微软雅黑" pitchFamily="34" charset="-122"/>
              </a:rPr>
              <a:t>人工英汉翻译的例子</a:t>
            </a:r>
            <a:endParaRPr lang="en-US" altLang="zh-CN" sz="3000" spc="300" dirty="0">
              <a:solidFill>
                <a:schemeClr val="tx1"/>
              </a:solidFill>
              <a:latin typeface="微软雅黑" pitchFamily="34" charset="-122"/>
              <a:ea typeface="微软雅黑" pitchFamily="34" charset="-122"/>
            </a:endParaRPr>
          </a:p>
        </p:txBody>
      </p:sp>
      <p:grpSp>
        <p:nvGrpSpPr>
          <p:cNvPr id="19" name="组合 18"/>
          <p:cNvGrpSpPr/>
          <p:nvPr/>
        </p:nvGrpSpPr>
        <p:grpSpPr>
          <a:xfrm>
            <a:off x="-786" y="195486"/>
            <a:ext cx="756363" cy="432048"/>
            <a:chOff x="-786" y="195486"/>
            <a:chExt cx="756363" cy="432048"/>
          </a:xfrm>
        </p:grpSpPr>
        <p:sp>
          <p:nvSpPr>
            <p:cNvPr id="20" name="五边形 1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07398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p:cTn id="7" dur="500" fill="hold"/>
                                        <p:tgtEl>
                                          <p:spTgt spid="15">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15">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15">
                                            <p:txEl>
                                              <p:pRg st="3" end="3"/>
                                            </p:txEl>
                                          </p:spTgt>
                                        </p:tgtEl>
                                      </p:cBhvr>
                                    </p:animEffect>
                                  </p:childTnLst>
                                </p:cTn>
                              </p:par>
                            </p:childTnLst>
                          </p:cTn>
                        </p:par>
                        <p:par>
                          <p:cTn id="10" fill="hold">
                            <p:stCondLst>
                              <p:cond delay="500"/>
                            </p:stCondLst>
                            <p:childTnLst>
                              <p:par>
                                <p:cTn id="11" presetID="53"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nodeType="clickEffect">
                                  <p:stCondLst>
                                    <p:cond delay="0"/>
                                  </p:stCondLst>
                                  <p:childTnLst>
                                    <p:set>
                                      <p:cBhvr>
                                        <p:cTn id="19" dur="1" fill="hold">
                                          <p:stCondLst>
                                            <p:cond delay="0"/>
                                          </p:stCondLst>
                                        </p:cTn>
                                        <p:tgtEl>
                                          <p:spTgt spid="15">
                                            <p:txEl>
                                              <p:pRg st="4" end="4"/>
                                            </p:txEl>
                                          </p:spTgt>
                                        </p:tgtEl>
                                        <p:attrNameLst>
                                          <p:attrName>style.visibility</p:attrName>
                                        </p:attrNameLst>
                                      </p:cBhvr>
                                      <p:to>
                                        <p:strVal val="visible"/>
                                      </p:to>
                                    </p:set>
                                    <p:anim calcmode="lin" valueType="num">
                                      <p:cBhvr>
                                        <p:cTn id="20" dur="500" fill="hold"/>
                                        <p:tgtEl>
                                          <p:spTgt spid="15">
                                            <p:txEl>
                                              <p:pRg st="4" end="4"/>
                                            </p:txEl>
                                          </p:spTgt>
                                        </p:tgtEl>
                                        <p:attrNameLst>
                                          <p:attrName>ppt_w</p:attrName>
                                        </p:attrNameLst>
                                      </p:cBhvr>
                                      <p:tavLst>
                                        <p:tav tm="0">
                                          <p:val>
                                            <p:fltVal val="0"/>
                                          </p:val>
                                        </p:tav>
                                        <p:tav tm="100000">
                                          <p:val>
                                            <p:strVal val="#ppt_w"/>
                                          </p:val>
                                        </p:tav>
                                      </p:tavLst>
                                    </p:anim>
                                    <p:anim calcmode="lin" valueType="num">
                                      <p:cBhvr>
                                        <p:cTn id="21" dur="500" fill="hold"/>
                                        <p:tgtEl>
                                          <p:spTgt spid="15">
                                            <p:txEl>
                                              <p:pRg st="4" end="4"/>
                                            </p:txEl>
                                          </p:spTgt>
                                        </p:tgtEl>
                                        <p:attrNameLst>
                                          <p:attrName>ppt_h</p:attrName>
                                        </p:attrNameLst>
                                      </p:cBhvr>
                                      <p:tavLst>
                                        <p:tav tm="0">
                                          <p:val>
                                            <p:fltVal val="0"/>
                                          </p:val>
                                        </p:tav>
                                        <p:tav tm="100000">
                                          <p:val>
                                            <p:strVal val="#ppt_h"/>
                                          </p:val>
                                        </p:tav>
                                      </p:tavLst>
                                    </p:anim>
                                    <p:animEffect transition="in" filter="fade">
                                      <p:cBhvr>
                                        <p:cTn id="22" dur="500"/>
                                        <p:tgtEl>
                                          <p:spTgt spid="15">
                                            <p:txEl>
                                              <p:pRg st="4" end="4"/>
                                            </p:txEl>
                                          </p:spTgt>
                                        </p:tgtEl>
                                      </p:cBhvr>
                                    </p:animEffect>
                                  </p:childTnLst>
                                </p:cTn>
                              </p:par>
                            </p:childTnLst>
                          </p:cTn>
                        </p:par>
                        <p:par>
                          <p:cTn id="23" fill="hold">
                            <p:stCondLst>
                              <p:cond delay="500"/>
                            </p:stCondLst>
                            <p:childTnLst>
                              <p:par>
                                <p:cTn id="24" presetID="53"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0" fill="hold" nodeType="clickEffect">
                                  <p:stCondLst>
                                    <p:cond delay="0"/>
                                  </p:stCondLst>
                                  <p:childTnLst>
                                    <p:set>
                                      <p:cBhvr>
                                        <p:cTn id="32" dur="1" fill="hold">
                                          <p:stCondLst>
                                            <p:cond delay="0"/>
                                          </p:stCondLst>
                                        </p:cTn>
                                        <p:tgtEl>
                                          <p:spTgt spid="15">
                                            <p:txEl>
                                              <p:pRg st="5" end="5"/>
                                            </p:txEl>
                                          </p:spTgt>
                                        </p:tgtEl>
                                        <p:attrNameLst>
                                          <p:attrName>style.visibility</p:attrName>
                                        </p:attrNameLst>
                                      </p:cBhvr>
                                      <p:to>
                                        <p:strVal val="visible"/>
                                      </p:to>
                                    </p:set>
                                    <p:anim calcmode="lin" valueType="num">
                                      <p:cBhvr>
                                        <p:cTn id="33" dur="500" fill="hold"/>
                                        <p:tgtEl>
                                          <p:spTgt spid="15">
                                            <p:txEl>
                                              <p:pRg st="5" end="5"/>
                                            </p:txEl>
                                          </p:spTgt>
                                        </p:tgtEl>
                                        <p:attrNameLst>
                                          <p:attrName>ppt_w</p:attrName>
                                        </p:attrNameLst>
                                      </p:cBhvr>
                                      <p:tavLst>
                                        <p:tav tm="0">
                                          <p:val>
                                            <p:fltVal val="0"/>
                                          </p:val>
                                        </p:tav>
                                        <p:tav tm="100000">
                                          <p:val>
                                            <p:strVal val="#ppt_w"/>
                                          </p:val>
                                        </p:tav>
                                      </p:tavLst>
                                    </p:anim>
                                    <p:anim calcmode="lin" valueType="num">
                                      <p:cBhvr>
                                        <p:cTn id="34" dur="500" fill="hold"/>
                                        <p:tgtEl>
                                          <p:spTgt spid="15">
                                            <p:txEl>
                                              <p:pRg st="5" end="5"/>
                                            </p:txEl>
                                          </p:spTgt>
                                        </p:tgtEl>
                                        <p:attrNameLst>
                                          <p:attrName>ppt_h</p:attrName>
                                        </p:attrNameLst>
                                      </p:cBhvr>
                                      <p:tavLst>
                                        <p:tav tm="0">
                                          <p:val>
                                            <p:fltVal val="0"/>
                                          </p:val>
                                        </p:tav>
                                        <p:tav tm="100000">
                                          <p:val>
                                            <p:strVal val="#ppt_h"/>
                                          </p:val>
                                        </p:tav>
                                      </p:tavLst>
                                    </p:anim>
                                    <p:animEffect transition="in" filter="fade">
                                      <p:cBhvr>
                                        <p:cTn id="35" dur="500"/>
                                        <p:tgtEl>
                                          <p:spTgt spid="15">
                                            <p:txEl>
                                              <p:pRg st="5" end="5"/>
                                            </p:txEl>
                                          </p:spTgt>
                                        </p:tgtEl>
                                      </p:cBhvr>
                                    </p:animEffect>
                                  </p:childTnLst>
                                </p:cTn>
                              </p:par>
                            </p:childTnLst>
                          </p:cTn>
                        </p:par>
                        <p:par>
                          <p:cTn id="36" fill="hold">
                            <p:stCondLst>
                              <p:cond delay="500"/>
                            </p:stCondLst>
                            <p:childTnLst>
                              <p:par>
                                <p:cTn id="37" presetID="53"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Effect transition="in" filter="fade">
                                      <p:cBhvr>
                                        <p:cTn id="41" dur="500"/>
                                        <p:tgtEl>
                                          <p:spTgt spid="7"/>
                                        </p:tgtEl>
                                      </p:cBhvr>
                                    </p:animEffect>
                                  </p:childTnLst>
                                </p:cTn>
                              </p:par>
                              <p:par>
                                <p:cTn id="42" presetID="53" presetClass="entr" presetSubtype="0" fill="hold" nodeType="with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500" fill="hold"/>
                                        <p:tgtEl>
                                          <p:spTgt spid="5"/>
                                        </p:tgtEl>
                                        <p:attrNameLst>
                                          <p:attrName>ppt_w</p:attrName>
                                        </p:attrNameLst>
                                      </p:cBhvr>
                                      <p:tavLst>
                                        <p:tav tm="0">
                                          <p:val>
                                            <p:fltVal val="0"/>
                                          </p:val>
                                        </p:tav>
                                        <p:tav tm="100000">
                                          <p:val>
                                            <p:strVal val="#ppt_w"/>
                                          </p:val>
                                        </p:tav>
                                      </p:tavLst>
                                    </p:anim>
                                    <p:anim calcmode="lin" valueType="num">
                                      <p:cBhvr>
                                        <p:cTn id="45" dur="500" fill="hold"/>
                                        <p:tgtEl>
                                          <p:spTgt spid="5"/>
                                        </p:tgtEl>
                                        <p:attrNameLst>
                                          <p:attrName>ppt_h</p:attrName>
                                        </p:attrNameLst>
                                      </p:cBhvr>
                                      <p:tavLst>
                                        <p:tav tm="0">
                                          <p:val>
                                            <p:fltVal val="0"/>
                                          </p:val>
                                        </p:tav>
                                        <p:tav tm="100000">
                                          <p:val>
                                            <p:strVal val="#ppt_h"/>
                                          </p:val>
                                        </p:tav>
                                      </p:tavLst>
                                    </p:anim>
                                    <p:animEffect transition="in" filter="fade">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500" fill="hold"/>
                                        <p:tgtEl>
                                          <p:spTgt spid="9"/>
                                        </p:tgtEl>
                                        <p:attrNameLst>
                                          <p:attrName>ppt_w</p:attrName>
                                        </p:attrNameLst>
                                      </p:cBhvr>
                                      <p:tavLst>
                                        <p:tav tm="0">
                                          <p:val>
                                            <p:fltVal val="0"/>
                                          </p:val>
                                        </p:tav>
                                        <p:tav tm="100000">
                                          <p:val>
                                            <p:strVal val="#ppt_w"/>
                                          </p:val>
                                        </p:tav>
                                      </p:tavLst>
                                    </p:anim>
                                    <p:anim calcmode="lin" valueType="num">
                                      <p:cBhvr>
                                        <p:cTn id="52" dur="500" fill="hold"/>
                                        <p:tgtEl>
                                          <p:spTgt spid="9"/>
                                        </p:tgtEl>
                                        <p:attrNameLst>
                                          <p:attrName>ppt_h</p:attrName>
                                        </p:attrNameLst>
                                      </p:cBhvr>
                                      <p:tavLst>
                                        <p:tav tm="0">
                                          <p:val>
                                            <p:fltVal val="0"/>
                                          </p:val>
                                        </p:tav>
                                        <p:tav tm="100000">
                                          <p:val>
                                            <p:strVal val="#ppt_h"/>
                                          </p:val>
                                        </p:tav>
                                      </p:tavLst>
                                    </p:anim>
                                    <p:animEffect transition="in" filter="fade">
                                      <p:cBhvr>
                                        <p:cTn id="5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 name="图片 38"/>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3635896" y="25894"/>
            <a:ext cx="2221826" cy="5117606"/>
          </a:xfrm>
          <a:prstGeom prst="rect">
            <a:avLst/>
          </a:prstGeom>
        </p:spPr>
      </p:pic>
      <p:sp>
        <p:nvSpPr>
          <p:cNvPr id="3" name="矩形 2">
            <a:extLst>
              <a:ext uri="{FF2B5EF4-FFF2-40B4-BE49-F238E27FC236}">
                <a16:creationId xmlns:a16="http://schemas.microsoft.com/office/drawing/2014/main" id="{7A1F52E4-16ED-BBCE-490D-72675A2A11E0}"/>
              </a:ext>
            </a:extLst>
          </p:cNvPr>
          <p:cNvSpPr/>
          <p:nvPr/>
        </p:nvSpPr>
        <p:spPr>
          <a:xfrm>
            <a:off x="4335403" y="477410"/>
            <a:ext cx="720080"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2"/>
          <p:cNvSpPr>
            <a:spLocks noGrp="1" noChangeArrowheads="1"/>
          </p:cNvSpPr>
          <p:nvPr>
            <p:ph type="title"/>
          </p:nvPr>
        </p:nvSpPr>
        <p:spPr/>
        <p:txBody>
          <a:bodyPr/>
          <a:lstStyle/>
          <a:p>
            <a:pPr algn="l"/>
            <a:r>
              <a:rPr lang="zh-CN" altLang="en-US" sz="3000" b="1" spc="300" dirty="0">
                <a:solidFill>
                  <a:schemeClr val="tx1"/>
                </a:solidFill>
                <a:latin typeface="微软雅黑" pitchFamily="34" charset="-122"/>
                <a:ea typeface="微软雅黑" pitchFamily="34" charset="-122"/>
              </a:rPr>
              <a:t>编译器的结构</a:t>
            </a:r>
          </a:p>
        </p:txBody>
      </p:sp>
      <p:sp>
        <p:nvSpPr>
          <p:cNvPr id="19" name="五边形 18"/>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1" name="组合 20"/>
          <p:cNvGrpSpPr/>
          <p:nvPr/>
        </p:nvGrpSpPr>
        <p:grpSpPr>
          <a:xfrm>
            <a:off x="-786" y="195486"/>
            <a:ext cx="756363" cy="432048"/>
            <a:chOff x="-786" y="195486"/>
            <a:chExt cx="756363" cy="432048"/>
          </a:xfrm>
        </p:grpSpPr>
        <p:sp>
          <p:nvSpPr>
            <p:cNvPr id="22" name="五边形 2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3" name="五边形 2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33" name="组合 12"/>
          <p:cNvGrpSpPr/>
          <p:nvPr/>
        </p:nvGrpSpPr>
        <p:grpSpPr>
          <a:xfrm>
            <a:off x="1403648" y="416881"/>
            <a:ext cx="4454071" cy="2394883"/>
            <a:chOff x="2518423" y="40347"/>
            <a:chExt cx="4822579" cy="3193177"/>
          </a:xfrm>
          <a:solidFill>
            <a:schemeClr val="accent6">
              <a:lumMod val="20000"/>
              <a:lumOff val="80000"/>
            </a:schemeClr>
          </a:solidFill>
        </p:grpSpPr>
        <p:sp>
          <p:nvSpPr>
            <p:cNvPr id="35" name="右箭头 34"/>
            <p:cNvSpPr/>
            <p:nvPr/>
          </p:nvSpPr>
          <p:spPr>
            <a:xfrm>
              <a:off x="2518423" y="562706"/>
              <a:ext cx="2183035" cy="2190765"/>
            </a:xfrm>
            <a:prstGeom prst="rightArrow">
              <a:avLst>
                <a:gd name="adj1" fmla="val 62576"/>
                <a:gd name="adj2" fmla="val 23562"/>
              </a:avLst>
            </a:prstGeom>
            <a:solidFill>
              <a:schemeClr val="accent2">
                <a:lumMod val="40000"/>
                <a:lumOff val="6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b="1" dirty="0">
                  <a:solidFill>
                    <a:schemeClr val="tx1"/>
                  </a:solidFill>
                  <a:latin typeface="Times New Roman" pitchFamily="18" charset="0"/>
                  <a:ea typeface="楷体" pitchFamily="49" charset="-122"/>
                  <a:cs typeface="Times New Roman" pitchFamily="18" charset="0"/>
                </a:rPr>
                <a:t>分析部分</a:t>
              </a:r>
              <a:r>
                <a:rPr lang="en-US" altLang="zh-CN" b="1" dirty="0">
                  <a:solidFill>
                    <a:schemeClr val="tx1"/>
                  </a:solidFill>
                  <a:latin typeface="Times New Roman" pitchFamily="18" charset="0"/>
                  <a:ea typeface="楷体" pitchFamily="49" charset="-122"/>
                  <a:cs typeface="Times New Roman" pitchFamily="18" charset="0"/>
                </a:rPr>
                <a:t>/</a:t>
              </a:r>
            </a:p>
            <a:p>
              <a:pPr>
                <a:defRPr/>
              </a:pPr>
              <a:r>
                <a:rPr lang="zh-CN" altLang="en-US" b="1" dirty="0">
                  <a:solidFill>
                    <a:schemeClr val="tx1"/>
                  </a:solidFill>
                  <a:latin typeface="Times New Roman" pitchFamily="18" charset="0"/>
                  <a:ea typeface="楷体" pitchFamily="49" charset="-122"/>
                  <a:cs typeface="Times New Roman" pitchFamily="18" charset="0"/>
                </a:rPr>
                <a:t>前端</a:t>
              </a:r>
              <a:r>
                <a:rPr lang="en-US" altLang="zh-CN" b="1" dirty="0">
                  <a:solidFill>
                    <a:schemeClr val="tx1"/>
                  </a:solidFill>
                  <a:latin typeface="Times New Roman" pitchFamily="18" charset="0"/>
                  <a:ea typeface="楷体" pitchFamily="49" charset="-122"/>
                  <a:cs typeface="Times New Roman" pitchFamily="18" charset="0"/>
                </a:rPr>
                <a:t>(front end)</a:t>
              </a:r>
              <a:r>
                <a:rPr lang="zh-CN" altLang="en-US" b="1" dirty="0">
                  <a:solidFill>
                    <a:schemeClr val="tx1"/>
                  </a:solidFill>
                  <a:latin typeface="Times New Roman" pitchFamily="18" charset="0"/>
                  <a:ea typeface="楷体" pitchFamily="49" charset="-122"/>
                  <a:cs typeface="Times New Roman" pitchFamily="18" charset="0"/>
                </a:rPr>
                <a:t>：</a:t>
              </a:r>
            </a:p>
            <a:p>
              <a:pPr>
                <a:defRPr/>
              </a:pPr>
              <a:r>
                <a:rPr lang="zh-CN" altLang="en-US" b="1" dirty="0">
                  <a:solidFill>
                    <a:schemeClr val="tx1"/>
                  </a:solidFill>
                  <a:latin typeface="Times New Roman" pitchFamily="18" charset="0"/>
                  <a:ea typeface="楷体" pitchFamily="49" charset="-122"/>
                  <a:cs typeface="Times New Roman" pitchFamily="18" charset="0"/>
                </a:rPr>
                <a:t>与</a:t>
              </a:r>
              <a:r>
                <a:rPr lang="zh-CN" altLang="en-US" b="1" dirty="0">
                  <a:solidFill>
                    <a:srgbClr val="FF0000"/>
                  </a:solidFill>
                  <a:latin typeface="Times New Roman" pitchFamily="18" charset="0"/>
                  <a:ea typeface="楷体" pitchFamily="49" charset="-122"/>
                  <a:cs typeface="Times New Roman" pitchFamily="18" charset="0"/>
                </a:rPr>
                <a:t>源语言</a:t>
              </a:r>
              <a:r>
                <a:rPr lang="zh-CN" altLang="en-US" b="1" dirty="0">
                  <a:solidFill>
                    <a:schemeClr val="tx1"/>
                  </a:solidFill>
                  <a:latin typeface="Times New Roman" pitchFamily="18" charset="0"/>
                  <a:ea typeface="楷体" pitchFamily="49" charset="-122"/>
                  <a:cs typeface="Times New Roman" pitchFamily="18" charset="0"/>
                </a:rPr>
                <a:t>相关</a:t>
              </a:r>
              <a:endParaRPr lang="en-US" altLang="zh-CN" b="1" dirty="0">
                <a:solidFill>
                  <a:schemeClr val="tx1"/>
                </a:solidFill>
                <a:latin typeface="Times New Roman" pitchFamily="18" charset="0"/>
                <a:ea typeface="楷体" pitchFamily="49" charset="-122"/>
                <a:cs typeface="Times New Roman" pitchFamily="18" charset="0"/>
              </a:endParaRPr>
            </a:p>
          </p:txBody>
        </p:sp>
        <p:sp>
          <p:nvSpPr>
            <p:cNvPr id="34" name="Rectangle 42"/>
            <p:cNvSpPr>
              <a:spLocks noChangeArrowheads="1"/>
            </p:cNvSpPr>
            <p:nvPr/>
          </p:nvSpPr>
          <p:spPr bwMode="auto">
            <a:xfrm>
              <a:off x="4909165" y="40347"/>
              <a:ext cx="2431837" cy="3193177"/>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grpSp>
      <p:grpSp>
        <p:nvGrpSpPr>
          <p:cNvPr id="2" name="组合 1"/>
          <p:cNvGrpSpPr/>
          <p:nvPr/>
        </p:nvGrpSpPr>
        <p:grpSpPr>
          <a:xfrm>
            <a:off x="1331640" y="3328930"/>
            <a:ext cx="4589702" cy="1643074"/>
            <a:chOff x="1547664" y="3304940"/>
            <a:chExt cx="4589702" cy="1643074"/>
          </a:xfrm>
        </p:grpSpPr>
        <p:sp>
          <p:nvSpPr>
            <p:cNvPr id="37" name="Rectangle 43"/>
            <p:cNvSpPr>
              <a:spLocks noChangeArrowheads="1"/>
            </p:cNvSpPr>
            <p:nvPr/>
          </p:nvSpPr>
          <p:spPr bwMode="auto">
            <a:xfrm flipH="1">
              <a:off x="3779911" y="3714759"/>
              <a:ext cx="2357455" cy="1017231"/>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40" name="右箭头 39"/>
            <p:cNvSpPr/>
            <p:nvPr/>
          </p:nvSpPr>
          <p:spPr>
            <a:xfrm>
              <a:off x="1547664" y="3304940"/>
              <a:ext cx="2072842" cy="1643074"/>
            </a:xfrm>
            <a:prstGeom prst="rightArrow">
              <a:avLst>
                <a:gd name="adj1" fmla="val 62576"/>
                <a:gd name="adj2" fmla="val 23562"/>
              </a:avLst>
            </a:prstGeom>
            <a:solidFill>
              <a:schemeClr val="accent2">
                <a:lumMod val="40000"/>
                <a:lumOff val="6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b="1" dirty="0">
                  <a:solidFill>
                    <a:schemeClr val="tx1"/>
                  </a:solidFill>
                  <a:latin typeface="Times New Roman" pitchFamily="18" charset="0"/>
                  <a:ea typeface="楷体" pitchFamily="49" charset="-122"/>
                  <a:cs typeface="Times New Roman" pitchFamily="18" charset="0"/>
                </a:rPr>
                <a:t>综合部分</a:t>
              </a:r>
              <a:r>
                <a:rPr lang="en-US" altLang="zh-CN" b="1" dirty="0">
                  <a:solidFill>
                    <a:schemeClr val="tx1"/>
                  </a:solidFill>
                  <a:latin typeface="Times New Roman" pitchFamily="18" charset="0"/>
                  <a:ea typeface="楷体" pitchFamily="49" charset="-122"/>
                  <a:cs typeface="Times New Roman" pitchFamily="18" charset="0"/>
                </a:rPr>
                <a:t>/</a:t>
              </a:r>
            </a:p>
            <a:p>
              <a:pPr>
                <a:defRPr/>
              </a:pPr>
              <a:r>
                <a:rPr lang="zh-CN" altLang="en-US" b="1" dirty="0">
                  <a:solidFill>
                    <a:schemeClr val="tx1"/>
                  </a:solidFill>
                  <a:latin typeface="Times New Roman" pitchFamily="18" charset="0"/>
                  <a:ea typeface="楷体" pitchFamily="49" charset="-122"/>
                  <a:cs typeface="Times New Roman" pitchFamily="18" charset="0"/>
                </a:rPr>
                <a:t>后端</a:t>
              </a:r>
              <a:r>
                <a:rPr lang="en-US" altLang="zh-CN" b="1" dirty="0">
                  <a:solidFill>
                    <a:schemeClr val="tx1"/>
                  </a:solidFill>
                  <a:latin typeface="Times New Roman" pitchFamily="18" charset="0"/>
                  <a:ea typeface="楷体" pitchFamily="49" charset="-122"/>
                  <a:cs typeface="Times New Roman" pitchFamily="18" charset="0"/>
                </a:rPr>
                <a:t>(back end)</a:t>
              </a:r>
              <a:r>
                <a:rPr lang="zh-CN" altLang="en-US" b="1" dirty="0">
                  <a:solidFill>
                    <a:schemeClr val="tx1"/>
                  </a:solidFill>
                  <a:latin typeface="Times New Roman" pitchFamily="18" charset="0"/>
                  <a:ea typeface="楷体" pitchFamily="49" charset="-122"/>
                  <a:cs typeface="Times New Roman" pitchFamily="18" charset="0"/>
                </a:rPr>
                <a:t>：</a:t>
              </a:r>
            </a:p>
            <a:p>
              <a:pPr>
                <a:defRPr/>
              </a:pPr>
              <a:r>
                <a:rPr lang="zh-CN" altLang="en-US" b="1" dirty="0">
                  <a:solidFill>
                    <a:schemeClr val="tx1"/>
                  </a:solidFill>
                  <a:latin typeface="Times New Roman" pitchFamily="18" charset="0"/>
                  <a:ea typeface="楷体" pitchFamily="49" charset="-122"/>
                  <a:cs typeface="Times New Roman" pitchFamily="18" charset="0"/>
                </a:rPr>
                <a:t>与</a:t>
              </a:r>
              <a:r>
                <a:rPr lang="zh-CN" altLang="en-US" b="1" dirty="0">
                  <a:solidFill>
                    <a:srgbClr val="FF0000"/>
                  </a:solidFill>
                  <a:latin typeface="Times New Roman" pitchFamily="18" charset="0"/>
                  <a:ea typeface="楷体" pitchFamily="49" charset="-122"/>
                  <a:cs typeface="Times New Roman" pitchFamily="18" charset="0"/>
                </a:rPr>
                <a:t>目标语言</a:t>
              </a:r>
              <a:r>
                <a:rPr lang="zh-CN" altLang="en-US" b="1" dirty="0">
                  <a:solidFill>
                    <a:schemeClr val="tx1"/>
                  </a:solidFill>
                  <a:latin typeface="Times New Roman" pitchFamily="18" charset="0"/>
                  <a:ea typeface="楷体" pitchFamily="49" charset="-122"/>
                  <a:cs typeface="Times New Roman" pitchFamily="18" charset="0"/>
                </a:rPr>
                <a:t>相关</a:t>
              </a:r>
              <a:endParaRPr lang="en-US" altLang="zh-CN" b="1" dirty="0">
                <a:solidFill>
                  <a:schemeClr val="tx1"/>
                </a:solidFill>
                <a:latin typeface="Times New Roman" pitchFamily="18" charset="0"/>
                <a:ea typeface="楷体" pitchFamily="49" charset="-122"/>
                <a:cs typeface="Times New Roman" pitchFamily="18" charset="0"/>
              </a:endParaRPr>
            </a:p>
          </p:txBody>
        </p:sp>
      </p:grpSp>
      <p:sp>
        <p:nvSpPr>
          <p:cNvPr id="10" name="矩形 9">
            <a:extLst>
              <a:ext uri="{FF2B5EF4-FFF2-40B4-BE49-F238E27FC236}">
                <a16:creationId xmlns:a16="http://schemas.microsoft.com/office/drawing/2014/main" id="{9F60313A-CED2-9E68-4F38-50656F033472}"/>
              </a:ext>
            </a:extLst>
          </p:cNvPr>
          <p:cNvSpPr/>
          <p:nvPr/>
        </p:nvSpPr>
        <p:spPr>
          <a:xfrm>
            <a:off x="4335403" y="1163200"/>
            <a:ext cx="720080"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BB8F4289-1803-8EEF-D73B-79D2342DC148}"/>
              </a:ext>
            </a:extLst>
          </p:cNvPr>
          <p:cNvSpPr/>
          <p:nvPr/>
        </p:nvSpPr>
        <p:spPr>
          <a:xfrm>
            <a:off x="4335403" y="1803652"/>
            <a:ext cx="720080"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FFF41541-7EFB-BA0D-2220-03D4BBA9DA1E}"/>
              </a:ext>
            </a:extLst>
          </p:cNvPr>
          <p:cNvSpPr/>
          <p:nvPr/>
        </p:nvSpPr>
        <p:spPr>
          <a:xfrm>
            <a:off x="4211960" y="2499157"/>
            <a:ext cx="1008111"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C69609DB-FF5F-1A90-E13E-C1FDB855C67F}"/>
              </a:ext>
            </a:extLst>
          </p:cNvPr>
          <p:cNvSpPr/>
          <p:nvPr/>
        </p:nvSpPr>
        <p:spPr>
          <a:xfrm>
            <a:off x="4191387" y="3819875"/>
            <a:ext cx="1008111"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B26AE1D-BE0F-444A-E8BF-DAC292FDBBC4}"/>
              </a:ext>
            </a:extLst>
          </p:cNvPr>
          <p:cNvSpPr/>
          <p:nvPr/>
        </p:nvSpPr>
        <p:spPr>
          <a:xfrm>
            <a:off x="4674106" y="4486595"/>
            <a:ext cx="648071" cy="216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D23FED19-8B50-2EA5-FC8C-E520C3D6FF21}"/>
              </a:ext>
            </a:extLst>
          </p:cNvPr>
          <p:cNvSpPr txBox="1"/>
          <p:nvPr/>
        </p:nvSpPr>
        <p:spPr>
          <a:xfrm>
            <a:off x="1343950" y="2715182"/>
            <a:ext cx="2016223" cy="400110"/>
          </a:xfrm>
          <a:prstGeom prst="rect">
            <a:avLst/>
          </a:prstGeom>
          <a:noFill/>
        </p:spPr>
        <p:txBody>
          <a:bodyPr wrap="square">
            <a:spAutoFit/>
          </a:bodyPr>
          <a:lstStyle/>
          <a:p>
            <a:r>
              <a:rPr lang="zh-CN" altLang="en-US" sz="2000" dirty="0">
                <a:solidFill>
                  <a:schemeClr val="tx1"/>
                </a:solidFill>
                <a:latin typeface="楷体" panose="02010609060101010101" pitchFamily="49" charset="-122"/>
                <a:ea typeface="楷体" panose="02010609060101010101" pitchFamily="49" charset="-122"/>
              </a:rPr>
              <a:t>编译阶段的组合</a:t>
            </a:r>
            <a:endParaRPr lang="zh-CN" altLang="en-US" sz="2000" dirty="0">
              <a:latin typeface="楷体" panose="02010609060101010101" pitchFamily="49" charset="-122"/>
              <a:ea typeface="楷体" panose="02010609060101010101" pitchFamily="49" charset="-122"/>
            </a:endParaRPr>
          </a:p>
        </p:txBody>
      </p:sp>
      <p:sp>
        <p:nvSpPr>
          <p:cNvPr id="20" name="Text Box 14">
            <a:extLst>
              <a:ext uri="{FF2B5EF4-FFF2-40B4-BE49-F238E27FC236}">
                <a16:creationId xmlns:a16="http://schemas.microsoft.com/office/drawing/2014/main" id="{CEBC7E46-14B0-4F82-3FFF-C6B32DAFE0D0}"/>
              </a:ext>
            </a:extLst>
          </p:cNvPr>
          <p:cNvSpPr txBox="1">
            <a:spLocks noChangeArrowheads="1"/>
          </p:cNvSpPr>
          <p:nvPr/>
        </p:nvSpPr>
        <p:spPr bwMode="auto">
          <a:xfrm>
            <a:off x="6276000" y="1822834"/>
            <a:ext cx="2688488" cy="1077218"/>
          </a:xfrm>
          <a:prstGeom prst="rect">
            <a:avLst/>
          </a:prstGeom>
          <a:noFill/>
          <a:ln w="9525">
            <a:noFill/>
            <a:miter lim="800000"/>
            <a:headEnd/>
            <a:tailEnd/>
          </a:ln>
        </p:spPr>
        <p:txBody>
          <a:bodyPr wrap="square">
            <a:spAutoFit/>
          </a:bodyPr>
          <a:lstStyle/>
          <a:p>
            <a:pPr algn="l"/>
            <a:r>
              <a:rPr lang="zh-CN" altLang="en-US" sz="2400" dirty="0">
                <a:latin typeface="楷体" panose="02010609060101010101" pitchFamily="49" charset="-122"/>
                <a:ea typeface="楷体" panose="02010609060101010101" pitchFamily="49" charset="-122"/>
              </a:rPr>
              <a:t>编译程序的遍</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趟</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gn="l"/>
            <a:r>
              <a:rPr lang="zh-CN" altLang="en-US" sz="2000" dirty="0">
                <a:solidFill>
                  <a:srgbClr val="333399"/>
                </a:solidFill>
                <a:latin typeface="楷体" panose="02010609060101010101" pitchFamily="49" charset="-122"/>
                <a:ea typeface="楷体" panose="02010609060101010101" pitchFamily="49" charset="-122"/>
              </a:rPr>
              <a:t>对一种代码形式从头到尾扫描一遍</a:t>
            </a:r>
            <a:endParaRPr lang="zh-CN" altLang="en-US" sz="800" dirty="0">
              <a:solidFill>
                <a:srgbClr val="333399"/>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fltVal val="0"/>
                                          </p:val>
                                        </p:tav>
                                        <p:tav tm="100000">
                                          <p:val>
                                            <p:strVal val="#ppt_h"/>
                                          </p:val>
                                        </p:tav>
                                      </p:tavLst>
                                    </p:anim>
                                    <p:animEffect transition="in" filter="fade">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
                                          </p:val>
                                        </p:tav>
                                        <p:tav tm="100000">
                                          <p:val>
                                            <p:strVal val="#ppt_w"/>
                                          </p:val>
                                        </p:tav>
                                      </p:tavLst>
                                    </p:anim>
                                    <p:anim calcmode="lin" valueType="num">
                                      <p:cBhvr>
                                        <p:cTn id="39" dur="500" fill="hold"/>
                                        <p:tgtEl>
                                          <p:spTgt spid="2"/>
                                        </p:tgtEl>
                                        <p:attrNameLst>
                                          <p:attrName>ppt_h</p:attrName>
                                        </p:attrNameLst>
                                      </p:cBhvr>
                                      <p:tavLst>
                                        <p:tav tm="0">
                                          <p:val>
                                            <p:fltVal val="0"/>
                                          </p:val>
                                        </p:tav>
                                        <p:tav tm="100000">
                                          <p:val>
                                            <p:strVal val="#ppt_h"/>
                                          </p:val>
                                        </p:tav>
                                      </p:tavLst>
                                    </p:anim>
                                    <p:animEffect transition="in" filter="fade">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4" grpId="0" animBg="1"/>
      <p:bldP spid="15" grpId="0" animBg="1"/>
      <p:bldP spid="18"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 name="图片 31"/>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4438406"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词法分析</a:t>
            </a: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5"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31" name="Rectangle 42"/>
          <p:cNvSpPr>
            <a:spLocks noChangeArrowheads="1"/>
          </p:cNvSpPr>
          <p:nvPr/>
        </p:nvSpPr>
        <p:spPr bwMode="auto">
          <a:xfrm>
            <a:off x="4572000" y="339502"/>
            <a:ext cx="1961539" cy="444056"/>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3" name="文本框 2">
            <a:extLst>
              <a:ext uri="{FF2B5EF4-FFF2-40B4-BE49-F238E27FC236}">
                <a16:creationId xmlns:a16="http://schemas.microsoft.com/office/drawing/2014/main" id="{94D1473B-FE40-58D6-4DB5-73D6AF49F94D}"/>
              </a:ext>
            </a:extLst>
          </p:cNvPr>
          <p:cNvSpPr txBox="1"/>
          <p:nvPr/>
        </p:nvSpPr>
        <p:spPr>
          <a:xfrm>
            <a:off x="683568" y="4155926"/>
            <a:ext cx="4572000" cy="400110"/>
          </a:xfrm>
          <a:prstGeom prst="rect">
            <a:avLst/>
          </a:prstGeom>
          <a:noFill/>
        </p:spPr>
        <p:txBody>
          <a:bodyPr wrap="square">
            <a:spAutoFit/>
          </a:bodyPr>
          <a:lstStyle/>
          <a:p>
            <a:r>
              <a:rPr lang="zh-CN" altLang="zh-CN" sz="2000" dirty="0">
                <a:effectLst/>
                <a:latin typeface="楷体" panose="02010609060101010101" pitchFamily="49" charset="-122"/>
                <a:ea typeface="楷体" panose="02010609060101010101" pitchFamily="49" charset="-122"/>
                <a:cs typeface="Times New Roman" panose="02020603050405020304" pitchFamily="18" charset="0"/>
              </a:rPr>
              <a:t>词法分析是编译的第一个阶段</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442919" y="714362"/>
            <a:ext cx="8272485" cy="3226273"/>
          </a:xfrm>
        </p:spPr>
        <p:txBody>
          <a:bodyPr/>
          <a:lstStyle/>
          <a:p>
            <a:pPr eaLnBrk="1" hangingPunct="1">
              <a:buClrTx/>
              <a:buFont typeface="Wingdings" pitchFamily="2" charset="2"/>
              <a:buChar char="Ø"/>
            </a:pPr>
            <a:r>
              <a:rPr lang="zh-CN" altLang="en-US" b="1" dirty="0">
                <a:solidFill>
                  <a:schemeClr val="tx1"/>
                </a:solidFill>
              </a:rPr>
              <a:t>词法分析的主要任务</a:t>
            </a:r>
            <a:endParaRPr lang="en-US" altLang="zh-CN" b="1" dirty="0">
              <a:solidFill>
                <a:schemeClr val="tx1"/>
              </a:solidFill>
            </a:endParaRPr>
          </a:p>
          <a:p>
            <a:pPr lvl="1">
              <a:buNone/>
            </a:pPr>
            <a:r>
              <a:rPr lang="zh-CN" altLang="en-US" sz="2000" b="1" dirty="0">
                <a:solidFill>
                  <a:schemeClr val="tx1"/>
                </a:solidFill>
              </a:rPr>
              <a:t>从左向右逐行扫描源程序的字符，识别出各个单词，确定</a:t>
            </a:r>
            <a:r>
              <a:rPr lang="zh-CN" altLang="en-US" sz="2000" b="1" dirty="0">
                <a:solidFill>
                  <a:schemeClr val="tx2">
                    <a:lumMod val="60000"/>
                    <a:lumOff val="40000"/>
                  </a:schemeClr>
                </a:solidFill>
              </a:rPr>
              <a:t>单词的类型</a:t>
            </a:r>
            <a:r>
              <a:rPr lang="zh-CN" altLang="en-US" sz="2000" b="1" dirty="0">
                <a:solidFill>
                  <a:schemeClr val="tx1"/>
                </a:solidFill>
              </a:rPr>
              <a:t>。</a:t>
            </a:r>
            <a:endParaRPr lang="en-US" altLang="zh-CN" sz="2000" b="1" dirty="0">
              <a:solidFill>
                <a:schemeClr val="tx1"/>
              </a:solidFill>
            </a:endParaRPr>
          </a:p>
          <a:p>
            <a:pPr lvl="1">
              <a:buNone/>
            </a:pPr>
            <a:r>
              <a:rPr lang="zh-CN" altLang="en-US" sz="2000" b="1" dirty="0">
                <a:solidFill>
                  <a:schemeClr val="tx1"/>
                </a:solidFill>
              </a:rPr>
              <a:t>将识别出的单词转换成统一的</a:t>
            </a:r>
            <a:r>
              <a:rPr lang="zh-CN" altLang="en-US" sz="2000" b="1" dirty="0">
                <a:solidFill>
                  <a:srgbClr val="FF0000"/>
                </a:solidFill>
              </a:rPr>
              <a:t>机内表示</a:t>
            </a:r>
            <a:r>
              <a:rPr lang="en-US" altLang="zh-CN" sz="2000" b="1" dirty="0">
                <a:solidFill>
                  <a:schemeClr val="tx1"/>
                </a:solidFill>
              </a:rPr>
              <a:t>——</a:t>
            </a:r>
            <a:r>
              <a:rPr lang="zh-CN" altLang="en-US" sz="2000" b="1" dirty="0">
                <a:solidFill>
                  <a:schemeClr val="tx1"/>
                </a:solidFill>
              </a:rPr>
              <a:t>词法单元</a:t>
            </a:r>
            <a:r>
              <a:rPr lang="en-US" altLang="zh-CN" sz="1600" b="1" dirty="0">
                <a:solidFill>
                  <a:schemeClr val="tx1"/>
                </a:solidFill>
              </a:rPr>
              <a:t>(token)</a:t>
            </a:r>
            <a:r>
              <a:rPr lang="zh-CN" altLang="en-US" sz="2000" b="1" dirty="0">
                <a:solidFill>
                  <a:schemeClr val="tx1"/>
                </a:solidFill>
              </a:rPr>
              <a:t>形式</a:t>
            </a:r>
            <a:endParaRPr lang="en-US" altLang="zh-CN" sz="2000" b="1" dirty="0">
              <a:solidFill>
                <a:schemeClr val="tx1"/>
              </a:solidFill>
            </a:endParaRPr>
          </a:p>
          <a:p>
            <a:pPr lvl="1">
              <a:buNone/>
            </a:pPr>
            <a:r>
              <a:rPr lang="en-US" altLang="zh-CN" sz="2000" b="1" dirty="0">
                <a:solidFill>
                  <a:schemeClr val="tx1"/>
                </a:solidFill>
              </a:rPr>
              <a:t> </a:t>
            </a:r>
            <a:r>
              <a:rPr lang="en-US" altLang="zh-CN" sz="1800" b="1" dirty="0">
                <a:solidFill>
                  <a:schemeClr val="tx1"/>
                </a:solidFill>
              </a:rPr>
              <a:t>token</a:t>
            </a:r>
            <a:r>
              <a:rPr lang="zh-CN" altLang="en-US" sz="1800" b="1" dirty="0">
                <a:solidFill>
                  <a:schemeClr val="tx1"/>
                </a:solidFill>
              </a:rPr>
              <a:t>：</a:t>
            </a:r>
            <a:r>
              <a:rPr lang="en-US" altLang="zh-CN" sz="1800" b="1" dirty="0">
                <a:solidFill>
                  <a:schemeClr val="tx1"/>
                </a:solidFill>
              </a:rPr>
              <a:t>&lt; </a:t>
            </a:r>
            <a:r>
              <a:rPr lang="zh-CN" altLang="en-US" sz="1800" b="1" dirty="0">
                <a:solidFill>
                  <a:schemeClr val="tx1"/>
                </a:solidFill>
              </a:rPr>
              <a:t>种别码，属性值 </a:t>
            </a:r>
            <a:r>
              <a:rPr lang="en-US" altLang="zh-CN" sz="1800" b="1" dirty="0">
                <a:solidFill>
                  <a:schemeClr val="tx1"/>
                </a:solidFill>
              </a:rPr>
              <a:t>&gt;</a:t>
            </a:r>
          </a:p>
          <a:p>
            <a:pPr lvl="1"/>
            <a:endParaRPr lang="en-US" altLang="zh-CN" sz="1800" b="1" dirty="0"/>
          </a:p>
          <a:p>
            <a:pPr lvl="1">
              <a:buClr>
                <a:srgbClr val="3333CC"/>
              </a:buClr>
              <a:buNone/>
            </a:pPr>
            <a:endParaRPr lang="en-US" altLang="zh-CN" sz="2000" dirty="0">
              <a:solidFill>
                <a:srgbClr val="000000"/>
              </a:solidFill>
            </a:endParaRPr>
          </a:p>
          <a:p>
            <a:pPr eaLnBrk="1" hangingPunct="1"/>
            <a:endParaRPr lang="zh-CN" altLang="en-US" sz="2800" dirty="0">
              <a:latin typeface="楷体_GB2312" pitchFamily="49" charset="-122"/>
              <a:ea typeface="楷体_GB2312" pitchFamily="49" charset="-122"/>
            </a:endParaRPr>
          </a:p>
        </p:txBody>
      </p:sp>
      <p:sp>
        <p:nvSpPr>
          <p:cNvPr id="20482" name="Rectangle 2"/>
          <p:cNvSpPr>
            <a:spLocks noGrp="1" noChangeArrowheads="1"/>
          </p:cNvSpPr>
          <p:nvPr>
            <p:ph type="title"/>
          </p:nvPr>
        </p:nvSpPr>
        <p:spPr/>
        <p:txBody>
          <a:bodyPr>
            <a:normAutofit fontScale="90000"/>
          </a:bodyPr>
          <a:lstStyle/>
          <a:p>
            <a:pPr eaLnBrk="1" hangingPunct="1"/>
            <a:r>
              <a:rPr lang="zh-CN" altLang="en-US" sz="3300" spc="300" dirty="0">
                <a:solidFill>
                  <a:schemeClr val="tx1"/>
                </a:solidFill>
                <a:latin typeface="微软雅黑" pitchFamily="34" charset="-122"/>
                <a:ea typeface="微软雅黑" pitchFamily="34" charset="-122"/>
                <a:cs typeface="Times New Roman" pitchFamily="18" charset="0"/>
              </a:rPr>
              <a:t>词法分析</a:t>
            </a:r>
            <a:r>
              <a:rPr lang="en-US" altLang="zh-CN" sz="3300" spc="300" dirty="0">
                <a:solidFill>
                  <a:schemeClr val="tx1"/>
                </a:solidFill>
                <a:latin typeface="微软雅黑" pitchFamily="34" charset="-122"/>
                <a:ea typeface="微软雅黑" pitchFamily="34" charset="-122"/>
                <a:cs typeface="Times New Roman" pitchFamily="18" charset="0"/>
              </a:rPr>
              <a:t>/</a:t>
            </a:r>
            <a:r>
              <a:rPr lang="zh-CN" altLang="en-US" sz="3300" spc="300" dirty="0">
                <a:solidFill>
                  <a:schemeClr val="tx1"/>
                </a:solidFill>
                <a:latin typeface="微软雅黑" pitchFamily="34" charset="-122"/>
                <a:ea typeface="微软雅黑" pitchFamily="34" charset="-122"/>
                <a:cs typeface="Times New Roman" pitchFamily="18" charset="0"/>
              </a:rPr>
              <a:t>扫描</a:t>
            </a:r>
            <a:r>
              <a:rPr lang="en-US" altLang="zh-CN" sz="3600" dirty="0">
                <a:solidFill>
                  <a:schemeClr val="tx1"/>
                </a:solidFill>
                <a:ea typeface="楷体_GB2312" pitchFamily="49" charset="-122"/>
                <a:cs typeface="Times New Roman" pitchFamily="18" charset="0"/>
              </a:rPr>
              <a:t>(</a:t>
            </a:r>
            <a:r>
              <a:rPr lang="en-US" altLang="zh-CN" sz="3600" i="1" dirty="0">
                <a:solidFill>
                  <a:schemeClr val="tx1"/>
                </a:solidFill>
              </a:rPr>
              <a:t>Scanning</a:t>
            </a:r>
            <a:r>
              <a:rPr lang="en-US" altLang="zh-CN" sz="3600" dirty="0">
                <a:solidFill>
                  <a:schemeClr val="tx1"/>
                </a:solidFill>
                <a:ea typeface="楷体_GB2312" pitchFamily="49" charset="-122"/>
              </a:rPr>
              <a:t>)</a:t>
            </a:r>
            <a:endParaRPr lang="zh-CN" altLang="en-US" sz="5400" dirty="0">
              <a:solidFill>
                <a:schemeClr val="tx1"/>
              </a:solidFill>
              <a:latin typeface="楷体_GB2312" pitchFamily="49" charset="-122"/>
              <a:ea typeface="楷体_GB2312" pitchFamily="49" charset="-122"/>
            </a:endParaRPr>
          </a:p>
        </p:txBody>
      </p:sp>
      <p:graphicFrame>
        <p:nvGraphicFramePr>
          <p:cNvPr id="12" name="Group 18"/>
          <p:cNvGraphicFramePr>
            <a:graphicFrameLocks noGrp="1"/>
          </p:cNvGraphicFramePr>
          <p:nvPr>
            <p:extLst>
              <p:ext uri="{D42A27DB-BD31-4B8C-83A1-F6EECF244321}">
                <p14:modId xmlns:p14="http://schemas.microsoft.com/office/powerpoint/2010/main" val="3819463292"/>
              </p:ext>
            </p:extLst>
          </p:nvPr>
        </p:nvGraphicFramePr>
        <p:xfrm>
          <a:off x="714348" y="2214560"/>
          <a:ext cx="7715306" cy="2889624"/>
        </p:xfrm>
        <a:graphic>
          <a:graphicData uri="http://schemas.openxmlformats.org/drawingml/2006/table">
            <a:tbl>
              <a:tblPr/>
              <a:tblGrid>
                <a:gridCol w="302700">
                  <a:extLst>
                    <a:ext uri="{9D8B030D-6E8A-4147-A177-3AD203B41FA5}">
                      <a16:colId xmlns:a16="http://schemas.microsoft.com/office/drawing/2014/main" val="20000"/>
                    </a:ext>
                  </a:extLst>
                </a:gridCol>
                <a:gridCol w="1441801">
                  <a:extLst>
                    <a:ext uri="{9D8B030D-6E8A-4147-A177-3AD203B41FA5}">
                      <a16:colId xmlns:a16="http://schemas.microsoft.com/office/drawing/2014/main" val="20001"/>
                    </a:ext>
                  </a:extLst>
                </a:gridCol>
                <a:gridCol w="4613481">
                  <a:extLst>
                    <a:ext uri="{9D8B030D-6E8A-4147-A177-3AD203B41FA5}">
                      <a16:colId xmlns:a16="http://schemas.microsoft.com/office/drawing/2014/main" val="20002"/>
                    </a:ext>
                  </a:extLst>
                </a:gridCol>
                <a:gridCol w="1357324">
                  <a:extLst>
                    <a:ext uri="{9D8B030D-6E8A-4147-A177-3AD203B41FA5}">
                      <a16:colId xmlns:a16="http://schemas.microsoft.com/office/drawing/2014/main" val="20003"/>
                    </a:ext>
                  </a:extLst>
                </a:gridCol>
              </a:tblGrid>
              <a:tr h="31101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endParaRP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单词类型</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种别</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种别码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1101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1</a:t>
                      </a: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关键字</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program</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if</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else</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then</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词</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01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 pitchFamily="49" charset="-122"/>
                          <a:cs typeface="Times New Roman" pitchFamily="18" charset="0"/>
                        </a:rPr>
                        <a:t>2</a:t>
                      </a: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标识符</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变量名、数组名、记录名、过程名、</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多词</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01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chemeClr val="tx1"/>
                          </a:solidFill>
                          <a:effectLst/>
                          <a:latin typeface="Times New Roman" pitchFamily="18" charset="0"/>
                          <a:ea typeface="楷体" pitchFamily="49" charset="-122"/>
                          <a:cs typeface="Times New Roman" pitchFamily="18" charset="0"/>
                        </a:rPr>
                        <a:t>3</a:t>
                      </a: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常量</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整型、浮点型、字符型、布尔型、</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型</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8262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endParaRPr>
                    </a:p>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4</a:t>
                      </a: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endParaRPr>
                    </a:p>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运算符</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算术（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  --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
                          <a:schemeClr val="folHlink"/>
                        </a:buClr>
                        <a:buSzPct val="60000"/>
                        <a:buFont typeface="Wingdings" pitchFamily="2" charset="2"/>
                        <a:buNone/>
                        <a:tabLst/>
                        <a:defRPr/>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关系（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&gt;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&lt;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&gt;=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&lt;=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p>
                      <a:pPr marL="342900" marR="0" lvl="0" indent="-342900" algn="l" defTabSz="914400" rtl="0" eaLnBrk="0" fontAlgn="base" latinLnBrk="0" hangingPunct="0">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逻辑（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&amp;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0" fontAlgn="base" latinLnBrk="0" hangingPunct="0">
                        <a:lnSpc>
                          <a:spcPct val="100000"/>
                        </a:lnSpc>
                        <a:spcBef>
                          <a:spcPct val="0"/>
                        </a:spcBef>
                        <a:spcAft>
                          <a:spcPct val="0"/>
                        </a:spcAft>
                        <a:buClr>
                          <a:schemeClr val="folHlink"/>
                        </a:buClr>
                        <a:buSzPct val="60000"/>
                        <a:buFont typeface="Wingdings" pitchFamily="2" charset="2"/>
                        <a:buNone/>
                        <a:tabLst/>
                        <a:defRPr/>
                      </a:pP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词</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endParaRPr lang="en-US" altLang="zh-CN" sz="1800" b="1" dirty="0">
                        <a:solidFill>
                          <a:schemeClr val="tx2">
                            <a:lumMod val="60000"/>
                            <a:lumOff val="40000"/>
                          </a:schemeClr>
                        </a:solidFill>
                        <a:latin typeface="楷体" panose="02010609060101010101" pitchFamily="49" charset="-122"/>
                        <a:ea typeface="楷体" panose="02010609060101010101" pitchFamily="49" charset="-122"/>
                      </a:endParaRPr>
                    </a:p>
                    <a:p>
                      <a:pPr marL="342900" marR="0" lvl="0" indent="-342900" algn="l" defTabSz="914400" rtl="0" eaLnBrk="0" fontAlgn="base" latinLnBrk="0" hangingPunct="0">
                        <a:lnSpc>
                          <a:spcPct val="100000"/>
                        </a:lnSpc>
                        <a:spcBef>
                          <a:spcPct val="0"/>
                        </a:spcBef>
                        <a:spcAft>
                          <a:spcPct val="0"/>
                        </a:spcAft>
                        <a:buClr>
                          <a:schemeClr val="folHlink"/>
                        </a:buClr>
                        <a:buSzPct val="60000"/>
                        <a:buFont typeface="Wingdings" pitchFamily="2" charset="2"/>
                        <a:buNone/>
                        <a:tabLst/>
                        <a:defRPr/>
                      </a:pP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   或</a:t>
                      </a:r>
                      <a:endParaRPr lang="en-US" altLang="zh-CN" sz="1800" b="1" dirty="0">
                        <a:solidFill>
                          <a:schemeClr val="tx2">
                            <a:lumMod val="60000"/>
                            <a:lumOff val="40000"/>
                          </a:schemeClr>
                        </a:solidFill>
                        <a:latin typeface="楷体" panose="02010609060101010101" pitchFamily="49" charset="-122"/>
                        <a:ea typeface="楷体" panose="02010609060101010101" pitchFamily="49" charset="-122"/>
                      </a:endParaRPr>
                    </a:p>
                    <a:p>
                      <a:pPr marL="342900" marR="0" lvl="0" indent="-342900" algn="l" defTabSz="914400" rtl="0" eaLnBrk="0" fontAlgn="base" latinLnBrk="0" hangingPunct="0">
                        <a:lnSpc>
                          <a:spcPct val="100000"/>
                        </a:lnSpc>
                        <a:spcBef>
                          <a:spcPct val="0"/>
                        </a:spcBef>
                        <a:spcAft>
                          <a:spcPct val="0"/>
                        </a:spcAft>
                        <a:buClr>
                          <a:schemeClr val="folHlink"/>
                        </a:buClr>
                        <a:buSzPct val="60000"/>
                        <a:buFont typeface="Wingdings" pitchFamily="2" charset="2"/>
                        <a:buNone/>
                        <a:tabLst/>
                        <a:defRPr/>
                      </a:pP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型</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01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5</a:t>
                      </a:r>
                    </a:p>
                  </a:txBody>
                  <a:tcPr marL="100252" marR="100252" marT="37602" marB="37602"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界限符</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r>
                        <a:rPr kumimoji="0" lang="zh-CN" altLang="en-US"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 </a:t>
                      </a:r>
                      <a:r>
                        <a:rPr kumimoji="0" lang="en-US" altLang="zh-CN" sz="2000" b="1" i="0" u="none" strike="noStrike" cap="none" normalizeH="0" baseline="0" dirty="0">
                          <a:ln>
                            <a:noFill/>
                          </a:ln>
                          <a:solidFill>
                            <a:schemeClr val="tx1"/>
                          </a:solidFill>
                          <a:effectLst/>
                          <a:latin typeface="Times New Roman" pitchFamily="18" charset="0"/>
                          <a:ea typeface="楷体" pitchFamily="49" charset="-122"/>
                          <a:cs typeface="Times New Roman" pitchFamily="18" charset="0"/>
                        </a:rPr>
                        <a:t>…</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a:t>
                      </a:r>
                      <a:r>
                        <a:rPr lang="zh-CN" altLang="en-US" sz="1800" b="1" dirty="0">
                          <a:solidFill>
                            <a:schemeClr val="tx2">
                              <a:lumMod val="60000"/>
                              <a:lumOff val="40000"/>
                            </a:schemeClr>
                          </a:solidFill>
                          <a:latin typeface="楷体" panose="02010609060101010101" pitchFamily="49" charset="-122"/>
                          <a:ea typeface="楷体" panose="02010609060101010101" pitchFamily="49" charset="-122"/>
                        </a:rPr>
                        <a:t>词</a:t>
                      </a:r>
                      <a:r>
                        <a:rPr lang="zh-CN" altLang="zh-CN" sz="1800" b="1" dirty="0">
                          <a:solidFill>
                            <a:schemeClr val="tx2">
                              <a:lumMod val="60000"/>
                              <a:lumOff val="40000"/>
                            </a:schemeClr>
                          </a:solidFill>
                          <a:latin typeface="楷体" panose="02010609060101010101" pitchFamily="49" charset="-122"/>
                          <a:ea typeface="楷体" panose="02010609060101010101" pitchFamily="49" charset="-122"/>
                        </a:rPr>
                        <a:t>一码</a:t>
                      </a:r>
                    </a:p>
                  </a:txBody>
                  <a:tcPr marL="100252" marR="100252" marT="37602" marB="37602"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8" name="组合 17"/>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0" name="五边形 1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26" name="组合 25"/>
          <p:cNvGrpSpPr/>
          <p:nvPr/>
        </p:nvGrpSpPr>
        <p:grpSpPr>
          <a:xfrm>
            <a:off x="714348" y="2215354"/>
            <a:ext cx="7716099" cy="2928941"/>
            <a:chOff x="857224" y="2215354"/>
            <a:chExt cx="7716099" cy="2928941"/>
          </a:xfrm>
        </p:grpSpPr>
        <p:sp>
          <p:nvSpPr>
            <p:cNvPr id="13" name="矩形 12"/>
            <p:cNvSpPr/>
            <p:nvPr/>
          </p:nvSpPr>
          <p:spPr>
            <a:xfrm>
              <a:off x="7284090" y="2571750"/>
              <a:ext cx="184731" cy="400110"/>
            </a:xfrm>
            <a:prstGeom prst="rect">
              <a:avLst/>
            </a:prstGeom>
          </p:spPr>
          <p:txBody>
            <a:bodyPr wrap="none">
              <a:spAutoFit/>
            </a:bodyPr>
            <a:lstStyle/>
            <a:p>
              <a:pPr lvl="0" eaLnBrk="0" hangingPunct="0">
                <a:spcBef>
                  <a:spcPct val="30000"/>
                </a:spcBef>
              </a:pPr>
              <a:endParaRPr lang="zh-CN" altLang="zh-CN" sz="2000" b="1" dirty="0">
                <a:solidFill>
                  <a:srgbClr val="FF0000"/>
                </a:solidFill>
                <a:latin typeface="楷体" panose="02010609060101010101" pitchFamily="49" charset="-122"/>
                <a:ea typeface="楷体" panose="02010609060101010101" pitchFamily="49" charset="-122"/>
              </a:endParaRPr>
            </a:p>
          </p:txBody>
        </p:sp>
        <p:sp>
          <p:nvSpPr>
            <p:cNvPr id="14" name="矩形 13"/>
            <p:cNvSpPr/>
            <p:nvPr/>
          </p:nvSpPr>
          <p:spPr>
            <a:xfrm>
              <a:off x="7284090" y="2959936"/>
              <a:ext cx="184731" cy="400110"/>
            </a:xfrm>
            <a:prstGeom prst="rect">
              <a:avLst/>
            </a:prstGeom>
          </p:spPr>
          <p:txBody>
            <a:bodyPr wrap="none">
              <a:spAutoFit/>
            </a:bodyPr>
            <a:lstStyle/>
            <a:p>
              <a:pPr eaLnBrk="0" hangingPunct="0">
                <a:spcBef>
                  <a:spcPct val="30000"/>
                </a:spcBef>
                <a:buClr>
                  <a:schemeClr val="folHlink"/>
                </a:buClr>
                <a:buSzPct val="60000"/>
              </a:pP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15" name="矩形 14"/>
            <p:cNvSpPr/>
            <p:nvPr/>
          </p:nvSpPr>
          <p:spPr>
            <a:xfrm>
              <a:off x="7284090" y="3357568"/>
              <a:ext cx="184731" cy="400110"/>
            </a:xfrm>
            <a:prstGeom prst="rect">
              <a:avLst/>
            </a:prstGeom>
          </p:spPr>
          <p:txBody>
            <a:bodyPr wrap="none">
              <a:spAutoFit/>
            </a:bodyPr>
            <a:lstStyle/>
            <a:p>
              <a:pPr lvl="0" eaLnBrk="0" hangingPunct="0">
                <a:spcBef>
                  <a:spcPct val="30000"/>
                </a:spcBef>
              </a:pPr>
              <a:endParaRPr lang="zh-CN" altLang="zh-CN" sz="2000" b="1" dirty="0">
                <a:solidFill>
                  <a:srgbClr val="FF0000"/>
                </a:solidFill>
                <a:latin typeface="楷体" panose="02010609060101010101" pitchFamily="49" charset="-122"/>
                <a:ea typeface="楷体" panose="02010609060101010101" pitchFamily="49" charset="-122"/>
              </a:endParaRPr>
            </a:p>
          </p:txBody>
        </p:sp>
        <p:cxnSp>
          <p:nvCxnSpPr>
            <p:cNvPr id="23" name="直接连接符 22"/>
            <p:cNvCxnSpPr/>
            <p:nvPr/>
          </p:nvCxnSpPr>
          <p:spPr>
            <a:xfrm rot="5400000">
              <a:off x="-606452" y="3679031"/>
              <a:ext cx="2928148" cy="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a:off x="7108058" y="3679031"/>
              <a:ext cx="2928941"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矩形 26"/>
          <p:cNvSpPr/>
          <p:nvPr/>
        </p:nvSpPr>
        <p:spPr>
          <a:xfrm>
            <a:off x="0" y="5114924"/>
            <a:ext cx="91440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0"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fill="hold"/>
                                        <p:tgtEl>
                                          <p:spTgt spid="26"/>
                                        </p:tgtEl>
                                        <p:attrNameLst>
                                          <p:attrName>ppt_w</p:attrName>
                                        </p:attrNameLst>
                                      </p:cBhvr>
                                      <p:tavLst>
                                        <p:tav tm="0">
                                          <p:val>
                                            <p:fltVal val="0"/>
                                          </p:val>
                                        </p:tav>
                                        <p:tav tm="100000">
                                          <p:val>
                                            <p:strVal val="#ppt_w"/>
                                          </p:val>
                                        </p:tav>
                                      </p:tavLst>
                                    </p:anim>
                                    <p:anim calcmode="lin" valueType="num">
                                      <p:cBhvr>
                                        <p:cTn id="13" dur="500" fill="hold"/>
                                        <p:tgtEl>
                                          <p:spTgt spid="26"/>
                                        </p:tgtEl>
                                        <p:attrNameLst>
                                          <p:attrName>ppt_h</p:attrName>
                                        </p:attrNameLst>
                                      </p:cBhvr>
                                      <p:tavLst>
                                        <p:tav tm="0">
                                          <p:val>
                                            <p:fltVal val="0"/>
                                          </p:val>
                                        </p:tav>
                                        <p:tav tm="100000">
                                          <p:val>
                                            <p:strVal val="#ppt_h"/>
                                          </p:val>
                                        </p:tav>
                                      </p:tavLst>
                                    </p:anim>
                                    <p:animEffect transition="in" filter="fade">
                                      <p:cBhvr>
                                        <p:cTn id="1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Autofit/>
          </a:bodyPr>
          <a:lstStyle/>
          <a:p>
            <a:pPr eaLnBrk="1" hangingPunct="1"/>
            <a:r>
              <a:rPr lang="zh-CN" altLang="en-US" sz="3000" dirty="0">
                <a:solidFill>
                  <a:schemeClr val="tx1"/>
                </a:solidFill>
                <a:latin typeface="微软雅黑" pitchFamily="34" charset="-122"/>
                <a:ea typeface="微软雅黑" pitchFamily="34" charset="-122"/>
              </a:rPr>
              <a:t>例：词</a:t>
            </a:r>
            <a:r>
              <a:rPr lang="zh-CN" altLang="en-US" sz="3000" spc="300" dirty="0">
                <a:solidFill>
                  <a:schemeClr val="tx1"/>
                </a:solidFill>
                <a:latin typeface="微软雅黑" pitchFamily="34" charset="-122"/>
                <a:ea typeface="微软雅黑" pitchFamily="34" charset="-122"/>
              </a:rPr>
              <a:t>法分析后得到的</a:t>
            </a:r>
            <a:r>
              <a:rPr lang="en-US" altLang="zh-CN" sz="3000" dirty="0">
                <a:solidFill>
                  <a:schemeClr val="tx1"/>
                </a:solidFill>
                <a:latin typeface="微软雅黑" pitchFamily="34" charset="-122"/>
                <a:ea typeface="微软雅黑" pitchFamily="34" charset="-122"/>
              </a:rPr>
              <a:t>token</a:t>
            </a:r>
            <a:r>
              <a:rPr lang="zh-CN" altLang="en-US" sz="3000" spc="300" dirty="0">
                <a:solidFill>
                  <a:schemeClr val="tx1"/>
                </a:solidFill>
                <a:latin typeface="微软雅黑" pitchFamily="34" charset="-122"/>
                <a:ea typeface="微软雅黑" pitchFamily="34" charset="-122"/>
              </a:rPr>
              <a:t>序列</a:t>
            </a:r>
            <a:endParaRPr lang="en-US" altLang="zh-CN" sz="3000" spc="300" dirty="0">
              <a:solidFill>
                <a:schemeClr val="tx1"/>
              </a:solidFill>
              <a:latin typeface="微软雅黑" pitchFamily="34" charset="-122"/>
              <a:ea typeface="微软雅黑" pitchFamily="34" charset="-122"/>
            </a:endParaRPr>
          </a:p>
        </p:txBody>
      </p:sp>
      <p:grpSp>
        <p:nvGrpSpPr>
          <p:cNvPr id="6" name="组合 5"/>
          <p:cNvGrpSpPr/>
          <p:nvPr/>
        </p:nvGrpSpPr>
        <p:grpSpPr>
          <a:xfrm>
            <a:off x="-786" y="195486"/>
            <a:ext cx="756363" cy="432048"/>
            <a:chOff x="-786" y="195486"/>
            <a:chExt cx="756363" cy="432048"/>
          </a:xfrm>
        </p:grpSpPr>
        <p:sp>
          <p:nvSpPr>
            <p:cNvPr id="7"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0" name="Rectangle 3"/>
          <p:cNvSpPr>
            <a:spLocks noGrp="1" noChangeArrowheads="1"/>
          </p:cNvSpPr>
          <p:nvPr>
            <p:ph idx="1"/>
          </p:nvPr>
        </p:nvSpPr>
        <p:spPr>
          <a:xfrm>
            <a:off x="285720" y="1000114"/>
            <a:ext cx="9072594" cy="5857916"/>
          </a:xfrm>
        </p:spPr>
        <p:txBody>
          <a:bodyPr>
            <a:noAutofit/>
          </a:bodyPr>
          <a:lstStyle/>
          <a:p>
            <a:pPr eaLnBrk="1" hangingPunct="1">
              <a:lnSpc>
                <a:spcPts val="800"/>
              </a:lnSpc>
              <a:buClrTx/>
              <a:buFont typeface="Wingdings" pitchFamily="2" charset="2"/>
              <a:buChar char="Ø"/>
            </a:pPr>
            <a:r>
              <a:rPr lang="zh-CN" altLang="en-US" b="1" dirty="0">
                <a:solidFill>
                  <a:schemeClr val="tx1"/>
                </a:solidFill>
                <a:latin typeface="楷体" pitchFamily="49" charset="-122"/>
                <a:ea typeface="楷体" pitchFamily="49" charset="-122"/>
                <a:cs typeface="Times New Roman" pitchFamily="18" charset="0"/>
              </a:rPr>
              <a:t>输入</a:t>
            </a:r>
            <a:r>
              <a:rPr lang="en-US" altLang="zh-CN" b="1" dirty="0">
                <a:solidFill>
                  <a:schemeClr val="accent1">
                    <a:lumMod val="75000"/>
                  </a:schemeClr>
                </a:solidFill>
                <a:latin typeface="楷体" pitchFamily="49" charset="-122"/>
                <a:ea typeface="楷体" pitchFamily="49" charset="-122"/>
                <a:cs typeface="Times New Roman" pitchFamily="18" charset="0"/>
              </a:rPr>
              <a:t>  </a:t>
            </a:r>
            <a:r>
              <a:rPr lang="en-US" altLang="zh-CN" b="1" dirty="0">
                <a:solidFill>
                  <a:schemeClr val="tx1"/>
                </a:solidFill>
                <a:latin typeface="Times New Roman" pitchFamily="18" charset="0"/>
                <a:ea typeface="楷体" pitchFamily="49" charset="-122"/>
                <a:cs typeface="Times New Roman" pitchFamily="18" charset="0"/>
              </a:rPr>
              <a:t>while(value!=100){</a:t>
            </a:r>
            <a:r>
              <a:rPr lang="en-US" altLang="zh-CN" b="1" dirty="0" err="1">
                <a:solidFill>
                  <a:schemeClr val="tx1"/>
                </a:solidFill>
                <a:latin typeface="Times New Roman" pitchFamily="18" charset="0"/>
                <a:ea typeface="楷体" pitchFamily="49" charset="-122"/>
                <a:cs typeface="Times New Roman" pitchFamily="18" charset="0"/>
              </a:rPr>
              <a:t>num</a:t>
            </a:r>
            <a:r>
              <a:rPr lang="en-US" altLang="zh-CN" b="1" dirty="0">
                <a:solidFill>
                  <a:schemeClr val="tx1"/>
                </a:solidFill>
                <a:latin typeface="Times New Roman" pitchFamily="18" charset="0"/>
                <a:ea typeface="楷体" pitchFamily="49" charset="-122"/>
                <a:cs typeface="Times New Roman" pitchFamily="18" charset="0"/>
              </a:rPr>
              <a:t>++;}</a:t>
            </a:r>
          </a:p>
          <a:p>
            <a:pPr eaLnBrk="1" hangingPunct="1">
              <a:lnSpc>
                <a:spcPts val="800"/>
              </a:lnSpc>
              <a:buClrTx/>
              <a:buFont typeface="Wingdings" pitchFamily="2" charset="2"/>
              <a:buChar char="Ø"/>
            </a:pPr>
            <a:endParaRPr lang="en-US" altLang="zh-CN" b="1" dirty="0">
              <a:solidFill>
                <a:schemeClr val="tx1"/>
              </a:solidFill>
              <a:latin typeface="Times New Roman" pitchFamily="18" charset="0"/>
              <a:ea typeface="楷体" pitchFamily="49" charset="-122"/>
              <a:cs typeface="Times New Roman" pitchFamily="18" charset="0"/>
            </a:endParaRPr>
          </a:p>
          <a:p>
            <a:pPr eaLnBrk="1" hangingPunct="1">
              <a:lnSpc>
                <a:spcPts val="800"/>
              </a:lnSpc>
              <a:buClr>
                <a:schemeClr val="tx1"/>
              </a:buClr>
              <a:buFont typeface="Wingdings" pitchFamily="2" charset="2"/>
              <a:buChar char="Ø"/>
            </a:pPr>
            <a:r>
              <a:rPr lang="zh-CN" altLang="en-US" b="1" dirty="0">
                <a:solidFill>
                  <a:schemeClr val="tx1"/>
                </a:solidFill>
                <a:latin typeface="楷体" pitchFamily="49" charset="-122"/>
                <a:ea typeface="楷体" pitchFamily="49" charset="-122"/>
                <a:cs typeface="Times New Roman" pitchFamily="18" charset="0"/>
              </a:rPr>
              <a:t>输出  </a:t>
            </a:r>
            <a:r>
              <a:rPr lang="en-US" altLang="zh-CN" b="1" dirty="0">
                <a:solidFill>
                  <a:schemeClr val="tx1"/>
                </a:solidFill>
                <a:latin typeface="Times New Roman" pitchFamily="18" charset="0"/>
                <a:ea typeface="楷体" pitchFamily="49" charset="-122"/>
                <a:cs typeface="Times New Roman" pitchFamily="18" charset="0"/>
              </a:rPr>
              <a:t>1   while</a:t>
            </a:r>
            <a:r>
              <a:rPr lang="en-US" altLang="zh-CN" b="1" dirty="0">
                <a:solidFill>
                  <a:schemeClr val="tx1"/>
                </a:solidFill>
                <a:ea typeface="楷体" pitchFamily="49" charset="-122"/>
                <a:cs typeface="Times New Roman" pitchFamily="18" charset="0"/>
              </a:rPr>
              <a:t>      </a:t>
            </a:r>
            <a:r>
              <a:rPr lang="en-US" altLang="zh-CN" b="1" dirty="0">
                <a:solidFill>
                  <a:schemeClr val="tx1"/>
                </a:solidFill>
                <a:latin typeface="Times New Roman" pitchFamily="18" charset="0"/>
                <a:ea typeface="楷体" pitchFamily="49" charset="-122"/>
                <a:cs typeface="Times New Roman" pitchFamily="18" charset="0"/>
              </a:rPr>
              <a:t>&lt; WHILE ,       - </a:t>
            </a:r>
            <a:r>
              <a:rPr lang="en-US" altLang="zh-CN" b="1" dirty="0">
                <a:solidFill>
                  <a:schemeClr val="tx1"/>
                </a:solidFill>
                <a:ea typeface="楷体" pitchFamily="49" charset="-122"/>
                <a:cs typeface="Times New Roman" pitchFamily="18" charset="0"/>
              </a:rPr>
              <a:t>       </a:t>
            </a:r>
            <a:r>
              <a:rPr lang="en-US" altLang="zh-CN" b="1" dirty="0">
                <a:solidFill>
                  <a:schemeClr val="tx1"/>
                </a:solidFill>
                <a:latin typeface="Times New Roman" pitchFamily="18" charset="0"/>
                <a:ea typeface="楷体" pitchFamily="49" charset="-122"/>
                <a:cs typeface="Times New Roman" pitchFamily="18" charset="0"/>
              </a:rPr>
              <a:t>&gt;</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2      (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&lt;    SLP     ,       -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&gt;</a:t>
            </a:r>
          </a:p>
          <a:p>
            <a:pPr lvl="1" algn="just" eaLnBrk="1" hangingPunct="1">
              <a:lnSpc>
                <a:spcPts val="800"/>
              </a:lnSpc>
              <a:buFont typeface="Wingdings" pitchFamily="2" charset="2"/>
              <a:buNone/>
            </a:pPr>
            <a:endParaRPr lang="en-US" altLang="zh-CN" sz="2400" b="1" dirty="0">
              <a:solidFill>
                <a:schemeClr val="tx1"/>
              </a:solidFill>
              <a:ea typeface="楷体" pitchFamily="49" charset="-122"/>
              <a:cs typeface="Times New Roman" pitchFamily="18" charset="0"/>
            </a:endParaRPr>
          </a:p>
          <a:p>
            <a:pPr lvl="1" algn="just">
              <a:lnSpc>
                <a:spcPts val="800"/>
              </a:lnSpc>
              <a:buNone/>
            </a:pPr>
            <a:r>
              <a:rPr lang="en-US" altLang="zh-CN" sz="2400" b="1" dirty="0">
                <a:solidFill>
                  <a:schemeClr val="tx1"/>
                </a:solidFill>
                <a:latin typeface="Times New Roman" pitchFamily="18" charset="0"/>
                <a:ea typeface="楷体" pitchFamily="49" charset="-122"/>
                <a:cs typeface="Times New Roman" pitchFamily="18" charset="0"/>
              </a:rPr>
              <a:t>            3   </a:t>
            </a:r>
            <a:r>
              <a:rPr lang="en-US" altLang="zh-CN" sz="2400" b="1" dirty="0">
                <a:solidFill>
                  <a:schemeClr val="tx1"/>
                </a:solidFill>
                <a:ea typeface="楷体" pitchFamily="49" charset="-122"/>
                <a:cs typeface="Times New Roman" pitchFamily="18" charset="0"/>
              </a:rPr>
              <a:t>value      </a:t>
            </a:r>
            <a:r>
              <a:rPr lang="en-US" altLang="zh-CN" sz="2400" b="1" dirty="0">
                <a:solidFill>
                  <a:schemeClr val="tx1"/>
                </a:solidFill>
                <a:latin typeface="Times New Roman" pitchFamily="18" charset="0"/>
                <a:ea typeface="楷体" pitchFamily="49" charset="-122"/>
                <a:cs typeface="Times New Roman" pitchFamily="18" charset="0"/>
              </a:rPr>
              <a:t>&lt;    </a:t>
            </a:r>
            <a:r>
              <a:rPr lang="en-US" altLang="zh-CN" sz="2400" b="1" dirty="0">
                <a:solidFill>
                  <a:schemeClr val="tx2">
                    <a:lumMod val="60000"/>
                    <a:lumOff val="40000"/>
                  </a:schemeClr>
                </a:solidFill>
                <a:latin typeface="Times New Roman" pitchFamily="18" charset="0"/>
                <a:ea typeface="楷体" pitchFamily="49" charset="-122"/>
                <a:cs typeface="Times New Roman" pitchFamily="18" charset="0"/>
              </a:rPr>
              <a:t>IDN  </a:t>
            </a:r>
            <a:r>
              <a:rPr lang="en-US" altLang="zh-CN" sz="2400" b="1" dirty="0">
                <a:solidFill>
                  <a:schemeClr val="tx1"/>
                </a:solidFill>
                <a:latin typeface="Times New Roman" pitchFamily="18" charset="0"/>
                <a:ea typeface="楷体" pitchFamily="49" charset="-122"/>
                <a:cs typeface="Times New Roman" pitchFamily="18" charset="0"/>
              </a:rPr>
              <a:t>   ,   </a:t>
            </a:r>
            <a:r>
              <a:rPr lang="en-US" altLang="zh-CN" sz="2400" b="1" dirty="0">
                <a:solidFill>
                  <a:schemeClr val="tx1"/>
                </a:solidFill>
                <a:ea typeface="楷体" pitchFamily="49" charset="-122"/>
                <a:cs typeface="Times New Roman" pitchFamily="18" charset="0"/>
              </a:rPr>
              <a:t>value    </a:t>
            </a:r>
            <a:r>
              <a:rPr lang="en-US" altLang="zh-CN" sz="2400" b="1" dirty="0">
                <a:solidFill>
                  <a:schemeClr val="tx1"/>
                </a:solidFill>
                <a:latin typeface="Times New Roman" pitchFamily="18" charset="0"/>
                <a:ea typeface="楷体" pitchFamily="49" charset="-122"/>
                <a:cs typeface="Times New Roman" pitchFamily="18" charset="0"/>
              </a:rPr>
              <a:t>&gt;</a:t>
            </a:r>
            <a:endParaRPr lang="zh-CN" altLang="en-US" sz="2400" b="1" dirty="0">
              <a:solidFill>
                <a:schemeClr val="tx1"/>
              </a:solidFill>
              <a:latin typeface="Times New Roman" pitchFamily="18" charset="0"/>
              <a:ea typeface="楷体" pitchFamily="49" charset="-122"/>
              <a:cs typeface="Times New Roman" pitchFamily="18" charset="0"/>
            </a:endParaRPr>
          </a:p>
          <a:p>
            <a:pPr lvl="1" algn="just" eaLnBrk="1" hangingPunct="1">
              <a:lnSpc>
                <a:spcPts val="800"/>
              </a:lnSpc>
              <a:buFont typeface="Wingdings" pitchFamily="2" charset="2"/>
              <a:buNone/>
            </a:pPr>
            <a:endParaRPr lang="en-US" altLang="zh-CN" sz="2400" b="1" dirty="0">
              <a:solidFill>
                <a:schemeClr val="tx1"/>
              </a:solidFill>
              <a:latin typeface="Times New Roman" pitchFamily="18" charset="0"/>
              <a:ea typeface="楷体" pitchFamily="49" charset="-122"/>
              <a:cs typeface="Times New Roman" pitchFamily="18" charset="0"/>
            </a:endParaRP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4     </a:t>
            </a:r>
            <a:r>
              <a:rPr lang="zh-CN" altLang="en-US" sz="2400" b="1" dirty="0">
                <a:solidFill>
                  <a:schemeClr val="tx1"/>
                </a:solidFill>
                <a:latin typeface="Times New Roman" pitchFamily="18" charset="0"/>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&lt;</a:t>
            </a:r>
            <a:r>
              <a:rPr lang="zh-CN" altLang="en-US" sz="2400" b="1" dirty="0">
                <a:solidFill>
                  <a:schemeClr val="tx1"/>
                </a:solidFill>
                <a:latin typeface="Times New Roman" pitchFamily="18" charset="0"/>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NE     ,        - 	&gt;</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5    100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&lt; </a:t>
            </a:r>
            <a:r>
              <a:rPr lang="en-US" altLang="zh-CN" sz="2400" b="1" dirty="0">
                <a:solidFill>
                  <a:schemeClr val="tx2">
                    <a:lumMod val="60000"/>
                    <a:lumOff val="40000"/>
                  </a:schemeClr>
                </a:solidFill>
                <a:latin typeface="Times New Roman" pitchFamily="18" charset="0"/>
                <a:ea typeface="楷体" pitchFamily="49" charset="-122"/>
                <a:cs typeface="Times New Roman" pitchFamily="18" charset="0"/>
              </a:rPr>
              <a:t>CONST</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100       &gt;</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6       )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&lt;    SRP</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 	&gt;</a:t>
            </a:r>
          </a:p>
          <a:p>
            <a:pPr lvl="1" algn="just" eaLnBrk="1" hangingPunct="1">
              <a:lnSpc>
                <a:spcPts val="800"/>
              </a:lnSpc>
              <a:buFont typeface="Wingdings" pitchFamily="2" charset="2"/>
              <a:buNone/>
            </a:pPr>
            <a:endParaRPr lang="en-US" altLang="zh-CN" sz="2400" b="1" dirty="0">
              <a:solidFill>
                <a:schemeClr val="tx1"/>
              </a:solidFill>
              <a:latin typeface="Times New Roman" pitchFamily="18" charset="0"/>
              <a:ea typeface="楷体" pitchFamily="49" charset="-122"/>
              <a:cs typeface="Times New Roman" pitchFamily="18" charset="0"/>
            </a:endParaRP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7       {     	&lt;     LP</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 	&gt;</a:t>
            </a:r>
          </a:p>
          <a:p>
            <a:pPr lvl="1" algn="just">
              <a:lnSpc>
                <a:spcPts val="800"/>
              </a:lnSpc>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a:lnSpc>
                <a:spcPts val="800"/>
              </a:lnSpc>
              <a:buNone/>
            </a:pPr>
            <a:r>
              <a:rPr lang="en-US" altLang="zh-CN" sz="2400" b="1" dirty="0">
                <a:solidFill>
                  <a:schemeClr val="tx1"/>
                </a:solidFill>
                <a:latin typeface="Times New Roman" pitchFamily="18" charset="0"/>
                <a:ea typeface="楷体" pitchFamily="49" charset="-122"/>
                <a:cs typeface="Times New Roman" pitchFamily="18" charset="0"/>
              </a:rPr>
              <a:t>	        8   </a:t>
            </a:r>
            <a:r>
              <a:rPr lang="en-US" altLang="zh-CN" sz="2400" b="1" dirty="0" err="1">
                <a:solidFill>
                  <a:schemeClr val="tx1"/>
                </a:solidFill>
                <a:ea typeface="楷体" pitchFamily="49" charset="-122"/>
                <a:cs typeface="Times New Roman" pitchFamily="18" charset="0"/>
              </a:rPr>
              <a:t>num</a:t>
            </a:r>
            <a:r>
              <a:rPr lang="en-US" altLang="zh-CN" sz="2400" b="1" dirty="0">
                <a:solidFill>
                  <a:schemeClr val="tx1"/>
                </a:solidFill>
                <a:latin typeface="Times New Roman" pitchFamily="18" charset="0"/>
                <a:ea typeface="楷体" pitchFamily="49" charset="-122"/>
                <a:cs typeface="Times New Roman" pitchFamily="18" charset="0"/>
              </a:rPr>
              <a:t> 	&lt;    </a:t>
            </a:r>
            <a:r>
              <a:rPr lang="en-US" altLang="zh-CN" sz="2400" b="1" dirty="0">
                <a:solidFill>
                  <a:schemeClr val="tx2">
                    <a:lumMod val="60000"/>
                    <a:lumOff val="40000"/>
                  </a:schemeClr>
                </a:solidFill>
                <a:latin typeface="Times New Roman" pitchFamily="18" charset="0"/>
                <a:ea typeface="楷体" pitchFamily="49" charset="-122"/>
                <a:cs typeface="Times New Roman" pitchFamily="18" charset="0"/>
              </a:rPr>
              <a:t>IDN</a:t>
            </a:r>
            <a:r>
              <a:rPr lang="en-US" altLang="zh-CN" sz="2400" b="1" dirty="0">
                <a:solidFill>
                  <a:schemeClr val="tx2">
                    <a:lumMod val="60000"/>
                    <a:lumOff val="40000"/>
                  </a:schemeClr>
                </a:solidFill>
                <a:ea typeface="楷体" pitchFamily="49" charset="-122"/>
                <a:cs typeface="Times New Roman" pitchFamily="18" charset="0"/>
              </a:rPr>
              <a:t>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a:t>
            </a:r>
            <a:r>
              <a:rPr lang="en-US" altLang="zh-CN" sz="2400" b="1" dirty="0" err="1">
                <a:solidFill>
                  <a:schemeClr val="tx1"/>
                </a:solidFill>
                <a:ea typeface="楷体" pitchFamily="49" charset="-122"/>
                <a:cs typeface="Times New Roman" pitchFamily="18" charset="0"/>
              </a:rPr>
              <a:t>num</a:t>
            </a:r>
            <a:r>
              <a:rPr lang="en-US" altLang="zh-CN" sz="2400" b="1" dirty="0">
                <a:solidFill>
                  <a:schemeClr val="tx1"/>
                </a:solidFill>
                <a:latin typeface="Times New Roman" pitchFamily="18" charset="0"/>
                <a:ea typeface="楷体" pitchFamily="49" charset="-122"/>
                <a:cs typeface="Times New Roman" pitchFamily="18" charset="0"/>
              </a:rPr>
              <a:t>    &gt;</a:t>
            </a:r>
            <a:endParaRPr lang="zh-CN" altLang="en-US" sz="2400" b="1" dirty="0">
              <a:solidFill>
                <a:schemeClr val="tx1"/>
              </a:solidFill>
              <a:latin typeface="Times New Roman" pitchFamily="18" charset="0"/>
              <a:ea typeface="楷体" pitchFamily="49" charset="-122"/>
              <a:cs typeface="Times New Roman" pitchFamily="18" charset="0"/>
            </a:endParaRP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9      </a:t>
            </a:r>
            <a:r>
              <a:rPr lang="zh-CN" altLang="en-US" sz="2400" b="1" dirty="0">
                <a:solidFill>
                  <a:schemeClr val="tx1"/>
                </a:solidFill>
                <a:latin typeface="Times New Roman" pitchFamily="18" charset="0"/>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&lt;</a:t>
            </a:r>
            <a:r>
              <a:rPr lang="zh-CN" altLang="en-US" sz="2400" b="1" dirty="0">
                <a:solidFill>
                  <a:schemeClr val="tx1"/>
                </a:solidFill>
                <a:latin typeface="Times New Roman" pitchFamily="18" charset="0"/>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INC</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 	&gt;</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10       ;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&lt;  SEMI    ,        - 	&gt;</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a:t>
            </a:r>
          </a:p>
          <a:p>
            <a:pPr lvl="1" algn="just" eaLnBrk="1" hangingPunct="1">
              <a:lnSpc>
                <a:spcPts val="800"/>
              </a:lnSpc>
              <a:buFont typeface="Wingdings" pitchFamily="2" charset="2"/>
              <a:buNone/>
            </a:pPr>
            <a:r>
              <a:rPr lang="en-US" altLang="zh-CN" sz="2400" b="1" dirty="0">
                <a:solidFill>
                  <a:schemeClr val="tx1"/>
                </a:solidFill>
                <a:latin typeface="Times New Roman" pitchFamily="18" charset="0"/>
                <a:ea typeface="楷体" pitchFamily="49" charset="-122"/>
                <a:cs typeface="Times New Roman" pitchFamily="18" charset="0"/>
              </a:rPr>
              <a:t>	       11       } </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&lt;      RP</a:t>
            </a:r>
            <a:r>
              <a:rPr lang="en-US" altLang="zh-CN" sz="2400" b="1" dirty="0">
                <a:solidFill>
                  <a:schemeClr val="tx1"/>
                </a:solidFill>
                <a:ea typeface="楷体" pitchFamily="49" charset="-122"/>
                <a:cs typeface="Times New Roman" pitchFamily="18" charset="0"/>
              </a:rPr>
              <a:t>     </a:t>
            </a:r>
            <a:r>
              <a:rPr lang="en-US" altLang="zh-CN" sz="2400" b="1" dirty="0">
                <a:solidFill>
                  <a:schemeClr val="tx1"/>
                </a:solidFill>
                <a:latin typeface="Times New Roman" pitchFamily="18" charset="0"/>
                <a:ea typeface="楷体" pitchFamily="49" charset="-122"/>
                <a:cs typeface="Times New Roman" pitchFamily="18" charset="0"/>
              </a:rPr>
              <a:t>,        - 	&gt;    </a:t>
            </a:r>
            <a:endParaRPr lang="zh-CN" altLang="en-US" sz="2400" b="1" dirty="0">
              <a:solidFill>
                <a:schemeClr val="tx1"/>
              </a:solidFill>
              <a:latin typeface="Times New Roman" pitchFamily="18" charset="0"/>
              <a:ea typeface="楷体" pitchFamily="49" charset="-122"/>
              <a:cs typeface="Times New Roman" pitchFamily="18" charset="0"/>
            </a:endParaRPr>
          </a:p>
        </p:txBody>
      </p:sp>
      <p:sp>
        <p:nvSpPr>
          <p:cNvPr id="11" name="AutoShape 208"/>
          <p:cNvSpPr>
            <a:spLocks noChangeArrowheads="1"/>
          </p:cNvSpPr>
          <p:nvPr/>
        </p:nvSpPr>
        <p:spPr bwMode="auto">
          <a:xfrm>
            <a:off x="6143636" y="1500180"/>
            <a:ext cx="2857520" cy="1428760"/>
          </a:xfrm>
          <a:prstGeom prst="cloudCallout">
            <a:avLst>
              <a:gd name="adj1" fmla="val -49536"/>
              <a:gd name="adj2" fmla="val 71871"/>
            </a:avLst>
          </a:prstGeom>
          <a:solidFill>
            <a:schemeClr val="accent5">
              <a:lumMod val="60000"/>
              <a:lumOff val="40000"/>
            </a:schemeClr>
          </a:solidFill>
          <a:ln w="9525">
            <a:solidFill>
              <a:schemeClr val="tx1"/>
            </a:solidFill>
            <a:round/>
            <a:headEnd/>
            <a:tailEnd/>
          </a:ln>
          <a:effectLst/>
        </p:spPr>
        <p:txBody>
          <a:bodyPr/>
          <a:lstStyle/>
          <a:p>
            <a:r>
              <a:rPr lang="zh-CN" altLang="en-US" sz="2600" b="1" dirty="0">
                <a:latin typeface="楷体" pitchFamily="49" charset="-122"/>
                <a:ea typeface="楷体" pitchFamily="49" charset="-122"/>
                <a:cs typeface="Times New Roman" pitchFamily="18" charset="0"/>
              </a:rPr>
              <a:t>如何实现</a:t>
            </a:r>
            <a:endParaRPr lang="en-US" altLang="zh-CN" sz="2600" b="1" dirty="0">
              <a:latin typeface="楷体" pitchFamily="49" charset="-122"/>
              <a:ea typeface="楷体" pitchFamily="49" charset="-122"/>
              <a:cs typeface="Times New Roman" pitchFamily="18" charset="0"/>
            </a:endParaRPr>
          </a:p>
          <a:p>
            <a:r>
              <a:rPr lang="zh-CN" altLang="en-US" sz="2600" b="1" dirty="0">
                <a:latin typeface="楷体" pitchFamily="49" charset="-122"/>
                <a:ea typeface="楷体" pitchFamily="49" charset="-122"/>
                <a:cs typeface="Times New Roman" pitchFamily="18" charset="0"/>
              </a:rPr>
              <a:t>词法分析器？</a:t>
            </a:r>
            <a:endParaRPr lang="en-US" altLang="zh-CN" sz="2600" b="1" dirty="0">
              <a:latin typeface="楷体" pitchFamily="49" charset="-122"/>
              <a:ea typeface="楷体"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3851920"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语法分析</a:t>
            </a: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0" name="Rectangle 42"/>
          <p:cNvSpPr>
            <a:spLocks noChangeArrowheads="1"/>
          </p:cNvSpPr>
          <p:nvPr/>
        </p:nvSpPr>
        <p:spPr bwMode="auto">
          <a:xfrm>
            <a:off x="3978613" y="1059582"/>
            <a:ext cx="1961539" cy="403910"/>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3" name="文本框 2">
            <a:extLst>
              <a:ext uri="{FF2B5EF4-FFF2-40B4-BE49-F238E27FC236}">
                <a16:creationId xmlns:a16="http://schemas.microsoft.com/office/drawing/2014/main" id="{870F8289-1BEE-3FC2-1667-810685C2590A}"/>
              </a:ext>
            </a:extLst>
          </p:cNvPr>
          <p:cNvSpPr txBox="1"/>
          <p:nvPr/>
        </p:nvSpPr>
        <p:spPr>
          <a:xfrm>
            <a:off x="387382" y="4227934"/>
            <a:ext cx="4572000" cy="400110"/>
          </a:xfrm>
          <a:prstGeom prst="rect">
            <a:avLst/>
          </a:prstGeom>
          <a:noFill/>
        </p:spPr>
        <p:txBody>
          <a:bodyPr wrap="square">
            <a:spAutoFit/>
          </a:bodyPr>
          <a:lstStyle/>
          <a:p>
            <a:r>
              <a:rPr lang="zh-CN" altLang="en-US" sz="2000" dirty="0">
                <a:effectLst/>
                <a:latin typeface="楷体" panose="02010609060101010101" pitchFamily="49" charset="-122"/>
                <a:ea typeface="楷体" panose="02010609060101010101" pitchFamily="49" charset="-122"/>
                <a:cs typeface="Times New Roman" panose="02020603050405020304" pitchFamily="18" charset="0"/>
              </a:rPr>
              <a:t>语</a:t>
            </a:r>
            <a:r>
              <a:rPr lang="zh-CN" altLang="zh-CN" sz="2000" dirty="0">
                <a:effectLst/>
                <a:latin typeface="楷体" panose="02010609060101010101" pitchFamily="49" charset="-122"/>
                <a:ea typeface="楷体" panose="02010609060101010101" pitchFamily="49" charset="-122"/>
                <a:cs typeface="Times New Roman" panose="02020603050405020304" pitchFamily="18" charset="0"/>
              </a:rPr>
              <a:t>法分析是编译的第</a:t>
            </a:r>
            <a:r>
              <a:rPr lang="zh-CN" altLang="en-US" sz="2000" dirty="0">
                <a:effectLst/>
                <a:latin typeface="楷体" panose="02010609060101010101" pitchFamily="49" charset="-122"/>
                <a:ea typeface="楷体" panose="02010609060101010101" pitchFamily="49" charset="-122"/>
                <a:cs typeface="Times New Roman" panose="02020603050405020304" pitchFamily="18" charset="0"/>
              </a:rPr>
              <a:t>二</a:t>
            </a:r>
            <a:r>
              <a:rPr lang="zh-CN" altLang="zh-CN" sz="2000" dirty="0">
                <a:effectLst/>
                <a:latin typeface="楷体" panose="02010609060101010101" pitchFamily="49" charset="-122"/>
                <a:ea typeface="楷体" panose="02010609060101010101" pitchFamily="49" charset="-122"/>
                <a:cs typeface="Times New Roman" panose="02020603050405020304" pitchFamily="18" charset="0"/>
              </a:rPr>
              <a:t>个阶段</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p:cNvSpPr>
            <a:spLocks noGrp="1" noChangeArrowheads="1"/>
          </p:cNvSpPr>
          <p:nvPr>
            <p:ph type="title"/>
          </p:nvPr>
        </p:nvSpPr>
        <p:spPr>
          <a:xfrm>
            <a:off x="755576" y="267494"/>
            <a:ext cx="7931224" cy="360040"/>
          </a:xfrm>
        </p:spPr>
        <p:txBody>
          <a:bodyPr/>
          <a:lstStyle/>
          <a:p>
            <a:r>
              <a:rPr lang="zh-CN" altLang="en-US" sz="3000" spc="300" dirty="0">
                <a:solidFill>
                  <a:schemeClr val="tx1"/>
                </a:solidFill>
                <a:latin typeface="微软雅黑" pitchFamily="34" charset="-122"/>
                <a:ea typeface="微软雅黑" pitchFamily="34" charset="-122"/>
              </a:rPr>
              <a:t>语法分析 </a:t>
            </a:r>
            <a:r>
              <a:rPr lang="en-US" altLang="zh-CN" sz="3000" dirty="0">
                <a:solidFill>
                  <a:schemeClr val="tx1"/>
                </a:solidFill>
                <a:ea typeface="微软雅黑" pitchFamily="34" charset="-122"/>
                <a:cs typeface="Times New Roman" panose="02020603050405020304" pitchFamily="18" charset="0"/>
              </a:rPr>
              <a:t>( </a:t>
            </a:r>
            <a:r>
              <a:rPr lang="en-US" altLang="zh-CN" sz="3000" i="1" dirty="0">
                <a:solidFill>
                  <a:schemeClr val="tx1"/>
                </a:solidFill>
                <a:ea typeface="微软雅黑" pitchFamily="34" charset="-122"/>
                <a:cs typeface="Times New Roman" panose="02020603050405020304" pitchFamily="18" charset="0"/>
              </a:rPr>
              <a:t>parsing</a:t>
            </a:r>
            <a:r>
              <a:rPr lang="en-US" altLang="zh-CN" sz="3000" dirty="0">
                <a:solidFill>
                  <a:schemeClr val="tx1"/>
                </a:solidFill>
                <a:ea typeface="微软雅黑" pitchFamily="34" charset="-122"/>
                <a:cs typeface="Times New Roman" panose="02020603050405020304" pitchFamily="18" charset="0"/>
              </a:rPr>
              <a:t>)</a:t>
            </a:r>
            <a:endParaRPr lang="zh-CN" altLang="en-US" sz="3000" b="1" dirty="0">
              <a:solidFill>
                <a:schemeClr val="tx1"/>
              </a:solidFill>
              <a:ea typeface="微软雅黑" pitchFamily="34" charset="-122"/>
              <a:cs typeface="Times New Roman" panose="02020603050405020304" pitchFamily="18" charset="0"/>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7" name="内容占位符 2"/>
          <p:cNvSpPr>
            <a:spLocks noGrp="1"/>
          </p:cNvSpPr>
          <p:nvPr>
            <p:ph idx="1"/>
          </p:nvPr>
        </p:nvSpPr>
        <p:spPr>
          <a:xfrm>
            <a:off x="428595" y="843558"/>
            <a:ext cx="7743805" cy="3673711"/>
          </a:xfrm>
        </p:spPr>
        <p:txBody>
          <a:bodyPr>
            <a:normAutofit/>
          </a:bodyPr>
          <a:lstStyle/>
          <a:p>
            <a:pPr algn="just">
              <a:buClrTx/>
              <a:buFont typeface="Wingdings" pitchFamily="2" charset="2"/>
              <a:buChar char="Ø"/>
            </a:pPr>
            <a:r>
              <a:rPr lang="zh-CN" altLang="en-US" sz="2500" b="1" dirty="0">
                <a:solidFill>
                  <a:schemeClr val="tx1"/>
                </a:solidFill>
                <a:latin typeface="楷体" pitchFamily="49" charset="-122"/>
                <a:ea typeface="楷体" pitchFamily="49" charset="-122"/>
              </a:rPr>
              <a:t>语法分析器</a:t>
            </a:r>
            <a:r>
              <a:rPr lang="en-US" altLang="zh-CN" sz="2500" b="1" dirty="0">
                <a:solidFill>
                  <a:schemeClr val="tx1"/>
                </a:solidFill>
                <a:ea typeface="楷体" pitchFamily="49" charset="-122"/>
                <a:cs typeface="Times New Roman" pitchFamily="18" charset="0"/>
              </a:rPr>
              <a:t>(parser)</a:t>
            </a:r>
            <a:r>
              <a:rPr lang="zh-CN" altLang="en-US" sz="2500" b="1" dirty="0">
                <a:solidFill>
                  <a:schemeClr val="tx1"/>
                </a:solidFill>
                <a:latin typeface="楷体" pitchFamily="49" charset="-122"/>
                <a:ea typeface="楷体" pitchFamily="49" charset="-122"/>
              </a:rPr>
              <a:t>从词法分析器输出的</a:t>
            </a:r>
            <a:r>
              <a:rPr lang="en-US" altLang="zh-CN" sz="2500" b="1" dirty="0">
                <a:solidFill>
                  <a:schemeClr val="tx1"/>
                </a:solidFill>
                <a:ea typeface="楷体" pitchFamily="49" charset="-122"/>
                <a:cs typeface="Times New Roman" pitchFamily="18" charset="0"/>
              </a:rPr>
              <a:t>token</a:t>
            </a:r>
            <a:r>
              <a:rPr lang="zh-CN" altLang="en-US" sz="2500" b="1" dirty="0">
                <a:solidFill>
                  <a:schemeClr val="tx1"/>
                </a:solidFill>
                <a:latin typeface="楷体" pitchFamily="49" charset="-122"/>
                <a:ea typeface="楷体" pitchFamily="49" charset="-122"/>
              </a:rPr>
              <a:t>序列中</a:t>
            </a:r>
            <a:r>
              <a:rPr lang="zh-CN" altLang="en-US" sz="2500" b="1" dirty="0">
                <a:solidFill>
                  <a:schemeClr val="tx2">
                    <a:lumMod val="60000"/>
                    <a:lumOff val="40000"/>
                  </a:schemeClr>
                </a:solidFill>
                <a:latin typeface="楷体" pitchFamily="49" charset="-122"/>
                <a:ea typeface="楷体" pitchFamily="49" charset="-122"/>
              </a:rPr>
              <a:t>识别出各类短语</a:t>
            </a:r>
            <a:r>
              <a:rPr lang="zh-CN" altLang="en-US" sz="2500" b="1" dirty="0">
                <a:solidFill>
                  <a:schemeClr val="tx1"/>
                </a:solidFill>
                <a:latin typeface="楷体" pitchFamily="49" charset="-122"/>
                <a:ea typeface="楷体" pitchFamily="49" charset="-122"/>
              </a:rPr>
              <a:t>，并</a:t>
            </a:r>
            <a:r>
              <a:rPr lang="zh-CN" altLang="en-US" sz="2500" b="1" dirty="0">
                <a:solidFill>
                  <a:schemeClr val="tx2">
                    <a:lumMod val="60000"/>
                    <a:lumOff val="40000"/>
                  </a:schemeClr>
                </a:solidFill>
                <a:latin typeface="楷体" pitchFamily="49" charset="-122"/>
                <a:ea typeface="楷体" pitchFamily="49" charset="-122"/>
              </a:rPr>
              <a:t>构造语法分析树</a:t>
            </a:r>
            <a:r>
              <a:rPr lang="en-US" altLang="zh-CN" sz="2500" b="1" dirty="0">
                <a:solidFill>
                  <a:schemeClr val="tx1"/>
                </a:solidFill>
                <a:ea typeface="楷体" pitchFamily="49" charset="-122"/>
                <a:cs typeface="Times New Roman" pitchFamily="18" charset="0"/>
              </a:rPr>
              <a:t>(parse tree)</a:t>
            </a:r>
            <a:endParaRPr lang="en-US" altLang="zh-CN" sz="2500" b="1" dirty="0">
              <a:solidFill>
                <a:schemeClr val="tx1"/>
              </a:solidFill>
              <a:latin typeface="楷体" pitchFamily="49" charset="-122"/>
              <a:ea typeface="楷体" pitchFamily="49" charset="-122"/>
            </a:endParaRPr>
          </a:p>
          <a:p>
            <a:pPr lvl="1">
              <a:lnSpc>
                <a:spcPct val="110000"/>
              </a:lnSpc>
              <a:buClrTx/>
              <a:buFont typeface="Wingdings" pitchFamily="2" charset="2"/>
              <a:buChar char="Ø"/>
              <a:defRPr/>
            </a:pPr>
            <a:r>
              <a:rPr lang="zh-CN" altLang="en-US" sz="2000" b="1" dirty="0">
                <a:solidFill>
                  <a:schemeClr val="tx1"/>
                </a:solidFill>
                <a:latin typeface="楷体" pitchFamily="49" charset="-122"/>
              </a:rPr>
              <a:t>语法分析树描述了</a:t>
            </a:r>
            <a:r>
              <a:rPr lang="zh-CN" altLang="en-US" sz="2000" b="1" dirty="0">
                <a:solidFill>
                  <a:schemeClr val="tx1"/>
                </a:solidFill>
                <a:cs typeface="Times New Roman" panose="02020603050405020304" pitchFamily="18" charset="0"/>
              </a:rPr>
              <a:t>句子</a:t>
            </a:r>
            <a:r>
              <a:rPr lang="zh-CN" altLang="en-US" sz="2000" b="1" dirty="0">
                <a:solidFill>
                  <a:schemeClr val="tx1"/>
                </a:solidFill>
                <a:latin typeface="楷体" pitchFamily="49" charset="-122"/>
              </a:rPr>
              <a:t>的语法结构</a:t>
            </a:r>
          </a:p>
          <a:p>
            <a:endParaRPr lang="en-US" altLang="zh-CN" b="1" dirty="0"/>
          </a:p>
          <a:p>
            <a:endParaRPr lang="zh-CN" altLang="en-US" sz="2800" dirty="0"/>
          </a:p>
        </p:txBody>
      </p:sp>
      <p:pic>
        <p:nvPicPr>
          <p:cNvPr id="10" name="Picture 74"/>
          <p:cNvPicPr>
            <a:picLocks noChangeAspect="1" noChangeArrowheads="1"/>
          </p:cNvPicPr>
          <p:nvPr/>
        </p:nvPicPr>
        <p:blipFill>
          <a:blip r:embed="rId3" cstate="print">
            <a:lum contrast="10000"/>
            <a:extLst>
              <a:ext uri="{28A0092B-C50C-407E-A947-70E740481C1C}">
                <a14:useLocalDpi xmlns:a14="http://schemas.microsoft.com/office/drawing/2010/main" val="0"/>
              </a:ext>
            </a:extLst>
          </a:blip>
          <a:srcRect/>
          <a:stretch>
            <a:fillRect/>
          </a:stretch>
        </p:blipFill>
        <p:spPr bwMode="auto">
          <a:xfrm>
            <a:off x="1062406" y="2211710"/>
            <a:ext cx="5597826" cy="18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3"/>
          <p:cNvPicPr>
            <a:picLocks noChangeAspect="1" noChangeArrowheads="1"/>
          </p:cNvPicPr>
          <p:nvPr/>
        </p:nvPicPr>
        <p:blipFill>
          <a:blip r:embed="rId4" cstate="print">
            <a:lum contrast="10000"/>
            <a:extLst>
              <a:ext uri="{28A0092B-C50C-407E-A947-70E740481C1C}">
                <a14:useLocalDpi xmlns:a14="http://schemas.microsoft.com/office/drawing/2010/main" val="0"/>
              </a:ext>
            </a:extLst>
          </a:blip>
          <a:srcRect/>
          <a:stretch>
            <a:fillRect/>
          </a:stretch>
        </p:blipFill>
        <p:spPr bwMode="auto">
          <a:xfrm>
            <a:off x="1016630" y="4124003"/>
            <a:ext cx="5575786" cy="6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027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 calcmode="lin" valueType="num">
                                      <p:cBhvr>
                                        <p:cTn id="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252536" y="857238"/>
            <a:ext cx="9468006" cy="2588022"/>
          </a:xfrm>
        </p:spPr>
        <p:txBody>
          <a:bodyPr/>
          <a:lstStyle/>
          <a:p>
            <a:pPr marL="0" indent="0">
              <a:buFont typeface="Wingdings" pitchFamily="2" charset="2"/>
              <a:buNone/>
              <a:defRPr/>
            </a:pPr>
            <a:r>
              <a:rPr lang="en-US" altLang="zh-CN" sz="2800" dirty="0">
                <a:solidFill>
                  <a:srgbClr val="0000FF"/>
                </a:solidFill>
              </a:rPr>
              <a:t>	    </a:t>
            </a:r>
            <a:r>
              <a:rPr lang="en-US" altLang="zh-CN" sz="2800" b="1" dirty="0">
                <a:solidFill>
                  <a:schemeClr val="tx1"/>
                </a:solidFill>
              </a:rPr>
              <a:t>position  =   initial  +   rate  *    60     ;</a:t>
            </a:r>
          </a:p>
          <a:p>
            <a:pPr marL="0" indent="0">
              <a:buFont typeface="Wingdings" pitchFamily="2" charset="2"/>
              <a:buNone/>
              <a:defRPr/>
            </a:pPr>
            <a:r>
              <a:rPr lang="en-US" altLang="zh-CN" sz="1000" b="1" dirty="0">
                <a:solidFill>
                  <a:schemeClr val="tx1"/>
                </a:solidFill>
              </a:rPr>
              <a:t>       </a:t>
            </a:r>
            <a:r>
              <a:rPr lang="en-US" altLang="zh-CN" sz="1600" b="1" dirty="0">
                <a:solidFill>
                  <a:schemeClr val="tx1"/>
                </a:solidFill>
              </a:rPr>
              <a:t>                     &lt;id, position&gt;  &lt;=&gt;   &lt;</a:t>
            </a:r>
            <a:r>
              <a:rPr lang="en-US" altLang="zh-CN" sz="1600" b="1" dirty="0" err="1">
                <a:solidFill>
                  <a:schemeClr val="tx1"/>
                </a:solidFill>
              </a:rPr>
              <a:t>id,initial</a:t>
            </a:r>
            <a:r>
              <a:rPr lang="en-US" altLang="zh-CN" sz="1600" b="1" dirty="0">
                <a:solidFill>
                  <a:schemeClr val="tx1"/>
                </a:solidFill>
              </a:rPr>
              <a:t>&gt;  &lt;+&gt; &lt;id, rate&gt; &lt;*&gt; &lt;num,60&gt; &lt;;&gt;</a:t>
            </a:r>
          </a:p>
          <a:p>
            <a:pPr>
              <a:defRPr/>
            </a:pPr>
            <a:endParaRPr lang="zh-CN" altLang="en-US" sz="2000" dirty="0"/>
          </a:p>
        </p:txBody>
      </p:sp>
      <p:sp>
        <p:nvSpPr>
          <p:cNvPr id="26626" name="标题 1"/>
          <p:cNvSpPr>
            <a:spLocks noGrp="1"/>
          </p:cNvSpPr>
          <p:nvPr>
            <p:ph type="title"/>
          </p:nvPr>
        </p:nvSpPr>
        <p:spPr/>
        <p:txBody>
          <a:bodyPr>
            <a:noAutofit/>
          </a:bodyPr>
          <a:lstStyle/>
          <a:p>
            <a:r>
              <a:rPr lang="zh-CN" altLang="en-US" sz="3000" spc="300" dirty="0">
                <a:solidFill>
                  <a:schemeClr val="tx1"/>
                </a:solidFill>
                <a:latin typeface="微软雅黑" pitchFamily="34" charset="-122"/>
                <a:ea typeface="微软雅黑" pitchFamily="34" charset="-122"/>
              </a:rPr>
              <a:t>例</a:t>
            </a:r>
            <a:r>
              <a:rPr lang="en-US" altLang="zh-CN" sz="3000" dirty="0">
                <a:solidFill>
                  <a:schemeClr val="tx1"/>
                </a:solidFill>
                <a:latin typeface="微软雅黑" pitchFamily="34" charset="-122"/>
                <a:ea typeface="微软雅黑" pitchFamily="34" charset="-122"/>
              </a:rPr>
              <a:t>1</a:t>
            </a:r>
            <a:r>
              <a:rPr lang="zh-CN" altLang="en-US" sz="3000" dirty="0">
                <a:solidFill>
                  <a:schemeClr val="tx1"/>
                </a:solidFill>
                <a:latin typeface="微软雅黑" pitchFamily="34" charset="-122"/>
                <a:ea typeface="微软雅黑" pitchFamily="34" charset="-122"/>
              </a:rPr>
              <a:t>：赋</a:t>
            </a:r>
            <a:r>
              <a:rPr lang="zh-CN" altLang="en-US" sz="3000" spc="300" dirty="0">
                <a:solidFill>
                  <a:schemeClr val="tx1"/>
                </a:solidFill>
                <a:latin typeface="微软雅黑" pitchFamily="34" charset="-122"/>
                <a:ea typeface="微软雅黑" pitchFamily="34" charset="-122"/>
              </a:rPr>
              <a:t>值语句的分析树</a:t>
            </a:r>
          </a:p>
        </p:txBody>
      </p:sp>
      <p:grpSp>
        <p:nvGrpSpPr>
          <p:cNvPr id="9" name="组合 14"/>
          <p:cNvGrpSpPr/>
          <p:nvPr/>
        </p:nvGrpSpPr>
        <p:grpSpPr>
          <a:xfrm>
            <a:off x="-786" y="195486"/>
            <a:ext cx="756363" cy="432048"/>
            <a:chOff x="-786" y="195486"/>
            <a:chExt cx="756363" cy="432048"/>
          </a:xfrm>
        </p:grpSpPr>
        <p:sp>
          <p:nvSpPr>
            <p:cNvPr id="10" name="五边形 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五边形 1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p:cNvGrpSpPr/>
          <p:nvPr/>
        </p:nvGrpSpPr>
        <p:grpSpPr>
          <a:xfrm>
            <a:off x="1187624" y="1923678"/>
            <a:ext cx="6088835" cy="2578381"/>
            <a:chOff x="787421" y="2081601"/>
            <a:chExt cx="7409259" cy="3061899"/>
          </a:xfrm>
        </p:grpSpPr>
        <p:grpSp>
          <p:nvGrpSpPr>
            <p:cNvPr id="3" name="组合 2"/>
            <p:cNvGrpSpPr/>
            <p:nvPr/>
          </p:nvGrpSpPr>
          <p:grpSpPr>
            <a:xfrm>
              <a:off x="787421" y="2081601"/>
              <a:ext cx="7409259" cy="3061899"/>
              <a:chOff x="787421" y="2081601"/>
              <a:chExt cx="7409259" cy="3061899"/>
            </a:xfrm>
          </p:grpSpPr>
          <p:pic>
            <p:nvPicPr>
              <p:cNvPr id="2" name="图片 1"/>
              <p:cNvPicPr>
                <a:picLocks noChangeAspect="1"/>
              </p:cNvPicPr>
              <p:nvPr/>
            </p:nvPicPr>
            <p:blipFill>
              <a:blip r:embed="rId3"/>
              <a:stretch>
                <a:fillRect/>
              </a:stretch>
            </p:blipFill>
            <p:spPr>
              <a:xfrm>
                <a:off x="787421" y="2081601"/>
                <a:ext cx="7409259" cy="3061899"/>
              </a:xfrm>
              <a:prstGeom prst="rect">
                <a:avLst/>
              </a:prstGeom>
            </p:spPr>
          </p:pic>
          <p:cxnSp>
            <p:nvCxnSpPr>
              <p:cNvPr id="4" name="直接连接符 3"/>
              <p:cNvCxnSpPr/>
              <p:nvPr/>
            </p:nvCxnSpPr>
            <p:spPr>
              <a:xfrm>
                <a:off x="3779912" y="2427734"/>
                <a:ext cx="2448272" cy="36004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048164" y="2787775"/>
                <a:ext cx="360040" cy="229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rPr>
                  <a:t>;</a:t>
                </a:r>
                <a:endParaRPr lang="zh-CN" altLang="en-US" sz="2400" b="1" dirty="0">
                  <a:solidFill>
                    <a:schemeClr val="tx1"/>
                  </a:solidFill>
                </a:endParaRPr>
              </a:p>
            </p:txBody>
          </p:sp>
        </p:grpSp>
        <p:sp>
          <p:nvSpPr>
            <p:cNvPr id="6" name="矩形 5"/>
            <p:cNvSpPr/>
            <p:nvPr/>
          </p:nvSpPr>
          <p:spPr>
            <a:xfrm>
              <a:off x="2771800" y="2643758"/>
              <a:ext cx="21602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2555776" y="3003798"/>
            <a:ext cx="4824536" cy="1512168"/>
            <a:chOff x="2555776" y="3003798"/>
            <a:chExt cx="4824536" cy="1512168"/>
          </a:xfrm>
        </p:grpSpPr>
        <p:sp>
          <p:nvSpPr>
            <p:cNvPr id="8" name="矩形 7"/>
            <p:cNvSpPr/>
            <p:nvPr/>
          </p:nvSpPr>
          <p:spPr>
            <a:xfrm>
              <a:off x="2555776" y="3003798"/>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913009" y="3507854"/>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89273" y="3507854"/>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p:cTn id="7"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072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723">
                                            <p:txEl>
                                              <p:pRg st="1" end="1"/>
                                            </p:txEl>
                                          </p:spTgt>
                                        </p:tgtEl>
                                        <p:attrNameLst>
                                          <p:attrName>style.visibility</p:attrName>
                                        </p:attrNameLst>
                                      </p:cBhvr>
                                      <p:to>
                                        <p:strVal val="visible"/>
                                      </p:to>
                                    </p:set>
                                    <p:anim calcmode="lin" valueType="num">
                                      <p:cBhvr>
                                        <p:cTn id="14" dur="500" fill="hold"/>
                                        <p:tgtEl>
                                          <p:spTgt spid="3072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072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072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 name="组合 14"/>
          <p:cNvGrpSpPr/>
          <p:nvPr/>
        </p:nvGrpSpPr>
        <p:grpSpPr>
          <a:xfrm>
            <a:off x="-786" y="195486"/>
            <a:ext cx="756363" cy="432048"/>
            <a:chOff x="-786" y="195486"/>
            <a:chExt cx="756363" cy="432048"/>
          </a:xfrm>
        </p:grpSpPr>
        <p:sp>
          <p:nvSpPr>
            <p:cNvPr id="59" name="五边形 5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0" name="五边形 5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61" name="Rectangle 2"/>
          <p:cNvSpPr>
            <a:spLocks noGrp="1" noChangeArrowheads="1"/>
          </p:cNvSpPr>
          <p:nvPr>
            <p:ph type="title"/>
          </p:nvPr>
        </p:nvSpPr>
        <p:spPr>
          <a:xfrm>
            <a:off x="642910" y="-10870"/>
            <a:ext cx="8229600" cy="939546"/>
          </a:xfrm>
        </p:spPr>
        <p:txBody>
          <a:bodyPr>
            <a:normAutofit/>
          </a:bodyPr>
          <a:lstStyle/>
          <a:p>
            <a:pPr algn="l"/>
            <a:r>
              <a:rPr lang="en-US" altLang="zh-CN" sz="3000" b="1" dirty="0">
                <a:solidFill>
                  <a:schemeClr val="bg1"/>
                </a:solidFill>
                <a:latin typeface="微软雅黑" pitchFamily="34" charset="-122"/>
                <a:ea typeface="微软雅黑" pitchFamily="34" charset="-122"/>
              </a:rPr>
              <a:t> </a:t>
            </a:r>
            <a:r>
              <a:rPr lang="zh-CN" altLang="en-US" sz="3000" b="1" spc="300" dirty="0">
                <a:solidFill>
                  <a:schemeClr val="tx1"/>
                </a:solidFill>
                <a:latin typeface="微软雅黑" pitchFamily="34" charset="-122"/>
                <a:ea typeface="微软雅黑" pitchFamily="34" charset="-122"/>
              </a:rPr>
              <a:t>例</a:t>
            </a:r>
            <a:r>
              <a:rPr lang="en-US" altLang="zh-CN" sz="3000" b="1" spc="300" dirty="0">
                <a:solidFill>
                  <a:schemeClr val="tx1"/>
                </a:solidFill>
                <a:latin typeface="微软雅黑" pitchFamily="34" charset="-122"/>
                <a:ea typeface="微软雅黑" pitchFamily="34" charset="-122"/>
              </a:rPr>
              <a:t>2</a:t>
            </a:r>
            <a:r>
              <a:rPr lang="zh-CN" altLang="en-US" sz="3000" b="1" spc="300" dirty="0">
                <a:solidFill>
                  <a:schemeClr val="tx1"/>
                </a:solidFill>
                <a:latin typeface="微软雅黑" pitchFamily="34" charset="-122"/>
                <a:ea typeface="微软雅黑" pitchFamily="34" charset="-122"/>
              </a:rPr>
              <a:t>：变量声明语句的分析树</a:t>
            </a:r>
          </a:p>
        </p:txBody>
      </p:sp>
      <p:sp>
        <p:nvSpPr>
          <p:cNvPr id="62" name="内容占位符 2"/>
          <p:cNvSpPr>
            <a:spLocks noGrp="1"/>
          </p:cNvSpPr>
          <p:nvPr>
            <p:ph idx="1"/>
          </p:nvPr>
        </p:nvSpPr>
        <p:spPr>
          <a:xfrm>
            <a:off x="557242" y="857238"/>
            <a:ext cx="8229600" cy="3823073"/>
          </a:xfrm>
        </p:spPr>
        <p:txBody>
          <a:bodyPr>
            <a:normAutofit/>
          </a:bodyPr>
          <a:lstStyle/>
          <a:p>
            <a:pPr>
              <a:buClrTx/>
              <a:buFont typeface="Wingdings" pitchFamily="2" charset="2"/>
              <a:buChar char="Ø"/>
            </a:pPr>
            <a:r>
              <a:rPr lang="zh-CN" altLang="en-US" sz="2500" b="1" dirty="0">
                <a:solidFill>
                  <a:schemeClr val="tx1"/>
                </a:solidFill>
                <a:latin typeface="楷体" pitchFamily="49" charset="-122"/>
                <a:cs typeface="Times New Roman" pitchFamily="18" charset="0"/>
              </a:rPr>
              <a:t>文法：</a:t>
            </a:r>
            <a:endParaRPr lang="en-US" altLang="zh-CN" sz="2500" b="1" dirty="0">
              <a:solidFill>
                <a:schemeClr val="tx1"/>
              </a:solidFill>
              <a:latin typeface="楷体" pitchFamily="49" charset="-122"/>
              <a:cs typeface="Times New Roman" pitchFamily="18" charset="0"/>
            </a:endParaRPr>
          </a:p>
          <a:p>
            <a:pPr lvl="1">
              <a:buNone/>
            </a:pP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D</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 → &lt;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 &lt;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a:t>
            </a:r>
          </a:p>
          <a:p>
            <a:pPr lvl="1">
              <a:buNone/>
            </a:pP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 → </a:t>
            </a:r>
            <a:r>
              <a:rPr lang="en-US" altLang="zh-CN" sz="2500" b="1" dirty="0" err="1">
                <a:solidFill>
                  <a:schemeClr val="tx1"/>
                </a:solidFill>
                <a:latin typeface="Times New Roman" panose="02020603050405020304" pitchFamily="18" charset="0"/>
                <a:ea typeface="楷体_GB2312" pitchFamily="49" charset="-122"/>
                <a:cs typeface="Times New Roman" panose="02020603050405020304" pitchFamily="18" charset="0"/>
              </a:rPr>
              <a:t>int</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real | char | </a:t>
            </a:r>
            <a:r>
              <a:rPr lang="en-US" altLang="zh-CN" sz="2500" b="1" dirty="0" err="1">
                <a:solidFill>
                  <a:schemeClr val="tx1"/>
                </a:solidFill>
                <a:latin typeface="Times New Roman" panose="02020603050405020304" pitchFamily="18" charset="0"/>
                <a:ea typeface="楷体_GB2312" pitchFamily="49" charset="-122"/>
                <a:cs typeface="Times New Roman" panose="02020603050405020304" pitchFamily="18" charset="0"/>
              </a:rPr>
              <a:t>bool</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a:buNone/>
            </a:pP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 → id | &lt;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&gt;, id </a:t>
            </a:r>
            <a:endParaRPr lang="zh-CN" altLang="en-US"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a:buClrTx/>
              <a:buFont typeface="Wingdings" pitchFamily="2" charset="2"/>
              <a:buChar char="Ø"/>
            </a:pPr>
            <a:r>
              <a:rPr lang="zh-CN" altLang="en-US" sz="2500" b="1" dirty="0">
                <a:solidFill>
                  <a:schemeClr val="tx1"/>
                </a:solidFill>
                <a:latin typeface="楷体" pitchFamily="49" charset="-122"/>
                <a:cs typeface="Times New Roman" pitchFamily="18" charset="0"/>
              </a:rPr>
              <a:t>输入：</a:t>
            </a:r>
            <a:endParaRPr lang="en-US" altLang="zh-CN" sz="2500" b="1" dirty="0">
              <a:solidFill>
                <a:schemeClr val="tx1"/>
              </a:solidFill>
              <a:latin typeface="楷体" pitchFamily="49" charset="-122"/>
              <a:cs typeface="Times New Roman" pitchFamily="18" charset="0"/>
            </a:endParaRPr>
          </a:p>
          <a:p>
            <a:pPr lvl="1">
              <a:buNone/>
            </a:pPr>
            <a:r>
              <a:rPr lang="en-US" altLang="zh-CN" sz="2500" b="1" dirty="0" err="1">
                <a:solidFill>
                  <a:schemeClr val="tx1"/>
                </a:solidFill>
                <a:latin typeface="Times New Roman" panose="02020603050405020304" pitchFamily="18" charset="0"/>
                <a:ea typeface="楷体_GB2312" pitchFamily="49" charset="-122"/>
                <a:cs typeface="Times New Roman" panose="02020603050405020304" pitchFamily="18" charset="0"/>
              </a:rPr>
              <a:t>int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 </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b</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c</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endParaRPr lang="zh-CN" altLang="en-US"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grpSp>
        <p:nvGrpSpPr>
          <p:cNvPr id="63" name="组合 62"/>
          <p:cNvGrpSpPr/>
          <p:nvPr/>
        </p:nvGrpSpPr>
        <p:grpSpPr>
          <a:xfrm>
            <a:off x="4932040" y="907412"/>
            <a:ext cx="4071966" cy="3588073"/>
            <a:chOff x="3837410" y="2390105"/>
            <a:chExt cx="3025328" cy="2555789"/>
          </a:xfrm>
        </p:grpSpPr>
        <p:sp>
          <p:nvSpPr>
            <p:cNvPr id="64" name="Rectangle 45"/>
            <p:cNvSpPr>
              <a:spLocks noChangeArrowheads="1"/>
            </p:cNvSpPr>
            <p:nvPr/>
          </p:nvSpPr>
          <p:spPr bwMode="auto">
            <a:xfrm>
              <a:off x="5471320" y="3364805"/>
              <a:ext cx="377539" cy="3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zh-CN" altLang="en-US" sz="2500" b="1" dirty="0">
                  <a:latin typeface="Times New Roman" pitchFamily="18" charset="0"/>
                </a:rPr>
                <a:t>，</a:t>
              </a:r>
            </a:p>
          </p:txBody>
        </p:sp>
        <p:sp>
          <p:nvSpPr>
            <p:cNvPr id="65" name="Rectangle 46"/>
            <p:cNvSpPr>
              <a:spLocks noChangeArrowheads="1"/>
            </p:cNvSpPr>
            <p:nvPr/>
          </p:nvSpPr>
          <p:spPr bwMode="auto">
            <a:xfrm>
              <a:off x="6372200" y="2950121"/>
              <a:ext cx="490538" cy="312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lnSpc>
                  <a:spcPct val="90000"/>
                </a:lnSpc>
                <a:spcBef>
                  <a:spcPct val="20000"/>
                </a:spcBef>
                <a:buClr>
                  <a:schemeClr val="tx2"/>
                </a:buClr>
                <a:buSzPct val="75000"/>
                <a:buFont typeface="Monotype Sorts"/>
                <a:buNone/>
              </a:pPr>
              <a:r>
                <a:rPr kumimoji="1" lang="en-US" altLang="zh-CN" sz="2500" b="1" dirty="0">
                  <a:latin typeface="Times New Roman" pitchFamily="18" charset="0"/>
                </a:rPr>
                <a:t>;</a:t>
              </a:r>
              <a:endParaRPr kumimoji="1" lang="zh-CN" altLang="en-US" sz="2500" b="1" dirty="0">
                <a:latin typeface="Times New Roman" pitchFamily="18" charset="0"/>
              </a:endParaRPr>
            </a:p>
          </p:txBody>
        </p:sp>
        <p:sp>
          <p:nvSpPr>
            <p:cNvPr id="66" name="Line 47"/>
            <p:cNvSpPr>
              <a:spLocks noChangeShapeType="1"/>
            </p:cNvSpPr>
            <p:nvPr/>
          </p:nvSpPr>
          <p:spPr bwMode="auto">
            <a:xfrm flipH="1">
              <a:off x="4932040" y="3219821"/>
              <a:ext cx="648072" cy="216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7" name="Line 48"/>
            <p:cNvSpPr>
              <a:spLocks noChangeShapeType="1"/>
            </p:cNvSpPr>
            <p:nvPr/>
          </p:nvSpPr>
          <p:spPr bwMode="auto">
            <a:xfrm>
              <a:off x="5580112" y="3184624"/>
              <a:ext cx="1588" cy="2512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8" name="Line 49"/>
            <p:cNvSpPr>
              <a:spLocks noChangeShapeType="1"/>
            </p:cNvSpPr>
            <p:nvPr/>
          </p:nvSpPr>
          <p:spPr bwMode="auto">
            <a:xfrm>
              <a:off x="5580112" y="3219822"/>
              <a:ext cx="432048" cy="2160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9" name="Rectangle 51"/>
            <p:cNvSpPr>
              <a:spLocks noChangeArrowheads="1"/>
            </p:cNvSpPr>
            <p:nvPr/>
          </p:nvSpPr>
          <p:spPr bwMode="auto">
            <a:xfrm>
              <a:off x="5326176" y="2390105"/>
              <a:ext cx="581195"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a:solidFill>
                    <a:srgbClr val="FF0000"/>
                  </a:solidFill>
                  <a:latin typeface="Times New Roman" pitchFamily="18" charset="0"/>
                  <a:ea typeface="楷体_GB2312" pitchFamily="49" charset="-122"/>
                </a:rPr>
                <a:t>&lt;</a:t>
              </a:r>
              <a:r>
                <a:rPr kumimoji="1" lang="en-US" altLang="zh-CN" sz="2500" b="1" i="1" dirty="0">
                  <a:solidFill>
                    <a:srgbClr val="FF0000"/>
                  </a:solidFill>
                  <a:latin typeface="Times New Roman" pitchFamily="18" charset="0"/>
                  <a:ea typeface="楷体_GB2312" pitchFamily="49" charset="-122"/>
                </a:rPr>
                <a:t>D</a:t>
              </a:r>
              <a:r>
                <a:rPr kumimoji="1" lang="en-US" altLang="zh-CN" sz="2500" b="1" dirty="0">
                  <a:solidFill>
                    <a:srgbClr val="FF0000"/>
                  </a:solidFill>
                  <a:latin typeface="Times New Roman" pitchFamily="18" charset="0"/>
                  <a:ea typeface="楷体_GB2312" pitchFamily="49" charset="-122"/>
                </a:rPr>
                <a:t>&gt;</a:t>
              </a:r>
            </a:p>
          </p:txBody>
        </p:sp>
        <p:sp>
          <p:nvSpPr>
            <p:cNvPr id="70" name="Rectangle 52"/>
            <p:cNvSpPr>
              <a:spLocks noChangeArrowheads="1"/>
            </p:cNvSpPr>
            <p:nvPr/>
          </p:nvSpPr>
          <p:spPr bwMode="auto">
            <a:xfrm>
              <a:off x="5217384" y="2863220"/>
              <a:ext cx="806290"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a:solidFill>
                    <a:srgbClr val="FF0000"/>
                  </a:solidFill>
                  <a:latin typeface="Times New Roman" pitchFamily="18" charset="0"/>
                  <a:ea typeface="楷体_GB2312" pitchFamily="49" charset="-122"/>
                </a:rPr>
                <a:t>&lt;</a:t>
              </a:r>
              <a:r>
                <a:rPr kumimoji="1" lang="en-US" altLang="zh-CN" sz="2500" b="1" i="1" dirty="0">
                  <a:solidFill>
                    <a:srgbClr val="FF0000"/>
                  </a:solidFill>
                  <a:latin typeface="Times New Roman" pitchFamily="18" charset="0"/>
                  <a:ea typeface="楷体_GB2312" pitchFamily="49" charset="-122"/>
                </a:rPr>
                <a:t>IDS</a:t>
              </a:r>
              <a:r>
                <a:rPr kumimoji="1" lang="en-US" altLang="zh-CN" sz="2500" b="1" dirty="0">
                  <a:solidFill>
                    <a:srgbClr val="FF0000"/>
                  </a:solidFill>
                  <a:latin typeface="Times New Roman" pitchFamily="18" charset="0"/>
                  <a:ea typeface="楷体_GB2312" pitchFamily="49" charset="-122"/>
                </a:rPr>
                <a:t>&gt;</a:t>
              </a:r>
            </a:p>
          </p:txBody>
        </p:sp>
        <p:sp>
          <p:nvSpPr>
            <p:cNvPr id="71" name="Rectangle 53"/>
            <p:cNvSpPr>
              <a:spLocks noChangeArrowheads="1"/>
            </p:cNvSpPr>
            <p:nvPr/>
          </p:nvSpPr>
          <p:spPr bwMode="auto">
            <a:xfrm>
              <a:off x="4102790" y="4221979"/>
              <a:ext cx="416841"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000" b="1" dirty="0">
                  <a:latin typeface="Times New Roman" pitchFamily="18" charset="0"/>
                </a:rPr>
                <a:t> </a:t>
              </a:r>
              <a:r>
                <a:rPr kumimoji="1" lang="en-US" altLang="zh-CN" sz="2500" b="1" dirty="0">
                  <a:latin typeface="Times New Roman" pitchFamily="18" charset="0"/>
                </a:rPr>
                <a:t>id</a:t>
              </a:r>
            </a:p>
            <a:p>
              <a:pPr eaLnBrk="0" hangingPunct="0">
                <a:lnSpc>
                  <a:spcPct val="110000"/>
                </a:lnSpc>
                <a:spcBef>
                  <a:spcPct val="20000"/>
                </a:spcBef>
                <a:buClr>
                  <a:schemeClr val="folHlink"/>
                </a:buClr>
                <a:buSzPct val="75000"/>
                <a:buFont typeface="Monotype Sorts"/>
                <a:buNone/>
              </a:pPr>
              <a:r>
                <a:rPr kumimoji="1" lang="en-US" altLang="zh-CN" sz="2500" b="1" dirty="0">
                  <a:latin typeface="Times New Roman" pitchFamily="18" charset="0"/>
                </a:rPr>
                <a:t>(</a:t>
              </a:r>
              <a:r>
                <a:rPr kumimoji="1" lang="en-US" altLang="zh-CN" sz="2500" b="1" i="1" dirty="0">
                  <a:latin typeface="Times New Roman" pitchFamily="18" charset="0"/>
                </a:rPr>
                <a:t>a</a:t>
              </a:r>
              <a:r>
                <a:rPr kumimoji="1" lang="en-US" altLang="zh-CN" sz="2500" b="1" dirty="0">
                  <a:latin typeface="Times New Roman" pitchFamily="18" charset="0"/>
                </a:rPr>
                <a:t>)</a:t>
              </a:r>
            </a:p>
          </p:txBody>
        </p:sp>
        <p:sp>
          <p:nvSpPr>
            <p:cNvPr id="72" name="Rectangle 54"/>
            <p:cNvSpPr>
              <a:spLocks noChangeArrowheads="1"/>
            </p:cNvSpPr>
            <p:nvPr/>
          </p:nvSpPr>
          <p:spPr bwMode="auto">
            <a:xfrm>
              <a:off x="3837410" y="2914384"/>
              <a:ext cx="554994"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a:solidFill>
                    <a:srgbClr val="FF0000"/>
                  </a:solidFill>
                  <a:latin typeface="Times New Roman" pitchFamily="18" charset="0"/>
                </a:rPr>
                <a:t>&lt;</a:t>
              </a:r>
              <a:r>
                <a:rPr kumimoji="1" lang="en-US" altLang="zh-CN" sz="2500" b="1" i="1" dirty="0">
                  <a:solidFill>
                    <a:srgbClr val="FF0000"/>
                  </a:solidFill>
                  <a:latin typeface="Times New Roman" pitchFamily="18" charset="0"/>
                </a:rPr>
                <a:t>T</a:t>
              </a:r>
              <a:r>
                <a:rPr kumimoji="1" lang="en-US" altLang="zh-CN" sz="2500" b="1" dirty="0">
                  <a:solidFill>
                    <a:srgbClr val="FF0000"/>
                  </a:solidFill>
                  <a:latin typeface="Times New Roman" pitchFamily="18" charset="0"/>
                </a:rPr>
                <a:t>&gt;</a:t>
              </a:r>
            </a:p>
          </p:txBody>
        </p:sp>
        <p:sp>
          <p:nvSpPr>
            <p:cNvPr id="73" name="Line 55"/>
            <p:cNvSpPr>
              <a:spLocks noChangeShapeType="1"/>
            </p:cNvSpPr>
            <p:nvPr/>
          </p:nvSpPr>
          <p:spPr bwMode="auto">
            <a:xfrm flipH="1">
              <a:off x="4139952" y="2715766"/>
              <a:ext cx="1440160" cy="2160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p>
          </p:txBody>
        </p:sp>
        <p:sp>
          <p:nvSpPr>
            <p:cNvPr id="74" name="Line 56"/>
            <p:cNvSpPr>
              <a:spLocks noChangeShapeType="1"/>
            </p:cNvSpPr>
            <p:nvPr/>
          </p:nvSpPr>
          <p:spPr bwMode="auto">
            <a:xfrm>
              <a:off x="5580112" y="2715766"/>
              <a:ext cx="864096" cy="2160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p>
          </p:txBody>
        </p:sp>
        <p:sp>
          <p:nvSpPr>
            <p:cNvPr id="75" name="Rectangle 57"/>
            <p:cNvSpPr>
              <a:spLocks noChangeArrowheads="1"/>
            </p:cNvSpPr>
            <p:nvPr/>
          </p:nvSpPr>
          <p:spPr bwMode="auto">
            <a:xfrm>
              <a:off x="4572000" y="3407813"/>
              <a:ext cx="806290"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a:solidFill>
                    <a:srgbClr val="FF0000"/>
                  </a:solidFill>
                  <a:latin typeface="Times New Roman" pitchFamily="18" charset="0"/>
                </a:rPr>
                <a:t>&lt;</a:t>
              </a:r>
              <a:r>
                <a:rPr kumimoji="1" lang="en-US" altLang="zh-CN" sz="2500" b="1" i="1" dirty="0">
                  <a:solidFill>
                    <a:srgbClr val="FF0000"/>
                  </a:solidFill>
                  <a:latin typeface="Times New Roman" pitchFamily="18" charset="0"/>
                </a:rPr>
                <a:t>IDS</a:t>
              </a:r>
              <a:r>
                <a:rPr kumimoji="1" lang="en-US" altLang="zh-CN" sz="2500" b="1" dirty="0">
                  <a:solidFill>
                    <a:srgbClr val="FF0000"/>
                  </a:solidFill>
                  <a:latin typeface="Times New Roman" pitchFamily="18" charset="0"/>
                </a:rPr>
                <a:t>&gt;</a:t>
              </a:r>
            </a:p>
          </p:txBody>
        </p:sp>
        <p:sp>
          <p:nvSpPr>
            <p:cNvPr id="76" name="Rectangle 58"/>
            <p:cNvSpPr>
              <a:spLocks noChangeArrowheads="1"/>
            </p:cNvSpPr>
            <p:nvPr/>
          </p:nvSpPr>
          <p:spPr bwMode="auto">
            <a:xfrm>
              <a:off x="5876872" y="3418384"/>
              <a:ext cx="403741"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sz="2500" b="1" dirty="0">
                  <a:latin typeface="Times New Roman" pitchFamily="18" charset="0"/>
                </a:rPr>
                <a:t> id</a:t>
              </a:r>
            </a:p>
            <a:p>
              <a:pPr eaLnBrk="0" hangingPunct="0">
                <a:lnSpc>
                  <a:spcPct val="110000"/>
                </a:lnSpc>
                <a:spcBef>
                  <a:spcPct val="20000"/>
                </a:spcBef>
                <a:buClr>
                  <a:srgbClr val="3333CC"/>
                </a:buClr>
                <a:buSzPct val="75000"/>
              </a:pPr>
              <a:r>
                <a:rPr kumimoji="1" lang="en-US" altLang="zh-CN" sz="2500" b="1" dirty="0">
                  <a:latin typeface="Times New Roman" pitchFamily="18" charset="0"/>
                </a:rPr>
                <a:t>(</a:t>
              </a:r>
              <a:r>
                <a:rPr kumimoji="1" lang="en-US" altLang="zh-CN" sz="2500" b="1" i="1" dirty="0">
                  <a:latin typeface="Times New Roman" pitchFamily="18" charset="0"/>
                </a:rPr>
                <a:t>c</a:t>
              </a:r>
              <a:r>
                <a:rPr kumimoji="1" lang="en-US" altLang="zh-CN" sz="2500" b="1" dirty="0">
                  <a:latin typeface="Times New Roman" pitchFamily="18" charset="0"/>
                </a:rPr>
                <a:t>)</a:t>
              </a:r>
            </a:p>
          </p:txBody>
        </p:sp>
        <p:sp>
          <p:nvSpPr>
            <p:cNvPr id="77" name="Line 59"/>
            <p:cNvSpPr>
              <a:spLocks noChangeShapeType="1"/>
            </p:cNvSpPr>
            <p:nvPr/>
          </p:nvSpPr>
          <p:spPr bwMode="auto">
            <a:xfrm flipH="1">
              <a:off x="5580112" y="2715766"/>
              <a:ext cx="0" cy="20597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78" name="Line 60"/>
            <p:cNvSpPr>
              <a:spLocks noChangeShapeType="1"/>
            </p:cNvSpPr>
            <p:nvPr/>
          </p:nvSpPr>
          <p:spPr bwMode="auto">
            <a:xfrm flipH="1">
              <a:off x="4139952" y="3219152"/>
              <a:ext cx="0" cy="21669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79" name="Rectangle 61"/>
            <p:cNvSpPr>
              <a:spLocks noChangeArrowheads="1"/>
            </p:cNvSpPr>
            <p:nvPr/>
          </p:nvSpPr>
          <p:spPr bwMode="auto">
            <a:xfrm>
              <a:off x="3943562" y="3407813"/>
              <a:ext cx="416841"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err="1">
                  <a:latin typeface="Times New Roman" pitchFamily="18" charset="0"/>
                </a:rPr>
                <a:t>int</a:t>
              </a:r>
              <a:endParaRPr kumimoji="1" lang="en-US" altLang="zh-CN" sz="2500" b="1" dirty="0">
                <a:latin typeface="Times New Roman" pitchFamily="18" charset="0"/>
              </a:endParaRPr>
            </a:p>
          </p:txBody>
        </p:sp>
        <p:sp>
          <p:nvSpPr>
            <p:cNvPr id="80" name="Rectangle 62"/>
            <p:cNvSpPr>
              <a:spLocks noChangeArrowheads="1"/>
            </p:cNvSpPr>
            <p:nvPr/>
          </p:nvSpPr>
          <p:spPr bwMode="auto">
            <a:xfrm>
              <a:off x="4834409" y="3795812"/>
              <a:ext cx="377539" cy="3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zh-CN" altLang="en-US" sz="2500" b="1" dirty="0">
                  <a:latin typeface="Times New Roman" pitchFamily="18" charset="0"/>
                </a:rPr>
                <a:t>，</a:t>
              </a:r>
            </a:p>
          </p:txBody>
        </p:sp>
        <p:sp>
          <p:nvSpPr>
            <p:cNvPr id="81" name="Line 63"/>
            <p:cNvSpPr>
              <a:spLocks noChangeShapeType="1"/>
            </p:cNvSpPr>
            <p:nvPr/>
          </p:nvSpPr>
          <p:spPr bwMode="auto">
            <a:xfrm flipH="1">
              <a:off x="4283596" y="3723878"/>
              <a:ext cx="648444" cy="125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2" name="Line 64"/>
            <p:cNvSpPr>
              <a:spLocks noChangeShapeType="1"/>
            </p:cNvSpPr>
            <p:nvPr/>
          </p:nvSpPr>
          <p:spPr bwMode="auto">
            <a:xfrm>
              <a:off x="4932040" y="3723878"/>
              <a:ext cx="1588" cy="17909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3" name="Line 65"/>
            <p:cNvSpPr>
              <a:spLocks noChangeShapeType="1"/>
            </p:cNvSpPr>
            <p:nvPr/>
          </p:nvSpPr>
          <p:spPr bwMode="auto">
            <a:xfrm>
              <a:off x="4932040" y="3723878"/>
              <a:ext cx="432048" cy="144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4" name="Line 66"/>
            <p:cNvSpPr>
              <a:spLocks noChangeShapeType="1"/>
            </p:cNvSpPr>
            <p:nvPr/>
          </p:nvSpPr>
          <p:spPr bwMode="auto">
            <a:xfrm flipH="1">
              <a:off x="4283596" y="4098230"/>
              <a:ext cx="0" cy="1833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5" name="Rectangle 68"/>
            <p:cNvSpPr>
              <a:spLocks noChangeArrowheads="1"/>
            </p:cNvSpPr>
            <p:nvPr/>
          </p:nvSpPr>
          <p:spPr bwMode="auto">
            <a:xfrm>
              <a:off x="3907573" y="3789518"/>
              <a:ext cx="806290"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a:solidFill>
                    <a:srgbClr val="FF0000"/>
                  </a:solidFill>
                  <a:latin typeface="Times New Roman" pitchFamily="18" charset="0"/>
                </a:rPr>
                <a:t>&lt;</a:t>
              </a:r>
              <a:r>
                <a:rPr kumimoji="1" lang="en-US" altLang="zh-CN" sz="2500" b="1" i="1" dirty="0">
                  <a:solidFill>
                    <a:srgbClr val="FF0000"/>
                  </a:solidFill>
                  <a:latin typeface="Times New Roman" pitchFamily="18" charset="0"/>
                </a:rPr>
                <a:t>IDS</a:t>
              </a:r>
              <a:r>
                <a:rPr kumimoji="1" lang="en-US" altLang="zh-CN" sz="2500" b="1" dirty="0">
                  <a:solidFill>
                    <a:srgbClr val="FF0000"/>
                  </a:solidFill>
                  <a:latin typeface="Times New Roman" pitchFamily="18" charset="0"/>
                </a:rPr>
                <a:t>&gt;</a:t>
              </a:r>
            </a:p>
          </p:txBody>
        </p:sp>
        <p:sp>
          <p:nvSpPr>
            <p:cNvPr id="86" name="Rectangle 69"/>
            <p:cNvSpPr>
              <a:spLocks noChangeArrowheads="1"/>
            </p:cNvSpPr>
            <p:nvPr/>
          </p:nvSpPr>
          <p:spPr bwMode="auto">
            <a:xfrm>
              <a:off x="5164308" y="3850580"/>
              <a:ext cx="429943"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sz="2500" b="1" dirty="0">
                  <a:latin typeface="Times New Roman" pitchFamily="18" charset="0"/>
                </a:rPr>
                <a:t> id</a:t>
              </a:r>
            </a:p>
            <a:p>
              <a:pPr eaLnBrk="0" hangingPunct="0">
                <a:lnSpc>
                  <a:spcPct val="110000"/>
                </a:lnSpc>
                <a:spcBef>
                  <a:spcPct val="20000"/>
                </a:spcBef>
                <a:buClr>
                  <a:srgbClr val="3333CC"/>
                </a:buClr>
                <a:buSzPct val="75000"/>
              </a:pPr>
              <a:r>
                <a:rPr kumimoji="1" lang="en-US" altLang="zh-CN" sz="2500" b="1" dirty="0">
                  <a:latin typeface="Times New Roman" pitchFamily="18" charset="0"/>
                </a:rPr>
                <a:t>(</a:t>
              </a:r>
              <a:r>
                <a:rPr kumimoji="1" lang="en-US" altLang="zh-CN" sz="2500" b="1" i="1" dirty="0">
                  <a:latin typeface="Times New Roman" pitchFamily="18" charset="0"/>
                </a:rPr>
                <a:t>b</a:t>
              </a:r>
              <a:r>
                <a:rPr kumimoji="1" lang="en-US" altLang="zh-CN" sz="2500" b="1" dirty="0">
                  <a:latin typeface="Times New Roman" pitchFamily="18" charset="0"/>
                </a:rPr>
                <a:t>)</a:t>
              </a:r>
            </a:p>
          </p:txBody>
        </p:sp>
      </p:grpSp>
      <p:sp>
        <p:nvSpPr>
          <p:cNvPr id="87" name="AutoShape 73"/>
          <p:cNvSpPr>
            <a:spLocks noChangeArrowheads="1"/>
          </p:cNvSpPr>
          <p:nvPr/>
        </p:nvSpPr>
        <p:spPr bwMode="auto">
          <a:xfrm>
            <a:off x="557242" y="3651870"/>
            <a:ext cx="4772076" cy="1355567"/>
          </a:xfrm>
          <a:prstGeom prst="cloudCallout">
            <a:avLst>
              <a:gd name="adj1" fmla="val -3555"/>
              <a:gd name="adj2" fmla="val -116084"/>
            </a:avLst>
          </a:prstGeom>
          <a:solidFill>
            <a:schemeClr val="accent5">
              <a:lumMod val="60000"/>
              <a:lumOff val="40000"/>
            </a:schemeClr>
          </a:solidFill>
          <a:ln w="9525">
            <a:solidFill>
              <a:schemeClr val="tx1"/>
            </a:solidFill>
            <a:round/>
            <a:headEnd/>
            <a:tailEnd/>
          </a:ln>
          <a:effectLst/>
        </p:spPr>
        <p:txBody>
          <a:bodyPr/>
          <a:lstStyle/>
          <a:p>
            <a:pPr algn="ctr">
              <a:defRPr/>
            </a:pPr>
            <a:r>
              <a:rPr lang="zh-CN" altLang="en-US" sz="2500" b="1" kern="0" dirty="0">
                <a:latin typeface="楷体" pitchFamily="49" charset="-122"/>
                <a:ea typeface="楷体" pitchFamily="49" charset="-122"/>
              </a:rPr>
              <a:t>如何根据语法规则为输入句子构造分析树？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2">
                                            <p:txEl>
                                              <p:pRg st="4" end="4"/>
                                            </p:txEl>
                                          </p:spTgt>
                                        </p:tgtEl>
                                        <p:attrNameLst>
                                          <p:attrName>style.visibility</p:attrName>
                                        </p:attrNameLst>
                                      </p:cBhvr>
                                      <p:to>
                                        <p:strVal val="visible"/>
                                      </p:to>
                                    </p:set>
                                    <p:animEffect transition="in" filter="dissolve">
                                      <p:cBhvr>
                                        <p:cTn id="7" dur="500"/>
                                        <p:tgtEl>
                                          <p:spTgt spid="62">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2">
                                            <p:txEl>
                                              <p:pRg st="5" end="5"/>
                                            </p:txEl>
                                          </p:spTgt>
                                        </p:tgtEl>
                                        <p:attrNameLst>
                                          <p:attrName>style.visibility</p:attrName>
                                        </p:attrNameLst>
                                      </p:cBhvr>
                                      <p:to>
                                        <p:strVal val="visible"/>
                                      </p:to>
                                    </p:set>
                                    <p:animEffect transition="in" filter="dissolve">
                                      <p:cBhvr>
                                        <p:cTn id="10" dur="500"/>
                                        <p:tgtEl>
                                          <p:spTgt spid="6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p:cTn id="15" dur="500" fill="hold"/>
                                        <p:tgtEl>
                                          <p:spTgt spid="63"/>
                                        </p:tgtEl>
                                        <p:attrNameLst>
                                          <p:attrName>ppt_w</p:attrName>
                                        </p:attrNameLst>
                                      </p:cBhvr>
                                      <p:tavLst>
                                        <p:tav tm="0">
                                          <p:val>
                                            <p:fltVal val="0"/>
                                          </p:val>
                                        </p:tav>
                                        <p:tav tm="100000">
                                          <p:val>
                                            <p:strVal val="#ppt_w"/>
                                          </p:val>
                                        </p:tav>
                                      </p:tavLst>
                                    </p:anim>
                                    <p:anim calcmode="lin" valueType="num">
                                      <p:cBhvr>
                                        <p:cTn id="16"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87"/>
                                        </p:tgtEl>
                                        <p:attrNameLst>
                                          <p:attrName>style.visibility</p:attrName>
                                        </p:attrNameLst>
                                      </p:cBhvr>
                                      <p:to>
                                        <p:strVal val="visible"/>
                                      </p:to>
                                    </p:set>
                                    <p:anim calcmode="lin" valueType="num">
                                      <p:cBhvr>
                                        <p:cTn id="21" dur="500" fill="hold"/>
                                        <p:tgtEl>
                                          <p:spTgt spid="87"/>
                                        </p:tgtEl>
                                        <p:attrNameLst>
                                          <p:attrName>ppt_w</p:attrName>
                                        </p:attrNameLst>
                                      </p:cBhvr>
                                      <p:tavLst>
                                        <p:tav tm="0">
                                          <p:val>
                                            <p:fltVal val="0"/>
                                          </p:val>
                                        </p:tav>
                                        <p:tav tm="100000">
                                          <p:val>
                                            <p:strVal val="#ppt_w"/>
                                          </p:val>
                                        </p:tav>
                                      </p:tavLst>
                                    </p:anim>
                                    <p:anim calcmode="lin" valueType="num">
                                      <p:cBhvr>
                                        <p:cTn id="22" dur="500" fill="hold"/>
                                        <p:tgtEl>
                                          <p:spTgt spid="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3851920"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spc="300" dirty="0">
                <a:solidFill>
                  <a:schemeClr val="tx1"/>
                </a:solidFill>
                <a:latin typeface="微软雅黑" pitchFamily="34" charset="-122"/>
                <a:ea typeface="微软雅黑" pitchFamily="34" charset="-122"/>
              </a:rPr>
              <a:t>语义分析</a:t>
            </a:r>
            <a:endParaRPr lang="zh-CN" altLang="en-US" sz="3000" b="1" spc="300" dirty="0">
              <a:solidFill>
                <a:schemeClr val="tx1"/>
              </a:solidFill>
              <a:latin typeface="微软雅黑" pitchFamily="34" charset="-122"/>
              <a:ea typeface="微软雅黑" pitchFamily="34" charset="-122"/>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8" name="Rectangle 42"/>
          <p:cNvSpPr>
            <a:spLocks noChangeArrowheads="1"/>
          </p:cNvSpPr>
          <p:nvPr/>
        </p:nvSpPr>
        <p:spPr bwMode="auto">
          <a:xfrm>
            <a:off x="3978613" y="1695670"/>
            <a:ext cx="1961539" cy="403910"/>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3" name="文本框 2">
            <a:extLst>
              <a:ext uri="{FF2B5EF4-FFF2-40B4-BE49-F238E27FC236}">
                <a16:creationId xmlns:a16="http://schemas.microsoft.com/office/drawing/2014/main" id="{C92F2B44-669A-DCDB-EA95-C1110213EF08}"/>
              </a:ext>
            </a:extLst>
          </p:cNvPr>
          <p:cNvSpPr txBox="1"/>
          <p:nvPr/>
        </p:nvSpPr>
        <p:spPr>
          <a:xfrm>
            <a:off x="387382" y="4227934"/>
            <a:ext cx="4572000" cy="400110"/>
          </a:xfrm>
          <a:prstGeom prst="rect">
            <a:avLst/>
          </a:prstGeom>
          <a:noFill/>
        </p:spPr>
        <p:txBody>
          <a:bodyPr wrap="square">
            <a:spAutoFit/>
          </a:bodyPr>
          <a:lstStyle/>
          <a:p>
            <a:r>
              <a:rPr lang="zh-CN" altLang="en-US" sz="2000" dirty="0">
                <a:effectLst/>
                <a:latin typeface="楷体" panose="02010609060101010101" pitchFamily="49" charset="-122"/>
                <a:ea typeface="楷体" panose="02010609060101010101" pitchFamily="49" charset="-122"/>
                <a:cs typeface="Times New Roman" panose="02020603050405020304" pitchFamily="18" charset="0"/>
              </a:rPr>
              <a:t>语</a:t>
            </a:r>
            <a:r>
              <a:rPr lang="zh-CN" altLang="zh-CN" sz="2000" dirty="0">
                <a:effectLst/>
                <a:latin typeface="楷体" panose="02010609060101010101" pitchFamily="49" charset="-122"/>
                <a:ea typeface="楷体" panose="02010609060101010101" pitchFamily="49" charset="-122"/>
                <a:cs typeface="Times New Roman" panose="02020603050405020304" pitchFamily="18" charset="0"/>
              </a:rPr>
              <a:t>法分析是编译的第</a:t>
            </a:r>
            <a:r>
              <a:rPr lang="zh-CN" altLang="en-US" sz="2000" dirty="0">
                <a:effectLst/>
                <a:latin typeface="楷体" panose="02010609060101010101" pitchFamily="49" charset="-122"/>
                <a:ea typeface="楷体" panose="02010609060101010101" pitchFamily="49" charset="-122"/>
                <a:cs typeface="Times New Roman" panose="02020603050405020304" pitchFamily="18" charset="0"/>
              </a:rPr>
              <a:t>三</a:t>
            </a:r>
            <a:r>
              <a:rPr lang="zh-CN" altLang="zh-CN" sz="2000" dirty="0">
                <a:effectLst/>
                <a:latin typeface="楷体" panose="02010609060101010101" pitchFamily="49" charset="-122"/>
                <a:ea typeface="楷体" panose="02010609060101010101" pitchFamily="49" charset="-122"/>
                <a:cs typeface="Times New Roman" panose="02020603050405020304" pitchFamily="18" charset="0"/>
              </a:rPr>
              <a:t>个阶段</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0034" y="843558"/>
            <a:ext cx="7200915" cy="3226273"/>
          </a:xfrm>
        </p:spPr>
        <p:txBody>
          <a:bodyPr>
            <a:normAutofit/>
          </a:bodyPr>
          <a:lstStyle/>
          <a:p>
            <a:pPr>
              <a:buClrTx/>
              <a:buFont typeface="Wingdings" pitchFamily="2" charset="2"/>
              <a:buChar char="Ø"/>
            </a:pPr>
            <a:r>
              <a:rPr lang="zh-CN" altLang="en-US" sz="3000" b="1" dirty="0">
                <a:solidFill>
                  <a:schemeClr val="tx1"/>
                </a:solidFill>
                <a:latin typeface="Times New Roman"/>
              </a:rPr>
              <a:t>收集标识符的属性信息                                                                                      </a:t>
            </a:r>
            <a:endParaRPr lang="en-US" altLang="zh-CN" sz="3000" b="1" dirty="0">
              <a:solidFill>
                <a:schemeClr val="tx1"/>
              </a:solidFill>
              <a:latin typeface="Times New Roman"/>
            </a:endParaRPr>
          </a:p>
          <a:p>
            <a:pPr>
              <a:buNone/>
            </a:pPr>
            <a:endParaRPr lang="zh-CN" altLang="en-US" sz="2000" dirty="0"/>
          </a:p>
        </p:txBody>
      </p:sp>
      <p:sp>
        <p:nvSpPr>
          <p:cNvPr id="3" name="标题 2"/>
          <p:cNvSpPr>
            <a:spLocks noGrp="1"/>
          </p:cNvSpPr>
          <p:nvPr>
            <p:ph type="title"/>
          </p:nvPr>
        </p:nvSpPr>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8" name="内容占位符 1"/>
          <p:cNvSpPr txBox="1">
            <a:spLocks/>
          </p:cNvSpPr>
          <p:nvPr/>
        </p:nvSpPr>
        <p:spPr>
          <a:xfrm>
            <a:off x="1071538" y="1783815"/>
            <a:ext cx="7200915" cy="3226273"/>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rPr>
              <a:t>简单变量、复合变量（数组、记录、</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rPr>
              <a:t>…</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rPr>
              <a:t>）、过程、</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itchFamily="18" charset="0"/>
              </a:rPr>
              <a:t>…</a:t>
            </a: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itchFamily="18" charset="2"/>
              <a:buChar char=""/>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9" name="内容占位符 1"/>
          <p:cNvSpPr txBox="1">
            <a:spLocks/>
          </p:cNvSpPr>
          <p:nvPr/>
        </p:nvSpPr>
        <p:spPr>
          <a:xfrm>
            <a:off x="804834" y="1343624"/>
            <a:ext cx="7200915" cy="3226273"/>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p>
          <a:p>
            <a:pPr marL="274320" marR="0" lvl="0" indent="-274320" algn="l" defTabSz="914400" rtl="0" eaLnBrk="1" fontAlgn="auto" latinLnBrk="0" hangingPunct="1">
              <a:lnSpc>
                <a:spcPct val="100000"/>
              </a:lnSpc>
              <a:spcBef>
                <a:spcPct val="20000"/>
              </a:spcBef>
              <a:spcAft>
                <a:spcPts val="0"/>
              </a:spcAft>
              <a:buClr>
                <a:schemeClr val="accent1"/>
              </a:buClr>
              <a:buSzPct val="100000"/>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266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 calcmode="lin" valueType="num">
                                      <p:cBhvr>
                                        <p:cTn id="14"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8">
                                            <p:txEl>
                                              <p:pRg st="0" end="0"/>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p:cTn id="19"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xit" presetSubtype="0" fill="hold" nodeType="clickEffect">
                                  <p:stCondLst>
                                    <p:cond delay="0"/>
                                  </p:stCondLst>
                                  <p:childTnLst>
                                    <p:anim calcmode="lin" valueType="num">
                                      <p:cBhvr>
                                        <p:cTn id="25" dur="500"/>
                                        <p:tgtEl>
                                          <p:spTgt spid="8">
                                            <p:txEl>
                                              <p:pRg st="0" end="0"/>
                                            </p:txEl>
                                          </p:spTgt>
                                        </p:tgtEl>
                                        <p:attrNameLst>
                                          <p:attrName>ppt_w</p:attrName>
                                        </p:attrNameLst>
                                      </p:cBhvr>
                                      <p:tavLst>
                                        <p:tav tm="0">
                                          <p:val>
                                            <p:strVal val="ppt_w"/>
                                          </p:val>
                                        </p:tav>
                                        <p:tav tm="100000">
                                          <p:val>
                                            <p:fltVal val="0"/>
                                          </p:val>
                                        </p:tav>
                                      </p:tavLst>
                                    </p:anim>
                                    <p:anim calcmode="lin" valueType="num">
                                      <p:cBhvr>
                                        <p:cTn id="26"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27" dur="500"/>
                                        <p:tgtEl>
                                          <p:spTgt spid="8">
                                            <p:txEl>
                                              <p:pRg st="0" end="0"/>
                                            </p:txEl>
                                          </p:spTgt>
                                        </p:tgtEl>
                                      </p:cBhvr>
                                    </p:animEffect>
                                    <p:set>
                                      <p:cBhvr>
                                        <p:cTn id="28" dur="1" fill="hold">
                                          <p:stCondLst>
                                            <p:cond delay="499"/>
                                          </p:stCondLst>
                                        </p:cTn>
                                        <p:tgtEl>
                                          <p:spTgt spid="8">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8397" y="1772252"/>
            <a:ext cx="6359619" cy="3226273"/>
          </a:xfrm>
        </p:spPr>
        <p:txBody>
          <a:bodyPr>
            <a:normAutofit/>
          </a:bodyPr>
          <a:lstStyle/>
          <a:p>
            <a:pPr lvl="1">
              <a:buClr>
                <a:schemeClr val="tx1"/>
              </a:buClr>
              <a:buFont typeface="Wingdings" pitchFamily="2" charset="2"/>
              <a:buChar char="Ø"/>
            </a:pPr>
            <a:r>
              <a:rPr lang="zh-CN" altLang="en-US" sz="2500" b="1" dirty="0">
                <a:solidFill>
                  <a:schemeClr val="tx1"/>
                </a:solidFill>
                <a:latin typeface="楷体" pitchFamily="49" charset="-122"/>
              </a:rPr>
              <a:t>类型 </a:t>
            </a:r>
            <a:r>
              <a:rPr lang="en-US" altLang="zh-CN" sz="2500" b="1" dirty="0">
                <a:solidFill>
                  <a:schemeClr val="tx1"/>
                </a:solidFill>
                <a:ea typeface="楷体_GB2312" pitchFamily="49" charset="-122"/>
              </a:rPr>
              <a:t>(Type)</a:t>
            </a:r>
          </a:p>
          <a:p>
            <a:pPr lvl="2">
              <a:buClrTx/>
              <a:buFont typeface="Wingdings" pitchFamily="2" charset="2"/>
              <a:buChar char="Ø"/>
            </a:pPr>
            <a:r>
              <a:rPr lang="zh-CN" altLang="en-US" b="1" dirty="0">
                <a:solidFill>
                  <a:schemeClr val="tx1"/>
                </a:solidFill>
                <a:cs typeface="Times New Roman" pitchFamily="18" charset="0"/>
              </a:rPr>
              <a:t>整型、实型、字符型、布尔型、指针型、</a:t>
            </a:r>
            <a:r>
              <a:rPr lang="en-US" altLang="zh-CN" b="1" dirty="0">
                <a:solidFill>
                  <a:schemeClr val="tx1"/>
                </a:solidFill>
                <a:cs typeface="Times New Roman" pitchFamily="18" charset="0"/>
              </a:rPr>
              <a:t>…</a:t>
            </a:r>
          </a:p>
          <a:p>
            <a:endParaRPr lang="zh-CN" altLang="en-US" sz="2000" dirty="0"/>
          </a:p>
          <a:p>
            <a:endParaRPr lang="zh-CN" altLang="en-US" sz="2000" dirty="0"/>
          </a:p>
        </p:txBody>
      </p:sp>
      <p:sp>
        <p:nvSpPr>
          <p:cNvPr id="5" name="内容占位符 1"/>
          <p:cNvSpPr txBox="1">
            <a:spLocks/>
          </p:cNvSpPr>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itchFamily="2" charset="2"/>
              <a:buChar char="Ø"/>
              <a:defRPr/>
            </a:pPr>
            <a:r>
              <a:rPr lang="zh-CN" altLang="en-US" sz="3000" b="1" dirty="0">
                <a:solidFill>
                  <a:prstClr val="black"/>
                </a:solidFill>
                <a:latin typeface="Times New Roman"/>
                <a:ea typeface="华文楷体" panose="02010600040101010101" pitchFamily="2" charset="-122"/>
              </a:rPr>
              <a:t>收集标识符的属性信息</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8"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9" name="组合 14"/>
          <p:cNvGrpSpPr/>
          <p:nvPr/>
        </p:nvGrpSpPr>
        <p:grpSpPr>
          <a:xfrm>
            <a:off x="-786" y="195486"/>
            <a:ext cx="756363" cy="432048"/>
            <a:chOff x="-786" y="195486"/>
            <a:chExt cx="756363" cy="432048"/>
          </a:xfrm>
        </p:grpSpPr>
        <p:sp>
          <p:nvSpPr>
            <p:cNvPr id="10" name="五边形 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五边形 1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3" name="内容占位符 1"/>
          <p:cNvSpPr txBox="1">
            <a:spLocks/>
          </p:cNvSpPr>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266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p:cTn id="1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0" fill="hold" nodeType="clickEffect">
                                  <p:stCondLst>
                                    <p:cond delay="0"/>
                                  </p:stCondLst>
                                  <p:childTnLst>
                                    <p:anim calcmode="lin" valueType="num">
                                      <p:cBhvr>
                                        <p:cTn id="18" dur="500"/>
                                        <p:tgtEl>
                                          <p:spTgt spid="2">
                                            <p:txEl>
                                              <p:pRg st="1" end="1"/>
                                            </p:txEl>
                                          </p:spTgt>
                                        </p:tgtEl>
                                        <p:attrNameLst>
                                          <p:attrName>ppt_w</p:attrName>
                                        </p:attrNameLst>
                                      </p:cBhvr>
                                      <p:tavLst>
                                        <p:tav tm="0">
                                          <p:val>
                                            <p:strVal val="ppt_w"/>
                                          </p:val>
                                        </p:tav>
                                        <p:tav tm="100000">
                                          <p:val>
                                            <p:fltVal val="0"/>
                                          </p:val>
                                        </p:tav>
                                      </p:tavLst>
                                    </p:anim>
                                    <p:anim calcmode="lin" valueType="num">
                                      <p:cBhvr>
                                        <p:cTn id="19"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20" dur="500"/>
                                        <p:tgtEl>
                                          <p:spTgt spid="2">
                                            <p:txEl>
                                              <p:pRg st="1" end="1"/>
                                            </p:txEl>
                                          </p:spTgt>
                                        </p:tgtEl>
                                      </p:cBhvr>
                                    </p:animEffect>
                                    <p:set>
                                      <p:cBhvr>
                                        <p:cTn id="21" dur="1" fill="hold">
                                          <p:stCondLst>
                                            <p:cond delay="499"/>
                                          </p:stCondLst>
                                        </p:cTn>
                                        <p:tgtEl>
                                          <p:spTgt spid="2">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8397" y="2200880"/>
            <a:ext cx="6359619" cy="1952207"/>
          </a:xfrm>
        </p:spPr>
        <p:txBody>
          <a:bodyPr>
            <a:normAutofit/>
          </a:bodyPr>
          <a:lstStyle/>
          <a:p>
            <a:pPr lvl="1">
              <a:buClrTx/>
              <a:buFont typeface="Wingdings" pitchFamily="2" charset="2"/>
              <a:buChar char="Ø"/>
            </a:pPr>
            <a:r>
              <a:rPr lang="zh-CN" altLang="en-US" sz="2500" b="1" dirty="0">
                <a:solidFill>
                  <a:schemeClr val="tx1"/>
                </a:solidFill>
                <a:latin typeface="楷体" pitchFamily="49" charset="-122"/>
              </a:rPr>
              <a:t>存储位置、长度</a:t>
            </a:r>
          </a:p>
          <a:p>
            <a:pPr lvl="1"/>
            <a:endParaRPr lang="en-US" altLang="zh-CN" sz="1600" b="1" dirty="0">
              <a:solidFill>
                <a:srgbClr val="073E87"/>
              </a:solidFill>
              <a:ea typeface="楷体_GB2312" pitchFamily="49" charset="-122"/>
            </a:endParaRPr>
          </a:p>
          <a:p>
            <a:endParaRPr lang="zh-CN" altLang="en-US" sz="2000" dirty="0"/>
          </a:p>
          <a:p>
            <a:endParaRPr lang="zh-CN" altLang="en-US" sz="2000" dirty="0"/>
          </a:p>
        </p:txBody>
      </p:sp>
      <p:sp>
        <p:nvSpPr>
          <p:cNvPr id="4" name="内容占位符 2"/>
          <p:cNvSpPr txBox="1">
            <a:spLocks/>
          </p:cNvSpPr>
          <p:nvPr/>
        </p:nvSpPr>
        <p:spPr bwMode="auto">
          <a:xfrm>
            <a:off x="1128701" y="2712509"/>
            <a:ext cx="1800225" cy="1847050"/>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b="1" baseline="0">
                <a:solidFill>
                  <a:schemeClr val="tx1"/>
                </a:solidFill>
                <a:latin typeface="Times New Roman" pitchFamily="18" charset="0"/>
                <a:ea typeface="楷体"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baseline="0">
                <a:solidFill>
                  <a:schemeClr val="tx1"/>
                </a:solidFill>
                <a:latin typeface="Times New Roman" pitchFamily="18" charset="0"/>
                <a:ea typeface="楷体" pitchFamily="49"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b="1" baseline="0">
                <a:solidFill>
                  <a:schemeClr val="tx1"/>
                </a:solidFill>
                <a:latin typeface="Times New Roman" pitchFamily="18" charset="0"/>
                <a:ea typeface="楷体" pitchFamily="49"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b="1" baseline="0">
                <a:solidFill>
                  <a:schemeClr val="tx1"/>
                </a:solidFill>
                <a:latin typeface="Times New Roman" pitchFamily="18" charset="0"/>
                <a:ea typeface="楷体" pitchFamily="49"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b="1" baseline="0">
                <a:solidFill>
                  <a:schemeClr val="tx1"/>
                </a:solidFill>
                <a:latin typeface="Times New Roman" pitchFamily="18" charset="0"/>
                <a:ea typeface="楷体" pitchFamily="49"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a:lnSpc>
                <a:spcPts val="2000"/>
              </a:lnSpc>
              <a:buFont typeface="Wingdings" pitchFamily="2" charset="2"/>
              <a:buNone/>
              <a:defRPr/>
            </a:pPr>
            <a:r>
              <a:rPr lang="zh-CN" altLang="en-US" sz="2000" dirty="0"/>
              <a:t>例：</a:t>
            </a:r>
            <a:endParaRPr lang="en-US" altLang="zh-CN" sz="2000" dirty="0"/>
          </a:p>
          <a:p>
            <a:pPr>
              <a:lnSpc>
                <a:spcPts val="2000"/>
              </a:lnSpc>
              <a:buClr>
                <a:schemeClr val="tx2"/>
              </a:buClr>
              <a:buSzPct val="75000"/>
              <a:buFont typeface="Monotype Sorts" pitchFamily="2" charset="2"/>
              <a:buNone/>
              <a:defRPr/>
            </a:pPr>
            <a:r>
              <a:rPr kumimoji="1" lang="en-US" altLang="zh-CN" sz="2000" dirty="0">
                <a:cs typeface="Times New Roman" pitchFamily="18" charset="0"/>
              </a:rPr>
              <a:t>begin</a:t>
            </a:r>
          </a:p>
          <a:p>
            <a:pPr>
              <a:lnSpc>
                <a:spcPts val="2000"/>
              </a:lnSpc>
              <a:buClr>
                <a:schemeClr val="tx2"/>
              </a:buClr>
              <a:buSzPct val="75000"/>
              <a:buFont typeface="Monotype Sorts" pitchFamily="2" charset="2"/>
              <a:buNone/>
              <a:defRPr/>
            </a:pPr>
            <a:r>
              <a:rPr kumimoji="1" lang="en-US" altLang="zh-CN" sz="2000" dirty="0">
                <a:cs typeface="Times New Roman" pitchFamily="18" charset="0"/>
              </a:rPr>
              <a:t>	real  </a:t>
            </a:r>
            <a:r>
              <a:rPr kumimoji="1" lang="en-US" altLang="zh-CN" sz="2000" i="1" dirty="0">
                <a:cs typeface="Times New Roman" pitchFamily="18" charset="0"/>
              </a:rPr>
              <a:t>x</a:t>
            </a:r>
            <a:r>
              <a:rPr kumimoji="1" lang="en-US" altLang="zh-CN" sz="2000" dirty="0">
                <a:cs typeface="Times New Roman" pitchFamily="18" charset="0"/>
              </a:rPr>
              <a:t>[8];</a:t>
            </a:r>
          </a:p>
          <a:p>
            <a:pPr>
              <a:lnSpc>
                <a:spcPts val="2000"/>
              </a:lnSpc>
              <a:buClr>
                <a:schemeClr val="tx2"/>
              </a:buClr>
              <a:buSzPct val="75000"/>
              <a:buFont typeface="Monotype Sorts" pitchFamily="2" charset="2"/>
              <a:buNone/>
              <a:defRPr/>
            </a:pPr>
            <a:r>
              <a:rPr kumimoji="1" lang="en-US" altLang="zh-CN" sz="2000" dirty="0">
                <a:cs typeface="Times New Roman" pitchFamily="18" charset="0"/>
              </a:rPr>
              <a:t>	integer  </a:t>
            </a:r>
            <a:r>
              <a:rPr kumimoji="1" lang="en-US" altLang="zh-CN" sz="2000" i="1" dirty="0">
                <a:cs typeface="Times New Roman" pitchFamily="18" charset="0"/>
              </a:rPr>
              <a:t>i</a:t>
            </a:r>
            <a:r>
              <a:rPr kumimoji="1" lang="en-US" altLang="zh-CN" sz="2000" dirty="0">
                <a:cs typeface="Times New Roman" pitchFamily="18" charset="0"/>
              </a:rPr>
              <a:t>, </a:t>
            </a:r>
            <a:r>
              <a:rPr kumimoji="1" lang="en-US" altLang="zh-CN" sz="2000" i="1" dirty="0">
                <a:cs typeface="Times New Roman" pitchFamily="18" charset="0"/>
              </a:rPr>
              <a:t>j</a:t>
            </a:r>
            <a:r>
              <a:rPr kumimoji="1" lang="en-US" altLang="zh-CN" sz="2000" dirty="0">
                <a:cs typeface="Times New Roman" pitchFamily="18" charset="0"/>
              </a:rPr>
              <a:t>;</a:t>
            </a:r>
          </a:p>
          <a:p>
            <a:pPr marL="0" indent="0">
              <a:lnSpc>
                <a:spcPts val="2000"/>
              </a:lnSpc>
              <a:buFont typeface="Wingdings" pitchFamily="2" charset="2"/>
              <a:buNone/>
              <a:defRPr/>
            </a:pPr>
            <a:r>
              <a:rPr kumimoji="1" lang="en-US" altLang="zh-CN" sz="2000" dirty="0">
                <a:cs typeface="Times New Roman" pitchFamily="18" charset="0"/>
              </a:rPr>
              <a:t>     ……</a:t>
            </a:r>
          </a:p>
          <a:p>
            <a:pPr marL="0" indent="0">
              <a:lnSpc>
                <a:spcPts val="2000"/>
              </a:lnSpc>
              <a:buFont typeface="Wingdings" pitchFamily="2" charset="2"/>
              <a:buNone/>
              <a:defRPr/>
            </a:pPr>
            <a:r>
              <a:rPr kumimoji="1" lang="en-US" altLang="zh-CN" sz="2000" dirty="0">
                <a:cs typeface="Times New Roman" pitchFamily="18" charset="0"/>
              </a:rPr>
              <a:t>end</a:t>
            </a:r>
          </a:p>
          <a:p>
            <a:pPr>
              <a:defRPr/>
            </a:pPr>
            <a:endParaRPr lang="zh-CN" altLang="en-US" dirty="0"/>
          </a:p>
          <a:p>
            <a:pPr>
              <a:defRPr/>
            </a:pPr>
            <a:endParaRPr lang="zh-CN" altLang="en-US" dirty="0"/>
          </a:p>
        </p:txBody>
      </p:sp>
      <p:sp>
        <p:nvSpPr>
          <p:cNvPr id="19" name="内容占位符 1"/>
          <p:cNvSpPr txBox="1">
            <a:spLocks/>
          </p:cNvSpPr>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itchFamily="2" charset="2"/>
              <a:buChar char="Ø"/>
              <a:defRPr/>
            </a:pPr>
            <a:r>
              <a:rPr lang="zh-CN" altLang="en-US" sz="3000" b="1" dirty="0">
                <a:solidFill>
                  <a:prstClr val="black"/>
                </a:solidFill>
                <a:latin typeface="Times New Roman"/>
                <a:ea typeface="华文楷体" panose="02010600040101010101" pitchFamily="2" charset="-122"/>
              </a:rPr>
              <a:t>收集标识符的属性信息</a:t>
            </a:r>
            <a:endParaRPr kumimoji="0" lang="zh-CN" altLang="en-US" sz="3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graphicFrame>
        <p:nvGraphicFramePr>
          <p:cNvPr id="21" name="表格 20"/>
          <p:cNvGraphicFramePr>
            <a:graphicFrameLocks noGrp="1"/>
          </p:cNvGraphicFramePr>
          <p:nvPr>
            <p:extLst>
              <p:ext uri="{D42A27DB-BD31-4B8C-83A1-F6EECF244321}">
                <p14:modId xmlns:p14="http://schemas.microsoft.com/office/powerpoint/2010/main" val="2070967707"/>
              </p:ext>
            </p:extLst>
          </p:nvPr>
        </p:nvGraphicFramePr>
        <p:xfrm>
          <a:off x="3131840" y="3228775"/>
          <a:ext cx="2015369" cy="1286784"/>
        </p:xfrm>
        <a:graphic>
          <a:graphicData uri="http://schemas.openxmlformats.org/drawingml/2006/table">
            <a:tbl>
              <a:tblPr/>
              <a:tblGrid>
                <a:gridCol w="800923">
                  <a:extLst>
                    <a:ext uri="{9D8B030D-6E8A-4147-A177-3AD203B41FA5}">
                      <a16:colId xmlns:a16="http://schemas.microsoft.com/office/drawing/2014/main" val="20000"/>
                    </a:ext>
                  </a:extLst>
                </a:gridCol>
                <a:gridCol w="1214446">
                  <a:extLst>
                    <a:ext uri="{9D8B030D-6E8A-4147-A177-3AD203B41FA5}">
                      <a16:colId xmlns:a16="http://schemas.microsoft.com/office/drawing/2014/main" val="20001"/>
                    </a:ext>
                  </a:extLst>
                </a:gridCol>
              </a:tblGrid>
              <a:tr h="31101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kumimoji="0" lang="zh-CN"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名字</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相对地址</a:t>
                      </a:r>
                      <a:endParaRPr kumimoji="0" lang="en-US" altLang="en-US" sz="1800" b="1"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a:t>
                      </a:r>
                      <a:endParaRPr kumimoji="0" lang="zh-CN" altLang="en-US" sz="16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zh-CN" altLang="en-US" sz="16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64</a:t>
                      </a:r>
                      <a:endPar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a:t>
                      </a:r>
                      <a:endParaRPr kumimoji="0" lang="zh-CN" altLang="en-US" sz="1600" b="1" i="1"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68</a:t>
                      </a:r>
                      <a:endParaRPr kumimoji="0" lang="zh-CN" altLang="en-US" sz="1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3" name="组合 14"/>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7" name="内容占位符 1"/>
          <p:cNvSpPr txBox="1">
            <a:spLocks/>
          </p:cNvSpPr>
          <p:nvPr/>
        </p:nvSpPr>
        <p:spPr>
          <a:xfrm>
            <a:off x="498397" y="1772252"/>
            <a:ext cx="6359619" cy="3226273"/>
          </a:xfrm>
          <a:prstGeom prst="rect">
            <a:avLst/>
          </a:prstGeom>
        </p:spPr>
        <p:txBody>
          <a:bodyPr vert="horz" lIns="91440" tIns="45720" rIns="91440" bIns="45720" rtlCol="0">
            <a:normAutofit/>
          </a:bodyPr>
          <a:lstStyle/>
          <a:p>
            <a:pPr marL="576263" marR="0" lvl="1" indent="-274320" algn="l" defTabSz="914400" rtl="0" eaLnBrk="1" fontAlgn="auto" latinLnBrk="0" hangingPunct="1">
              <a:lnSpc>
                <a:spcPct val="100000"/>
              </a:lnSpc>
              <a:spcBef>
                <a:spcPct val="20000"/>
              </a:spcBef>
              <a:spcAft>
                <a:spcPts val="0"/>
              </a:spcAft>
              <a:buClr>
                <a:schemeClr val="tx1"/>
              </a:buClr>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类型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(Type)</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28" name="内容占位符 1"/>
          <p:cNvSpPr txBox="1">
            <a:spLocks/>
          </p:cNvSpPr>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grpSp>
        <p:nvGrpSpPr>
          <p:cNvPr id="9" name="组合 36"/>
          <p:cNvGrpSpPr/>
          <p:nvPr/>
        </p:nvGrpSpPr>
        <p:grpSpPr>
          <a:xfrm>
            <a:off x="6059171" y="1315748"/>
            <a:ext cx="1127048" cy="3175462"/>
            <a:chOff x="6059171" y="1532179"/>
            <a:chExt cx="1127048" cy="3175462"/>
          </a:xfrm>
        </p:grpSpPr>
        <p:sp>
          <p:nvSpPr>
            <p:cNvPr id="10" name="Text Box 8"/>
            <p:cNvSpPr txBox="1">
              <a:spLocks noChangeArrowheads="1"/>
            </p:cNvSpPr>
            <p:nvPr/>
          </p:nvSpPr>
          <p:spPr bwMode="auto">
            <a:xfrm>
              <a:off x="6078099" y="1532179"/>
              <a:ext cx="1108120" cy="3175462"/>
            </a:xfrm>
            <a:prstGeom prst="rect">
              <a:avLst/>
            </a:prstGeom>
            <a:solidFill>
              <a:schemeClr val="accent2">
                <a:lumMod val="40000"/>
                <a:lumOff val="60000"/>
              </a:schemeClr>
            </a:solidFill>
            <a:ln w="19050">
              <a:solidFill>
                <a:schemeClr val="tx1"/>
              </a:solidFill>
              <a:miter lim="800000"/>
              <a:headEnd type="none" w="sm" len="sm"/>
              <a:tailEnd type="none" w="sm" len="sm"/>
            </a:ln>
          </p:spPr>
          <p:txBody>
            <a:bodyPr wrap="squar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lnSpc>
                  <a:spcPts val="2500"/>
                </a:lnSpc>
                <a:spcBef>
                  <a:spcPct val="50000"/>
                </a:spcBef>
              </a:pPr>
              <a:r>
                <a:rPr kumimoji="1" lang="en-US" altLang="zh-CN" sz="2400" i="1" dirty="0">
                  <a:latin typeface="Times New Roman" pitchFamily="18" charset="0"/>
                  <a:cs typeface="Times New Roman" pitchFamily="18" charset="0"/>
                </a:rPr>
                <a:t>x</a:t>
              </a:r>
              <a:r>
                <a:rPr kumimoji="1" lang="en-US" altLang="zh-CN" sz="2400" dirty="0">
                  <a:latin typeface="Times New Roman" pitchFamily="18" charset="0"/>
                  <a:cs typeface="Times New Roman" pitchFamily="18" charset="0"/>
                </a:rPr>
                <a:t>[0]</a:t>
              </a:r>
            </a:p>
            <a:p>
              <a:pPr algn="ctr">
                <a:lnSpc>
                  <a:spcPts val="2500"/>
                </a:lnSpc>
                <a:spcBef>
                  <a:spcPct val="50000"/>
                </a:spcBef>
              </a:pPr>
              <a:r>
                <a:rPr kumimoji="1" lang="en-US" altLang="zh-CN" sz="2400" i="1" dirty="0">
                  <a:latin typeface="Times New Roman" pitchFamily="18" charset="0"/>
                  <a:cs typeface="Times New Roman" pitchFamily="18" charset="0"/>
                </a:rPr>
                <a:t>x</a:t>
              </a:r>
              <a:r>
                <a:rPr kumimoji="1" lang="en-US" altLang="zh-CN" sz="2400" dirty="0">
                  <a:latin typeface="Times New Roman" pitchFamily="18" charset="0"/>
                  <a:cs typeface="Times New Roman" pitchFamily="18" charset="0"/>
                </a:rPr>
                <a:t>[1]</a:t>
              </a:r>
            </a:p>
            <a:p>
              <a:pPr algn="ctr">
                <a:lnSpc>
                  <a:spcPts val="1800"/>
                </a:lnSpc>
                <a:spcBef>
                  <a:spcPct val="50000"/>
                </a:spcBef>
              </a:pPr>
              <a:endParaRPr kumimoji="1" lang="en-US" altLang="zh-CN" sz="2400" dirty="0">
                <a:latin typeface="Times New Roman" pitchFamily="18" charset="0"/>
                <a:cs typeface="Times New Roman" pitchFamily="18" charset="0"/>
              </a:endParaRPr>
            </a:p>
            <a:p>
              <a:pPr algn="ctr">
                <a:lnSpc>
                  <a:spcPts val="2500"/>
                </a:lnSpc>
                <a:spcBef>
                  <a:spcPct val="50000"/>
                </a:spcBef>
              </a:pPr>
              <a:r>
                <a:rPr kumimoji="1" lang="en-US" altLang="zh-CN" sz="2400" dirty="0">
                  <a:latin typeface="Times New Roman" pitchFamily="18" charset="0"/>
                  <a:cs typeface="Times New Roman" pitchFamily="18" charset="0"/>
                </a:rPr>
                <a:t>……</a:t>
              </a:r>
            </a:p>
            <a:p>
              <a:pPr algn="ctr">
                <a:lnSpc>
                  <a:spcPts val="2500"/>
                </a:lnSpc>
                <a:spcBef>
                  <a:spcPct val="50000"/>
                </a:spcBef>
              </a:pPr>
              <a:r>
                <a:rPr kumimoji="1" lang="en-US" altLang="zh-CN" sz="2400" i="1" dirty="0">
                  <a:latin typeface="Times New Roman" pitchFamily="18" charset="0"/>
                  <a:cs typeface="Times New Roman" pitchFamily="18" charset="0"/>
                </a:rPr>
                <a:t>x</a:t>
              </a:r>
              <a:r>
                <a:rPr kumimoji="1" lang="en-US" altLang="zh-CN" sz="2400" dirty="0">
                  <a:latin typeface="Times New Roman" pitchFamily="18" charset="0"/>
                  <a:cs typeface="Times New Roman" pitchFamily="18" charset="0"/>
                </a:rPr>
                <a:t>[7]</a:t>
              </a:r>
            </a:p>
            <a:p>
              <a:pPr algn="ctr">
                <a:lnSpc>
                  <a:spcPts val="1800"/>
                </a:lnSpc>
                <a:spcBef>
                  <a:spcPct val="50000"/>
                </a:spcBef>
              </a:pPr>
              <a:r>
                <a:rPr kumimoji="1" lang="en-US" altLang="zh-CN" sz="2400" i="1" dirty="0" err="1">
                  <a:latin typeface="Times New Roman" pitchFamily="18" charset="0"/>
                  <a:cs typeface="Times New Roman" pitchFamily="18" charset="0"/>
                </a:rPr>
                <a:t>i</a:t>
              </a:r>
              <a:endParaRPr kumimoji="1" lang="en-US" altLang="zh-CN" sz="2400" i="1" dirty="0">
                <a:latin typeface="Times New Roman" pitchFamily="18" charset="0"/>
                <a:cs typeface="Times New Roman" pitchFamily="18" charset="0"/>
              </a:endParaRPr>
            </a:p>
            <a:p>
              <a:pPr algn="ctr">
                <a:lnSpc>
                  <a:spcPts val="1800"/>
                </a:lnSpc>
                <a:spcBef>
                  <a:spcPct val="50000"/>
                </a:spcBef>
              </a:pPr>
              <a:r>
                <a:rPr kumimoji="1" lang="en-US" altLang="zh-CN" sz="2400" i="1" dirty="0">
                  <a:latin typeface="Times New Roman" pitchFamily="18" charset="0"/>
                  <a:cs typeface="Times New Roman" pitchFamily="18" charset="0"/>
                </a:rPr>
                <a:t>j</a:t>
              </a:r>
            </a:p>
          </p:txBody>
        </p:sp>
        <p:sp>
          <p:nvSpPr>
            <p:cNvPr id="11" name="Line 9"/>
            <p:cNvSpPr>
              <a:spLocks noChangeShapeType="1"/>
            </p:cNvSpPr>
            <p:nvPr/>
          </p:nvSpPr>
          <p:spPr bwMode="auto">
            <a:xfrm>
              <a:off x="6078099" y="203131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2" name="Line 10"/>
            <p:cNvSpPr>
              <a:spLocks noChangeShapeType="1"/>
            </p:cNvSpPr>
            <p:nvPr/>
          </p:nvSpPr>
          <p:spPr bwMode="auto">
            <a:xfrm>
              <a:off x="6078099" y="246805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3" name="Line 11"/>
            <p:cNvSpPr>
              <a:spLocks noChangeShapeType="1"/>
            </p:cNvSpPr>
            <p:nvPr/>
          </p:nvSpPr>
          <p:spPr bwMode="auto">
            <a:xfrm>
              <a:off x="6078099" y="290479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4" name="Line 12"/>
            <p:cNvSpPr>
              <a:spLocks noChangeShapeType="1"/>
            </p:cNvSpPr>
            <p:nvPr/>
          </p:nvSpPr>
          <p:spPr bwMode="auto">
            <a:xfrm>
              <a:off x="6078099" y="3403921"/>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5" name="Line 13"/>
            <p:cNvSpPr>
              <a:spLocks noChangeShapeType="1"/>
            </p:cNvSpPr>
            <p:nvPr/>
          </p:nvSpPr>
          <p:spPr bwMode="auto">
            <a:xfrm>
              <a:off x="6078099" y="3840661"/>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29" name="Line 13"/>
            <p:cNvSpPr>
              <a:spLocks noChangeShapeType="1"/>
            </p:cNvSpPr>
            <p:nvPr/>
          </p:nvSpPr>
          <p:spPr bwMode="auto">
            <a:xfrm>
              <a:off x="6059171" y="4239574"/>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grpSp>
      <p:grpSp>
        <p:nvGrpSpPr>
          <p:cNvPr id="16" name="组合 38"/>
          <p:cNvGrpSpPr/>
          <p:nvPr/>
        </p:nvGrpSpPr>
        <p:grpSpPr>
          <a:xfrm>
            <a:off x="5724128" y="1275199"/>
            <a:ext cx="389850" cy="3024336"/>
            <a:chOff x="5724128" y="1491630"/>
            <a:chExt cx="389850" cy="3024336"/>
          </a:xfrm>
        </p:grpSpPr>
        <p:sp>
          <p:nvSpPr>
            <p:cNvPr id="33" name="矩形 32"/>
            <p:cNvSpPr/>
            <p:nvPr/>
          </p:nvSpPr>
          <p:spPr>
            <a:xfrm>
              <a:off x="5724128" y="4177412"/>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itchFamily="18" charset="0"/>
                  <a:cs typeface="Times New Roman" pitchFamily="18" charset="0"/>
                </a:rPr>
                <a:t>68</a:t>
              </a:r>
              <a:endParaRPr lang="zh-CN" altLang="en-US" sz="1600" dirty="0">
                <a:solidFill>
                  <a:schemeClr val="tx2">
                    <a:lumMod val="60000"/>
                    <a:lumOff val="40000"/>
                  </a:schemeClr>
                </a:solidFill>
              </a:endParaRPr>
            </a:p>
          </p:txBody>
        </p:sp>
        <p:sp>
          <p:nvSpPr>
            <p:cNvPr id="5" name="矩形 4"/>
            <p:cNvSpPr/>
            <p:nvPr/>
          </p:nvSpPr>
          <p:spPr>
            <a:xfrm>
              <a:off x="5790023" y="1491630"/>
              <a:ext cx="287258" cy="338554"/>
            </a:xfrm>
            <a:prstGeom prst="rect">
              <a:avLst/>
            </a:prstGeom>
          </p:spPr>
          <p:txBody>
            <a:bodyPr wrap="none">
              <a:spAutoFit/>
            </a:bodyPr>
            <a:lstStyle/>
            <a:p>
              <a:r>
                <a:rPr kumimoji="1" lang="zh-CN" altLang="en-US" sz="1600" dirty="0">
                  <a:solidFill>
                    <a:schemeClr val="tx2">
                      <a:lumMod val="60000"/>
                      <a:lumOff val="40000"/>
                    </a:schemeClr>
                  </a:solidFill>
                  <a:latin typeface="Times New Roman" pitchFamily="18" charset="0"/>
                  <a:cs typeface="Times New Roman" pitchFamily="18" charset="0"/>
                </a:rPr>
                <a:t>0</a:t>
              </a:r>
              <a:endParaRPr lang="zh-CN" altLang="en-US" sz="1600" dirty="0">
                <a:solidFill>
                  <a:schemeClr val="tx2">
                    <a:lumMod val="60000"/>
                    <a:lumOff val="40000"/>
                  </a:schemeClr>
                </a:solidFill>
              </a:endParaRPr>
            </a:p>
          </p:txBody>
        </p:sp>
        <p:sp>
          <p:nvSpPr>
            <p:cNvPr id="30" name="矩形 29"/>
            <p:cNvSpPr/>
            <p:nvPr/>
          </p:nvSpPr>
          <p:spPr>
            <a:xfrm>
              <a:off x="5796136" y="1945164"/>
              <a:ext cx="287258"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itchFamily="18" charset="0"/>
                  <a:cs typeface="Times New Roman" pitchFamily="18" charset="0"/>
                </a:rPr>
                <a:t>8</a:t>
              </a:r>
              <a:endParaRPr lang="zh-CN" altLang="en-US" sz="1600" dirty="0">
                <a:solidFill>
                  <a:schemeClr val="tx2">
                    <a:lumMod val="60000"/>
                    <a:lumOff val="40000"/>
                  </a:schemeClr>
                </a:solidFill>
              </a:endParaRPr>
            </a:p>
          </p:txBody>
        </p:sp>
        <p:sp>
          <p:nvSpPr>
            <p:cNvPr id="31" name="矩形 30"/>
            <p:cNvSpPr/>
            <p:nvPr/>
          </p:nvSpPr>
          <p:spPr>
            <a:xfrm>
              <a:off x="5724128" y="3313316"/>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itchFamily="18" charset="0"/>
                  <a:cs typeface="Times New Roman" pitchFamily="18" charset="0"/>
                </a:rPr>
                <a:t>56</a:t>
              </a:r>
              <a:endParaRPr lang="zh-CN" altLang="en-US" sz="1600" dirty="0">
                <a:solidFill>
                  <a:schemeClr val="tx2">
                    <a:lumMod val="60000"/>
                    <a:lumOff val="40000"/>
                  </a:schemeClr>
                </a:solidFill>
              </a:endParaRPr>
            </a:p>
          </p:txBody>
        </p:sp>
        <p:sp>
          <p:nvSpPr>
            <p:cNvPr id="32" name="矩形 31"/>
            <p:cNvSpPr/>
            <p:nvPr/>
          </p:nvSpPr>
          <p:spPr>
            <a:xfrm>
              <a:off x="5724128" y="3795886"/>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itchFamily="18" charset="0"/>
                  <a:cs typeface="Times New Roman" pitchFamily="18" charset="0"/>
                </a:rPr>
                <a:t>64</a:t>
              </a:r>
              <a:endParaRPr lang="zh-CN" altLang="en-US" sz="1600" dirty="0">
                <a:solidFill>
                  <a:schemeClr val="tx2">
                    <a:lumMod val="60000"/>
                    <a:lumOff val="40000"/>
                  </a:schemeClr>
                </a:solidFill>
              </a:endParaRPr>
            </a:p>
          </p:txBody>
        </p:sp>
      </p:grpSp>
      <p:grpSp>
        <p:nvGrpSpPr>
          <p:cNvPr id="18" name="组合 37"/>
          <p:cNvGrpSpPr/>
          <p:nvPr/>
        </p:nvGrpSpPr>
        <p:grpSpPr>
          <a:xfrm>
            <a:off x="5147209" y="1315747"/>
            <a:ext cx="907359" cy="3055796"/>
            <a:chOff x="5147209" y="1532178"/>
            <a:chExt cx="907359" cy="3055796"/>
          </a:xfrm>
        </p:grpSpPr>
        <p:sp>
          <p:nvSpPr>
            <p:cNvPr id="6" name="Line 4"/>
            <p:cNvSpPr>
              <a:spLocks noChangeShapeType="1"/>
            </p:cNvSpPr>
            <p:nvPr/>
          </p:nvSpPr>
          <p:spPr bwMode="auto">
            <a:xfrm flipV="1">
              <a:off x="5652120" y="1532178"/>
              <a:ext cx="402448" cy="1"/>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
            <p:cNvSpPr>
              <a:spLocks noChangeShapeType="1"/>
            </p:cNvSpPr>
            <p:nvPr/>
          </p:nvSpPr>
          <p:spPr bwMode="auto">
            <a:xfrm>
              <a:off x="5724127" y="3828209"/>
              <a:ext cx="330439" cy="7547"/>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6"/>
            <p:cNvSpPr>
              <a:spLocks noChangeShapeType="1"/>
            </p:cNvSpPr>
            <p:nvPr/>
          </p:nvSpPr>
          <p:spPr bwMode="auto">
            <a:xfrm flipV="1">
              <a:off x="5743055" y="4238771"/>
              <a:ext cx="311511"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7" name="直接连接符 16"/>
            <p:cNvCxnSpPr>
              <a:stCxn id="6" idx="0"/>
            </p:cNvCxnSpPr>
            <p:nvPr/>
          </p:nvCxnSpPr>
          <p:spPr>
            <a:xfrm flipH="1">
              <a:off x="5147209" y="1532179"/>
              <a:ext cx="504911" cy="24087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7" idx="0"/>
            </p:cNvCxnSpPr>
            <p:nvPr/>
          </p:nvCxnSpPr>
          <p:spPr>
            <a:xfrm flipH="1">
              <a:off x="5148065" y="3828209"/>
              <a:ext cx="576062" cy="47173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5148065" y="4238771"/>
              <a:ext cx="618426" cy="3492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3266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53" presetClass="entr" presetSubtype="16"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Effect transition="in" filter="fade">
                                      <p:cBhvr>
                                        <p:cTn id="28" dur="500"/>
                                        <p:tgtEl>
                                          <p:spTgt spid="21"/>
                                        </p:tgtEl>
                                      </p:cBhvr>
                                    </p:animEffect>
                                  </p:childTnLst>
                                </p:cTn>
                              </p:par>
                              <p:par>
                                <p:cTn id="29" presetID="53" presetClass="entr" presetSubtype="16"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9"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dissolv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xit" presetSubtype="0" fill="hold" grpId="1" nodeType="clickEffect">
                                  <p:stCondLst>
                                    <p:cond delay="0"/>
                                  </p:stCondLst>
                                  <p:childTnLst>
                                    <p:anim calcmode="lin" valueType="num">
                                      <p:cBhvr>
                                        <p:cTn id="40" dur="500"/>
                                        <p:tgtEl>
                                          <p:spTgt spid="4"/>
                                        </p:tgtEl>
                                        <p:attrNameLst>
                                          <p:attrName>ppt_w</p:attrName>
                                        </p:attrNameLst>
                                      </p:cBhvr>
                                      <p:tavLst>
                                        <p:tav tm="0">
                                          <p:val>
                                            <p:strVal val="ppt_w"/>
                                          </p:val>
                                        </p:tav>
                                        <p:tav tm="100000">
                                          <p:val>
                                            <p:fltVal val="0"/>
                                          </p:val>
                                        </p:tav>
                                      </p:tavLst>
                                    </p:anim>
                                    <p:anim calcmode="lin" valueType="num">
                                      <p:cBhvr>
                                        <p:cTn id="41" dur="500"/>
                                        <p:tgtEl>
                                          <p:spTgt spid="4"/>
                                        </p:tgtEl>
                                        <p:attrNameLst>
                                          <p:attrName>ppt_h</p:attrName>
                                        </p:attrNameLst>
                                      </p:cBhvr>
                                      <p:tavLst>
                                        <p:tav tm="0">
                                          <p:val>
                                            <p:strVal val="ppt_h"/>
                                          </p:val>
                                        </p:tav>
                                        <p:tav tm="100000">
                                          <p:val>
                                            <p:fltVal val="0"/>
                                          </p:val>
                                        </p:tav>
                                      </p:tavLst>
                                    </p:anim>
                                    <p:animEffect transition="out" filter="fade">
                                      <p:cBhvr>
                                        <p:cTn id="42" dur="500"/>
                                        <p:tgtEl>
                                          <p:spTgt spid="4"/>
                                        </p:tgtEl>
                                      </p:cBhvr>
                                    </p:animEffect>
                                    <p:set>
                                      <p:cBhvr>
                                        <p:cTn id="43" dur="1" fill="hold">
                                          <p:stCondLst>
                                            <p:cond delay="499"/>
                                          </p:stCondLst>
                                        </p:cTn>
                                        <p:tgtEl>
                                          <p:spTgt spid="4"/>
                                        </p:tgtEl>
                                        <p:attrNameLst>
                                          <p:attrName>style.visibility</p:attrName>
                                        </p:attrNameLst>
                                      </p:cBhvr>
                                      <p:to>
                                        <p:strVal val="hidden"/>
                                      </p:to>
                                    </p:set>
                                  </p:childTnLst>
                                </p:cTn>
                              </p:par>
                              <p:par>
                                <p:cTn id="44" presetID="53" presetClass="exit" presetSubtype="32" fill="hold" nodeType="withEffect">
                                  <p:stCondLst>
                                    <p:cond delay="0"/>
                                  </p:stCondLst>
                                  <p:childTnLst>
                                    <p:anim calcmode="lin" valueType="num">
                                      <p:cBhvr>
                                        <p:cTn id="45" dur="500"/>
                                        <p:tgtEl>
                                          <p:spTgt spid="9"/>
                                        </p:tgtEl>
                                        <p:attrNameLst>
                                          <p:attrName>ppt_w</p:attrName>
                                        </p:attrNameLst>
                                      </p:cBhvr>
                                      <p:tavLst>
                                        <p:tav tm="0">
                                          <p:val>
                                            <p:strVal val="ppt_w"/>
                                          </p:val>
                                        </p:tav>
                                        <p:tav tm="100000">
                                          <p:val>
                                            <p:fltVal val="0"/>
                                          </p:val>
                                        </p:tav>
                                      </p:tavLst>
                                    </p:anim>
                                    <p:anim calcmode="lin" valueType="num">
                                      <p:cBhvr>
                                        <p:cTn id="46" dur="500"/>
                                        <p:tgtEl>
                                          <p:spTgt spid="9"/>
                                        </p:tgtEl>
                                        <p:attrNameLst>
                                          <p:attrName>ppt_h</p:attrName>
                                        </p:attrNameLst>
                                      </p:cBhvr>
                                      <p:tavLst>
                                        <p:tav tm="0">
                                          <p:val>
                                            <p:strVal val="ppt_h"/>
                                          </p:val>
                                        </p:tav>
                                        <p:tav tm="100000">
                                          <p:val>
                                            <p:fltVal val="0"/>
                                          </p:val>
                                        </p:tav>
                                      </p:tavLst>
                                    </p:anim>
                                    <p:animEffect transition="out" filter="fade">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par>
                                <p:cTn id="49" presetID="53" presetClass="exit" presetSubtype="32" fill="hold" nodeType="withEffect">
                                  <p:stCondLst>
                                    <p:cond delay="0"/>
                                  </p:stCondLst>
                                  <p:childTnLst>
                                    <p:anim calcmode="lin" valueType="num">
                                      <p:cBhvr>
                                        <p:cTn id="50" dur="500"/>
                                        <p:tgtEl>
                                          <p:spTgt spid="21"/>
                                        </p:tgtEl>
                                        <p:attrNameLst>
                                          <p:attrName>ppt_w</p:attrName>
                                        </p:attrNameLst>
                                      </p:cBhvr>
                                      <p:tavLst>
                                        <p:tav tm="0">
                                          <p:val>
                                            <p:strVal val="ppt_w"/>
                                          </p:val>
                                        </p:tav>
                                        <p:tav tm="100000">
                                          <p:val>
                                            <p:fltVal val="0"/>
                                          </p:val>
                                        </p:tav>
                                      </p:tavLst>
                                    </p:anim>
                                    <p:anim calcmode="lin" valueType="num">
                                      <p:cBhvr>
                                        <p:cTn id="51" dur="500"/>
                                        <p:tgtEl>
                                          <p:spTgt spid="21"/>
                                        </p:tgtEl>
                                        <p:attrNameLst>
                                          <p:attrName>ppt_h</p:attrName>
                                        </p:attrNameLst>
                                      </p:cBhvr>
                                      <p:tavLst>
                                        <p:tav tm="0">
                                          <p:val>
                                            <p:strVal val="ppt_h"/>
                                          </p:val>
                                        </p:tav>
                                        <p:tav tm="100000">
                                          <p:val>
                                            <p:fltVal val="0"/>
                                          </p:val>
                                        </p:tav>
                                      </p:tavLst>
                                    </p:anim>
                                    <p:animEffect transition="out" filter="fade">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par>
                                <p:cTn id="54" presetID="53" presetClass="exit" presetSubtype="32" fill="hold" nodeType="withEffect">
                                  <p:stCondLst>
                                    <p:cond delay="0"/>
                                  </p:stCondLst>
                                  <p:childTnLst>
                                    <p:anim calcmode="lin" valueType="num">
                                      <p:cBhvr>
                                        <p:cTn id="55" dur="500"/>
                                        <p:tgtEl>
                                          <p:spTgt spid="18"/>
                                        </p:tgtEl>
                                        <p:attrNameLst>
                                          <p:attrName>ppt_w</p:attrName>
                                        </p:attrNameLst>
                                      </p:cBhvr>
                                      <p:tavLst>
                                        <p:tav tm="0">
                                          <p:val>
                                            <p:strVal val="ppt_w"/>
                                          </p:val>
                                        </p:tav>
                                        <p:tav tm="100000">
                                          <p:val>
                                            <p:fltVal val="0"/>
                                          </p:val>
                                        </p:tav>
                                      </p:tavLst>
                                    </p:anim>
                                    <p:anim calcmode="lin" valueType="num">
                                      <p:cBhvr>
                                        <p:cTn id="56" dur="500"/>
                                        <p:tgtEl>
                                          <p:spTgt spid="18"/>
                                        </p:tgtEl>
                                        <p:attrNameLst>
                                          <p:attrName>ppt_h</p:attrName>
                                        </p:attrNameLst>
                                      </p:cBhvr>
                                      <p:tavLst>
                                        <p:tav tm="0">
                                          <p:val>
                                            <p:strVal val="ppt_h"/>
                                          </p:val>
                                        </p:tav>
                                        <p:tav tm="100000">
                                          <p:val>
                                            <p:fltVal val="0"/>
                                          </p:val>
                                        </p:tav>
                                      </p:tavLst>
                                    </p:anim>
                                    <p:animEffect transition="out" filter="fade">
                                      <p:cBhvr>
                                        <p:cTn id="57" dur="500"/>
                                        <p:tgtEl>
                                          <p:spTgt spid="18"/>
                                        </p:tgtEl>
                                      </p:cBhvr>
                                    </p:animEffect>
                                    <p:set>
                                      <p:cBhvr>
                                        <p:cTn id="58" dur="1" fill="hold">
                                          <p:stCondLst>
                                            <p:cond delay="499"/>
                                          </p:stCondLst>
                                        </p:cTn>
                                        <p:tgtEl>
                                          <p:spTgt spid="18"/>
                                        </p:tgtEl>
                                        <p:attrNameLst>
                                          <p:attrName>style.visibility</p:attrName>
                                        </p:attrNameLst>
                                      </p:cBhvr>
                                      <p:to>
                                        <p:strVal val="hidden"/>
                                      </p:to>
                                    </p:set>
                                  </p:childTnLst>
                                </p:cTn>
                              </p:par>
                              <p:par>
                                <p:cTn id="59" presetID="53" presetClass="exit" presetSubtype="32" fill="hold" nodeType="withEffect">
                                  <p:stCondLst>
                                    <p:cond delay="0"/>
                                  </p:stCondLst>
                                  <p:childTnLst>
                                    <p:anim calcmode="lin" valueType="num">
                                      <p:cBhvr>
                                        <p:cTn id="60" dur="500"/>
                                        <p:tgtEl>
                                          <p:spTgt spid="16"/>
                                        </p:tgtEl>
                                        <p:attrNameLst>
                                          <p:attrName>ppt_w</p:attrName>
                                        </p:attrNameLst>
                                      </p:cBhvr>
                                      <p:tavLst>
                                        <p:tav tm="0">
                                          <p:val>
                                            <p:strVal val="ppt_w"/>
                                          </p:val>
                                        </p:tav>
                                        <p:tav tm="100000">
                                          <p:val>
                                            <p:fltVal val="0"/>
                                          </p:val>
                                        </p:tav>
                                      </p:tavLst>
                                    </p:anim>
                                    <p:anim calcmode="lin" valueType="num">
                                      <p:cBhvr>
                                        <p:cTn id="61" dur="500"/>
                                        <p:tgtEl>
                                          <p:spTgt spid="16"/>
                                        </p:tgtEl>
                                        <p:attrNameLst>
                                          <p:attrName>ppt_h</p:attrName>
                                        </p:attrNameLst>
                                      </p:cBhvr>
                                      <p:tavLst>
                                        <p:tav tm="0">
                                          <p:val>
                                            <p:strVal val="ppt_h"/>
                                          </p:val>
                                        </p:tav>
                                        <p:tav tm="100000">
                                          <p:val>
                                            <p:fltVal val="0"/>
                                          </p:val>
                                        </p:tav>
                                      </p:tavLst>
                                    </p:anim>
                                    <p:animEffect transition="out" filter="fade">
                                      <p:cBhvr>
                                        <p:cTn id="62" dur="500"/>
                                        <p:tgtEl>
                                          <p:spTgt spid="16"/>
                                        </p:tgtEl>
                                      </p:cBhvr>
                                    </p:animEffect>
                                    <p:set>
                                      <p:cBhvr>
                                        <p:cTn id="63"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5547" y="3100479"/>
            <a:ext cx="7505477" cy="1397980"/>
          </a:xfrm>
        </p:spPr>
        <p:txBody>
          <a:bodyPr>
            <a:normAutofit/>
          </a:bodyPr>
          <a:lstStyle/>
          <a:p>
            <a:pPr lvl="1">
              <a:buClrTx/>
              <a:buFont typeface="Wingdings" pitchFamily="2" charset="2"/>
              <a:buChar char="Ø"/>
            </a:pPr>
            <a:r>
              <a:rPr lang="zh-CN" altLang="en-US" sz="2500" b="1" dirty="0">
                <a:solidFill>
                  <a:schemeClr val="tx1"/>
                </a:solidFill>
                <a:latin typeface="楷体" pitchFamily="49" charset="-122"/>
              </a:rPr>
              <a:t>作用域</a:t>
            </a:r>
            <a:r>
              <a:rPr lang="en-US" altLang="zh-CN" sz="2500" b="1" dirty="0">
                <a:solidFill>
                  <a:schemeClr val="tx1"/>
                </a:solidFill>
                <a:cs typeface="Times New Roman" pitchFamily="18" charset="0"/>
              </a:rPr>
              <a:t> </a:t>
            </a:r>
          </a:p>
          <a:p>
            <a:pPr lvl="1">
              <a:buClrTx/>
              <a:buFont typeface="Wingdings" pitchFamily="2" charset="2"/>
              <a:buChar char="Ø"/>
            </a:pPr>
            <a:r>
              <a:rPr lang="zh-CN" altLang="en-US" sz="2500" b="1" dirty="0">
                <a:solidFill>
                  <a:schemeClr val="tx1"/>
                </a:solidFill>
                <a:latin typeface="Times New Roman"/>
              </a:rPr>
              <a:t>参数和返回值信息</a:t>
            </a:r>
            <a:endParaRPr lang="en-US" altLang="zh-CN" sz="2500" b="1" dirty="0">
              <a:solidFill>
                <a:schemeClr val="tx1"/>
              </a:solidFill>
              <a:latin typeface="Times New Roman"/>
            </a:endParaRPr>
          </a:p>
          <a:p>
            <a:pPr lvl="2">
              <a:buClr>
                <a:schemeClr val="tx1"/>
              </a:buClr>
              <a:buFont typeface="Wingdings" pitchFamily="2" charset="2"/>
              <a:buChar char="Ø"/>
            </a:pPr>
            <a:r>
              <a:rPr lang="zh-CN" altLang="en-US" b="1" dirty="0">
                <a:solidFill>
                  <a:schemeClr val="tx1"/>
                </a:solidFill>
                <a:latin typeface="Times New Roman"/>
              </a:rPr>
              <a:t>参数个数、参数类型、参数传递方式、返回值类型、</a:t>
            </a:r>
            <a:r>
              <a:rPr lang="en-US" altLang="zh-CN" b="1" dirty="0">
                <a:solidFill>
                  <a:srgbClr val="073E87"/>
                </a:solidFill>
                <a:latin typeface="Times New Roman"/>
              </a:rPr>
              <a:t>…</a:t>
            </a:r>
          </a:p>
          <a:p>
            <a:pPr lvl="1"/>
            <a:endParaRPr lang="en-US" altLang="zh-CN" sz="1600" b="1" dirty="0">
              <a:solidFill>
                <a:srgbClr val="073E87"/>
              </a:solidFill>
              <a:ea typeface="楷体_GB2312" pitchFamily="49" charset="-122"/>
            </a:endParaRPr>
          </a:p>
          <a:p>
            <a:endParaRPr lang="zh-CN" altLang="en-US" sz="2000" dirty="0"/>
          </a:p>
          <a:p>
            <a:endParaRPr lang="zh-CN" altLang="en-US" sz="2000" dirty="0"/>
          </a:p>
        </p:txBody>
      </p:sp>
      <p:sp>
        <p:nvSpPr>
          <p:cNvPr id="10"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11" name="组合 14"/>
          <p:cNvGrpSpPr/>
          <p:nvPr/>
        </p:nvGrpSpPr>
        <p:grpSpPr>
          <a:xfrm>
            <a:off x="-786" y="195486"/>
            <a:ext cx="756363" cy="432048"/>
            <a:chOff x="-786" y="195486"/>
            <a:chExt cx="756363" cy="432048"/>
          </a:xfrm>
        </p:grpSpPr>
        <p:sp>
          <p:nvSpPr>
            <p:cNvPr id="12" name="五边形 1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五边形 1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4" name="内容占位符 1"/>
          <p:cNvSpPr txBox="1">
            <a:spLocks/>
          </p:cNvSpPr>
          <p:nvPr/>
        </p:nvSpPr>
        <p:spPr>
          <a:xfrm>
            <a:off x="498397" y="2200880"/>
            <a:ext cx="6359619" cy="1234559"/>
          </a:xfrm>
          <a:prstGeom prst="rect">
            <a:avLst/>
          </a:prstGeom>
        </p:spPr>
        <p:txBody>
          <a:bodyPr vert="horz" lIns="91440" tIns="45720" rIns="91440" bIns="45720" rtlCol="0">
            <a:normAutofit/>
          </a:bodyPr>
          <a:lstStyle/>
          <a:p>
            <a:pPr marL="576263" marR="0" lvl="1"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存储位置、长度</a:t>
            </a:r>
            <a:endParaRPr kumimoji="0" lang="en-US" altLang="zh-CN" sz="2500" b="1" i="0" u="none" strike="noStrike" kern="1200" cap="none" spc="0" normalizeH="0" baseline="0" noProof="0" dirty="0">
              <a:ln>
                <a:noFill/>
              </a:ln>
              <a:solidFill>
                <a:schemeClr val="tx1"/>
              </a:solidFill>
              <a:effectLst/>
              <a:uLnTx/>
              <a:uFillTx/>
              <a:latin typeface="楷体" pitchFamily="49" charset="-122"/>
              <a:ea typeface="+mn-ea"/>
              <a:cs typeface="+mn-cs"/>
            </a:endParaRPr>
          </a:p>
          <a:p>
            <a:pPr marL="576263" lvl="1" indent="-274320" fontAlgn="auto">
              <a:spcBef>
                <a:spcPct val="20000"/>
              </a:spcBef>
              <a:spcAft>
                <a:spcPts val="0"/>
              </a:spcAft>
              <a:buSzPct val="100000"/>
              <a:buFont typeface="Wingdings" pitchFamily="2" charset="2"/>
              <a:buChar char="Ø"/>
              <a:defRPr/>
            </a:pPr>
            <a:r>
              <a:rPr lang="zh-CN" altLang="en-US" sz="2500" b="1" dirty="0">
                <a:latin typeface="楷体" pitchFamily="49" charset="-122"/>
                <a:ea typeface="+mn-ea"/>
              </a:rPr>
              <a:t>值</a:t>
            </a:r>
            <a:endParaRPr lang="en-US" altLang="zh-CN" sz="2500" b="1" dirty="0">
              <a:latin typeface="楷体" pitchFamily="49" charset="-122"/>
              <a:ea typeface="+mn-ea"/>
            </a:endParaRPr>
          </a:p>
          <a:p>
            <a:pPr marL="576263" marR="0" lvl="1"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endPar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endParaRPr>
          </a:p>
          <a:p>
            <a:pPr marL="301943" marR="0" lvl="1" algn="l" defTabSz="914400" rtl="0" eaLnBrk="1" fontAlgn="auto" latinLnBrk="0" hangingPunct="1">
              <a:lnSpc>
                <a:spcPct val="100000"/>
              </a:lnSpc>
              <a:spcBef>
                <a:spcPct val="20000"/>
              </a:spcBef>
              <a:spcAft>
                <a:spcPts val="0"/>
              </a:spcAft>
              <a:buClr>
                <a:schemeClr val="accent1"/>
              </a:buClr>
              <a:buSzPct val="100000"/>
              <a:tabLst/>
              <a:defRPr/>
            </a:pPr>
            <a:endParaRPr kumimoji="0" lang="en-US" altLang="zh-CN" sz="1600" b="1" i="0" u="none" strike="noStrike" kern="1200" cap="none" spc="0" normalizeH="0" baseline="0" noProof="0" dirty="0">
              <a:ln>
                <a:noFill/>
              </a:ln>
              <a:solidFill>
                <a:srgbClr val="073E87"/>
              </a:solidFill>
              <a:effectLst/>
              <a:uLnTx/>
              <a:uFillTx/>
              <a:latin typeface="Times New Roman" panose="02020603050405020304" pitchFamily="18" charset="0"/>
              <a:ea typeface="楷体_GB2312" pitchFamily="49" charset="-122"/>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itchFamily="18" charset="2"/>
              <a:buChar char=""/>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itchFamily="18" charset="2"/>
              <a:buChar char=""/>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5" name="内容占位符 1"/>
          <p:cNvSpPr txBox="1">
            <a:spLocks/>
          </p:cNvSpPr>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itchFamily="2" charset="2"/>
              <a:buChar char="Ø"/>
              <a:defRPr/>
            </a:pPr>
            <a:r>
              <a:rPr lang="zh-CN" altLang="en-US" sz="3000" b="1" dirty="0">
                <a:solidFill>
                  <a:prstClr val="black"/>
                </a:solidFill>
                <a:latin typeface="Times New Roman"/>
                <a:ea typeface="华文楷体" panose="02010600040101010101" pitchFamily="2" charset="-122"/>
              </a:rPr>
              <a:t>收集标识符的属性信息</a:t>
            </a:r>
            <a:endParaRPr kumimoji="0" lang="zh-CN" altLang="en-US" sz="3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6" name="内容占位符 1"/>
          <p:cNvSpPr txBox="1">
            <a:spLocks/>
          </p:cNvSpPr>
          <p:nvPr/>
        </p:nvSpPr>
        <p:spPr>
          <a:xfrm>
            <a:off x="498397" y="1772252"/>
            <a:ext cx="6359619" cy="2797645"/>
          </a:xfrm>
          <a:prstGeom prst="rect">
            <a:avLst/>
          </a:prstGeom>
        </p:spPr>
        <p:txBody>
          <a:bodyPr vert="horz" lIns="91440" tIns="45720" rIns="91440" bIns="45720" rtlCol="0">
            <a:normAutofit/>
          </a:bodyPr>
          <a:lstStyle/>
          <a:p>
            <a:pPr marL="576263" marR="0" lvl="1" indent="-274320" algn="l" defTabSz="914400" rtl="0" eaLnBrk="1" fontAlgn="auto" latinLnBrk="0" hangingPunct="1">
              <a:lnSpc>
                <a:spcPct val="100000"/>
              </a:lnSpc>
              <a:spcBef>
                <a:spcPct val="20000"/>
              </a:spcBef>
              <a:spcAft>
                <a:spcPts val="0"/>
              </a:spcAft>
              <a:buClr>
                <a:schemeClr val="tx1"/>
              </a:buClr>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类型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(Type)</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7" name="内容占位符 1"/>
          <p:cNvSpPr txBox="1">
            <a:spLocks/>
          </p:cNvSpPr>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266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 calcmode="lin" valueType="num">
                                      <p:cBhvr>
                                        <p:cTn id="7" dur="500" fill="hold"/>
                                        <p:tgtEl>
                                          <p:spTgt spid="1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p:cTn id="14"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 calcmode="lin" valueType="num">
                                      <p:cBhvr>
                                        <p:cTn id="21"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2">
                                            <p:txEl>
                                              <p:pRg st="1" end="1"/>
                                            </p:txEl>
                                          </p:spTgt>
                                        </p:tgtEl>
                                      </p:cBhvr>
                                    </p:animEffect>
                                  </p:childTnLst>
                                </p:cTn>
                              </p:par>
                              <p:par>
                                <p:cTn id="24" presetID="53" presetClass="entr" presetSubtype="0" fill="hold" nodeType="with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 calcmode="lin" valueType="num">
                                      <p:cBhvr>
                                        <p:cTn id="26"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7"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8" dur="500"/>
                                        <p:tgtEl>
                                          <p:spTgt spid="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xit" presetSubtype="0" fill="hold" nodeType="clickEffect">
                                  <p:stCondLst>
                                    <p:cond delay="0"/>
                                  </p:stCondLst>
                                  <p:childTnLst>
                                    <p:anim calcmode="lin" valueType="num">
                                      <p:cBhvr>
                                        <p:cTn id="32" dur="500"/>
                                        <p:tgtEl>
                                          <p:spTgt spid="2">
                                            <p:txEl>
                                              <p:pRg st="2" end="2"/>
                                            </p:txEl>
                                          </p:spTgt>
                                        </p:tgtEl>
                                        <p:attrNameLst>
                                          <p:attrName>ppt_w</p:attrName>
                                        </p:attrNameLst>
                                      </p:cBhvr>
                                      <p:tavLst>
                                        <p:tav tm="0">
                                          <p:val>
                                            <p:strVal val="ppt_w"/>
                                          </p:val>
                                        </p:tav>
                                        <p:tav tm="100000">
                                          <p:val>
                                            <p:fltVal val="0"/>
                                          </p:val>
                                        </p:tav>
                                      </p:tavLst>
                                    </p:anim>
                                    <p:anim calcmode="lin" valueType="num">
                                      <p:cBhvr>
                                        <p:cTn id="33" dur="500"/>
                                        <p:tgtEl>
                                          <p:spTgt spid="2">
                                            <p:txEl>
                                              <p:pRg st="2" end="2"/>
                                            </p:txEl>
                                          </p:spTgt>
                                        </p:tgtEl>
                                        <p:attrNameLst>
                                          <p:attrName>ppt_h</p:attrName>
                                        </p:attrNameLst>
                                      </p:cBhvr>
                                      <p:tavLst>
                                        <p:tav tm="0">
                                          <p:val>
                                            <p:strVal val="ppt_h"/>
                                          </p:val>
                                        </p:tav>
                                        <p:tav tm="100000">
                                          <p:val>
                                            <p:fltVal val="0"/>
                                          </p:val>
                                        </p:tav>
                                      </p:tavLst>
                                    </p:anim>
                                    <p:animEffect transition="out" filter="fade">
                                      <p:cBhvr>
                                        <p:cTn id="34" dur="500"/>
                                        <p:tgtEl>
                                          <p:spTgt spid="2">
                                            <p:txEl>
                                              <p:pRg st="2" end="2"/>
                                            </p:txEl>
                                          </p:spTgt>
                                        </p:tgtEl>
                                      </p:cBhvr>
                                    </p:animEffect>
                                    <p:set>
                                      <p:cBhvr>
                                        <p:cTn id="35" dur="1" fill="hold">
                                          <p:stCondLst>
                                            <p:cond delay="499"/>
                                          </p:stCondLst>
                                        </p:cTn>
                                        <p:tgtEl>
                                          <p:spTgt spid="2">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
          <p:cNvSpPr txBox="1">
            <a:spLocks/>
          </p:cNvSpPr>
          <p:nvPr/>
        </p:nvSpPr>
        <p:spPr>
          <a:xfrm>
            <a:off x="498397" y="2200880"/>
            <a:ext cx="6359619" cy="1933957"/>
          </a:xfrm>
          <a:prstGeom prst="rect">
            <a:avLst/>
          </a:prstGeom>
        </p:spPr>
        <p:txBody>
          <a:bodyPr vert="horz" lIns="91440" tIns="45720" rIns="91440" bIns="45720" rtlCol="0">
            <a:normAutofit/>
          </a:bodyPr>
          <a:lstStyle/>
          <a:p>
            <a:pPr marL="576263" marR="0" lvl="1"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存储位置、长度</a:t>
            </a:r>
            <a:endParaRPr kumimoji="0" lang="en-US" altLang="zh-CN" sz="2500" b="1" i="0" u="none" strike="noStrike" kern="1200" cap="none" spc="0" normalizeH="0" baseline="0" noProof="0" dirty="0">
              <a:ln>
                <a:noFill/>
              </a:ln>
              <a:solidFill>
                <a:schemeClr val="tx1"/>
              </a:solidFill>
              <a:effectLst/>
              <a:uLnTx/>
              <a:uFillTx/>
              <a:latin typeface="楷体" pitchFamily="49" charset="-122"/>
              <a:ea typeface="+mn-ea"/>
              <a:cs typeface="+mn-cs"/>
            </a:endParaRPr>
          </a:p>
          <a:p>
            <a:pPr marL="576263" marR="0" lvl="1"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lang="zh-CN" altLang="en-US" sz="2500" b="1" dirty="0">
                <a:latin typeface="楷体" pitchFamily="49" charset="-122"/>
                <a:ea typeface="+mn-ea"/>
              </a:rPr>
              <a:t>值</a:t>
            </a:r>
            <a:endParaRPr kumimoji="0" lang="en-US" altLang="zh-CN" sz="1600" b="1" i="0" u="none" strike="noStrike" kern="1200" cap="none" spc="0" normalizeH="0" baseline="0" noProof="0" dirty="0">
              <a:ln>
                <a:noFill/>
              </a:ln>
              <a:solidFill>
                <a:srgbClr val="073E87"/>
              </a:solidFill>
              <a:effectLst/>
              <a:uLnTx/>
              <a:uFillTx/>
              <a:latin typeface="Times New Roman" panose="02020603050405020304" pitchFamily="18" charset="0"/>
              <a:ea typeface="楷体_GB2312" pitchFamily="49" charset="-122"/>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itchFamily="18" charset="2"/>
              <a:buChar char=""/>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itchFamily="18" charset="2"/>
              <a:buChar char=""/>
              <a:tabLst/>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2" name="内容占位符 1"/>
          <p:cNvSpPr>
            <a:spLocks noGrp="1"/>
          </p:cNvSpPr>
          <p:nvPr>
            <p:ph idx="1"/>
          </p:nvPr>
        </p:nvSpPr>
        <p:spPr>
          <a:xfrm>
            <a:off x="495547" y="3100479"/>
            <a:ext cx="7505477" cy="1034358"/>
          </a:xfrm>
        </p:spPr>
        <p:txBody>
          <a:bodyPr>
            <a:normAutofit/>
          </a:bodyPr>
          <a:lstStyle/>
          <a:p>
            <a:pPr lvl="1">
              <a:buClrTx/>
              <a:buFont typeface="Wingdings" pitchFamily="2" charset="2"/>
              <a:buChar char="Ø"/>
            </a:pPr>
            <a:r>
              <a:rPr lang="zh-CN" altLang="en-US" sz="2500" b="1" dirty="0">
                <a:solidFill>
                  <a:schemeClr val="tx1"/>
                </a:solidFill>
                <a:latin typeface="楷体" pitchFamily="49" charset="-122"/>
              </a:rPr>
              <a:t>作用域</a:t>
            </a:r>
            <a:r>
              <a:rPr lang="en-US" altLang="zh-CN" sz="2500" b="1" dirty="0">
                <a:solidFill>
                  <a:schemeClr val="tx1"/>
                </a:solidFill>
                <a:cs typeface="Times New Roman" pitchFamily="18" charset="0"/>
              </a:rPr>
              <a:t> </a:t>
            </a:r>
          </a:p>
          <a:p>
            <a:pPr lvl="1">
              <a:buClrTx/>
              <a:buFont typeface="Wingdings" pitchFamily="2" charset="2"/>
              <a:buChar char="Ø"/>
            </a:pPr>
            <a:r>
              <a:rPr lang="zh-CN" altLang="en-US" sz="2500" b="1" dirty="0">
                <a:solidFill>
                  <a:schemeClr val="tx1"/>
                </a:solidFill>
                <a:latin typeface="Times New Roman"/>
              </a:rPr>
              <a:t>参数和返回值信息</a:t>
            </a:r>
            <a:endParaRPr lang="en-US" altLang="zh-CN" sz="2500" b="1" dirty="0">
              <a:solidFill>
                <a:schemeClr val="tx1"/>
              </a:solidFill>
              <a:latin typeface="Times New Roman"/>
            </a:endParaRPr>
          </a:p>
          <a:p>
            <a:pPr lvl="1"/>
            <a:endParaRPr lang="en-US" altLang="zh-CN" sz="1600" b="1" dirty="0">
              <a:solidFill>
                <a:srgbClr val="073E87"/>
              </a:solidFill>
              <a:ea typeface="楷体_GB2312" pitchFamily="49" charset="-122"/>
            </a:endParaRPr>
          </a:p>
          <a:p>
            <a:endParaRPr lang="zh-CN" altLang="en-US" sz="2000" dirty="0"/>
          </a:p>
          <a:p>
            <a:endParaRPr lang="zh-CN" altLang="en-US" sz="2000" dirty="0"/>
          </a:p>
        </p:txBody>
      </p:sp>
      <p:sp>
        <p:nvSpPr>
          <p:cNvPr id="10"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11" name="组合 14"/>
          <p:cNvGrpSpPr/>
          <p:nvPr/>
        </p:nvGrpSpPr>
        <p:grpSpPr>
          <a:xfrm>
            <a:off x="-786" y="195486"/>
            <a:ext cx="756363" cy="432048"/>
            <a:chOff x="-786" y="195486"/>
            <a:chExt cx="756363" cy="432048"/>
          </a:xfrm>
        </p:grpSpPr>
        <p:sp>
          <p:nvSpPr>
            <p:cNvPr id="12" name="五边形 1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五边形 1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5" name="内容占位符 1"/>
          <p:cNvSpPr txBox="1">
            <a:spLocks/>
          </p:cNvSpPr>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itchFamily="2" charset="2"/>
              <a:buChar char="Ø"/>
              <a:defRPr/>
            </a:pPr>
            <a:r>
              <a:rPr lang="zh-CN" altLang="en-US" sz="3000" b="1" dirty="0">
                <a:solidFill>
                  <a:prstClr val="black"/>
                </a:solidFill>
                <a:latin typeface="Times New Roman"/>
                <a:ea typeface="华文楷体" panose="02010600040101010101" pitchFamily="2" charset="-122"/>
              </a:rPr>
              <a:t>收集标识符的属性信息</a:t>
            </a:r>
            <a:endParaRPr kumimoji="0" lang="zh-CN" altLang="en-US" sz="3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6" name="内容占位符 1"/>
          <p:cNvSpPr txBox="1">
            <a:spLocks/>
          </p:cNvSpPr>
          <p:nvPr/>
        </p:nvSpPr>
        <p:spPr>
          <a:xfrm>
            <a:off x="498397" y="1772252"/>
            <a:ext cx="6359619" cy="3226273"/>
          </a:xfrm>
          <a:prstGeom prst="rect">
            <a:avLst/>
          </a:prstGeom>
        </p:spPr>
        <p:txBody>
          <a:bodyPr vert="horz" lIns="91440" tIns="45720" rIns="91440" bIns="45720" rtlCol="0">
            <a:normAutofit/>
          </a:bodyPr>
          <a:lstStyle/>
          <a:p>
            <a:pPr marL="576263" marR="0" lvl="1" indent="-274320" algn="l" defTabSz="914400" rtl="0" eaLnBrk="1" fontAlgn="auto" latinLnBrk="0" hangingPunct="1">
              <a:lnSpc>
                <a:spcPct val="100000"/>
              </a:lnSpc>
              <a:spcBef>
                <a:spcPct val="20000"/>
              </a:spcBef>
              <a:spcAft>
                <a:spcPts val="0"/>
              </a:spcAft>
              <a:buClr>
                <a:schemeClr val="tx1"/>
              </a:buClr>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类型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(Type)</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7" name="内容占位符 1"/>
          <p:cNvSpPr txBox="1">
            <a:spLocks/>
          </p:cNvSpPr>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itchFamily="2" charset="2"/>
              <a:buChar char="Ø"/>
              <a:tabLst/>
              <a:defRPr/>
            </a:pPr>
            <a:r>
              <a:rPr kumimoji="0" lang="zh-CN" altLang="en-US" sz="2500" b="1" i="0" u="none" strike="noStrike" kern="1200" cap="none" spc="0" normalizeH="0" baseline="0" noProof="0" dirty="0">
                <a:ln>
                  <a:noFill/>
                </a:ln>
                <a:solidFill>
                  <a:schemeClr val="tx1"/>
                </a:solidFill>
                <a:effectLst/>
                <a:uLnTx/>
                <a:uFillTx/>
                <a:latin typeface="楷体"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pic>
        <p:nvPicPr>
          <p:cNvPr id="18" name="Picture 2" descr="E:\工大编译\ppt\图片3副本.png"/>
          <p:cNvPicPr>
            <a:picLocks noChangeAspect="1" noChangeArrowheads="1"/>
          </p:cNvPicPr>
          <p:nvPr/>
        </p:nvPicPr>
        <p:blipFill>
          <a:blip r:embed="rId3"/>
          <a:srcRect/>
          <a:stretch>
            <a:fillRect/>
          </a:stretch>
        </p:blipFill>
        <p:spPr bwMode="auto">
          <a:xfrm>
            <a:off x="3758210" y="1643056"/>
            <a:ext cx="5488374" cy="2965409"/>
          </a:xfrm>
          <a:prstGeom prst="rect">
            <a:avLst/>
          </a:prstGeom>
          <a:noFill/>
        </p:spPr>
      </p:pic>
      <p:sp>
        <p:nvSpPr>
          <p:cNvPr id="19" name="矩形 18"/>
          <p:cNvSpPr/>
          <p:nvPr/>
        </p:nvSpPr>
        <p:spPr>
          <a:xfrm>
            <a:off x="4881291" y="1481931"/>
            <a:ext cx="2067682" cy="369332"/>
          </a:xfrm>
          <a:prstGeom prst="rect">
            <a:avLst/>
          </a:prstGeom>
        </p:spPr>
        <p:txBody>
          <a:bodyPr wrap="none">
            <a:spAutoFit/>
          </a:bodyPr>
          <a:lstStyle/>
          <a:p>
            <a:r>
              <a:rPr lang="zh-CN" altLang="en-US" b="1" dirty="0">
                <a:latin typeface="华文楷体" panose="02010600040101010101" pitchFamily="2" charset="-122"/>
                <a:ea typeface="华文楷体" panose="02010600040101010101" pitchFamily="2" charset="-122"/>
              </a:rPr>
              <a:t>符号表</a:t>
            </a:r>
            <a:r>
              <a:rPr lang="en-US" altLang="zh-CN" sz="1400" b="1" dirty="0">
                <a:latin typeface="楷体" pitchFamily="49" charset="-122"/>
              </a:rPr>
              <a:t>(</a:t>
            </a:r>
            <a:r>
              <a:rPr lang="en-US" altLang="zh-CN" sz="1400" b="1" dirty="0">
                <a:latin typeface="Times New Roman" panose="02020603050405020304" pitchFamily="18" charset="0"/>
                <a:cs typeface="Times New Roman" panose="02020603050405020304" pitchFamily="18" charset="0"/>
              </a:rPr>
              <a:t>Symbol Table)</a:t>
            </a:r>
            <a:endParaRPr lang="zh-CN" altLang="en-US" b="1" dirty="0"/>
          </a:p>
        </p:txBody>
      </p:sp>
      <p:sp>
        <p:nvSpPr>
          <p:cNvPr id="20" name="矩形 19"/>
          <p:cNvSpPr/>
          <p:nvPr/>
        </p:nvSpPr>
        <p:spPr>
          <a:xfrm>
            <a:off x="3758210" y="4434259"/>
            <a:ext cx="5134270" cy="369332"/>
          </a:xfrm>
          <a:prstGeom prst="rect">
            <a:avLst/>
          </a:prstGeom>
          <a:solidFill>
            <a:schemeClr val="accent5">
              <a:lumMod val="60000"/>
              <a:lumOff val="40000"/>
            </a:schemeClr>
          </a:solidFill>
        </p:spPr>
        <p:txBody>
          <a:bodyPr wrap="square">
            <a:spAutoFit/>
          </a:bodyPr>
          <a:lstStyle/>
          <a:p>
            <a:r>
              <a:rPr lang="zh-CN" altLang="en-US" b="1" dirty="0">
                <a:latin typeface="华文楷体" panose="02010600040101010101" pitchFamily="2" charset="-122"/>
                <a:ea typeface="华文楷体" panose="02010600040101010101" pitchFamily="2" charset="-122"/>
              </a:rPr>
              <a:t>符号表是用于存放标识符的属性信息的数据结构</a:t>
            </a:r>
            <a:endParaRPr lang="en-US" altLang="zh-CN" b="1" dirty="0">
              <a:latin typeface="华文楷体" panose="02010600040101010101" pitchFamily="2" charset="-122"/>
              <a:ea typeface="华文楷体" panose="02010600040101010101" pitchFamily="2" charset="-122"/>
            </a:endParaRPr>
          </a:p>
        </p:txBody>
      </p:sp>
      <p:grpSp>
        <p:nvGrpSpPr>
          <p:cNvPr id="6" name="组合 5"/>
          <p:cNvGrpSpPr/>
          <p:nvPr/>
        </p:nvGrpSpPr>
        <p:grpSpPr>
          <a:xfrm>
            <a:off x="2202014" y="4074219"/>
            <a:ext cx="1577898" cy="369332"/>
            <a:chOff x="2057998" y="3867894"/>
            <a:chExt cx="1577898" cy="369332"/>
          </a:xfrm>
        </p:grpSpPr>
        <p:cxnSp>
          <p:nvCxnSpPr>
            <p:cNvPr id="4" name="直接箭头连接符 3"/>
            <p:cNvCxnSpPr/>
            <p:nvPr/>
          </p:nvCxnSpPr>
          <p:spPr>
            <a:xfrm flipV="1">
              <a:off x="3116119" y="4011910"/>
              <a:ext cx="519777" cy="1853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057998" y="3867894"/>
              <a:ext cx="1114408" cy="369332"/>
            </a:xfrm>
            <a:prstGeom prst="rect">
              <a:avLst/>
            </a:prstGeom>
          </p:spPr>
          <p:txBody>
            <a:bodyPr wrap="none">
              <a:spAutoFit/>
            </a:bodyPr>
            <a:lstStyle/>
            <a:p>
              <a:r>
                <a:rPr lang="zh-CN" altLang="en-US" b="1" dirty="0">
                  <a:solidFill>
                    <a:srgbClr val="FF0000"/>
                  </a:solidFill>
                  <a:latin typeface="华文楷体" panose="02010600040101010101" pitchFamily="2" charset="-122"/>
                  <a:ea typeface="华文楷体" panose="02010600040101010101" pitchFamily="2" charset="-122"/>
                </a:rPr>
                <a:t>字符串表</a:t>
              </a:r>
              <a:endParaRPr lang="zh-CN" altLang="en-US" dirty="0">
                <a:solidFill>
                  <a:srgbClr val="FF0000"/>
                </a:solidFill>
                <a:latin typeface="华文楷体" panose="02010600040101010101" pitchFamily="2" charset="-122"/>
                <a:ea typeface="华文楷体" panose="02010600040101010101" pitchFamily="2" charset="-122"/>
              </a:endParaRPr>
            </a:p>
          </p:txBody>
        </p:sp>
      </p:grpSp>
      <p:sp>
        <p:nvSpPr>
          <p:cNvPr id="21" name="AutoShape 73"/>
          <p:cNvSpPr>
            <a:spLocks noChangeArrowheads="1"/>
          </p:cNvSpPr>
          <p:nvPr/>
        </p:nvSpPr>
        <p:spPr bwMode="auto">
          <a:xfrm>
            <a:off x="4499992" y="251718"/>
            <a:ext cx="4627789" cy="962710"/>
          </a:xfrm>
          <a:prstGeom prst="cloudCallout">
            <a:avLst>
              <a:gd name="adj1" fmla="val -45191"/>
              <a:gd name="adj2" fmla="val 168737"/>
            </a:avLst>
          </a:prstGeom>
          <a:solidFill>
            <a:schemeClr val="accent5">
              <a:lumMod val="60000"/>
              <a:lumOff val="40000"/>
            </a:schemeClr>
          </a:solidFill>
          <a:ln w="9525">
            <a:solidFill>
              <a:schemeClr val="tx1"/>
            </a:solidFill>
            <a:round/>
            <a:headEnd/>
            <a:tailEnd/>
          </a:ln>
          <a:effectLst/>
        </p:spPr>
        <p:txBody>
          <a:bodyPr/>
          <a:lstStyle/>
          <a:p>
            <a:pPr algn="ctr">
              <a:defRPr/>
            </a:pPr>
            <a:r>
              <a:rPr lang="zh-CN" altLang="en-US" sz="2000" b="1" kern="0" dirty="0">
                <a:latin typeface="Times New Roman" panose="02020603050405020304" pitchFamily="18" charset="0"/>
                <a:ea typeface="楷体" pitchFamily="49" charset="-122"/>
                <a:cs typeface="Times New Roman" panose="02020603050405020304" pitchFamily="18" charset="0"/>
              </a:rPr>
              <a:t>符号表中</a:t>
            </a:r>
            <a:r>
              <a:rPr lang="zh-CN" altLang="en-US" sz="2000" b="1" kern="0" dirty="0">
                <a:latin typeface="楷体" pitchFamily="49" charset="-122"/>
                <a:ea typeface="楷体" pitchFamily="49" charset="-122"/>
              </a:rPr>
              <a:t>为什么要设计</a:t>
            </a:r>
            <a:r>
              <a:rPr lang="zh-CN" altLang="en-US" sz="2000" b="1" kern="0" dirty="0">
                <a:solidFill>
                  <a:srgbClr val="0000FF"/>
                </a:solidFill>
                <a:latin typeface="楷体" pitchFamily="49" charset="-122"/>
                <a:ea typeface="楷体" pitchFamily="49" charset="-122"/>
              </a:rPr>
              <a:t>字符串表</a:t>
            </a:r>
            <a:r>
              <a:rPr lang="zh-CN" altLang="en-US" sz="2000" b="1" kern="0" dirty="0">
                <a:latin typeface="楷体" pitchFamily="49" charset="-122"/>
                <a:ea typeface="楷体" pitchFamily="49" charset="-122"/>
              </a:rPr>
              <a:t>这样一种数据结构？</a:t>
            </a:r>
          </a:p>
        </p:txBody>
      </p:sp>
    </p:spTree>
    <p:extLst>
      <p:ext uri="{BB962C8B-B14F-4D97-AF65-F5344CB8AC3E}">
        <p14:creationId xmlns:p14="http://schemas.microsoft.com/office/powerpoint/2010/main" val="118064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500" fill="hold"/>
                                        <p:tgtEl>
                                          <p:spTgt spid="21"/>
                                        </p:tgtEl>
                                        <p:attrNameLst>
                                          <p:attrName>ppt_w</p:attrName>
                                        </p:attrNameLst>
                                      </p:cBhvr>
                                      <p:tavLst>
                                        <p:tav tm="0">
                                          <p:val>
                                            <p:fltVal val="0"/>
                                          </p:val>
                                        </p:tav>
                                        <p:tav tm="100000">
                                          <p:val>
                                            <p:strVal val="#ppt_w"/>
                                          </p:val>
                                        </p:tav>
                                      </p:tavLst>
                                    </p:anim>
                                    <p:anim calcmode="lin" valueType="num">
                                      <p:cBhvr>
                                        <p:cTn id="32"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xit" presetSubtype="32" fill="hold" grpId="1" nodeType="clickEffect">
                                  <p:stCondLst>
                                    <p:cond delay="0"/>
                                  </p:stCondLst>
                                  <p:childTnLst>
                                    <p:anim calcmode="lin" valueType="num">
                                      <p:cBhvr>
                                        <p:cTn id="36" dur="500"/>
                                        <p:tgtEl>
                                          <p:spTgt spid="19"/>
                                        </p:tgtEl>
                                        <p:attrNameLst>
                                          <p:attrName>ppt_w</p:attrName>
                                        </p:attrNameLst>
                                      </p:cBhvr>
                                      <p:tavLst>
                                        <p:tav tm="0">
                                          <p:val>
                                            <p:strVal val="ppt_w"/>
                                          </p:val>
                                        </p:tav>
                                        <p:tav tm="100000">
                                          <p:val>
                                            <p:fltVal val="0"/>
                                          </p:val>
                                        </p:tav>
                                      </p:tavLst>
                                    </p:anim>
                                    <p:anim calcmode="lin" valueType="num">
                                      <p:cBhvr>
                                        <p:cTn id="37" dur="500"/>
                                        <p:tgtEl>
                                          <p:spTgt spid="19"/>
                                        </p:tgtEl>
                                        <p:attrNameLst>
                                          <p:attrName>ppt_h</p:attrName>
                                        </p:attrNameLst>
                                      </p:cBhvr>
                                      <p:tavLst>
                                        <p:tav tm="0">
                                          <p:val>
                                            <p:strVal val="ppt_h"/>
                                          </p:val>
                                        </p:tav>
                                        <p:tav tm="100000">
                                          <p:val>
                                            <p:fltVal val="0"/>
                                          </p:val>
                                        </p:tav>
                                      </p:tavLst>
                                    </p:anim>
                                    <p:animEffect transition="out" filter="fade">
                                      <p:cBhvr>
                                        <p:cTn id="38" dur="500"/>
                                        <p:tgtEl>
                                          <p:spTgt spid="19"/>
                                        </p:tgtEl>
                                      </p:cBhvr>
                                    </p:animEffect>
                                    <p:set>
                                      <p:cBhvr>
                                        <p:cTn id="39" dur="1" fill="hold">
                                          <p:stCondLst>
                                            <p:cond delay="499"/>
                                          </p:stCondLst>
                                        </p:cTn>
                                        <p:tgtEl>
                                          <p:spTgt spid="19"/>
                                        </p:tgtEl>
                                        <p:attrNameLst>
                                          <p:attrName>style.visibility</p:attrName>
                                        </p:attrNameLst>
                                      </p:cBhvr>
                                      <p:to>
                                        <p:strVal val="hidden"/>
                                      </p:to>
                                    </p:set>
                                  </p:childTnLst>
                                </p:cTn>
                              </p:par>
                              <p:par>
                                <p:cTn id="40" presetID="53" presetClass="exit" presetSubtype="32" fill="hold" grpId="1" nodeType="withEffect">
                                  <p:stCondLst>
                                    <p:cond delay="0"/>
                                  </p:stCondLst>
                                  <p:childTnLst>
                                    <p:anim calcmode="lin" valueType="num">
                                      <p:cBhvr>
                                        <p:cTn id="41" dur="500"/>
                                        <p:tgtEl>
                                          <p:spTgt spid="20"/>
                                        </p:tgtEl>
                                        <p:attrNameLst>
                                          <p:attrName>ppt_w</p:attrName>
                                        </p:attrNameLst>
                                      </p:cBhvr>
                                      <p:tavLst>
                                        <p:tav tm="0">
                                          <p:val>
                                            <p:strVal val="ppt_w"/>
                                          </p:val>
                                        </p:tav>
                                        <p:tav tm="100000">
                                          <p:val>
                                            <p:fltVal val="0"/>
                                          </p:val>
                                        </p:tav>
                                      </p:tavLst>
                                    </p:anim>
                                    <p:anim calcmode="lin" valueType="num">
                                      <p:cBhvr>
                                        <p:cTn id="42" dur="500"/>
                                        <p:tgtEl>
                                          <p:spTgt spid="20"/>
                                        </p:tgtEl>
                                        <p:attrNameLst>
                                          <p:attrName>ppt_h</p:attrName>
                                        </p:attrNameLst>
                                      </p:cBhvr>
                                      <p:tavLst>
                                        <p:tav tm="0">
                                          <p:val>
                                            <p:strVal val="ppt_h"/>
                                          </p:val>
                                        </p:tav>
                                        <p:tav tm="100000">
                                          <p:val>
                                            <p:fltVal val="0"/>
                                          </p:val>
                                        </p:tav>
                                      </p:tavLst>
                                    </p:anim>
                                    <p:animEffect transition="out" filter="fade">
                                      <p:cBhvr>
                                        <p:cTn id="43" dur="500"/>
                                        <p:tgtEl>
                                          <p:spTgt spid="20"/>
                                        </p:tgtEl>
                                      </p:cBhvr>
                                    </p:animEffect>
                                    <p:set>
                                      <p:cBhvr>
                                        <p:cTn id="44" dur="1" fill="hold">
                                          <p:stCondLst>
                                            <p:cond delay="499"/>
                                          </p:stCondLst>
                                        </p:cTn>
                                        <p:tgtEl>
                                          <p:spTgt spid="20"/>
                                        </p:tgtEl>
                                        <p:attrNameLst>
                                          <p:attrName>style.visibility</p:attrName>
                                        </p:attrNameLst>
                                      </p:cBhvr>
                                      <p:to>
                                        <p:strVal val="hidden"/>
                                      </p:to>
                                    </p:set>
                                  </p:childTnLst>
                                </p:cTn>
                              </p:par>
                              <p:par>
                                <p:cTn id="45" presetID="53" presetClass="exit" presetSubtype="32" fill="hold" nodeType="withEffect">
                                  <p:stCondLst>
                                    <p:cond delay="0"/>
                                  </p:stCondLst>
                                  <p:childTnLst>
                                    <p:anim calcmode="lin" valueType="num">
                                      <p:cBhvr>
                                        <p:cTn id="46" dur="500"/>
                                        <p:tgtEl>
                                          <p:spTgt spid="18"/>
                                        </p:tgtEl>
                                        <p:attrNameLst>
                                          <p:attrName>ppt_w</p:attrName>
                                        </p:attrNameLst>
                                      </p:cBhvr>
                                      <p:tavLst>
                                        <p:tav tm="0">
                                          <p:val>
                                            <p:strVal val="ppt_w"/>
                                          </p:val>
                                        </p:tav>
                                        <p:tav tm="100000">
                                          <p:val>
                                            <p:fltVal val="0"/>
                                          </p:val>
                                        </p:tav>
                                      </p:tavLst>
                                    </p:anim>
                                    <p:anim calcmode="lin" valueType="num">
                                      <p:cBhvr>
                                        <p:cTn id="47" dur="500"/>
                                        <p:tgtEl>
                                          <p:spTgt spid="18"/>
                                        </p:tgtEl>
                                        <p:attrNameLst>
                                          <p:attrName>ppt_h</p:attrName>
                                        </p:attrNameLst>
                                      </p:cBhvr>
                                      <p:tavLst>
                                        <p:tav tm="0">
                                          <p:val>
                                            <p:strVal val="ppt_h"/>
                                          </p:val>
                                        </p:tav>
                                        <p:tav tm="100000">
                                          <p:val>
                                            <p:fltVal val="0"/>
                                          </p:val>
                                        </p:tav>
                                      </p:tavLst>
                                    </p:anim>
                                    <p:animEffect transition="out" filter="fade">
                                      <p:cBhvr>
                                        <p:cTn id="48" dur="500"/>
                                        <p:tgtEl>
                                          <p:spTgt spid="18"/>
                                        </p:tgtEl>
                                      </p:cBhvr>
                                    </p:animEffect>
                                    <p:set>
                                      <p:cBhvr>
                                        <p:cTn id="49" dur="1" fill="hold">
                                          <p:stCondLst>
                                            <p:cond delay="499"/>
                                          </p:stCondLst>
                                        </p:cTn>
                                        <p:tgtEl>
                                          <p:spTgt spid="18"/>
                                        </p:tgtEl>
                                        <p:attrNameLst>
                                          <p:attrName>style.visibility</p:attrName>
                                        </p:attrNameLst>
                                      </p:cBhvr>
                                      <p:to>
                                        <p:strVal val="hidden"/>
                                      </p:to>
                                    </p:set>
                                  </p:childTnLst>
                                </p:cTn>
                              </p:par>
                              <p:par>
                                <p:cTn id="50" presetID="53" presetClass="exit" presetSubtype="32" fill="hold" nodeType="withEffect">
                                  <p:stCondLst>
                                    <p:cond delay="0"/>
                                  </p:stCondLst>
                                  <p:childTnLst>
                                    <p:anim calcmode="lin" valueType="num">
                                      <p:cBhvr>
                                        <p:cTn id="51" dur="500"/>
                                        <p:tgtEl>
                                          <p:spTgt spid="17">
                                            <p:txEl>
                                              <p:pRg st="0" end="0"/>
                                            </p:txEl>
                                          </p:spTgt>
                                        </p:tgtEl>
                                        <p:attrNameLst>
                                          <p:attrName>ppt_w</p:attrName>
                                        </p:attrNameLst>
                                      </p:cBhvr>
                                      <p:tavLst>
                                        <p:tav tm="0">
                                          <p:val>
                                            <p:strVal val="ppt_w"/>
                                          </p:val>
                                        </p:tav>
                                        <p:tav tm="100000">
                                          <p:val>
                                            <p:fltVal val="0"/>
                                          </p:val>
                                        </p:tav>
                                      </p:tavLst>
                                    </p:anim>
                                    <p:anim calcmode="lin" valueType="num">
                                      <p:cBhvr>
                                        <p:cTn id="52" dur="500"/>
                                        <p:tgtEl>
                                          <p:spTgt spid="17">
                                            <p:txEl>
                                              <p:pRg st="0" end="0"/>
                                            </p:txEl>
                                          </p:spTgt>
                                        </p:tgtEl>
                                        <p:attrNameLst>
                                          <p:attrName>ppt_h</p:attrName>
                                        </p:attrNameLst>
                                      </p:cBhvr>
                                      <p:tavLst>
                                        <p:tav tm="0">
                                          <p:val>
                                            <p:strVal val="ppt_h"/>
                                          </p:val>
                                        </p:tav>
                                        <p:tav tm="100000">
                                          <p:val>
                                            <p:fltVal val="0"/>
                                          </p:val>
                                        </p:tav>
                                      </p:tavLst>
                                    </p:anim>
                                    <p:animEffect transition="out" filter="fade">
                                      <p:cBhvr>
                                        <p:cTn id="53" dur="500"/>
                                        <p:tgtEl>
                                          <p:spTgt spid="17">
                                            <p:txEl>
                                              <p:pRg st="0" end="0"/>
                                            </p:txEl>
                                          </p:spTgt>
                                        </p:tgtEl>
                                      </p:cBhvr>
                                    </p:animEffect>
                                    <p:set>
                                      <p:cBhvr>
                                        <p:cTn id="54" dur="1" fill="hold">
                                          <p:stCondLst>
                                            <p:cond delay="499"/>
                                          </p:stCondLst>
                                        </p:cTn>
                                        <p:tgtEl>
                                          <p:spTgt spid="17">
                                            <p:txEl>
                                              <p:pRg st="0" end="0"/>
                                            </p:txEl>
                                          </p:spTgt>
                                        </p:tgtEl>
                                        <p:attrNameLst>
                                          <p:attrName>style.visibility</p:attrName>
                                        </p:attrNameLst>
                                      </p:cBhvr>
                                      <p:to>
                                        <p:strVal val="hidden"/>
                                      </p:to>
                                    </p:set>
                                  </p:childTnLst>
                                </p:cTn>
                              </p:par>
                              <p:par>
                                <p:cTn id="55" presetID="53" presetClass="exit" presetSubtype="32" fill="hold" nodeType="withEffect">
                                  <p:stCondLst>
                                    <p:cond delay="0"/>
                                  </p:stCondLst>
                                  <p:childTnLst>
                                    <p:anim calcmode="lin" valueType="num">
                                      <p:cBhvr>
                                        <p:cTn id="56" dur="500"/>
                                        <p:tgtEl>
                                          <p:spTgt spid="14">
                                            <p:txEl>
                                              <p:pRg st="0" end="0"/>
                                            </p:txEl>
                                          </p:spTgt>
                                        </p:tgtEl>
                                        <p:attrNameLst>
                                          <p:attrName>ppt_w</p:attrName>
                                        </p:attrNameLst>
                                      </p:cBhvr>
                                      <p:tavLst>
                                        <p:tav tm="0">
                                          <p:val>
                                            <p:strVal val="ppt_w"/>
                                          </p:val>
                                        </p:tav>
                                        <p:tav tm="100000">
                                          <p:val>
                                            <p:fltVal val="0"/>
                                          </p:val>
                                        </p:tav>
                                      </p:tavLst>
                                    </p:anim>
                                    <p:anim calcmode="lin" valueType="num">
                                      <p:cBhvr>
                                        <p:cTn id="57" dur="500"/>
                                        <p:tgtEl>
                                          <p:spTgt spid="14">
                                            <p:txEl>
                                              <p:pRg st="0" end="0"/>
                                            </p:txEl>
                                          </p:spTgt>
                                        </p:tgtEl>
                                        <p:attrNameLst>
                                          <p:attrName>ppt_h</p:attrName>
                                        </p:attrNameLst>
                                      </p:cBhvr>
                                      <p:tavLst>
                                        <p:tav tm="0">
                                          <p:val>
                                            <p:strVal val="ppt_h"/>
                                          </p:val>
                                        </p:tav>
                                        <p:tav tm="100000">
                                          <p:val>
                                            <p:fltVal val="0"/>
                                          </p:val>
                                        </p:tav>
                                      </p:tavLst>
                                    </p:anim>
                                    <p:animEffect transition="out" filter="fade">
                                      <p:cBhvr>
                                        <p:cTn id="58" dur="500"/>
                                        <p:tgtEl>
                                          <p:spTgt spid="14">
                                            <p:txEl>
                                              <p:pRg st="0" end="0"/>
                                            </p:txEl>
                                          </p:spTgt>
                                        </p:tgtEl>
                                      </p:cBhvr>
                                    </p:animEffect>
                                    <p:set>
                                      <p:cBhvr>
                                        <p:cTn id="59" dur="1" fill="hold">
                                          <p:stCondLst>
                                            <p:cond delay="499"/>
                                          </p:stCondLst>
                                        </p:cTn>
                                        <p:tgtEl>
                                          <p:spTgt spid="14">
                                            <p:txEl>
                                              <p:pRg st="0" end="0"/>
                                            </p:txEl>
                                          </p:spTgt>
                                        </p:tgtEl>
                                        <p:attrNameLst>
                                          <p:attrName>style.visibility</p:attrName>
                                        </p:attrNameLst>
                                      </p:cBhvr>
                                      <p:to>
                                        <p:strVal val="hidden"/>
                                      </p:to>
                                    </p:set>
                                  </p:childTnLst>
                                </p:cTn>
                              </p:par>
                              <p:par>
                                <p:cTn id="60" presetID="53" presetClass="exit" presetSubtype="32" fill="hold" nodeType="withEffect">
                                  <p:stCondLst>
                                    <p:cond delay="0"/>
                                  </p:stCondLst>
                                  <p:childTnLst>
                                    <p:anim calcmode="lin" valueType="num">
                                      <p:cBhvr>
                                        <p:cTn id="61" dur="500"/>
                                        <p:tgtEl>
                                          <p:spTgt spid="14">
                                            <p:txEl>
                                              <p:pRg st="1" end="1"/>
                                            </p:txEl>
                                          </p:spTgt>
                                        </p:tgtEl>
                                        <p:attrNameLst>
                                          <p:attrName>ppt_w</p:attrName>
                                        </p:attrNameLst>
                                      </p:cBhvr>
                                      <p:tavLst>
                                        <p:tav tm="0">
                                          <p:val>
                                            <p:strVal val="ppt_w"/>
                                          </p:val>
                                        </p:tav>
                                        <p:tav tm="100000">
                                          <p:val>
                                            <p:fltVal val="0"/>
                                          </p:val>
                                        </p:tav>
                                      </p:tavLst>
                                    </p:anim>
                                    <p:anim calcmode="lin" valueType="num">
                                      <p:cBhvr>
                                        <p:cTn id="62" dur="500"/>
                                        <p:tgtEl>
                                          <p:spTgt spid="14">
                                            <p:txEl>
                                              <p:pRg st="1" end="1"/>
                                            </p:txEl>
                                          </p:spTgt>
                                        </p:tgtEl>
                                        <p:attrNameLst>
                                          <p:attrName>ppt_h</p:attrName>
                                        </p:attrNameLst>
                                      </p:cBhvr>
                                      <p:tavLst>
                                        <p:tav tm="0">
                                          <p:val>
                                            <p:strVal val="ppt_h"/>
                                          </p:val>
                                        </p:tav>
                                        <p:tav tm="100000">
                                          <p:val>
                                            <p:fltVal val="0"/>
                                          </p:val>
                                        </p:tav>
                                      </p:tavLst>
                                    </p:anim>
                                    <p:animEffect transition="out" filter="fade">
                                      <p:cBhvr>
                                        <p:cTn id="63" dur="500"/>
                                        <p:tgtEl>
                                          <p:spTgt spid="14">
                                            <p:txEl>
                                              <p:pRg st="1" end="1"/>
                                            </p:txEl>
                                          </p:spTgt>
                                        </p:tgtEl>
                                      </p:cBhvr>
                                    </p:animEffect>
                                    <p:set>
                                      <p:cBhvr>
                                        <p:cTn id="64" dur="1" fill="hold">
                                          <p:stCondLst>
                                            <p:cond delay="499"/>
                                          </p:stCondLst>
                                        </p:cTn>
                                        <p:tgtEl>
                                          <p:spTgt spid="14">
                                            <p:txEl>
                                              <p:pRg st="1" end="1"/>
                                            </p:txEl>
                                          </p:spTgt>
                                        </p:tgtEl>
                                        <p:attrNameLst>
                                          <p:attrName>style.visibility</p:attrName>
                                        </p:attrNameLst>
                                      </p:cBhvr>
                                      <p:to>
                                        <p:strVal val="hidden"/>
                                      </p:to>
                                    </p:set>
                                  </p:childTnLst>
                                </p:cTn>
                              </p:par>
                              <p:par>
                                <p:cTn id="65" presetID="53" presetClass="exit" presetSubtype="32" fill="hold" nodeType="withEffect">
                                  <p:stCondLst>
                                    <p:cond delay="0"/>
                                  </p:stCondLst>
                                  <p:childTnLst>
                                    <p:anim calcmode="lin" valueType="num">
                                      <p:cBhvr>
                                        <p:cTn id="66" dur="500"/>
                                        <p:tgtEl>
                                          <p:spTgt spid="2">
                                            <p:txEl>
                                              <p:pRg st="0" end="0"/>
                                            </p:txEl>
                                          </p:spTgt>
                                        </p:tgtEl>
                                        <p:attrNameLst>
                                          <p:attrName>ppt_w</p:attrName>
                                        </p:attrNameLst>
                                      </p:cBhvr>
                                      <p:tavLst>
                                        <p:tav tm="0">
                                          <p:val>
                                            <p:strVal val="ppt_w"/>
                                          </p:val>
                                        </p:tav>
                                        <p:tav tm="100000">
                                          <p:val>
                                            <p:fltVal val="0"/>
                                          </p:val>
                                        </p:tav>
                                      </p:tavLst>
                                    </p:anim>
                                    <p:anim calcmode="lin" valueType="num">
                                      <p:cBhvr>
                                        <p:cTn id="67" dur="500"/>
                                        <p:tgtEl>
                                          <p:spTgt spid="2">
                                            <p:txEl>
                                              <p:pRg st="0" end="0"/>
                                            </p:txEl>
                                          </p:spTgt>
                                        </p:tgtEl>
                                        <p:attrNameLst>
                                          <p:attrName>ppt_h</p:attrName>
                                        </p:attrNameLst>
                                      </p:cBhvr>
                                      <p:tavLst>
                                        <p:tav tm="0">
                                          <p:val>
                                            <p:strVal val="ppt_h"/>
                                          </p:val>
                                        </p:tav>
                                        <p:tav tm="100000">
                                          <p:val>
                                            <p:fltVal val="0"/>
                                          </p:val>
                                        </p:tav>
                                      </p:tavLst>
                                    </p:anim>
                                    <p:animEffect transition="out" filter="fade">
                                      <p:cBhvr>
                                        <p:cTn id="68" dur="500"/>
                                        <p:tgtEl>
                                          <p:spTgt spid="2">
                                            <p:txEl>
                                              <p:pRg st="0" end="0"/>
                                            </p:txEl>
                                          </p:spTgt>
                                        </p:tgtEl>
                                      </p:cBhvr>
                                    </p:animEffect>
                                    <p:set>
                                      <p:cBhvr>
                                        <p:cTn id="69" dur="1" fill="hold">
                                          <p:stCondLst>
                                            <p:cond delay="499"/>
                                          </p:stCondLst>
                                        </p:cTn>
                                        <p:tgtEl>
                                          <p:spTgt spid="2">
                                            <p:txEl>
                                              <p:pRg st="0" end="0"/>
                                            </p:txEl>
                                          </p:spTgt>
                                        </p:tgtEl>
                                        <p:attrNameLst>
                                          <p:attrName>style.visibility</p:attrName>
                                        </p:attrNameLst>
                                      </p:cBhvr>
                                      <p:to>
                                        <p:strVal val="hidden"/>
                                      </p:to>
                                    </p:set>
                                  </p:childTnLst>
                                </p:cTn>
                              </p:par>
                              <p:par>
                                <p:cTn id="70" presetID="53" presetClass="exit" presetSubtype="32" fill="hold" nodeType="withEffect">
                                  <p:stCondLst>
                                    <p:cond delay="0"/>
                                  </p:stCondLst>
                                  <p:childTnLst>
                                    <p:anim calcmode="lin" valueType="num">
                                      <p:cBhvr>
                                        <p:cTn id="71" dur="500"/>
                                        <p:tgtEl>
                                          <p:spTgt spid="2">
                                            <p:txEl>
                                              <p:pRg st="1" end="1"/>
                                            </p:txEl>
                                          </p:spTgt>
                                        </p:tgtEl>
                                        <p:attrNameLst>
                                          <p:attrName>ppt_w</p:attrName>
                                        </p:attrNameLst>
                                      </p:cBhvr>
                                      <p:tavLst>
                                        <p:tav tm="0">
                                          <p:val>
                                            <p:strVal val="ppt_w"/>
                                          </p:val>
                                        </p:tav>
                                        <p:tav tm="100000">
                                          <p:val>
                                            <p:fltVal val="0"/>
                                          </p:val>
                                        </p:tav>
                                      </p:tavLst>
                                    </p:anim>
                                    <p:anim calcmode="lin" valueType="num">
                                      <p:cBhvr>
                                        <p:cTn id="72"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73" dur="500"/>
                                        <p:tgtEl>
                                          <p:spTgt spid="2">
                                            <p:txEl>
                                              <p:pRg st="1" end="1"/>
                                            </p:txEl>
                                          </p:spTgt>
                                        </p:tgtEl>
                                      </p:cBhvr>
                                    </p:animEffect>
                                    <p:set>
                                      <p:cBhvr>
                                        <p:cTn id="74" dur="1" fill="hold">
                                          <p:stCondLst>
                                            <p:cond delay="499"/>
                                          </p:stCondLst>
                                        </p:cTn>
                                        <p:tgtEl>
                                          <p:spTgt spid="2">
                                            <p:txEl>
                                              <p:pRg st="1" end="1"/>
                                            </p:txEl>
                                          </p:spTgt>
                                        </p:tgtEl>
                                        <p:attrNameLst>
                                          <p:attrName>style.visibility</p:attrName>
                                        </p:attrNameLst>
                                      </p:cBhvr>
                                      <p:to>
                                        <p:strVal val="hidden"/>
                                      </p:to>
                                    </p:set>
                                  </p:childTnLst>
                                </p:cTn>
                              </p:par>
                              <p:par>
                                <p:cTn id="75" presetID="53" presetClass="exit" presetSubtype="32" fill="hold" nodeType="withEffect">
                                  <p:stCondLst>
                                    <p:cond delay="0"/>
                                  </p:stCondLst>
                                  <p:childTnLst>
                                    <p:anim calcmode="lin" valueType="num">
                                      <p:cBhvr>
                                        <p:cTn id="76" dur="500"/>
                                        <p:tgtEl>
                                          <p:spTgt spid="16">
                                            <p:txEl>
                                              <p:pRg st="0" end="0"/>
                                            </p:txEl>
                                          </p:spTgt>
                                        </p:tgtEl>
                                        <p:attrNameLst>
                                          <p:attrName>ppt_w</p:attrName>
                                        </p:attrNameLst>
                                      </p:cBhvr>
                                      <p:tavLst>
                                        <p:tav tm="0">
                                          <p:val>
                                            <p:strVal val="ppt_w"/>
                                          </p:val>
                                        </p:tav>
                                        <p:tav tm="100000">
                                          <p:val>
                                            <p:fltVal val="0"/>
                                          </p:val>
                                        </p:tav>
                                      </p:tavLst>
                                    </p:anim>
                                    <p:anim calcmode="lin" valueType="num">
                                      <p:cBhvr>
                                        <p:cTn id="77" dur="500"/>
                                        <p:tgtEl>
                                          <p:spTgt spid="16">
                                            <p:txEl>
                                              <p:pRg st="0" end="0"/>
                                            </p:txEl>
                                          </p:spTgt>
                                        </p:tgtEl>
                                        <p:attrNameLst>
                                          <p:attrName>ppt_h</p:attrName>
                                        </p:attrNameLst>
                                      </p:cBhvr>
                                      <p:tavLst>
                                        <p:tav tm="0">
                                          <p:val>
                                            <p:strVal val="ppt_h"/>
                                          </p:val>
                                        </p:tav>
                                        <p:tav tm="100000">
                                          <p:val>
                                            <p:fltVal val="0"/>
                                          </p:val>
                                        </p:tav>
                                      </p:tavLst>
                                    </p:anim>
                                    <p:animEffect transition="out" filter="fade">
                                      <p:cBhvr>
                                        <p:cTn id="78" dur="500"/>
                                        <p:tgtEl>
                                          <p:spTgt spid="16">
                                            <p:txEl>
                                              <p:pRg st="0" end="0"/>
                                            </p:txEl>
                                          </p:spTgt>
                                        </p:tgtEl>
                                      </p:cBhvr>
                                    </p:animEffect>
                                    <p:set>
                                      <p:cBhvr>
                                        <p:cTn id="79" dur="1" fill="hold">
                                          <p:stCondLst>
                                            <p:cond delay="499"/>
                                          </p:stCondLst>
                                        </p:cTn>
                                        <p:tgtEl>
                                          <p:spTgt spid="16">
                                            <p:txEl>
                                              <p:pRg st="0" end="0"/>
                                            </p:txEl>
                                          </p:spTgt>
                                        </p:tgtEl>
                                        <p:attrNameLst>
                                          <p:attrName>style.visibility</p:attrName>
                                        </p:attrNameLst>
                                      </p:cBhvr>
                                      <p:to>
                                        <p:strVal val="hidden"/>
                                      </p:to>
                                    </p:set>
                                  </p:childTnLst>
                                </p:cTn>
                              </p:par>
                              <p:par>
                                <p:cTn id="80" presetID="53" presetClass="exit" presetSubtype="32" fill="hold" nodeType="withEffect">
                                  <p:stCondLst>
                                    <p:cond delay="0"/>
                                  </p:stCondLst>
                                  <p:childTnLst>
                                    <p:anim calcmode="lin" valueType="num">
                                      <p:cBhvr>
                                        <p:cTn id="81" dur="500"/>
                                        <p:tgtEl>
                                          <p:spTgt spid="6"/>
                                        </p:tgtEl>
                                        <p:attrNameLst>
                                          <p:attrName>ppt_w</p:attrName>
                                        </p:attrNameLst>
                                      </p:cBhvr>
                                      <p:tavLst>
                                        <p:tav tm="0">
                                          <p:val>
                                            <p:strVal val="ppt_w"/>
                                          </p:val>
                                        </p:tav>
                                        <p:tav tm="100000">
                                          <p:val>
                                            <p:fltVal val="0"/>
                                          </p:val>
                                        </p:tav>
                                      </p:tavLst>
                                    </p:anim>
                                    <p:anim calcmode="lin" valueType="num">
                                      <p:cBhvr>
                                        <p:cTn id="82" dur="500"/>
                                        <p:tgtEl>
                                          <p:spTgt spid="6"/>
                                        </p:tgtEl>
                                        <p:attrNameLst>
                                          <p:attrName>ppt_h</p:attrName>
                                        </p:attrNameLst>
                                      </p:cBhvr>
                                      <p:tavLst>
                                        <p:tav tm="0">
                                          <p:val>
                                            <p:strVal val="ppt_h"/>
                                          </p:val>
                                        </p:tav>
                                        <p:tav tm="100000">
                                          <p:val>
                                            <p:fltVal val="0"/>
                                          </p:val>
                                        </p:tav>
                                      </p:tavLst>
                                    </p:anim>
                                    <p:animEffect transition="out" filter="fade">
                                      <p:cBhvr>
                                        <p:cTn id="83" dur="500"/>
                                        <p:tgtEl>
                                          <p:spTgt spid="6"/>
                                        </p:tgtEl>
                                      </p:cBhvr>
                                    </p:animEffect>
                                    <p:set>
                                      <p:cBhvr>
                                        <p:cTn id="84" dur="1" fill="hold">
                                          <p:stCondLst>
                                            <p:cond delay="499"/>
                                          </p:stCondLst>
                                        </p:cTn>
                                        <p:tgtEl>
                                          <p:spTgt spid="6"/>
                                        </p:tgtEl>
                                        <p:attrNameLst>
                                          <p:attrName>style.visibility</p:attrName>
                                        </p:attrNameLst>
                                      </p:cBhvr>
                                      <p:to>
                                        <p:strVal val="hidden"/>
                                      </p:to>
                                    </p:set>
                                  </p:childTnLst>
                                </p:cTn>
                              </p:par>
                              <p:par>
                                <p:cTn id="85" presetID="53" presetClass="exit" presetSubtype="32" fill="hold" grpId="1" nodeType="withEffect">
                                  <p:stCondLst>
                                    <p:cond delay="0"/>
                                  </p:stCondLst>
                                  <p:childTnLst>
                                    <p:anim calcmode="lin" valueType="num">
                                      <p:cBhvr>
                                        <p:cTn id="86" dur="500"/>
                                        <p:tgtEl>
                                          <p:spTgt spid="21"/>
                                        </p:tgtEl>
                                        <p:attrNameLst>
                                          <p:attrName>ppt_w</p:attrName>
                                        </p:attrNameLst>
                                      </p:cBhvr>
                                      <p:tavLst>
                                        <p:tav tm="0">
                                          <p:val>
                                            <p:strVal val="ppt_w"/>
                                          </p:val>
                                        </p:tav>
                                        <p:tav tm="100000">
                                          <p:val>
                                            <p:fltVal val="0"/>
                                          </p:val>
                                        </p:tav>
                                      </p:tavLst>
                                    </p:anim>
                                    <p:anim calcmode="lin" valueType="num">
                                      <p:cBhvr>
                                        <p:cTn id="87" dur="500"/>
                                        <p:tgtEl>
                                          <p:spTgt spid="21"/>
                                        </p:tgtEl>
                                        <p:attrNameLst>
                                          <p:attrName>ppt_h</p:attrName>
                                        </p:attrNameLst>
                                      </p:cBhvr>
                                      <p:tavLst>
                                        <p:tav tm="0">
                                          <p:val>
                                            <p:strVal val="ppt_h"/>
                                          </p:val>
                                        </p:tav>
                                        <p:tav tm="100000">
                                          <p:val>
                                            <p:fltVal val="0"/>
                                          </p:val>
                                        </p:tav>
                                      </p:tavLst>
                                    </p:anim>
                                    <p:animEffect transition="out" filter="fade">
                                      <p:cBhvr>
                                        <p:cTn id="88" dur="500"/>
                                        <p:tgtEl>
                                          <p:spTgt spid="21"/>
                                        </p:tgtEl>
                                      </p:cBhvr>
                                    </p:animEffect>
                                    <p:set>
                                      <p:cBhvr>
                                        <p:cTn id="89"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animBg="1"/>
      <p:bldP spid="20" grpId="1" animBg="1"/>
      <p:bldP spid="21" grpId="0" animBg="1"/>
      <p:bldP spid="21"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5547" y="1464652"/>
            <a:ext cx="8862799" cy="5643602"/>
          </a:xfrm>
        </p:spPr>
        <p:txBody>
          <a:bodyPr>
            <a:normAutofit/>
          </a:bodyPr>
          <a:lstStyle/>
          <a:p>
            <a:pPr>
              <a:lnSpc>
                <a:spcPts val="2500"/>
              </a:lnSpc>
              <a:buClrTx/>
              <a:buFont typeface="Wingdings" pitchFamily="2" charset="2"/>
              <a:buChar char="Ø"/>
            </a:pPr>
            <a:r>
              <a:rPr lang="zh-CN" altLang="en-US" sz="3000" b="1" dirty="0">
                <a:solidFill>
                  <a:schemeClr val="tx1"/>
                </a:solidFill>
              </a:rPr>
              <a:t>语义</a:t>
            </a:r>
            <a:r>
              <a:rPr lang="zh-CN" altLang="en-US" sz="3000" b="1" dirty="0">
                <a:solidFill>
                  <a:prstClr val="black"/>
                </a:solidFill>
              </a:rPr>
              <a:t>检查</a:t>
            </a:r>
            <a:endParaRPr lang="en-US" altLang="zh-CN" sz="3000" b="1" dirty="0">
              <a:solidFill>
                <a:prstClr val="black"/>
              </a:solidFill>
            </a:endParaRPr>
          </a:p>
          <a:p>
            <a:pPr lvl="1">
              <a:lnSpc>
                <a:spcPts val="2300"/>
              </a:lnSpc>
              <a:buClrTx/>
              <a:buFont typeface="Wingdings" pitchFamily="2" charset="2"/>
              <a:buChar char="Ø"/>
            </a:pPr>
            <a:r>
              <a:rPr lang="zh-CN" altLang="en-US" sz="2400" b="1" dirty="0">
                <a:solidFill>
                  <a:prstClr val="black"/>
                </a:solidFill>
              </a:rPr>
              <a:t> </a:t>
            </a:r>
            <a:r>
              <a:rPr lang="zh-CN" altLang="en-US" b="1" dirty="0">
                <a:solidFill>
                  <a:prstClr val="black"/>
                </a:solidFill>
              </a:rPr>
              <a:t>变量或过程</a:t>
            </a:r>
            <a:r>
              <a:rPr lang="zh-CN" altLang="en-US" b="1" dirty="0">
                <a:solidFill>
                  <a:schemeClr val="tx2">
                    <a:lumMod val="60000"/>
                    <a:lumOff val="40000"/>
                  </a:schemeClr>
                </a:solidFill>
              </a:rPr>
              <a:t>未经声明就使用</a:t>
            </a:r>
          </a:p>
          <a:p>
            <a:pPr lvl="1">
              <a:lnSpc>
                <a:spcPts val="2300"/>
              </a:lnSpc>
              <a:buClrTx/>
              <a:buFont typeface="Wingdings" pitchFamily="2" charset="2"/>
              <a:buChar char="Ø"/>
            </a:pPr>
            <a:r>
              <a:rPr lang="zh-CN" altLang="en-US" b="1" dirty="0">
                <a:solidFill>
                  <a:prstClr val="black"/>
                </a:solidFill>
              </a:rPr>
              <a:t> 变量或过程名</a:t>
            </a:r>
            <a:r>
              <a:rPr lang="zh-CN" altLang="en-US" b="1" dirty="0">
                <a:solidFill>
                  <a:schemeClr val="tx2">
                    <a:lumMod val="60000"/>
                    <a:lumOff val="40000"/>
                  </a:schemeClr>
                </a:solidFill>
              </a:rPr>
              <a:t>重复声明</a:t>
            </a:r>
          </a:p>
          <a:p>
            <a:pPr lvl="1">
              <a:lnSpc>
                <a:spcPts val="2300"/>
              </a:lnSpc>
              <a:buClrTx/>
              <a:buFont typeface="Wingdings" pitchFamily="2" charset="2"/>
              <a:buChar char="Ø"/>
            </a:pPr>
            <a:r>
              <a:rPr lang="zh-CN" altLang="en-US" b="1" dirty="0">
                <a:solidFill>
                  <a:schemeClr val="tx1"/>
                </a:solidFill>
              </a:rPr>
              <a:t> </a:t>
            </a:r>
            <a:r>
              <a:rPr lang="zh-CN" altLang="en-US" b="1" dirty="0">
                <a:solidFill>
                  <a:schemeClr val="tx2">
                    <a:lumMod val="60000"/>
                    <a:lumOff val="40000"/>
                  </a:schemeClr>
                </a:solidFill>
              </a:rPr>
              <a:t>运算分量</a:t>
            </a:r>
            <a:r>
              <a:rPr lang="zh-CN" altLang="en-US" b="1" dirty="0">
                <a:solidFill>
                  <a:schemeClr val="tx1"/>
                </a:solidFill>
              </a:rPr>
              <a:t>类型不匹配</a:t>
            </a:r>
          </a:p>
          <a:p>
            <a:pPr lvl="1">
              <a:lnSpc>
                <a:spcPts val="2300"/>
              </a:lnSpc>
              <a:buClrTx/>
              <a:buFont typeface="Wingdings" pitchFamily="2" charset="2"/>
              <a:buChar char="Ø"/>
            </a:pPr>
            <a:r>
              <a:rPr lang="zh-CN" altLang="en-US" b="1" dirty="0">
                <a:solidFill>
                  <a:prstClr val="black"/>
                </a:solidFill>
              </a:rPr>
              <a:t> </a:t>
            </a:r>
            <a:r>
              <a:rPr lang="zh-CN" altLang="en-US" b="1" dirty="0">
                <a:solidFill>
                  <a:schemeClr val="tx2">
                    <a:lumMod val="60000"/>
                    <a:lumOff val="40000"/>
                  </a:schemeClr>
                </a:solidFill>
              </a:rPr>
              <a:t>操作符</a:t>
            </a:r>
            <a:r>
              <a:rPr lang="zh-CN" altLang="en-US" b="1" dirty="0">
                <a:solidFill>
                  <a:schemeClr val="tx1"/>
                </a:solidFill>
              </a:rPr>
              <a:t>与</a:t>
            </a:r>
            <a:r>
              <a:rPr lang="zh-CN" altLang="en-US" b="1" dirty="0">
                <a:solidFill>
                  <a:schemeClr val="tx2">
                    <a:lumMod val="60000"/>
                    <a:lumOff val="40000"/>
                  </a:schemeClr>
                </a:solidFill>
              </a:rPr>
              <a:t>操作数</a:t>
            </a:r>
            <a:r>
              <a:rPr lang="zh-CN" altLang="en-US" b="1" dirty="0">
                <a:solidFill>
                  <a:prstClr val="black"/>
                </a:solidFill>
              </a:rPr>
              <a:t>之间</a:t>
            </a:r>
            <a:r>
              <a:rPr lang="zh-CN" altLang="en-US" b="1" dirty="0">
                <a:solidFill>
                  <a:schemeClr val="tx1"/>
                </a:solidFill>
              </a:rPr>
              <a:t>的类型不匹配</a:t>
            </a:r>
            <a:endParaRPr lang="en-US" altLang="zh-CN" b="1" dirty="0">
              <a:solidFill>
                <a:schemeClr val="tx1"/>
              </a:solidFill>
            </a:endParaRPr>
          </a:p>
          <a:p>
            <a:pPr lvl="2">
              <a:lnSpc>
                <a:spcPts val="2300"/>
              </a:lnSpc>
              <a:buClrTx/>
              <a:buFont typeface="Wingdings" pitchFamily="2" charset="2"/>
              <a:buChar char="Ø"/>
            </a:pPr>
            <a:r>
              <a:rPr lang="zh-CN" altLang="en-US" sz="2200" b="1" dirty="0">
                <a:solidFill>
                  <a:prstClr val="black"/>
                </a:solidFill>
              </a:rPr>
              <a:t> </a:t>
            </a:r>
            <a:r>
              <a:rPr lang="zh-CN" altLang="en-US" sz="2200" b="1" dirty="0">
                <a:solidFill>
                  <a:schemeClr val="tx2">
                    <a:lumMod val="60000"/>
                    <a:lumOff val="40000"/>
                  </a:schemeClr>
                </a:solidFill>
              </a:rPr>
              <a:t>数组下标</a:t>
            </a:r>
            <a:r>
              <a:rPr lang="zh-CN" altLang="en-US" sz="2200" b="1" dirty="0">
                <a:solidFill>
                  <a:prstClr val="black"/>
                </a:solidFill>
              </a:rPr>
              <a:t>不是整数</a:t>
            </a:r>
          </a:p>
          <a:p>
            <a:pPr lvl="2">
              <a:lnSpc>
                <a:spcPts val="2300"/>
              </a:lnSpc>
              <a:buClrTx/>
              <a:buFont typeface="Wingdings" pitchFamily="2" charset="2"/>
              <a:buChar char="Ø"/>
            </a:pPr>
            <a:r>
              <a:rPr lang="zh-CN" altLang="en-US" sz="2200" b="1" dirty="0">
                <a:solidFill>
                  <a:prstClr val="black"/>
                </a:solidFill>
              </a:rPr>
              <a:t> 对</a:t>
            </a:r>
            <a:r>
              <a:rPr lang="zh-CN" altLang="en-US" sz="2200" b="1" dirty="0">
                <a:solidFill>
                  <a:schemeClr val="tx2">
                    <a:lumMod val="60000"/>
                    <a:lumOff val="40000"/>
                  </a:schemeClr>
                </a:solidFill>
              </a:rPr>
              <a:t>非数组变量</a:t>
            </a:r>
            <a:r>
              <a:rPr lang="zh-CN" altLang="en-US" sz="2200" b="1" dirty="0">
                <a:solidFill>
                  <a:prstClr val="black"/>
                </a:solidFill>
              </a:rPr>
              <a:t>使用</a:t>
            </a:r>
            <a:r>
              <a:rPr lang="zh-CN" altLang="en-US" sz="2200" b="1" dirty="0">
                <a:solidFill>
                  <a:schemeClr val="tx1"/>
                </a:solidFill>
              </a:rPr>
              <a:t>数组访问</a:t>
            </a:r>
            <a:r>
              <a:rPr lang="zh-CN" altLang="en-US" sz="2200" b="1" dirty="0">
                <a:solidFill>
                  <a:prstClr val="black"/>
                </a:solidFill>
              </a:rPr>
              <a:t>操作符</a:t>
            </a:r>
            <a:endParaRPr lang="en-US" altLang="zh-CN" sz="2200" b="1" dirty="0">
              <a:solidFill>
                <a:prstClr val="black"/>
              </a:solidFill>
            </a:endParaRPr>
          </a:p>
          <a:p>
            <a:pPr lvl="2">
              <a:lnSpc>
                <a:spcPts val="2300"/>
              </a:lnSpc>
              <a:buClrTx/>
              <a:buFont typeface="Wingdings" pitchFamily="2" charset="2"/>
              <a:buChar char="Ø"/>
            </a:pPr>
            <a:r>
              <a:rPr lang="zh-CN" altLang="en-US" sz="2200" b="1" dirty="0">
                <a:solidFill>
                  <a:prstClr val="black"/>
                </a:solidFill>
              </a:rPr>
              <a:t> 对</a:t>
            </a:r>
            <a:r>
              <a:rPr lang="zh-CN" altLang="en-US" sz="2200" b="1" dirty="0">
                <a:solidFill>
                  <a:schemeClr val="tx2">
                    <a:lumMod val="60000"/>
                    <a:lumOff val="40000"/>
                  </a:schemeClr>
                </a:solidFill>
              </a:rPr>
              <a:t>非过程名</a:t>
            </a:r>
            <a:r>
              <a:rPr lang="zh-CN" altLang="en-US" sz="2200" b="1" dirty="0">
                <a:solidFill>
                  <a:prstClr val="black"/>
                </a:solidFill>
              </a:rPr>
              <a:t>使用</a:t>
            </a:r>
            <a:r>
              <a:rPr lang="zh-CN" altLang="en-US" sz="2200" b="1" dirty="0">
                <a:solidFill>
                  <a:schemeClr val="tx1"/>
                </a:solidFill>
              </a:rPr>
              <a:t>过程调用</a:t>
            </a:r>
            <a:r>
              <a:rPr lang="zh-CN" altLang="en-US" sz="2200" b="1" dirty="0">
                <a:solidFill>
                  <a:prstClr val="black"/>
                </a:solidFill>
              </a:rPr>
              <a:t>操作符</a:t>
            </a:r>
            <a:endParaRPr lang="en-US" altLang="zh-CN" sz="2200" b="1" dirty="0">
              <a:solidFill>
                <a:prstClr val="black"/>
              </a:solidFill>
            </a:endParaRPr>
          </a:p>
          <a:p>
            <a:pPr lvl="2">
              <a:lnSpc>
                <a:spcPts val="2300"/>
              </a:lnSpc>
              <a:buClrTx/>
              <a:buFont typeface="Wingdings" pitchFamily="2" charset="2"/>
              <a:buChar char="Ø"/>
            </a:pPr>
            <a:r>
              <a:rPr lang="zh-CN" altLang="en-US" sz="2200" b="1" dirty="0">
                <a:solidFill>
                  <a:prstClr val="black"/>
                </a:solidFill>
              </a:rPr>
              <a:t> 过程调用的</a:t>
            </a:r>
            <a:r>
              <a:rPr lang="zh-CN" altLang="en-US" sz="2200" b="1" dirty="0">
                <a:solidFill>
                  <a:schemeClr val="tx2">
                    <a:lumMod val="60000"/>
                    <a:lumOff val="40000"/>
                  </a:schemeClr>
                </a:solidFill>
              </a:rPr>
              <a:t>参数类型或数目</a:t>
            </a:r>
            <a:r>
              <a:rPr lang="zh-CN" altLang="en-US" sz="2200" b="1" dirty="0">
                <a:solidFill>
                  <a:prstClr val="black"/>
                </a:solidFill>
              </a:rPr>
              <a:t>不匹配</a:t>
            </a:r>
            <a:endParaRPr lang="en-US" altLang="zh-CN" sz="2200" b="1" dirty="0">
              <a:solidFill>
                <a:prstClr val="black"/>
              </a:solidFill>
            </a:endParaRPr>
          </a:p>
          <a:p>
            <a:pPr lvl="2">
              <a:lnSpc>
                <a:spcPts val="2300"/>
              </a:lnSpc>
              <a:buClrTx/>
              <a:buFont typeface="Wingdings" pitchFamily="2" charset="2"/>
              <a:buChar char="Ø"/>
            </a:pPr>
            <a:r>
              <a:rPr lang="zh-CN" altLang="en-US" sz="2200" b="1" dirty="0">
                <a:solidFill>
                  <a:prstClr val="black"/>
                </a:solidFill>
              </a:rPr>
              <a:t> 函数</a:t>
            </a:r>
            <a:r>
              <a:rPr lang="zh-CN" altLang="en-US" sz="2200" b="1" dirty="0">
                <a:solidFill>
                  <a:schemeClr val="tx2">
                    <a:lumMod val="60000"/>
                    <a:lumOff val="40000"/>
                  </a:schemeClr>
                </a:solidFill>
              </a:rPr>
              <a:t>返回类型</a:t>
            </a:r>
            <a:r>
              <a:rPr lang="zh-CN" altLang="en-US" sz="2200" b="1" dirty="0">
                <a:solidFill>
                  <a:prstClr val="black"/>
                </a:solidFill>
              </a:rPr>
              <a:t>有误</a:t>
            </a:r>
            <a:endParaRPr lang="en-US" altLang="zh-CN" sz="2200" b="1" dirty="0">
              <a:solidFill>
                <a:prstClr val="black"/>
              </a:solidFill>
            </a:endParaRPr>
          </a:p>
        </p:txBody>
      </p:sp>
      <p:sp>
        <p:nvSpPr>
          <p:cNvPr id="6"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itchFamily="34" charset="-122"/>
                <a:ea typeface="微软雅黑" pitchFamily="34" charset="-122"/>
              </a:rPr>
              <a:t>语义分析的主要任务</a:t>
            </a:r>
            <a:endParaRPr lang="en-US" altLang="zh-CN" sz="3000" spc="300" dirty="0">
              <a:solidFill>
                <a:schemeClr val="tx1"/>
              </a:solidFill>
              <a:latin typeface="微软雅黑" pitchFamily="34" charset="-122"/>
              <a:ea typeface="微软雅黑" pitchFamily="34" charset="-122"/>
            </a:endParaRPr>
          </a:p>
        </p:txBody>
      </p:sp>
      <p:grpSp>
        <p:nvGrpSpPr>
          <p:cNvPr id="3" name="组合 14"/>
          <p:cNvGrpSpPr/>
          <p:nvPr/>
        </p:nvGrpSpPr>
        <p:grpSpPr>
          <a:xfrm>
            <a:off x="-786" y="195486"/>
            <a:ext cx="756363" cy="432048"/>
            <a:chOff x="-786" y="195486"/>
            <a:chExt cx="756363" cy="432048"/>
          </a:xfrm>
        </p:grpSpPr>
        <p:sp>
          <p:nvSpPr>
            <p:cNvPr id="8" name="五边形 7"/>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五边形 8"/>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0" name="内容占位符 1"/>
          <p:cNvSpPr txBox="1">
            <a:spLocks/>
          </p:cNvSpPr>
          <p:nvPr/>
        </p:nvSpPr>
        <p:spPr>
          <a:xfrm>
            <a:off x="500034" y="843965"/>
            <a:ext cx="7200915" cy="647665"/>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itchFamily="2" charset="2"/>
              <a:buChar char="Ø"/>
              <a:defRPr/>
            </a:pPr>
            <a:r>
              <a:rPr lang="zh-CN" altLang="en-US" sz="3000" b="1" dirty="0">
                <a:solidFill>
                  <a:prstClr val="black"/>
                </a:solidFill>
                <a:latin typeface="Times New Roman"/>
                <a:ea typeface="华文楷体" panose="02010600040101010101" pitchFamily="2" charset="-122"/>
              </a:rPr>
              <a:t>收集标识符的属性信息</a:t>
            </a:r>
            <a:endParaRPr kumimoji="0" lang="zh-CN" altLang="en-US" sz="3000" b="0" i="0" u="none" strike="noStrike" kern="1200" cap="none" spc="0" normalizeH="0" baseline="0" noProof="0" dirty="0">
              <a:ln>
                <a:noFill/>
              </a:ln>
              <a:solidFill>
                <a:schemeClr val="tx2"/>
              </a:solidFill>
              <a:effectLst/>
              <a:uLnTx/>
              <a:uFillTx/>
              <a:latin typeface="Times New Roman" panose="02020603050405020304" pitchFamily="18" charset="0"/>
              <a:ea typeface="+mn-ea"/>
            </a:endParaRPr>
          </a:p>
        </p:txBody>
      </p:sp>
    </p:spTree>
    <p:extLst>
      <p:ext uri="{BB962C8B-B14F-4D97-AF65-F5344CB8AC3E}">
        <p14:creationId xmlns:p14="http://schemas.microsoft.com/office/powerpoint/2010/main" val="106600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 calcmode="lin" valueType="num">
                                      <p:cBhvr>
                                        <p:cTn id="35"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 calcmode="lin" valueType="num">
                                      <p:cBhvr>
                                        <p:cTn id="42"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2">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 calcmode="lin" valueType="num">
                                      <p:cBhvr>
                                        <p:cTn id="49"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2">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 calcmode="lin" valueType="num">
                                      <p:cBhvr>
                                        <p:cTn id="56"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2">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 calcmode="lin" valueType="num">
                                      <p:cBhvr>
                                        <p:cTn id="63"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2">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 calcmode="lin" valueType="num">
                                      <p:cBhvr>
                                        <p:cTn id="70" dur="500" fill="hold"/>
                                        <p:tgtEl>
                                          <p:spTgt spid="2">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2">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6022582"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中间代码生成和编译器后端</a:t>
            </a: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8" name="Rectangle 42"/>
          <p:cNvSpPr>
            <a:spLocks noChangeArrowheads="1"/>
          </p:cNvSpPr>
          <p:nvPr/>
        </p:nvSpPr>
        <p:spPr bwMode="auto">
          <a:xfrm>
            <a:off x="6156176" y="2383864"/>
            <a:ext cx="1961539" cy="403910"/>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85786" y="1142990"/>
            <a:ext cx="6929486" cy="3226273"/>
          </a:xfrm>
        </p:spPr>
        <p:txBody>
          <a:bodyPr>
            <a:normAutofit/>
          </a:bodyPr>
          <a:lstStyle/>
          <a:p>
            <a:pPr lvl="0">
              <a:lnSpc>
                <a:spcPts val="4500"/>
              </a:lnSpc>
              <a:buClrTx/>
              <a:buFont typeface="Wingdings" pitchFamily="2" charset="2"/>
              <a:buChar char="Ø"/>
            </a:pPr>
            <a:r>
              <a:rPr lang="zh-CN" altLang="en-US" sz="3000" b="1" dirty="0">
                <a:solidFill>
                  <a:schemeClr val="tx1"/>
                </a:solidFill>
                <a:latin typeface="楷体" pitchFamily="49" charset="-122"/>
                <a:cs typeface="Times New Roman" pitchFamily="18" charset="0"/>
              </a:rPr>
              <a:t>三地址码</a:t>
            </a:r>
            <a:r>
              <a:rPr lang="en-US" altLang="zh-CN" sz="3000" b="1" dirty="0">
                <a:solidFill>
                  <a:schemeClr val="tx1"/>
                </a:solidFill>
                <a:cs typeface="Times New Roman" pitchFamily="18" charset="0"/>
              </a:rPr>
              <a:t> (Three-address Code</a:t>
            </a:r>
            <a:r>
              <a:rPr lang="en-US" altLang="zh-CN" sz="3000" b="1" dirty="0">
                <a:solidFill>
                  <a:schemeClr val="tx1"/>
                </a:solidFill>
                <a:ea typeface="楷体_GB2312" pitchFamily="49" charset="-122"/>
                <a:cs typeface="Times New Roman" pitchFamily="18" charset="0"/>
              </a:rPr>
              <a:t>)</a:t>
            </a:r>
            <a:endParaRPr lang="en-US" altLang="zh-CN" sz="3000" b="1" dirty="0">
              <a:solidFill>
                <a:schemeClr val="tx1"/>
              </a:solidFill>
              <a:cs typeface="Times New Roman" pitchFamily="18" charset="0"/>
            </a:endParaRPr>
          </a:p>
          <a:p>
            <a:pPr lvl="1">
              <a:lnSpc>
                <a:spcPts val="4500"/>
              </a:lnSpc>
              <a:buClrTx/>
              <a:buFont typeface="Wingdings" pitchFamily="2" charset="2"/>
              <a:buChar char="Ø"/>
            </a:pPr>
            <a:r>
              <a:rPr lang="zh-CN" altLang="en-US" sz="2500" b="1" dirty="0">
                <a:solidFill>
                  <a:schemeClr val="tx1"/>
                </a:solidFill>
              </a:rPr>
              <a:t>三地址码由</a:t>
            </a:r>
            <a:r>
              <a:rPr lang="zh-CN" altLang="en-US" sz="2500" b="1" dirty="0">
                <a:solidFill>
                  <a:schemeClr val="tx2">
                    <a:lumMod val="60000"/>
                    <a:lumOff val="40000"/>
                  </a:schemeClr>
                </a:solidFill>
              </a:rPr>
              <a:t>类似于汇编语言</a:t>
            </a:r>
            <a:r>
              <a:rPr lang="zh-CN" altLang="en-US" sz="2500" b="1" dirty="0">
                <a:solidFill>
                  <a:schemeClr val="tx1"/>
                </a:solidFill>
              </a:rPr>
              <a:t>的指令序列组成，每个指令</a:t>
            </a:r>
            <a:r>
              <a:rPr lang="zh-CN" altLang="en-US" sz="2500" b="1" dirty="0">
                <a:solidFill>
                  <a:schemeClr val="tx2">
                    <a:lumMod val="60000"/>
                    <a:lumOff val="40000"/>
                  </a:schemeClr>
                </a:solidFill>
              </a:rPr>
              <a:t>最多有三个操作数</a:t>
            </a:r>
            <a:r>
              <a:rPr lang="en-US" altLang="zh-CN" sz="2500" b="1" dirty="0">
                <a:solidFill>
                  <a:schemeClr val="tx1"/>
                </a:solidFill>
              </a:rPr>
              <a:t>(operand)</a:t>
            </a:r>
            <a:endParaRPr lang="zh-CN" altLang="en-US" sz="2500" b="1" dirty="0">
              <a:solidFill>
                <a:schemeClr val="tx1"/>
              </a:solidFill>
            </a:endParaRPr>
          </a:p>
          <a:p>
            <a:pPr lvl="0">
              <a:lnSpc>
                <a:spcPts val="4500"/>
              </a:lnSpc>
              <a:buClrTx/>
              <a:buFont typeface="Wingdings" pitchFamily="2" charset="2"/>
              <a:buChar char="Ø"/>
            </a:pPr>
            <a:r>
              <a:rPr lang="zh-CN" altLang="en-US" sz="3000" b="1" dirty="0">
                <a:solidFill>
                  <a:schemeClr val="tx1"/>
                </a:solidFill>
                <a:latin typeface="楷体" pitchFamily="49" charset="-122"/>
                <a:cs typeface="Times New Roman" pitchFamily="18" charset="0"/>
              </a:rPr>
              <a:t>语法结构树</a:t>
            </a:r>
            <a:r>
              <a:rPr lang="en-US" altLang="zh-CN" sz="3000" b="1" dirty="0">
                <a:solidFill>
                  <a:schemeClr val="tx1"/>
                </a:solidFill>
                <a:latin typeface="楷体" pitchFamily="49" charset="-122"/>
                <a:cs typeface="Times New Roman" pitchFamily="18" charset="0"/>
              </a:rPr>
              <a:t>/</a:t>
            </a:r>
            <a:r>
              <a:rPr lang="zh-CN" altLang="en-US" sz="3000" b="1" dirty="0">
                <a:solidFill>
                  <a:schemeClr val="tx1"/>
                </a:solidFill>
                <a:latin typeface="楷体" pitchFamily="49" charset="-122"/>
                <a:cs typeface="Times New Roman" pitchFamily="18" charset="0"/>
              </a:rPr>
              <a:t>语法树</a:t>
            </a:r>
            <a:r>
              <a:rPr lang="en-US" altLang="zh-CN" sz="3000" b="1" dirty="0">
                <a:solidFill>
                  <a:schemeClr val="tx1"/>
                </a:solidFill>
              </a:rPr>
              <a:t> (Syntax Trees</a:t>
            </a:r>
            <a:r>
              <a:rPr lang="en-US" altLang="zh-CN" sz="3000" b="1" dirty="0">
                <a:solidFill>
                  <a:schemeClr val="tx1"/>
                </a:solidFill>
                <a:ea typeface="楷体_GB2312" pitchFamily="49" charset="-122"/>
              </a:rPr>
              <a:t>)</a:t>
            </a:r>
          </a:p>
        </p:txBody>
      </p:sp>
      <p:sp>
        <p:nvSpPr>
          <p:cNvPr id="3" name="标题 2"/>
          <p:cNvSpPr>
            <a:spLocks noGrp="1"/>
          </p:cNvSpPr>
          <p:nvPr>
            <p:ph type="title"/>
          </p:nvPr>
        </p:nvSpPr>
        <p:spPr/>
        <p:txBody>
          <a:bodyPr>
            <a:noAutofit/>
          </a:bodyPr>
          <a:lstStyle/>
          <a:p>
            <a:pPr lvl="0">
              <a:lnSpc>
                <a:spcPct val="110000"/>
              </a:lnSpc>
            </a:pPr>
            <a:r>
              <a:rPr lang="zh-CN" altLang="en-US" sz="3000" spc="300" dirty="0">
                <a:solidFill>
                  <a:schemeClr val="tx1"/>
                </a:solidFill>
                <a:latin typeface="微软雅黑" pitchFamily="34" charset="-122"/>
                <a:ea typeface="微软雅黑" pitchFamily="34" charset="-122"/>
                <a:cs typeface="Times New Roman" pitchFamily="18" charset="0"/>
              </a:rPr>
              <a:t>常用的中间表示形式</a:t>
            </a:r>
            <a:endParaRPr lang="en-US" altLang="zh-CN" sz="3000" spc="300" dirty="0">
              <a:solidFill>
                <a:schemeClr val="tx1"/>
              </a:solidFill>
              <a:latin typeface="微软雅黑" pitchFamily="34" charset="-122"/>
              <a:ea typeface="微软雅黑" pitchFamily="34" charset="-122"/>
              <a:cs typeface="Times New Roman" pitchFamily="18" charset="0"/>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7158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p:cTn id="7"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Autofit/>
          </a:bodyPr>
          <a:lstStyle/>
          <a:p>
            <a:r>
              <a:rPr lang="zh-CN" altLang="en-US" sz="3000" kern="0" spc="300" dirty="0">
                <a:solidFill>
                  <a:schemeClr val="tx1"/>
                </a:solidFill>
                <a:latin typeface="微软雅黑" pitchFamily="34" charset="-122"/>
                <a:ea typeface="微软雅黑" pitchFamily="34" charset="-122"/>
              </a:rPr>
              <a:t>常用的三地址指令</a:t>
            </a:r>
            <a:endParaRPr lang="zh-CN" altLang="en-US" sz="3000" spc="300" dirty="0">
              <a:solidFill>
                <a:schemeClr val="tx1"/>
              </a:solidFill>
              <a:latin typeface="微软雅黑" pitchFamily="34" charset="-122"/>
              <a:ea typeface="微软雅黑" pitchFamily="34" charset="-122"/>
            </a:endParaRPr>
          </a:p>
        </p:txBody>
      </p:sp>
      <p:sp>
        <p:nvSpPr>
          <p:cNvPr id="11" name="内容占位符 1"/>
          <p:cNvSpPr>
            <a:spLocks noGrp="1"/>
          </p:cNvSpPr>
          <p:nvPr>
            <p:ph idx="1"/>
          </p:nvPr>
        </p:nvSpPr>
        <p:spPr>
          <a:xfrm>
            <a:off x="4312002" y="3519254"/>
            <a:ext cx="4474840" cy="1500768"/>
          </a:xfrm>
          <a:solidFill>
            <a:schemeClr val="accent5">
              <a:lumMod val="60000"/>
              <a:lumOff val="40000"/>
            </a:schemeClr>
          </a:solidFill>
          <a:ln w="12700">
            <a:solidFill>
              <a:schemeClr val="tx1"/>
            </a:solidFill>
          </a:ln>
        </p:spPr>
        <p:txBody>
          <a:bodyPr>
            <a:noAutofit/>
          </a:bodyPr>
          <a:lstStyle/>
          <a:p>
            <a:pPr marL="0" indent="0">
              <a:buNone/>
            </a:pPr>
            <a:r>
              <a:rPr lang="zh-CN" altLang="en-US" sz="2000" b="1" dirty="0">
                <a:solidFill>
                  <a:srgbClr val="0000FF"/>
                </a:solidFill>
              </a:rPr>
              <a:t>地址</a:t>
            </a:r>
            <a:r>
              <a:rPr lang="zh-CN" altLang="en-US" sz="2000" b="1" dirty="0">
                <a:solidFill>
                  <a:schemeClr val="tx1"/>
                </a:solidFill>
              </a:rPr>
              <a:t>可以具有如下形式之一</a:t>
            </a:r>
            <a:endParaRPr lang="en-US" altLang="zh-CN" sz="2000" b="1" dirty="0">
              <a:solidFill>
                <a:schemeClr val="tx1"/>
              </a:solidFill>
            </a:endParaRPr>
          </a:p>
          <a:p>
            <a:pPr>
              <a:buClrTx/>
              <a:buFont typeface="Wingdings" pitchFamily="2" charset="2"/>
              <a:buChar char="Ø"/>
              <a:defRPr/>
            </a:pPr>
            <a:r>
              <a:rPr lang="en-US" altLang="zh-CN" sz="2000" b="1" dirty="0">
                <a:solidFill>
                  <a:schemeClr val="tx1"/>
                </a:solidFill>
              </a:rPr>
              <a:t> </a:t>
            </a:r>
            <a:r>
              <a:rPr lang="zh-CN" altLang="en-US" sz="2000" b="1" dirty="0">
                <a:solidFill>
                  <a:schemeClr val="tx1"/>
                </a:solidFill>
              </a:rPr>
              <a:t>源程序中的</a:t>
            </a:r>
            <a:r>
              <a:rPr lang="zh-CN" altLang="en-US" sz="2000" b="1" dirty="0">
                <a:solidFill>
                  <a:srgbClr val="0000FF"/>
                </a:solidFill>
              </a:rPr>
              <a:t>名字 </a:t>
            </a:r>
            <a:r>
              <a:rPr lang="en-US" altLang="zh-CN" sz="2000" b="1" dirty="0">
                <a:solidFill>
                  <a:schemeClr val="tx1"/>
                </a:solidFill>
              </a:rPr>
              <a:t>(</a:t>
            </a:r>
            <a:r>
              <a:rPr lang="en-US" altLang="zh-CN" sz="2000" b="1" i="1" dirty="0">
                <a:solidFill>
                  <a:schemeClr val="tx1"/>
                </a:solidFill>
              </a:rPr>
              <a:t>name</a:t>
            </a:r>
            <a:r>
              <a:rPr lang="en-US" altLang="zh-CN" sz="2000" b="1" dirty="0">
                <a:solidFill>
                  <a:schemeClr val="tx1"/>
                </a:solidFill>
              </a:rPr>
              <a:t>)</a:t>
            </a:r>
          </a:p>
          <a:p>
            <a:pPr>
              <a:buClrTx/>
              <a:buFont typeface="Wingdings" pitchFamily="2" charset="2"/>
              <a:buChar char="Ø"/>
              <a:defRPr/>
            </a:pPr>
            <a:r>
              <a:rPr lang="en-US" altLang="zh-CN" sz="2000" b="1" dirty="0">
                <a:solidFill>
                  <a:schemeClr val="tx1"/>
                </a:solidFill>
              </a:rPr>
              <a:t> </a:t>
            </a:r>
            <a:r>
              <a:rPr lang="zh-CN" altLang="en-US" sz="2000" b="1" dirty="0">
                <a:solidFill>
                  <a:srgbClr val="0000FF"/>
                </a:solidFill>
              </a:rPr>
              <a:t>常量</a:t>
            </a:r>
            <a:r>
              <a:rPr lang="zh-CN" altLang="en-US" sz="2000" b="1" dirty="0">
                <a:solidFill>
                  <a:srgbClr val="FF0000"/>
                </a:solidFill>
              </a:rPr>
              <a:t> </a:t>
            </a:r>
            <a:r>
              <a:rPr lang="en-US" altLang="zh-CN" sz="2000" b="1" dirty="0">
                <a:solidFill>
                  <a:schemeClr val="tx1"/>
                </a:solidFill>
              </a:rPr>
              <a:t>(</a:t>
            </a:r>
            <a:r>
              <a:rPr lang="en-US" altLang="zh-CN" sz="2000" b="1" i="1" dirty="0">
                <a:solidFill>
                  <a:schemeClr val="tx1"/>
                </a:solidFill>
              </a:rPr>
              <a:t>constant</a:t>
            </a:r>
            <a:r>
              <a:rPr lang="en-US" altLang="zh-CN" sz="2000" b="1" dirty="0">
                <a:solidFill>
                  <a:schemeClr val="tx1"/>
                </a:solidFill>
              </a:rPr>
              <a:t>)</a:t>
            </a:r>
          </a:p>
          <a:p>
            <a:pPr>
              <a:buClrTx/>
              <a:buFont typeface="Wingdings" pitchFamily="2" charset="2"/>
              <a:buChar char="Ø"/>
              <a:defRPr/>
            </a:pPr>
            <a:r>
              <a:rPr lang="zh-CN" altLang="en-US" sz="2000" b="1" dirty="0">
                <a:solidFill>
                  <a:schemeClr val="tx1"/>
                </a:solidFill>
              </a:rPr>
              <a:t> 编译器生成的</a:t>
            </a:r>
            <a:r>
              <a:rPr lang="zh-CN" altLang="en-US" sz="2000" b="1" dirty="0">
                <a:solidFill>
                  <a:srgbClr val="0000FF"/>
                </a:solidFill>
              </a:rPr>
              <a:t>临时变量</a:t>
            </a:r>
            <a:r>
              <a:rPr lang="en-US" altLang="zh-CN" sz="2000" b="1" dirty="0">
                <a:solidFill>
                  <a:schemeClr val="tx1"/>
                </a:solidFill>
              </a:rPr>
              <a:t>(</a:t>
            </a:r>
            <a:r>
              <a:rPr lang="en-US" altLang="zh-CN" sz="2000" b="1" i="1" dirty="0">
                <a:solidFill>
                  <a:schemeClr val="tx1"/>
                </a:solidFill>
              </a:rPr>
              <a:t>temporary</a:t>
            </a:r>
            <a:r>
              <a:rPr lang="en-US" altLang="zh-CN" sz="2000" b="1" dirty="0">
                <a:solidFill>
                  <a:schemeClr val="tx1"/>
                </a:solidFill>
              </a:rPr>
              <a:t>)</a:t>
            </a:r>
            <a:endParaRPr lang="en-US" altLang="zh-CN" sz="2000" b="1" dirty="0">
              <a:solidFill>
                <a:schemeClr val="tx1"/>
              </a:solidFill>
              <a:ea typeface="楷体_GB2312" pitchFamily="49" charset="-122"/>
            </a:endParaRPr>
          </a:p>
          <a:p>
            <a:pPr>
              <a:buNone/>
            </a:pPr>
            <a:endParaRPr lang="zh-CN" altLang="en-US" sz="2000" dirty="0">
              <a:solidFill>
                <a:schemeClr val="tx1"/>
              </a:solidFill>
            </a:endParaRPr>
          </a:p>
        </p:txBody>
      </p:sp>
      <p:grpSp>
        <p:nvGrpSpPr>
          <p:cNvPr id="7" name="组合 14"/>
          <p:cNvGrpSpPr/>
          <p:nvPr/>
        </p:nvGrpSpPr>
        <p:grpSpPr>
          <a:xfrm>
            <a:off x="-786" y="195486"/>
            <a:ext cx="756363" cy="432048"/>
            <a:chOff x="-786" y="195486"/>
            <a:chExt cx="756363" cy="432048"/>
          </a:xfrm>
        </p:grpSpPr>
        <p:sp>
          <p:nvSpPr>
            <p:cNvPr id="8" name="五边形 7"/>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五边形 8"/>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graphicFrame>
        <p:nvGraphicFramePr>
          <p:cNvPr id="12" name="表格 11"/>
          <p:cNvGraphicFramePr>
            <a:graphicFrameLocks noGrp="1"/>
          </p:cNvGraphicFramePr>
          <p:nvPr>
            <p:extLst>
              <p:ext uri="{D42A27DB-BD31-4B8C-83A1-F6EECF244321}">
                <p14:modId xmlns:p14="http://schemas.microsoft.com/office/powerpoint/2010/main" val="3771629816"/>
              </p:ext>
            </p:extLst>
          </p:nvPr>
        </p:nvGraphicFramePr>
        <p:xfrm>
          <a:off x="390411" y="862514"/>
          <a:ext cx="3677533" cy="4174764"/>
        </p:xfrm>
        <a:graphic>
          <a:graphicData uri="http://schemas.openxmlformats.org/drawingml/2006/table">
            <a:tbl>
              <a:tblPr/>
              <a:tblGrid>
                <a:gridCol w="686450">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766947">
                  <a:extLst>
                    <a:ext uri="{9D8B030D-6E8A-4147-A177-3AD203B41FA5}">
                      <a16:colId xmlns:a16="http://schemas.microsoft.com/office/drawing/2014/main" val="20002"/>
                    </a:ext>
                  </a:extLst>
                </a:gridCol>
              </a:tblGrid>
              <a:tr h="129196">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kumimoji="0" lang="zh-CN" altLang="en-US" sz="16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序号</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itchFamily="2" charset="2"/>
                        <a:buNone/>
                        <a:tabLst/>
                        <a:defRPr/>
                      </a:pPr>
                      <a:r>
                        <a:rPr kumimoji="0" lang="zh-CN" altLang="en-US" sz="16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指令类型</a:t>
                      </a: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楷体" pitchFamily="49" charset="-122"/>
                          <a:ea typeface="楷体" pitchFamily="49" charset="-122"/>
                          <a:cs typeface="Times New Roman" pitchFamily="18" charset="0"/>
                        </a:rPr>
                        <a:t>指令形式</a:t>
                      </a:r>
                      <a:endParaRPr kumimoji="0" lang="en-US" altLang="en-US" sz="1600" b="1" i="0" u="none" strike="noStrike" cap="none" normalizeH="0" baseline="0" dirty="0">
                        <a:ln>
                          <a:noFill/>
                        </a:ln>
                        <a:solidFill>
                          <a:schemeClr val="tx1"/>
                        </a:solidFill>
                        <a:effectLst/>
                        <a:latin typeface="楷体" pitchFamily="49" charset="-122"/>
                        <a:ea typeface="楷体" pitchFamily="49" charset="-122"/>
                        <a:cs typeface="Times New Roman"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109232">
                <a:tc>
                  <a:txBody>
                    <a:bodyPr/>
                    <a:lstStyle/>
                    <a:p>
                      <a:r>
                        <a:rPr lang="en-US" altLang="zh-CN" sz="1600" b="1" dirty="0">
                          <a:solidFill>
                            <a:schemeClr val="tx1"/>
                          </a:solidFill>
                        </a:rPr>
                        <a:t>    1</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a:r>
                        <a:rPr lang="zh-CN" altLang="en-US" sz="1600" b="1" dirty="0">
                          <a:solidFill>
                            <a:schemeClr val="tx1"/>
                          </a:solidFill>
                        </a:rPr>
                        <a:t>赋值指令</a:t>
                      </a: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op</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z  </a:t>
                      </a:r>
                    </a:p>
                    <a:p>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op</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6748">
                <a:tc>
                  <a:txBody>
                    <a:bodyPr/>
                    <a:lstStyle/>
                    <a:p>
                      <a:r>
                        <a:rPr lang="en-US" altLang="zh-CN" sz="1600" b="1" dirty="0">
                          <a:solidFill>
                            <a:schemeClr val="tx1"/>
                          </a:solidFill>
                        </a:rPr>
                        <a:t>    2</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tx1"/>
                          </a:solidFill>
                          <a:latin typeface="+mn-lt"/>
                          <a:ea typeface="+mn-ea"/>
                          <a:cs typeface="+mn-cs"/>
                        </a:rPr>
                        <a:t>复制指令</a:t>
                      </a:r>
                      <a:endParaRPr lang="en-US" altLang="zh-CN" sz="16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010">
                <a:tc>
                  <a:txBody>
                    <a:bodyPr/>
                    <a:lstStyle/>
                    <a:p>
                      <a:r>
                        <a:rPr lang="en-US" altLang="zh-CN" sz="1600" b="1" dirty="0">
                          <a:solidFill>
                            <a:schemeClr val="tx1"/>
                          </a:solidFill>
                        </a:rPr>
                        <a:t>    3</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600" b="1" kern="1200" dirty="0">
                          <a:solidFill>
                            <a:schemeClr val="tx1"/>
                          </a:solidFill>
                          <a:latin typeface="+mn-lt"/>
                          <a:ea typeface="+mn-ea"/>
                          <a:cs typeface="+mn-cs"/>
                        </a:rPr>
                        <a:t>条件跳转</a:t>
                      </a: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if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err="1">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relop</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goto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010">
                <a:tc>
                  <a:txBody>
                    <a:bodyPr/>
                    <a:lstStyle/>
                    <a:p>
                      <a:r>
                        <a:rPr lang="en-US" altLang="zh-CN" sz="1600" b="1" dirty="0">
                          <a:solidFill>
                            <a:schemeClr val="tx1"/>
                          </a:solidFill>
                        </a:rPr>
                        <a:t>    4</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tx1"/>
                          </a:solidFill>
                          <a:latin typeface="+mn-lt"/>
                          <a:ea typeface="+mn-ea"/>
                          <a:cs typeface="+mn-cs"/>
                        </a:rPr>
                        <a:t>非条件跳转</a:t>
                      </a:r>
                      <a:endParaRPr lang="en-US" altLang="zh-CN" sz="16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goto</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010">
                <a:tc>
                  <a:txBody>
                    <a:bodyPr/>
                    <a:lstStyle/>
                    <a:p>
                      <a:r>
                        <a:rPr lang="en-US" altLang="zh-CN" sz="1600" b="1" dirty="0">
                          <a:solidFill>
                            <a:schemeClr val="tx1"/>
                          </a:solidFill>
                        </a:rPr>
                        <a:t>    5</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600" b="1" kern="1200" dirty="0">
                          <a:solidFill>
                            <a:schemeClr val="tx1"/>
                          </a:solidFill>
                          <a:latin typeface="+mn-lt"/>
                          <a:ea typeface="+mn-ea"/>
                          <a:cs typeface="+mn-cs"/>
                        </a:rPr>
                        <a:t>参数传递</a:t>
                      </a: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param</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010">
                <a:tc>
                  <a:txBody>
                    <a:bodyPr/>
                    <a:lstStyle/>
                    <a:p>
                      <a:r>
                        <a:rPr lang="en-US" altLang="zh-CN" sz="1600" b="1" dirty="0">
                          <a:solidFill>
                            <a:schemeClr val="tx1"/>
                          </a:solidFill>
                        </a:rPr>
                        <a:t>    6</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 typeface="Wingdings" pitchFamily="2" charset="2"/>
                        <a:buNone/>
                        <a:tabLst/>
                        <a:defRPr/>
                      </a:pPr>
                      <a:r>
                        <a:rPr lang="zh-CN" altLang="en-US" sz="1600" b="1" kern="1200" noProof="0" dirty="0">
                          <a:solidFill>
                            <a:schemeClr val="tx1"/>
                          </a:solidFill>
                          <a:latin typeface="+mn-lt"/>
                          <a:ea typeface="+mn-ea"/>
                          <a:cs typeface="+mn-cs"/>
                        </a:rPr>
                        <a:t>过程调用</a:t>
                      </a:r>
                      <a:endParaRPr lang="en-US" altLang="zh-CN" sz="1600" b="1" kern="1200" noProof="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call</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p</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010">
                <a:tc>
                  <a:txBody>
                    <a:bodyPr/>
                    <a:lstStyle/>
                    <a:p>
                      <a:r>
                        <a:rPr lang="en-US" altLang="zh-CN" sz="1600" b="1" dirty="0">
                          <a:solidFill>
                            <a:schemeClr val="tx1"/>
                          </a:solidFill>
                        </a:rPr>
                        <a:t>    7</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dirty="0">
                          <a:solidFill>
                            <a:schemeClr val="tx1"/>
                          </a:solidFill>
                          <a:latin typeface="+mn-lt"/>
                          <a:ea typeface="+mn-ea"/>
                          <a:cs typeface="+mn-cs"/>
                        </a:rPr>
                        <a:t>过程返回</a:t>
                      </a:r>
                      <a:endParaRPr lang="en-US" altLang="zh-CN" sz="16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return</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6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010">
                <a:tc>
                  <a:txBody>
                    <a:bodyPr/>
                    <a:lstStyle/>
                    <a:p>
                      <a:r>
                        <a:rPr lang="en-US" altLang="zh-CN" sz="1600" b="1" dirty="0">
                          <a:solidFill>
                            <a:schemeClr val="tx1"/>
                          </a:solidFill>
                        </a:rPr>
                        <a:t>    8</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600" b="1" kern="1200" dirty="0">
                          <a:solidFill>
                            <a:schemeClr val="tx1"/>
                          </a:solidFill>
                          <a:latin typeface="+mn-lt"/>
                          <a:ea typeface="+mn-ea"/>
                          <a:cs typeface="+mn-cs"/>
                        </a:rPr>
                        <a:t>数组引用</a:t>
                      </a: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endParaRPr lang="zh-CN" altLang="en-US" sz="1600" b="1" dirty="0">
                        <a:solidFill>
                          <a:srgbClr val="FF0000"/>
                        </a:solidFill>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1010">
                <a:tc>
                  <a:txBody>
                    <a:bodyPr/>
                    <a:lstStyle/>
                    <a:p>
                      <a:r>
                        <a:rPr lang="en-US" altLang="zh-CN" sz="1600" b="1" dirty="0">
                          <a:solidFill>
                            <a:schemeClr val="tx1"/>
                          </a:solidFill>
                        </a:rPr>
                        <a:t>    9</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600" b="1" kern="1200" dirty="0">
                          <a:solidFill>
                            <a:schemeClr val="tx1"/>
                          </a:solidFill>
                          <a:latin typeface="+mn-lt"/>
                          <a:ea typeface="+mn-ea"/>
                          <a:cs typeface="+mn-cs"/>
                        </a:rPr>
                        <a:t>数组赋值</a:t>
                      </a: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 typeface="Wingdings" pitchFamily="2" charset="2"/>
                        <a:buNone/>
                        <a:tabLst/>
                        <a:defRPr/>
                      </a:pP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1010">
                <a:tc>
                  <a:txBody>
                    <a:bodyPr/>
                    <a:lstStyle/>
                    <a:p>
                      <a:r>
                        <a:rPr lang="en-US" altLang="zh-CN" sz="1600" b="1" dirty="0">
                          <a:solidFill>
                            <a:schemeClr val="tx1"/>
                          </a:solidFill>
                        </a:rPr>
                        <a:t>   10</a:t>
                      </a:r>
                      <a:endParaRPr lang="zh-CN" altLang="en-US" sz="16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600" b="1" kern="1200" dirty="0">
                          <a:solidFill>
                            <a:schemeClr val="tx1"/>
                          </a:solidFill>
                          <a:latin typeface="+mn-lt"/>
                          <a:ea typeface="+mn-ea"/>
                          <a:cs typeface="+mn-cs"/>
                        </a:rPr>
                        <a:t>地址及</a:t>
                      </a:r>
                      <a:endParaRPr lang="en-US" altLang="zh-CN" sz="1600" b="1" kern="1200" dirty="0">
                        <a:solidFill>
                          <a:schemeClr val="tx1"/>
                        </a:solidFill>
                        <a:latin typeface="+mn-lt"/>
                        <a:ea typeface="+mn-ea"/>
                        <a:cs typeface="+mn-cs"/>
                      </a:endParaRPr>
                    </a:p>
                    <a:p>
                      <a:pPr marL="0" algn="l" defTabSz="914400" rtl="0" eaLnBrk="1" latinLnBrk="0" hangingPunct="1"/>
                      <a:r>
                        <a:rPr lang="zh-CN" altLang="en-US" sz="1600" b="1" kern="1200" dirty="0">
                          <a:solidFill>
                            <a:schemeClr val="tx1"/>
                          </a:solidFill>
                          <a:latin typeface="+mn-lt"/>
                          <a:ea typeface="+mn-ea"/>
                          <a:cs typeface="+mn-cs"/>
                        </a:rPr>
                        <a:t>指针操作</a:t>
                      </a: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Tx/>
                        <a:buNone/>
                        <a:tabLst/>
                        <a:defRPr/>
                      </a:pP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=&amp;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
                          <a:srgbClr val="3333CC"/>
                        </a:buClr>
                        <a:buSzTx/>
                        <a:buFontTx/>
                        <a:buNone/>
                        <a:tabLst/>
                        <a:defRPr/>
                      </a:pP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
                          <a:srgbClr val="3333CC"/>
                        </a:buClr>
                        <a:buSzTx/>
                        <a:buFontTx/>
                        <a:buNone/>
                        <a:tabLst/>
                        <a:defRPr/>
                      </a:pP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547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 calcmode="lin" valueType="num">
                                      <p:cBhvr>
                                        <p:cTn id="7" dur="500" fill="hold"/>
                                        <p:tgtEl>
                                          <p:spTgt spid="11">
                                            <p:bg/>
                                          </p:spTgt>
                                        </p:tgtEl>
                                        <p:attrNameLst>
                                          <p:attrName>ppt_w</p:attrName>
                                        </p:attrNameLst>
                                      </p:cBhvr>
                                      <p:tavLst>
                                        <p:tav tm="0">
                                          <p:val>
                                            <p:fltVal val="0"/>
                                          </p:val>
                                        </p:tav>
                                        <p:tav tm="100000">
                                          <p:val>
                                            <p:strVal val="#ppt_w"/>
                                          </p:val>
                                        </p:tav>
                                      </p:tavLst>
                                    </p:anim>
                                    <p:anim calcmode="lin" valueType="num">
                                      <p:cBhvr>
                                        <p:cTn id="8" dur="500" fill="hold"/>
                                        <p:tgtEl>
                                          <p:spTgt spid="11">
                                            <p:bg/>
                                          </p:spTgt>
                                        </p:tgtEl>
                                        <p:attrNameLst>
                                          <p:attrName>ppt_h</p:attrName>
                                        </p:attrNameLst>
                                      </p:cBhvr>
                                      <p:tavLst>
                                        <p:tav tm="0">
                                          <p:val>
                                            <p:fltVal val="0"/>
                                          </p:val>
                                        </p:tav>
                                        <p:tav tm="100000">
                                          <p:val>
                                            <p:strVal val="#ppt_h"/>
                                          </p:val>
                                        </p:tav>
                                      </p:tavLst>
                                    </p:anim>
                                    <p:animEffect transition="in" filter="fade">
                                      <p:cBhvr>
                                        <p:cTn id="9" dur="500"/>
                                        <p:tgtEl>
                                          <p:spTgt spid="11">
                                            <p:bg/>
                                          </p:spTgt>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 calcmode="lin" valueType="num">
                                      <p:cBhvr>
                                        <p:cTn id="17" dur="500" fill="hold"/>
                                        <p:tgtEl>
                                          <p:spTgt spid="11">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1">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1">
                                            <p:txEl>
                                              <p:pRg st="1" end="1"/>
                                            </p:txEl>
                                          </p:spTgt>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 calcmode="lin" valueType="num">
                                      <p:cBhvr>
                                        <p:cTn id="22" dur="500" fill="hold"/>
                                        <p:tgtEl>
                                          <p:spTgt spid="11">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11">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11">
                                            <p:txEl>
                                              <p:pRg st="2" end="2"/>
                                            </p:txEl>
                                          </p:spTgt>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 calcmode="lin" valueType="num">
                                      <p:cBhvr>
                                        <p:cTn id="27" dur="500" fill="hold"/>
                                        <p:tgtEl>
                                          <p:spTgt spid="11">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11">
                                            <p:txEl>
                                              <p:pRg st="3" end="3"/>
                                            </p:txEl>
                                          </p:spTgt>
                                        </p:tgtEl>
                                        <p:attrNameLst>
                                          <p:attrName>ppt_h</p:attrName>
                                        </p:attrNameLst>
                                      </p:cBhvr>
                                      <p:tavLst>
                                        <p:tav tm="0">
                                          <p:val>
                                            <p:fltVal val="0"/>
                                          </p:val>
                                        </p:tav>
                                        <p:tav tm="100000">
                                          <p:val>
                                            <p:strVal val="#ppt_h"/>
                                          </p:val>
                                        </p:tav>
                                      </p:tavLst>
                                    </p:anim>
                                    <p:animEffect transition="in" filter="fade">
                                      <p:cBhvr>
                                        <p:cTn id="29"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59007" y="988551"/>
            <a:ext cx="5927571" cy="3226273"/>
          </a:xfrm>
        </p:spPr>
        <p:txBody>
          <a:bodyPr>
            <a:normAutofit/>
          </a:bodyPr>
          <a:lstStyle/>
          <a:p>
            <a:pPr>
              <a:lnSpc>
                <a:spcPts val="4500"/>
              </a:lnSpc>
              <a:buClrTx/>
              <a:buFont typeface="Wingdings" pitchFamily="2" charset="2"/>
              <a:buChar char="Ø"/>
            </a:pPr>
            <a:r>
              <a:rPr lang="zh-CN" altLang="en-US" sz="3000" b="1" dirty="0">
                <a:solidFill>
                  <a:schemeClr val="tx1"/>
                </a:solidFill>
                <a:cs typeface="Times New Roman" pitchFamily="18" charset="0"/>
              </a:rPr>
              <a:t>四元式</a:t>
            </a:r>
            <a:r>
              <a:rPr kumimoji="1" lang="en-US" altLang="zh-CN" sz="3000" b="1" dirty="0">
                <a:solidFill>
                  <a:schemeClr val="tx1"/>
                </a:solidFill>
                <a:cs typeface="Times New Roman" pitchFamily="18" charset="0"/>
              </a:rPr>
              <a:t> (Quadruples)</a:t>
            </a:r>
            <a:r>
              <a:rPr lang="zh-CN" altLang="en-US" sz="3000" b="1" dirty="0">
                <a:solidFill>
                  <a:schemeClr val="tx1"/>
                </a:solidFill>
                <a:cs typeface="Times New Roman" pitchFamily="18" charset="0"/>
              </a:rPr>
              <a:t> </a:t>
            </a:r>
            <a:endParaRPr lang="en-US" altLang="zh-CN" sz="3000" b="1" dirty="0">
              <a:solidFill>
                <a:schemeClr val="tx1"/>
              </a:solidFill>
              <a:cs typeface="Times New Roman" pitchFamily="18" charset="0"/>
            </a:endParaRPr>
          </a:p>
          <a:p>
            <a:pPr lvl="1">
              <a:lnSpc>
                <a:spcPts val="4500"/>
              </a:lnSpc>
              <a:buClrTx/>
              <a:buFont typeface="Wingdings" pitchFamily="2" charset="2"/>
              <a:buChar char="Ø"/>
            </a:pPr>
            <a:r>
              <a:rPr lang="en-US" altLang="zh-CN" sz="3000" b="1" dirty="0">
                <a:solidFill>
                  <a:schemeClr val="tx1"/>
                </a:solidFill>
                <a:cs typeface="Times New Roman" pitchFamily="18" charset="0"/>
              </a:rPr>
              <a:t>(op, </a:t>
            </a:r>
            <a:r>
              <a:rPr lang="en-US" altLang="zh-CN" sz="3000" b="1" i="1" dirty="0">
                <a:solidFill>
                  <a:schemeClr val="tx1"/>
                </a:solidFill>
                <a:cs typeface="Times New Roman" pitchFamily="18" charset="0"/>
              </a:rPr>
              <a:t>y</a:t>
            </a:r>
            <a:r>
              <a:rPr lang="en-US" altLang="zh-CN" sz="3000" b="1" dirty="0">
                <a:solidFill>
                  <a:schemeClr val="tx1"/>
                </a:solidFill>
                <a:cs typeface="Times New Roman" pitchFamily="18" charset="0"/>
              </a:rPr>
              <a:t>, </a:t>
            </a:r>
            <a:r>
              <a:rPr lang="en-US" altLang="zh-CN" sz="3000" b="1" i="1" dirty="0">
                <a:solidFill>
                  <a:schemeClr val="tx1"/>
                </a:solidFill>
                <a:cs typeface="Times New Roman" pitchFamily="18" charset="0"/>
              </a:rPr>
              <a:t>z</a:t>
            </a:r>
            <a:r>
              <a:rPr lang="en-US" altLang="zh-CN" sz="3000" b="1" dirty="0">
                <a:solidFill>
                  <a:schemeClr val="tx1"/>
                </a:solidFill>
                <a:cs typeface="Times New Roman" pitchFamily="18" charset="0"/>
              </a:rPr>
              <a:t>, </a:t>
            </a:r>
            <a:r>
              <a:rPr lang="en-US" altLang="zh-CN" sz="3000" b="1" i="1" dirty="0">
                <a:solidFill>
                  <a:schemeClr val="tx1"/>
                </a:solidFill>
                <a:cs typeface="Times New Roman" pitchFamily="18" charset="0"/>
              </a:rPr>
              <a:t>x</a:t>
            </a:r>
            <a:r>
              <a:rPr lang="en-US" altLang="zh-CN" sz="3000" b="1" dirty="0">
                <a:solidFill>
                  <a:schemeClr val="tx1"/>
                </a:solidFill>
                <a:cs typeface="Times New Roman" pitchFamily="18" charset="0"/>
              </a:rPr>
              <a:t>)</a:t>
            </a:r>
          </a:p>
          <a:p>
            <a:pPr>
              <a:lnSpc>
                <a:spcPts val="4500"/>
              </a:lnSpc>
              <a:buClrTx/>
              <a:buFont typeface="Wingdings" pitchFamily="2" charset="2"/>
              <a:buChar char="Ø"/>
            </a:pPr>
            <a:r>
              <a:rPr kumimoji="1" lang="zh-CN" altLang="en-US" sz="3000" b="1" dirty="0">
                <a:solidFill>
                  <a:schemeClr val="tx1"/>
                </a:solidFill>
                <a:cs typeface="Times New Roman" pitchFamily="18" charset="0"/>
              </a:rPr>
              <a:t>三元式</a:t>
            </a:r>
            <a:r>
              <a:rPr kumimoji="1" lang="en-US" altLang="zh-CN" sz="3000" b="1" dirty="0">
                <a:solidFill>
                  <a:schemeClr val="tx1"/>
                </a:solidFill>
                <a:cs typeface="Times New Roman" pitchFamily="18" charset="0"/>
              </a:rPr>
              <a:t> (Triples)</a:t>
            </a:r>
          </a:p>
          <a:p>
            <a:pPr>
              <a:lnSpc>
                <a:spcPts val="4500"/>
              </a:lnSpc>
              <a:buClrTx/>
              <a:buFont typeface="Wingdings" pitchFamily="2" charset="2"/>
              <a:buChar char="Ø"/>
            </a:pPr>
            <a:r>
              <a:rPr kumimoji="1" lang="zh-CN" altLang="en-US" sz="3000" b="1" dirty="0">
                <a:solidFill>
                  <a:schemeClr val="tx1"/>
                </a:solidFill>
                <a:cs typeface="Times New Roman" pitchFamily="18" charset="0"/>
              </a:rPr>
              <a:t>间接三元式</a:t>
            </a:r>
            <a:r>
              <a:rPr kumimoji="1" lang="en-US" altLang="zh-CN" sz="3000" b="1" dirty="0">
                <a:solidFill>
                  <a:schemeClr val="tx1"/>
                </a:solidFill>
                <a:cs typeface="Times New Roman" pitchFamily="18" charset="0"/>
              </a:rPr>
              <a:t> (Indirect triples)</a:t>
            </a:r>
            <a:endParaRPr kumimoji="1" lang="zh-CN" altLang="en-US" sz="3000" b="1" dirty="0">
              <a:solidFill>
                <a:schemeClr val="tx1"/>
              </a:solidFill>
              <a:cs typeface="Times New Roman" pitchFamily="18" charset="0"/>
            </a:endParaRPr>
          </a:p>
          <a:p>
            <a:pPr>
              <a:lnSpc>
                <a:spcPts val="4500"/>
              </a:lnSpc>
              <a:buClrTx/>
              <a:buFont typeface="Wingdings" pitchFamily="2" charset="2"/>
              <a:buChar char="Ø"/>
            </a:pPr>
            <a:endParaRPr kumimoji="1" lang="zh-CN" altLang="en-US" sz="3000" b="1" dirty="0">
              <a:solidFill>
                <a:schemeClr val="tx1"/>
              </a:solidFill>
              <a:cs typeface="Times New Roman" pitchFamily="18" charset="0"/>
            </a:endParaRPr>
          </a:p>
          <a:p>
            <a:endParaRPr lang="zh-CN" altLang="en-US" sz="3000" dirty="0"/>
          </a:p>
        </p:txBody>
      </p:sp>
      <p:sp>
        <p:nvSpPr>
          <p:cNvPr id="3" name="标题 2"/>
          <p:cNvSpPr>
            <a:spLocks noGrp="1"/>
          </p:cNvSpPr>
          <p:nvPr>
            <p:ph type="title"/>
          </p:nvPr>
        </p:nvSpPr>
        <p:spPr/>
        <p:txBody>
          <a:bodyPr>
            <a:noAutofit/>
          </a:bodyPr>
          <a:lstStyle/>
          <a:p>
            <a:r>
              <a:rPr lang="zh-CN" altLang="en-US" sz="3000" kern="0" spc="300" dirty="0">
                <a:solidFill>
                  <a:schemeClr val="tx1"/>
                </a:solidFill>
                <a:latin typeface="微软雅黑" pitchFamily="34" charset="-122"/>
                <a:ea typeface="微软雅黑" pitchFamily="34" charset="-122"/>
              </a:rPr>
              <a:t>三地址指令的表示</a:t>
            </a: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270617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4942" y="1481742"/>
            <a:ext cx="3807492" cy="251876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内容占位符 1"/>
          <p:cNvSpPr>
            <a:spLocks noGrp="1"/>
          </p:cNvSpPr>
          <p:nvPr>
            <p:ph idx="1"/>
          </p:nvPr>
        </p:nvSpPr>
        <p:spPr>
          <a:xfrm>
            <a:off x="228605" y="785800"/>
            <a:ext cx="5927571" cy="4297825"/>
          </a:xfrm>
        </p:spPr>
        <p:txBody>
          <a:bodyPr>
            <a:noAutofit/>
          </a:bodyPr>
          <a:lstStyle/>
          <a:p>
            <a:pPr>
              <a:lnSpc>
                <a:spcPts val="2000"/>
              </a:lnSpc>
              <a:buClrTx/>
              <a:buFont typeface="Wingdings" pitchFamily="2" charset="2"/>
              <a:buChar char="Ø"/>
              <a:defRPr/>
            </a:pP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op </a:t>
            </a:r>
            <a:r>
              <a:rPr lang="en-US" altLang="zh-CN" sz="2300" b="1" i="1" dirty="0">
                <a:solidFill>
                  <a:schemeClr val="tx1"/>
                </a:solidFill>
                <a:ea typeface="楷体_GB2312" pitchFamily="49" charset="-122"/>
                <a:cs typeface="Times New Roman" pitchFamily="18" charset="0"/>
              </a:rPr>
              <a:t>z</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op</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z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 </a:t>
            </a:r>
            <a:r>
              <a:rPr lang="en-US" altLang="zh-CN" sz="2300" b="1" dirty="0">
                <a:solidFill>
                  <a:srgbClr val="FF0000"/>
                </a:solidFill>
                <a:ea typeface="楷体_GB2312" pitchFamily="49" charset="-122"/>
                <a:cs typeface="Times New Roman" pitchFamily="18" charset="0"/>
              </a:rPr>
              <a:t>op</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 </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op</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 </a:t>
            </a:r>
          </a:p>
          <a:p>
            <a:pPr>
              <a:lnSpc>
                <a:spcPts val="2000"/>
              </a:lnSpc>
              <a:buClrTx/>
              <a:buFont typeface="Wingdings" pitchFamily="2" charset="2"/>
              <a:buChar char="Ø"/>
              <a:defRPr/>
            </a:pP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zh-CN" altLang="en-US" sz="2300" b="1" dirty="0">
                <a:solidFill>
                  <a:srgbClr val="FF0000"/>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 </a:t>
            </a:r>
            <a:r>
              <a:rPr lang="en-US" altLang="zh-CN" sz="2300" b="1" dirty="0">
                <a:solidFill>
                  <a:schemeClr val="tx1"/>
                </a:solidFill>
                <a:ea typeface="楷体_GB2312" pitchFamily="49" charset="-122"/>
                <a:cs typeface="Times New Roman" pitchFamily="18" charset="0"/>
              </a:rPr>
              <a:t>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en-US" altLang="zh-CN" sz="2300" b="1" dirty="0">
                <a:solidFill>
                  <a:schemeClr val="tx1"/>
                </a:solidFill>
                <a:ea typeface="楷体_GB2312" pitchFamily="49" charset="-122"/>
                <a:cs typeface="Times New Roman" pitchFamily="18" charset="0"/>
              </a:rPr>
              <a:t>if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err="1">
                <a:solidFill>
                  <a:srgbClr val="FF0000"/>
                </a:solidFill>
                <a:ea typeface="楷体_GB2312" pitchFamily="49" charset="-122"/>
                <a:cs typeface="Times New Roman" pitchFamily="18" charset="0"/>
              </a:rPr>
              <a:t>relop</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goto </a:t>
            </a:r>
            <a:r>
              <a:rPr lang="en-US" altLang="zh-CN" sz="2300" b="1" i="1" dirty="0">
                <a:solidFill>
                  <a:schemeClr val="tx1"/>
                </a:solidFill>
                <a:ea typeface="楷体_GB2312" pitchFamily="49" charset="-122"/>
                <a:cs typeface="Times New Roman" pitchFamily="18" charset="0"/>
              </a:rPr>
              <a:t>n</a:t>
            </a:r>
            <a:r>
              <a:rPr lang="en-US" altLang="zh-CN" sz="2300" b="1" dirty="0">
                <a:solidFill>
                  <a:schemeClr val="tx1"/>
                </a:solidFill>
                <a:ea typeface="楷体_GB2312" pitchFamily="49" charset="-122"/>
                <a:cs typeface="Times New Roman" pitchFamily="18" charset="0"/>
              </a:rPr>
              <a:t>(</a:t>
            </a:r>
            <a:r>
              <a:rPr lang="zh-CN" altLang="en-US" sz="2300" b="1" dirty="0">
                <a:solidFill>
                  <a:schemeClr val="tx1"/>
                </a:solidFill>
                <a:ea typeface="楷体_GB2312" pitchFamily="49" charset="-122"/>
                <a:cs typeface="Times New Roman" pitchFamily="18" charset="0"/>
              </a:rPr>
              <a:t> </a:t>
            </a:r>
            <a:r>
              <a:rPr lang="en-US" altLang="zh-CN" sz="2300" b="1" dirty="0" err="1">
                <a:solidFill>
                  <a:srgbClr val="FF0000"/>
                </a:solidFill>
                <a:ea typeface="楷体_GB2312" pitchFamily="49" charset="-122"/>
                <a:cs typeface="Times New Roman" pitchFamily="18" charset="0"/>
              </a:rPr>
              <a:t>relop</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n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goto </a:t>
            </a:r>
            <a:r>
              <a:rPr lang="en-US" altLang="zh-CN" sz="2300" b="1" i="1" dirty="0">
                <a:solidFill>
                  <a:schemeClr val="tx1"/>
                </a:solidFill>
                <a:ea typeface="楷体_GB2312" pitchFamily="49" charset="-122"/>
                <a:cs typeface="Times New Roman" pitchFamily="18" charset="0"/>
              </a:rPr>
              <a:t>n </a:t>
            </a:r>
            <a:r>
              <a:rPr lang="en-US" altLang="zh-CN" sz="2300" b="1" dirty="0">
                <a:solidFill>
                  <a:schemeClr val="tx1"/>
                </a:solidFill>
                <a:ea typeface="楷体_GB2312" pitchFamily="49" charset="-122"/>
                <a:cs typeface="Times New Roman" pitchFamily="18" charset="0"/>
              </a:rPr>
              <a:t>                 ( </a:t>
            </a:r>
            <a:r>
              <a:rPr lang="en-US" altLang="zh-CN" sz="2300" b="1" dirty="0" err="1">
                <a:solidFill>
                  <a:srgbClr val="FF0000"/>
                </a:solidFill>
                <a:ea typeface="楷体_GB2312" pitchFamily="49" charset="-122"/>
                <a:cs typeface="Times New Roman" pitchFamily="18" charset="0"/>
              </a:rPr>
              <a:t>goto</a:t>
            </a:r>
            <a:r>
              <a:rPr lang="en-US" altLang="zh-CN" sz="2300" b="1" dirty="0">
                <a:solidFill>
                  <a:schemeClr val="tx1"/>
                </a:solidFill>
                <a:ea typeface="楷体_GB2312" pitchFamily="49" charset="-122"/>
                <a:cs typeface="Times New Roman" pitchFamily="18" charset="0"/>
              </a:rPr>
              <a:t>   ,  _  ,  _ ,  </a:t>
            </a:r>
            <a:r>
              <a:rPr lang="en-US" altLang="zh-CN" sz="2300" b="1" i="1" dirty="0">
                <a:solidFill>
                  <a:schemeClr val="tx1"/>
                </a:solidFill>
                <a:ea typeface="楷体_GB2312" pitchFamily="49" charset="-122"/>
                <a:cs typeface="Times New Roman" pitchFamily="18" charset="0"/>
              </a:rPr>
              <a:t>n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param</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param</a:t>
            </a:r>
            <a:r>
              <a:rPr lang="en-US" altLang="zh-CN" sz="2300" b="1" dirty="0">
                <a:solidFill>
                  <a:schemeClr val="tx1"/>
                </a:solidFill>
                <a:ea typeface="楷体_GB2312" pitchFamily="49" charset="-122"/>
                <a:cs typeface="Times New Roman" pitchFamily="18" charset="0"/>
              </a:rPr>
              <a:t>,  _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a:p>
            <a:pPr marL="0" indent="0">
              <a:lnSpc>
                <a:spcPts val="2000"/>
              </a:lnSpc>
              <a:buNone/>
              <a:defRPr/>
            </a:pP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call</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p</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n</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call</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p</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n </a:t>
            </a:r>
            <a:r>
              <a:rPr lang="en-US" altLang="zh-CN" sz="2300" b="1" dirty="0">
                <a:solidFill>
                  <a:schemeClr val="tx1"/>
                </a:solidFill>
                <a:ea typeface="楷体_GB2312" pitchFamily="49" charset="-122"/>
                <a:cs typeface="Times New Roman" pitchFamily="18" charset="0"/>
              </a:rPr>
              <a:t>,  _ )</a:t>
            </a:r>
          </a:p>
          <a:p>
            <a:pPr marL="0" indent="0">
              <a:lnSpc>
                <a:spcPts val="2000"/>
              </a:lnSpc>
              <a:buNone/>
              <a:defRPr/>
            </a:pP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return</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return</a:t>
            </a:r>
            <a:r>
              <a:rPr lang="en-US" altLang="zh-CN" sz="2300" b="1" dirty="0">
                <a:solidFill>
                  <a:schemeClr val="tx1"/>
                </a:solidFill>
                <a:ea typeface="楷体_GB2312" pitchFamily="49" charset="-122"/>
                <a:cs typeface="Times New Roman" pitchFamily="18" charset="0"/>
              </a:rPr>
              <a:t>,  _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rgbClr val="FF0000"/>
                </a:solidFill>
                <a:ea typeface="楷体_GB2312" pitchFamily="49" charset="-122"/>
                <a:cs typeface="Times New Roman" pitchFamily="18" charset="0"/>
              </a:rPr>
              <a:t>[</a:t>
            </a:r>
            <a:r>
              <a:rPr lang="en-US" altLang="zh-CN" sz="2300" b="1" i="1" dirty="0" err="1">
                <a:solidFill>
                  <a:schemeClr val="tx1"/>
                </a:solidFill>
                <a:ea typeface="楷体_GB2312" pitchFamily="49" charset="-122"/>
                <a:cs typeface="Times New Roman" pitchFamily="18" charset="0"/>
              </a:rPr>
              <a:t>i</a:t>
            </a:r>
            <a:r>
              <a:rPr lang="en-US" altLang="zh-CN" sz="2300" b="1" dirty="0">
                <a:solidFill>
                  <a:srgbClr val="FF0000"/>
                </a:solidFill>
                <a:ea typeface="楷体_GB2312" pitchFamily="49" charset="-122"/>
                <a:cs typeface="Times New Roman" pitchFamily="18" charset="0"/>
              </a:rPr>
              <a:t>]</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zh-CN" altLang="en-US" sz="2300" b="1" dirty="0">
                <a:solidFill>
                  <a:srgbClr val="FF0000"/>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a:t>
            </a:r>
            <a:r>
              <a:rPr lang="en-US" altLang="zh-CN" sz="2300" b="1" i="1" dirty="0" err="1">
                <a:solidFill>
                  <a:schemeClr val="tx1"/>
                </a:solidFill>
                <a:ea typeface="楷体_GB2312" pitchFamily="49" charset="-122"/>
                <a:cs typeface="Times New Roman" pitchFamily="18" charset="0"/>
              </a:rPr>
              <a:t>i</a:t>
            </a:r>
            <a:r>
              <a:rPr lang="en-US" altLang="zh-CN" sz="2300" b="1" i="1" dirty="0">
                <a:solidFill>
                  <a:schemeClr val="tx1"/>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p>
          <a:p>
            <a:pPr marL="0" indent="0">
              <a:lnSpc>
                <a:spcPts val="2000"/>
              </a:lnSpc>
              <a:buNone/>
              <a:defRPr/>
            </a:pP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a:t>
            </a:r>
            <a:r>
              <a:rPr lang="en-US" altLang="zh-CN" sz="2300" b="1" dirty="0">
                <a:solidFill>
                  <a:srgbClr val="FF0000"/>
                </a:solidFill>
                <a:ea typeface="楷体_GB2312" pitchFamily="49" charset="-122"/>
                <a:cs typeface="Times New Roman" pitchFamily="18" charset="0"/>
              </a:rPr>
              <a:t>[</a:t>
            </a:r>
            <a:r>
              <a:rPr lang="en-US" altLang="zh-CN" sz="2300" b="1" i="1" dirty="0" err="1">
                <a:solidFill>
                  <a:schemeClr val="tx1"/>
                </a:solidFill>
                <a:ea typeface="楷体_GB2312" pitchFamily="49" charset="-122"/>
                <a:cs typeface="Times New Roman" pitchFamily="18" charset="0"/>
              </a:rPr>
              <a:t>i</a:t>
            </a:r>
            <a:r>
              <a:rPr lang="en-US" altLang="zh-CN" sz="2300" b="1" dirty="0">
                <a:solidFill>
                  <a:srgbClr val="FF0000"/>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  </a:t>
            </a:r>
            <a:r>
              <a:rPr lang="en-US" altLang="zh-CN" sz="2300" b="1" i="1" dirty="0" err="1">
                <a:solidFill>
                  <a:schemeClr val="tx1"/>
                </a:solidFill>
                <a:ea typeface="楷体_GB2312" pitchFamily="49" charset="-122"/>
                <a:cs typeface="Times New Roman" pitchFamily="18" charset="0"/>
              </a:rPr>
              <a:t>i</a:t>
            </a:r>
            <a:r>
              <a:rPr lang="en-US" altLang="zh-CN" sz="2300" b="1" i="1" dirty="0">
                <a:solidFill>
                  <a:schemeClr val="tx1"/>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a:t>
            </a:r>
          </a:p>
          <a:p>
            <a:pPr>
              <a:lnSpc>
                <a:spcPts val="2000"/>
              </a:lnSpc>
              <a:buClrTx/>
              <a:buFont typeface="Wingdings" pitchFamily="2" charset="2"/>
              <a:buChar char="Ø"/>
              <a:defRPr/>
            </a:pP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&amp;</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&amp;</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_ , </a:t>
            </a:r>
            <a:r>
              <a:rPr lang="en-US" altLang="zh-CN" sz="2300" b="1" i="1" dirty="0">
                <a:solidFill>
                  <a:schemeClr val="tx1"/>
                </a:solidFill>
                <a:ea typeface="楷体_GB2312" pitchFamily="49" charset="-122"/>
                <a:cs typeface="Times New Roman" pitchFamily="18" charset="0"/>
              </a:rPr>
              <a:t> x </a:t>
            </a:r>
            <a:r>
              <a:rPr lang="en-US" altLang="zh-CN" sz="2300" b="1" dirty="0">
                <a:solidFill>
                  <a:schemeClr val="tx1"/>
                </a:solidFill>
                <a:ea typeface="楷体_GB2312" pitchFamily="49" charset="-122"/>
                <a:cs typeface="Times New Roman" pitchFamily="18" charset="0"/>
              </a:rPr>
              <a:t>)</a:t>
            </a:r>
          </a:p>
          <a:p>
            <a:pPr marL="0" indent="0">
              <a:lnSpc>
                <a:spcPts val="2000"/>
              </a:lnSpc>
              <a:buNone/>
              <a:defRPr/>
            </a:pP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 ,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a:p>
            <a:pPr marL="0" indent="0">
              <a:lnSpc>
                <a:spcPts val="2000"/>
              </a:lnSpc>
              <a:buNone/>
              <a:defRPr/>
            </a:pPr>
            <a:r>
              <a:rPr lang="en-US" altLang="zh-CN" sz="2300" b="1" dirty="0">
                <a:solidFill>
                  <a:srgbClr val="FF0000"/>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x</a:t>
            </a:r>
            <a:r>
              <a:rPr lang="en-US" altLang="zh-CN" sz="2300" b="1" dirty="0">
                <a:solidFill>
                  <a:schemeClr val="tx1"/>
                </a:solidFill>
                <a:ea typeface="楷体_GB2312" pitchFamily="49" charset="-122"/>
                <a:cs typeface="Times New Roman" pitchFamily="18" charset="0"/>
              </a:rPr>
              <a:t> </a:t>
            </a:r>
            <a:r>
              <a:rPr lang="en-US" altLang="zh-CN" sz="2300" b="1" dirty="0">
                <a:solidFill>
                  <a:srgbClr val="FF0000"/>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a:t>
            </a:r>
            <a:r>
              <a:rPr lang="zh-CN" altLang="en-US" sz="2300" b="1" dirty="0">
                <a:solidFill>
                  <a:schemeClr val="tx1"/>
                </a:solidFill>
                <a:ea typeface="楷体_GB2312" pitchFamily="49" charset="-122"/>
                <a:cs typeface="Times New Roman" pitchFamily="18" charset="0"/>
              </a:rPr>
              <a:t>  </a:t>
            </a:r>
            <a:r>
              <a:rPr lang="zh-CN" altLang="en-US" sz="2300" b="1" dirty="0">
                <a:solidFill>
                  <a:srgbClr val="FF0000"/>
                </a:solidFill>
                <a:ea typeface="楷体_GB2312" pitchFamily="49" charset="-122"/>
                <a:cs typeface="Times New Roman" pitchFamily="18" charset="0"/>
              </a:rPr>
              <a:t>*</a:t>
            </a:r>
            <a:r>
              <a:rPr lang="en-US" altLang="zh-CN" sz="2300" b="1" dirty="0">
                <a:solidFill>
                  <a:srgbClr val="FF0000"/>
                </a:solidFill>
                <a:ea typeface="楷体_GB2312" pitchFamily="49" charset="-122"/>
                <a:cs typeface="Times New Roman" pitchFamily="18" charset="0"/>
              </a:rPr>
              <a:t>=     </a:t>
            </a:r>
            <a:r>
              <a:rPr lang="en-US" altLang="zh-CN" sz="2300" b="1" dirty="0">
                <a:solidFill>
                  <a:schemeClr val="tx1"/>
                </a:solidFill>
                <a:ea typeface="楷体_GB2312" pitchFamily="49" charset="-122"/>
                <a:cs typeface="Times New Roman" pitchFamily="18" charset="0"/>
              </a:rPr>
              <a:t>,  </a:t>
            </a:r>
            <a:r>
              <a:rPr lang="en-US" altLang="zh-CN" sz="2300" b="1" i="1" dirty="0">
                <a:solidFill>
                  <a:schemeClr val="tx1"/>
                </a:solidFill>
                <a:ea typeface="楷体_GB2312" pitchFamily="49" charset="-122"/>
                <a:cs typeface="Times New Roman" pitchFamily="18" charset="0"/>
              </a:rPr>
              <a:t>y</a:t>
            </a:r>
            <a:r>
              <a:rPr lang="en-US" altLang="zh-CN" sz="2300" b="1" dirty="0">
                <a:solidFill>
                  <a:schemeClr val="tx1"/>
                </a:solidFill>
                <a:ea typeface="楷体_GB2312" pitchFamily="49" charset="-122"/>
                <a:cs typeface="Times New Roman" pitchFamily="18" charset="0"/>
              </a:rPr>
              <a:t>  ,  _ ,  </a:t>
            </a:r>
            <a:r>
              <a:rPr lang="en-US" altLang="zh-CN" sz="2300" b="1" i="1" dirty="0">
                <a:solidFill>
                  <a:schemeClr val="tx1"/>
                </a:solidFill>
                <a:ea typeface="楷体_GB2312" pitchFamily="49" charset="-122"/>
                <a:cs typeface="Times New Roman" pitchFamily="18" charset="0"/>
              </a:rPr>
              <a:t>x </a:t>
            </a:r>
            <a:r>
              <a:rPr lang="en-US" altLang="zh-CN" sz="2300" b="1" dirty="0">
                <a:solidFill>
                  <a:schemeClr val="tx1"/>
                </a:solidFill>
                <a:ea typeface="楷体_GB2312" pitchFamily="49" charset="-122"/>
                <a:cs typeface="Times New Roman" pitchFamily="18" charset="0"/>
              </a:rPr>
              <a:t>)</a:t>
            </a:r>
          </a:p>
        </p:txBody>
      </p:sp>
      <p:sp>
        <p:nvSpPr>
          <p:cNvPr id="3" name="标题 2"/>
          <p:cNvSpPr>
            <a:spLocks noGrp="1"/>
          </p:cNvSpPr>
          <p:nvPr>
            <p:ph type="title"/>
          </p:nvPr>
        </p:nvSpPr>
        <p:spPr/>
        <p:txBody>
          <a:bodyPr>
            <a:noAutofit/>
          </a:bodyPr>
          <a:lstStyle/>
          <a:p>
            <a:r>
              <a:rPr lang="zh-CN" altLang="en-US" sz="3000" kern="0" spc="300" dirty="0">
                <a:solidFill>
                  <a:schemeClr val="tx1"/>
                </a:solidFill>
                <a:latin typeface="微软雅黑" pitchFamily="34" charset="-122"/>
                <a:ea typeface="微软雅黑" pitchFamily="34" charset="-122"/>
              </a:rPr>
              <a:t>三地址指令的四元式表示</a:t>
            </a:r>
          </a:p>
        </p:txBody>
      </p:sp>
      <p:grpSp>
        <p:nvGrpSpPr>
          <p:cNvPr id="6" name="组合 14"/>
          <p:cNvGrpSpPr/>
          <p:nvPr/>
        </p:nvGrpSpPr>
        <p:grpSpPr>
          <a:xfrm>
            <a:off x="-786" y="195486"/>
            <a:ext cx="756363" cy="432048"/>
            <a:chOff x="-786" y="195486"/>
            <a:chExt cx="756363" cy="432048"/>
          </a:xfrm>
        </p:grpSpPr>
        <p:sp>
          <p:nvSpPr>
            <p:cNvPr id="7"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9" name="矩形 8"/>
          <p:cNvSpPr/>
          <p:nvPr/>
        </p:nvSpPr>
        <p:spPr>
          <a:xfrm>
            <a:off x="5508104" y="4172735"/>
            <a:ext cx="2952328" cy="646331"/>
          </a:xfrm>
          <a:prstGeom prst="rect">
            <a:avLst/>
          </a:prstGeom>
          <a:solidFill>
            <a:schemeClr val="accent5">
              <a:lumMod val="60000"/>
              <a:lumOff val="40000"/>
            </a:schemeClr>
          </a:solidFill>
          <a:ln>
            <a:solidFill>
              <a:schemeClr val="tx1"/>
            </a:solidFill>
          </a:ln>
        </p:spPr>
        <p:txBody>
          <a:bodyPr wrap="square">
            <a:spAutoFit/>
          </a:bodyPr>
          <a:lstStyle/>
          <a:p>
            <a:pPr>
              <a:defRPr/>
            </a:pPr>
            <a:r>
              <a:rPr lang="zh-CN" altLang="en-US" b="1" dirty="0">
                <a:latin typeface="Times New Roman" pitchFamily="18" charset="0"/>
                <a:ea typeface="楷体" pitchFamily="49" charset="-122"/>
                <a:cs typeface="Times New Roman" pitchFamily="18" charset="0"/>
              </a:rPr>
              <a:t>三地址指令序列唯一确定了运算完成的顺序</a:t>
            </a:r>
          </a:p>
        </p:txBody>
      </p:sp>
    </p:spTree>
    <p:extLst>
      <p:ext uri="{BB962C8B-B14F-4D97-AF65-F5344CB8AC3E}">
        <p14:creationId xmlns:p14="http://schemas.microsoft.com/office/powerpoint/2010/main" val="31394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3000" kern="0" spc="300" dirty="0">
                <a:solidFill>
                  <a:schemeClr val="tx1"/>
                </a:solidFill>
                <a:latin typeface="微软雅黑" pitchFamily="34" charset="-122"/>
                <a:ea typeface="微软雅黑" pitchFamily="34" charset="-122"/>
              </a:rPr>
              <a:t>中间代码生成的例子</a:t>
            </a:r>
          </a:p>
        </p:txBody>
      </p:sp>
      <p:grpSp>
        <p:nvGrpSpPr>
          <p:cNvPr id="4" name="组合 3"/>
          <p:cNvGrpSpPr/>
          <p:nvPr/>
        </p:nvGrpSpPr>
        <p:grpSpPr>
          <a:xfrm>
            <a:off x="-36512" y="1034522"/>
            <a:ext cx="6573744" cy="4057508"/>
            <a:chOff x="-36512" y="2611852"/>
            <a:chExt cx="6573744" cy="4057508"/>
          </a:xfrm>
        </p:grpSpPr>
        <p:sp>
          <p:nvSpPr>
            <p:cNvPr id="5" name="Line 47"/>
            <p:cNvSpPr>
              <a:spLocks noChangeShapeType="1"/>
            </p:cNvSpPr>
            <p:nvPr/>
          </p:nvSpPr>
          <p:spPr bwMode="auto">
            <a:xfrm flipH="1">
              <a:off x="491107" y="3513205"/>
              <a:ext cx="272630" cy="25514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 name="Line 48"/>
            <p:cNvSpPr>
              <a:spLocks noChangeShapeType="1"/>
            </p:cNvSpPr>
            <p:nvPr/>
          </p:nvSpPr>
          <p:spPr bwMode="auto">
            <a:xfrm>
              <a:off x="773264" y="3513205"/>
              <a:ext cx="1588" cy="3349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7" name="Line 49"/>
            <p:cNvSpPr>
              <a:spLocks noChangeShapeType="1"/>
            </p:cNvSpPr>
            <p:nvPr/>
          </p:nvSpPr>
          <p:spPr bwMode="auto">
            <a:xfrm>
              <a:off x="773265" y="3513205"/>
              <a:ext cx="421752" cy="2160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8" name="Rectangle 51"/>
            <p:cNvSpPr>
              <a:spLocks noChangeArrowheads="1"/>
            </p:cNvSpPr>
            <p:nvPr/>
          </p:nvSpPr>
          <p:spPr bwMode="auto">
            <a:xfrm>
              <a:off x="1329113" y="2611852"/>
              <a:ext cx="314189"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ea typeface="楷体_GB2312" pitchFamily="49" charset="-122"/>
                  <a:cs typeface="Times New Roman" panose="02020603050405020304" pitchFamily="18" charset="0"/>
                </a:rPr>
                <a:t>S</a:t>
              </a:r>
            </a:p>
          </p:txBody>
        </p:sp>
        <p:sp>
          <p:nvSpPr>
            <p:cNvPr id="9" name="Rectangle 53"/>
            <p:cNvSpPr>
              <a:spLocks noChangeArrowheads="1"/>
            </p:cNvSpPr>
            <p:nvPr/>
          </p:nvSpPr>
          <p:spPr bwMode="auto">
            <a:xfrm>
              <a:off x="227955" y="4307031"/>
              <a:ext cx="455253"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a</a:t>
              </a:r>
              <a:r>
                <a:rPr kumimoji="1" lang="en-US" altLang="zh-CN" b="1" dirty="0">
                  <a:latin typeface="Times New Roman" pitchFamily="18" charset="0"/>
                  <a:cs typeface="Times New Roman" panose="02020603050405020304" pitchFamily="18" charset="0"/>
                </a:rPr>
                <a:t>)</a:t>
              </a:r>
            </a:p>
          </p:txBody>
        </p:sp>
        <p:sp>
          <p:nvSpPr>
            <p:cNvPr id="10" name="Rectangle 54"/>
            <p:cNvSpPr>
              <a:spLocks noChangeArrowheads="1"/>
            </p:cNvSpPr>
            <p:nvPr/>
          </p:nvSpPr>
          <p:spPr bwMode="auto">
            <a:xfrm>
              <a:off x="-36512" y="3200815"/>
              <a:ext cx="2853345"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anose="02020603050405020304" pitchFamily="18" charset="0"/>
                  <a:cs typeface="Times New Roman" panose="02020603050405020304" pitchFamily="18" charset="0"/>
                </a:rPr>
                <a:t>while  </a:t>
              </a:r>
              <a:r>
                <a:rPr kumimoji="1" lang="en-US" altLang="zh-CN" b="1" i="1" dirty="0">
                  <a:latin typeface="Times New Roman" pitchFamily="18" charset="0"/>
                  <a:cs typeface="Times New Roman" panose="02020603050405020304" pitchFamily="18" charset="0"/>
                </a:rPr>
                <a:t>B  </a:t>
              </a:r>
              <a:r>
                <a:rPr kumimoji="1" lang="en-US" altLang="zh-CN" b="1" dirty="0">
                  <a:latin typeface="Times New Roman"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do</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S</a:t>
              </a:r>
            </a:p>
          </p:txBody>
        </p:sp>
        <p:sp>
          <p:nvSpPr>
            <p:cNvPr id="11" name="Line 55"/>
            <p:cNvSpPr>
              <a:spLocks noChangeShapeType="1"/>
            </p:cNvSpPr>
            <p:nvPr/>
          </p:nvSpPr>
          <p:spPr bwMode="auto">
            <a:xfrm flipH="1">
              <a:off x="491108" y="3010315"/>
              <a:ext cx="1145979" cy="22415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2" name="Line 56"/>
            <p:cNvSpPr>
              <a:spLocks noChangeShapeType="1"/>
            </p:cNvSpPr>
            <p:nvPr/>
          </p:nvSpPr>
          <p:spPr bwMode="auto">
            <a:xfrm>
              <a:off x="1637088" y="3010315"/>
              <a:ext cx="958062" cy="2160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3" name="Rectangle 57"/>
            <p:cNvSpPr>
              <a:spLocks noChangeArrowheads="1"/>
            </p:cNvSpPr>
            <p:nvPr/>
          </p:nvSpPr>
          <p:spPr bwMode="auto">
            <a:xfrm>
              <a:off x="270905" y="3729229"/>
              <a:ext cx="1117935"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itchFamily="18" charset="0"/>
                  <a:cs typeface="Times New Roman" panose="02020603050405020304" pitchFamily="18" charset="0"/>
                </a:rPr>
                <a:t>relop</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E</a:t>
              </a:r>
            </a:p>
          </p:txBody>
        </p:sp>
        <p:sp>
          <p:nvSpPr>
            <p:cNvPr id="14" name="Line 59"/>
            <p:cNvSpPr>
              <a:spLocks noChangeShapeType="1"/>
            </p:cNvSpPr>
            <p:nvPr/>
          </p:nvSpPr>
          <p:spPr bwMode="auto">
            <a:xfrm flipH="1">
              <a:off x="1637088" y="3010315"/>
              <a:ext cx="0" cy="2746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5" name="Line 60"/>
            <p:cNvSpPr>
              <a:spLocks noChangeShapeType="1"/>
            </p:cNvSpPr>
            <p:nvPr/>
          </p:nvSpPr>
          <p:spPr bwMode="auto">
            <a:xfrm flipH="1">
              <a:off x="447440" y="4024818"/>
              <a:ext cx="0" cy="28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6" name="Rectangle 62"/>
            <p:cNvSpPr>
              <a:spLocks noChangeArrowheads="1"/>
            </p:cNvSpPr>
            <p:nvPr/>
          </p:nvSpPr>
          <p:spPr bwMode="auto">
            <a:xfrm>
              <a:off x="1475656" y="3801237"/>
              <a:ext cx="4706417"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itchFamily="18" charset="0"/>
                  <a:cs typeface="Times New Roman" panose="02020603050405020304" pitchFamily="18" charset="0"/>
                </a:rPr>
                <a:t>if</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B</a:t>
              </a:r>
              <a:r>
                <a:rPr kumimoji="1" lang="en-US" altLang="zh-CN" b="1" dirty="0">
                  <a:latin typeface="Times New Roman"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then</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S</a:t>
              </a:r>
              <a:r>
                <a:rPr kumimoji="1" lang="en-US" altLang="zh-CN" b="1" dirty="0">
                  <a:latin typeface="Times New Roman"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else</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S</a:t>
              </a:r>
              <a:endParaRPr kumimoji="1" lang="zh-CN" altLang="en-US" b="1" i="1" dirty="0">
                <a:latin typeface="Times New Roman" pitchFamily="18" charset="0"/>
                <a:cs typeface="Times New Roman" panose="02020603050405020304" pitchFamily="18" charset="0"/>
              </a:endParaRPr>
            </a:p>
          </p:txBody>
        </p:sp>
        <p:sp>
          <p:nvSpPr>
            <p:cNvPr id="17" name="Line 63"/>
            <p:cNvSpPr>
              <a:spLocks noChangeShapeType="1"/>
            </p:cNvSpPr>
            <p:nvPr/>
          </p:nvSpPr>
          <p:spPr bwMode="auto">
            <a:xfrm flipH="1">
              <a:off x="1763216" y="3585213"/>
              <a:ext cx="925513" cy="244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8" name="Line 65"/>
            <p:cNvSpPr>
              <a:spLocks noChangeShapeType="1"/>
            </p:cNvSpPr>
            <p:nvPr/>
          </p:nvSpPr>
          <p:spPr bwMode="auto">
            <a:xfrm>
              <a:off x="2698254" y="3585213"/>
              <a:ext cx="3044856" cy="3226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9" name="Line 66"/>
            <p:cNvSpPr>
              <a:spLocks noChangeShapeType="1"/>
            </p:cNvSpPr>
            <p:nvPr/>
          </p:nvSpPr>
          <p:spPr bwMode="auto">
            <a:xfrm flipH="1">
              <a:off x="1198150" y="4097482"/>
              <a:ext cx="0" cy="244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0" name="Rectangle 69"/>
            <p:cNvSpPr>
              <a:spLocks noChangeArrowheads="1"/>
            </p:cNvSpPr>
            <p:nvPr/>
          </p:nvSpPr>
          <p:spPr bwMode="auto">
            <a:xfrm>
              <a:off x="971600" y="4321871"/>
              <a:ext cx="468077"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rgbClr val="3333CC"/>
                </a:buClr>
                <a:buSzPct val="75000"/>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rgbClr val="3333CC"/>
                </a:buClr>
                <a:buSzPct val="75000"/>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b</a:t>
              </a:r>
              <a:r>
                <a:rPr kumimoji="1" lang="en-US" altLang="zh-CN" b="1" dirty="0">
                  <a:latin typeface="Times New Roman" pitchFamily="18" charset="0"/>
                  <a:cs typeface="Times New Roman" panose="02020603050405020304" pitchFamily="18" charset="0"/>
                </a:rPr>
                <a:t>)</a:t>
              </a:r>
            </a:p>
          </p:txBody>
        </p:sp>
        <p:sp>
          <p:nvSpPr>
            <p:cNvPr id="21" name="Line 59"/>
            <p:cNvSpPr>
              <a:spLocks noChangeShapeType="1"/>
            </p:cNvSpPr>
            <p:nvPr/>
          </p:nvSpPr>
          <p:spPr bwMode="auto">
            <a:xfrm flipH="1">
              <a:off x="849688" y="3030953"/>
              <a:ext cx="787400" cy="257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2" name="Rectangle 69"/>
            <p:cNvSpPr>
              <a:spLocks noChangeArrowheads="1"/>
            </p:cNvSpPr>
            <p:nvPr/>
          </p:nvSpPr>
          <p:spPr bwMode="auto">
            <a:xfrm>
              <a:off x="572325" y="3989487"/>
              <a:ext cx="471283"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&lt;</a:t>
              </a:r>
              <a:r>
                <a:rPr kumimoji="1" lang="en-US" altLang="zh-CN" b="1" dirty="0">
                  <a:latin typeface="Times New Roman" panose="02020603050405020304" pitchFamily="18" charset="0"/>
                  <a:cs typeface="Times New Roman" panose="02020603050405020304" pitchFamily="18" charset="0"/>
                </a:rPr>
                <a:t>)</a:t>
              </a:r>
            </a:p>
          </p:txBody>
        </p:sp>
        <p:sp>
          <p:nvSpPr>
            <p:cNvPr id="23" name="Line 47"/>
            <p:cNvSpPr>
              <a:spLocks noChangeShapeType="1"/>
            </p:cNvSpPr>
            <p:nvPr/>
          </p:nvSpPr>
          <p:spPr bwMode="auto">
            <a:xfrm flipH="1">
              <a:off x="1637359" y="4179549"/>
              <a:ext cx="350515" cy="2160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4" name="Line 48"/>
            <p:cNvSpPr>
              <a:spLocks noChangeShapeType="1"/>
            </p:cNvSpPr>
            <p:nvPr/>
          </p:nvSpPr>
          <p:spPr bwMode="auto">
            <a:xfrm>
              <a:off x="1997400" y="4179549"/>
              <a:ext cx="1588" cy="3349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5" name="Line 49"/>
            <p:cNvSpPr>
              <a:spLocks noChangeShapeType="1"/>
            </p:cNvSpPr>
            <p:nvPr/>
          </p:nvSpPr>
          <p:spPr bwMode="auto">
            <a:xfrm>
              <a:off x="1997400" y="4179550"/>
              <a:ext cx="461199" cy="2073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6" name="Rectangle 53"/>
            <p:cNvSpPr>
              <a:spLocks noChangeArrowheads="1"/>
            </p:cNvSpPr>
            <p:nvPr/>
          </p:nvSpPr>
          <p:spPr bwMode="auto">
            <a:xfrm>
              <a:off x="1393267" y="4973375"/>
              <a:ext cx="442429"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c</a:t>
              </a:r>
              <a:r>
                <a:rPr kumimoji="1" lang="en-US" altLang="zh-CN" b="1" dirty="0">
                  <a:latin typeface="Times New Roman" pitchFamily="18" charset="0"/>
                  <a:cs typeface="Times New Roman" panose="02020603050405020304" pitchFamily="18" charset="0"/>
                </a:rPr>
                <a:t>)</a:t>
              </a:r>
            </a:p>
          </p:txBody>
        </p:sp>
        <p:sp>
          <p:nvSpPr>
            <p:cNvPr id="27" name="Rectangle 57"/>
            <p:cNvSpPr>
              <a:spLocks noChangeArrowheads="1"/>
            </p:cNvSpPr>
            <p:nvPr/>
          </p:nvSpPr>
          <p:spPr bwMode="auto">
            <a:xfrm>
              <a:off x="1495041" y="4395573"/>
              <a:ext cx="1175643"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itchFamily="18" charset="0"/>
                  <a:cs typeface="Times New Roman" panose="02020603050405020304" pitchFamily="18" charset="0"/>
                </a:rPr>
                <a:t>relop</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E</a:t>
              </a:r>
            </a:p>
          </p:txBody>
        </p:sp>
        <p:sp>
          <p:nvSpPr>
            <p:cNvPr id="28" name="Line 60"/>
            <p:cNvSpPr>
              <a:spLocks noChangeShapeType="1"/>
            </p:cNvSpPr>
            <p:nvPr/>
          </p:nvSpPr>
          <p:spPr bwMode="auto">
            <a:xfrm flipH="1">
              <a:off x="1612752" y="4691162"/>
              <a:ext cx="0" cy="28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9" name="Line 66"/>
            <p:cNvSpPr>
              <a:spLocks noChangeShapeType="1"/>
            </p:cNvSpPr>
            <p:nvPr/>
          </p:nvSpPr>
          <p:spPr bwMode="auto">
            <a:xfrm flipH="1">
              <a:off x="2458599" y="4763826"/>
              <a:ext cx="0" cy="244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0" name="Line 64"/>
            <p:cNvSpPr>
              <a:spLocks noChangeShapeType="1"/>
            </p:cNvSpPr>
            <p:nvPr/>
          </p:nvSpPr>
          <p:spPr bwMode="auto">
            <a:xfrm flipH="1">
              <a:off x="2050950" y="3585213"/>
              <a:ext cx="648842" cy="2763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1" name="Line 64"/>
            <p:cNvSpPr>
              <a:spLocks noChangeShapeType="1"/>
            </p:cNvSpPr>
            <p:nvPr/>
          </p:nvSpPr>
          <p:spPr bwMode="auto">
            <a:xfrm flipH="1">
              <a:off x="2688728" y="3585213"/>
              <a:ext cx="11061" cy="2763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2" name="Line 64"/>
            <p:cNvSpPr>
              <a:spLocks noChangeShapeType="1"/>
            </p:cNvSpPr>
            <p:nvPr/>
          </p:nvSpPr>
          <p:spPr bwMode="auto">
            <a:xfrm>
              <a:off x="2699791" y="3585213"/>
              <a:ext cx="899840" cy="3226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3" name="Line 64"/>
            <p:cNvSpPr>
              <a:spLocks noChangeShapeType="1"/>
            </p:cNvSpPr>
            <p:nvPr/>
          </p:nvSpPr>
          <p:spPr bwMode="auto">
            <a:xfrm>
              <a:off x="2699792" y="3585214"/>
              <a:ext cx="1658398" cy="3313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4" name="Rectangle 54"/>
            <p:cNvSpPr>
              <a:spLocks noChangeArrowheads="1"/>
            </p:cNvSpPr>
            <p:nvPr/>
          </p:nvSpPr>
          <p:spPr bwMode="auto">
            <a:xfrm>
              <a:off x="2681904" y="4351777"/>
              <a:ext cx="2276264"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anose="02020603050405020304" pitchFamily="18" charset="0"/>
                  <a:cs typeface="Times New Roman" panose="02020603050405020304" pitchFamily="18" charset="0"/>
                </a:rPr>
                <a:t>while</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B</a:t>
              </a:r>
              <a:r>
                <a:rPr kumimoji="1" lang="en-US" altLang="zh-CN" b="1" dirty="0">
                  <a:latin typeface="Times New Roman"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do</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S</a:t>
              </a:r>
            </a:p>
          </p:txBody>
        </p:sp>
        <p:sp>
          <p:nvSpPr>
            <p:cNvPr id="35" name="Line 55"/>
            <p:cNvSpPr>
              <a:spLocks noChangeShapeType="1"/>
            </p:cNvSpPr>
            <p:nvPr/>
          </p:nvSpPr>
          <p:spPr bwMode="auto">
            <a:xfrm flipH="1">
              <a:off x="3209524" y="4155349"/>
              <a:ext cx="437598" cy="2300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6" name="Line 56"/>
            <p:cNvSpPr>
              <a:spLocks noChangeShapeType="1"/>
            </p:cNvSpPr>
            <p:nvPr/>
          </p:nvSpPr>
          <p:spPr bwMode="auto">
            <a:xfrm>
              <a:off x="3680249" y="4156809"/>
              <a:ext cx="1072173" cy="24550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7" name="Line 59"/>
            <p:cNvSpPr>
              <a:spLocks noChangeShapeType="1"/>
            </p:cNvSpPr>
            <p:nvPr/>
          </p:nvSpPr>
          <p:spPr bwMode="auto">
            <a:xfrm>
              <a:off x="3680249" y="4155348"/>
              <a:ext cx="453391" cy="2824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8" name="Line 59"/>
            <p:cNvSpPr>
              <a:spLocks noChangeShapeType="1"/>
            </p:cNvSpPr>
            <p:nvPr/>
          </p:nvSpPr>
          <p:spPr bwMode="auto">
            <a:xfrm flipH="1">
              <a:off x="3568104" y="4156809"/>
              <a:ext cx="90238" cy="2822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9" name="Line 47"/>
            <p:cNvSpPr>
              <a:spLocks noChangeShapeType="1"/>
            </p:cNvSpPr>
            <p:nvPr/>
          </p:nvSpPr>
          <p:spPr bwMode="auto">
            <a:xfrm flipH="1">
              <a:off x="3191146" y="4755613"/>
              <a:ext cx="272630" cy="25514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0" name="Line 48"/>
            <p:cNvSpPr>
              <a:spLocks noChangeShapeType="1"/>
            </p:cNvSpPr>
            <p:nvPr/>
          </p:nvSpPr>
          <p:spPr bwMode="auto">
            <a:xfrm>
              <a:off x="3473303" y="4755613"/>
              <a:ext cx="1588" cy="3349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1" name="Line 49"/>
            <p:cNvSpPr>
              <a:spLocks noChangeShapeType="1"/>
            </p:cNvSpPr>
            <p:nvPr/>
          </p:nvSpPr>
          <p:spPr bwMode="auto">
            <a:xfrm>
              <a:off x="3473304" y="4755613"/>
              <a:ext cx="421752" cy="2160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2" name="Rectangle 57"/>
            <p:cNvSpPr>
              <a:spLocks noChangeArrowheads="1"/>
            </p:cNvSpPr>
            <p:nvPr/>
          </p:nvSpPr>
          <p:spPr bwMode="auto">
            <a:xfrm>
              <a:off x="2970944" y="4971637"/>
              <a:ext cx="1117935"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itchFamily="18" charset="0"/>
                  <a:cs typeface="Times New Roman" panose="02020603050405020304" pitchFamily="18" charset="0"/>
                </a:rPr>
                <a:t>relop</a:t>
              </a:r>
              <a:r>
                <a:rPr kumimoji="1" lang="en-US" altLang="zh-CN" b="1" dirty="0">
                  <a:latin typeface="Times New Roman" pitchFamily="18" charset="0"/>
                  <a:cs typeface="Times New Roman" panose="02020603050405020304" pitchFamily="18" charset="0"/>
                </a:rPr>
                <a:t> </a:t>
              </a:r>
              <a:r>
                <a:rPr kumimoji="1" lang="en-US" altLang="zh-CN" b="1" i="1" dirty="0">
                  <a:latin typeface="Times New Roman" pitchFamily="18" charset="0"/>
                  <a:cs typeface="Times New Roman" panose="02020603050405020304" pitchFamily="18" charset="0"/>
                </a:rPr>
                <a:t>E</a:t>
              </a:r>
            </a:p>
          </p:txBody>
        </p:sp>
        <p:sp>
          <p:nvSpPr>
            <p:cNvPr id="43" name="Line 60"/>
            <p:cNvSpPr>
              <a:spLocks noChangeShapeType="1"/>
            </p:cNvSpPr>
            <p:nvPr/>
          </p:nvSpPr>
          <p:spPr bwMode="auto">
            <a:xfrm flipH="1">
              <a:off x="3147479" y="5267226"/>
              <a:ext cx="0" cy="28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4" name="Line 66"/>
            <p:cNvSpPr>
              <a:spLocks noChangeShapeType="1"/>
            </p:cNvSpPr>
            <p:nvPr/>
          </p:nvSpPr>
          <p:spPr bwMode="auto">
            <a:xfrm flipH="1">
              <a:off x="3898189" y="5339890"/>
              <a:ext cx="0" cy="244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5" name="Rectangle 54"/>
            <p:cNvSpPr>
              <a:spLocks noChangeArrowheads="1"/>
            </p:cNvSpPr>
            <p:nvPr/>
          </p:nvSpPr>
          <p:spPr bwMode="auto">
            <a:xfrm>
              <a:off x="4224989" y="4975542"/>
              <a:ext cx="1375377" cy="757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    </a:t>
              </a:r>
              <a:r>
                <a:rPr kumimoji="1"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a:t>
              </a:r>
            </a:p>
            <a:p>
              <a:pPr eaLnBrk="0" hangingPunct="0">
                <a:lnSpc>
                  <a:spcPct val="1100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z</a:t>
              </a:r>
              <a:r>
                <a:rPr kumimoji="1" lang="en-US" altLang="zh-CN" b="1" dirty="0">
                  <a:latin typeface="Times New Roman" pitchFamily="18" charset="0"/>
                  <a:cs typeface="Times New Roman" panose="02020603050405020304" pitchFamily="18" charset="0"/>
                </a:rPr>
                <a:t>)</a:t>
              </a:r>
            </a:p>
          </p:txBody>
        </p:sp>
        <p:sp>
          <p:nvSpPr>
            <p:cNvPr id="46" name="Line 55"/>
            <p:cNvSpPr>
              <a:spLocks noChangeShapeType="1"/>
            </p:cNvSpPr>
            <p:nvPr/>
          </p:nvSpPr>
          <p:spPr bwMode="auto">
            <a:xfrm flipH="1">
              <a:off x="4577674" y="4691162"/>
              <a:ext cx="188075" cy="31803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7" name="Line 56"/>
            <p:cNvSpPr>
              <a:spLocks noChangeShapeType="1"/>
            </p:cNvSpPr>
            <p:nvPr/>
          </p:nvSpPr>
          <p:spPr bwMode="auto">
            <a:xfrm>
              <a:off x="4752422" y="4707260"/>
              <a:ext cx="726208" cy="3228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8" name="Line 59"/>
            <p:cNvSpPr>
              <a:spLocks noChangeShapeType="1"/>
            </p:cNvSpPr>
            <p:nvPr/>
          </p:nvSpPr>
          <p:spPr bwMode="auto">
            <a:xfrm>
              <a:off x="4762608" y="4691162"/>
              <a:ext cx="398739" cy="31803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9" name="Line 59"/>
            <p:cNvSpPr>
              <a:spLocks noChangeShapeType="1"/>
            </p:cNvSpPr>
            <p:nvPr/>
          </p:nvSpPr>
          <p:spPr bwMode="auto">
            <a:xfrm>
              <a:off x="4752422" y="4703782"/>
              <a:ext cx="19075" cy="30541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0" name="Line 47"/>
            <p:cNvSpPr>
              <a:spLocks noChangeShapeType="1"/>
            </p:cNvSpPr>
            <p:nvPr/>
          </p:nvSpPr>
          <p:spPr bwMode="auto">
            <a:xfrm flipH="1">
              <a:off x="4924643" y="5318945"/>
              <a:ext cx="208552" cy="2453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1" name="Line 48"/>
            <p:cNvSpPr>
              <a:spLocks noChangeShapeType="1"/>
            </p:cNvSpPr>
            <p:nvPr/>
          </p:nvSpPr>
          <p:spPr bwMode="auto">
            <a:xfrm>
              <a:off x="5142722" y="5318945"/>
              <a:ext cx="1588" cy="3349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2" name="Line 49"/>
            <p:cNvSpPr>
              <a:spLocks noChangeShapeType="1"/>
            </p:cNvSpPr>
            <p:nvPr/>
          </p:nvSpPr>
          <p:spPr bwMode="auto">
            <a:xfrm>
              <a:off x="5142722" y="5318945"/>
              <a:ext cx="245175" cy="24533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3" name="Rectangle 57"/>
            <p:cNvSpPr>
              <a:spLocks noChangeArrowheads="1"/>
            </p:cNvSpPr>
            <p:nvPr/>
          </p:nvSpPr>
          <p:spPr bwMode="auto">
            <a:xfrm>
              <a:off x="4712371" y="5534969"/>
              <a:ext cx="856004"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p>
          </p:txBody>
        </p:sp>
        <p:sp>
          <p:nvSpPr>
            <p:cNvPr id="54" name="Line 60"/>
            <p:cNvSpPr>
              <a:spLocks noChangeShapeType="1"/>
            </p:cNvSpPr>
            <p:nvPr/>
          </p:nvSpPr>
          <p:spPr bwMode="auto">
            <a:xfrm flipH="1">
              <a:off x="4830082" y="5830558"/>
              <a:ext cx="0" cy="28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5" name="Line 66"/>
            <p:cNvSpPr>
              <a:spLocks noChangeShapeType="1"/>
            </p:cNvSpPr>
            <p:nvPr/>
          </p:nvSpPr>
          <p:spPr bwMode="auto">
            <a:xfrm flipH="1">
              <a:off x="5387897" y="5877272"/>
              <a:ext cx="0" cy="244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6" name="Rectangle 54"/>
            <p:cNvSpPr>
              <a:spLocks noChangeArrowheads="1"/>
            </p:cNvSpPr>
            <p:nvPr/>
          </p:nvSpPr>
          <p:spPr bwMode="auto">
            <a:xfrm>
              <a:off x="5508104" y="4552088"/>
              <a:ext cx="1029128"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  </a:t>
              </a:r>
              <a:r>
                <a:rPr kumimoji="1" lang="en-US" altLang="zh-CN" b="1" dirty="0">
                  <a:solidFill>
                    <a:srgbClr val="FF0000"/>
                  </a:solidFill>
                  <a:latin typeface="Times New Roman" panose="02020603050405020304" pitchFamily="18" charset="0"/>
                  <a:cs typeface="Times New Roman" panose="02020603050405020304" pitchFamily="18" charset="0"/>
                </a:rPr>
                <a:t>=</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x</a:t>
              </a:r>
              <a:r>
                <a:rPr kumimoji="1" lang="en-US" altLang="zh-CN" b="1" dirty="0">
                  <a:latin typeface="Times New Roman" pitchFamily="18" charset="0"/>
                  <a:cs typeface="Times New Roman" panose="02020603050405020304" pitchFamily="18" charset="0"/>
                </a:rPr>
                <a:t>)</a:t>
              </a:r>
            </a:p>
          </p:txBody>
        </p:sp>
        <p:sp>
          <p:nvSpPr>
            <p:cNvPr id="57" name="Line 55"/>
            <p:cNvSpPr>
              <a:spLocks noChangeShapeType="1"/>
            </p:cNvSpPr>
            <p:nvPr/>
          </p:nvSpPr>
          <p:spPr bwMode="auto">
            <a:xfrm>
              <a:off x="5855695" y="4138584"/>
              <a:ext cx="119232" cy="3869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8" name="Line 56"/>
            <p:cNvSpPr>
              <a:spLocks noChangeShapeType="1"/>
            </p:cNvSpPr>
            <p:nvPr/>
          </p:nvSpPr>
          <p:spPr bwMode="auto">
            <a:xfrm>
              <a:off x="5855695" y="4151154"/>
              <a:ext cx="536534" cy="3535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9" name="Line 59"/>
            <p:cNvSpPr>
              <a:spLocks noChangeShapeType="1"/>
            </p:cNvSpPr>
            <p:nvPr/>
          </p:nvSpPr>
          <p:spPr bwMode="auto">
            <a:xfrm>
              <a:off x="5855696" y="4161628"/>
              <a:ext cx="322679" cy="3639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0" name="Line 59"/>
            <p:cNvSpPr>
              <a:spLocks noChangeShapeType="1"/>
            </p:cNvSpPr>
            <p:nvPr/>
          </p:nvSpPr>
          <p:spPr bwMode="auto">
            <a:xfrm flipH="1">
              <a:off x="5655043" y="4138583"/>
              <a:ext cx="200653" cy="3660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1" name="Line 60"/>
            <p:cNvSpPr>
              <a:spLocks noChangeShapeType="1"/>
            </p:cNvSpPr>
            <p:nvPr/>
          </p:nvSpPr>
          <p:spPr bwMode="auto">
            <a:xfrm flipH="1">
              <a:off x="6208410" y="4796259"/>
              <a:ext cx="0" cy="288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2" name="矩形 61"/>
            <p:cNvSpPr/>
            <p:nvPr/>
          </p:nvSpPr>
          <p:spPr>
            <a:xfrm>
              <a:off x="1763688" y="4653136"/>
              <a:ext cx="470000" cy="397032"/>
            </a:xfrm>
            <a:prstGeom prst="rect">
              <a:avLst/>
            </a:prstGeom>
          </p:spPr>
          <p:txBody>
            <a:bodyPr wrap="none">
              <a:spAutoFit/>
            </a:bodyPr>
            <a:lstStyle/>
            <a:p>
              <a:pPr lvl="0" eaLnBrk="0" hangingPunct="0">
                <a:lnSpc>
                  <a:spcPct val="110000"/>
                </a:lnSpc>
                <a:spcBef>
                  <a:spcPct val="20000"/>
                </a:spcBef>
                <a:buClr>
                  <a:srgbClr val="3333CC"/>
                </a:buClr>
                <a:buSzPct val="75000"/>
              </a:pPr>
              <a:r>
                <a:rPr kumimoji="1" lang="en-US" altLang="zh-CN" b="1" dirty="0">
                  <a:solidFill>
                    <a:prstClr val="black"/>
                  </a:solidFill>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&lt;</a:t>
              </a:r>
              <a:r>
                <a:rPr kumimoji="1" lang="en-US" altLang="zh-CN" b="1" dirty="0">
                  <a:solidFill>
                    <a:prstClr val="black"/>
                  </a:solidFill>
                  <a:latin typeface="Times New Roman" panose="02020603050405020304" pitchFamily="18" charset="0"/>
                  <a:cs typeface="Times New Roman" panose="02020603050405020304" pitchFamily="18" charset="0"/>
                </a:rPr>
                <a:t>)</a:t>
              </a:r>
            </a:p>
          </p:txBody>
        </p:sp>
        <p:sp>
          <p:nvSpPr>
            <p:cNvPr id="63" name="Rectangle 53"/>
            <p:cNvSpPr>
              <a:spLocks noChangeArrowheads="1"/>
            </p:cNvSpPr>
            <p:nvPr/>
          </p:nvSpPr>
          <p:spPr bwMode="auto">
            <a:xfrm>
              <a:off x="2195736" y="5013176"/>
              <a:ext cx="634789"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err="1">
                  <a:latin typeface="Times New Roman" panose="02020603050405020304" pitchFamily="18" charset="0"/>
                  <a:cs typeface="Times New Roman" panose="02020603050405020304" pitchFamily="18" charset="0"/>
                </a:rPr>
                <a:t>num</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5</a:t>
              </a:r>
              <a:r>
                <a:rPr kumimoji="1" lang="en-US" altLang="zh-CN" b="1" dirty="0">
                  <a:latin typeface="Times New Roman" pitchFamily="18" charset="0"/>
                  <a:cs typeface="Times New Roman" panose="02020603050405020304" pitchFamily="18" charset="0"/>
                </a:rPr>
                <a:t>)</a:t>
              </a:r>
            </a:p>
          </p:txBody>
        </p:sp>
        <p:sp>
          <p:nvSpPr>
            <p:cNvPr id="64" name="Rectangle 53"/>
            <p:cNvSpPr>
              <a:spLocks noChangeArrowheads="1"/>
            </p:cNvSpPr>
            <p:nvPr/>
          </p:nvSpPr>
          <p:spPr bwMode="auto">
            <a:xfrm>
              <a:off x="2928678" y="5570774"/>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x</a:t>
              </a:r>
              <a:r>
                <a:rPr kumimoji="1" lang="en-US" altLang="zh-CN" b="1" dirty="0">
                  <a:latin typeface="Times New Roman" pitchFamily="18" charset="0"/>
                  <a:cs typeface="Times New Roman" panose="02020603050405020304" pitchFamily="18" charset="0"/>
                </a:rPr>
                <a:t>)</a:t>
              </a:r>
            </a:p>
          </p:txBody>
        </p:sp>
        <p:sp>
          <p:nvSpPr>
            <p:cNvPr id="65" name="Rectangle 53"/>
            <p:cNvSpPr>
              <a:spLocks noChangeArrowheads="1"/>
            </p:cNvSpPr>
            <p:nvPr/>
          </p:nvSpPr>
          <p:spPr bwMode="auto">
            <a:xfrm>
              <a:off x="3684699" y="5589240"/>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y</a:t>
              </a:r>
              <a:r>
                <a:rPr kumimoji="1" lang="en-US" altLang="zh-CN" b="1" dirty="0">
                  <a:latin typeface="Times New Roman" pitchFamily="18" charset="0"/>
                  <a:cs typeface="Times New Roman" panose="02020603050405020304" pitchFamily="18" charset="0"/>
                </a:rPr>
                <a:t>)</a:t>
              </a:r>
            </a:p>
          </p:txBody>
        </p:sp>
        <p:sp>
          <p:nvSpPr>
            <p:cNvPr id="66" name="Rectangle 69"/>
            <p:cNvSpPr>
              <a:spLocks noChangeArrowheads="1"/>
            </p:cNvSpPr>
            <p:nvPr/>
          </p:nvSpPr>
          <p:spPr bwMode="auto">
            <a:xfrm>
              <a:off x="3308629" y="5213623"/>
              <a:ext cx="471283"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&gt;</a:t>
              </a:r>
              <a:r>
                <a:rPr kumimoji="1" lang="en-US" altLang="zh-CN" b="1" dirty="0">
                  <a:latin typeface="Times New Roman" panose="02020603050405020304" pitchFamily="18" charset="0"/>
                  <a:cs typeface="Times New Roman" panose="02020603050405020304" pitchFamily="18" charset="0"/>
                </a:rPr>
                <a:t>)</a:t>
              </a:r>
            </a:p>
          </p:txBody>
        </p:sp>
        <p:sp>
          <p:nvSpPr>
            <p:cNvPr id="67" name="Rectangle 53"/>
            <p:cNvSpPr>
              <a:spLocks noChangeArrowheads="1"/>
            </p:cNvSpPr>
            <p:nvPr/>
          </p:nvSpPr>
          <p:spPr bwMode="auto">
            <a:xfrm>
              <a:off x="4620803" y="6136264"/>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x</a:t>
              </a:r>
              <a:r>
                <a:rPr kumimoji="1" lang="en-US" altLang="zh-CN" b="1" dirty="0">
                  <a:latin typeface="Times New Roman" pitchFamily="18" charset="0"/>
                  <a:cs typeface="Times New Roman" panose="02020603050405020304" pitchFamily="18" charset="0"/>
                </a:rPr>
                <a:t>)</a:t>
              </a:r>
            </a:p>
          </p:txBody>
        </p:sp>
        <p:sp>
          <p:nvSpPr>
            <p:cNvPr id="68" name="Rectangle 53"/>
            <p:cNvSpPr>
              <a:spLocks noChangeArrowheads="1"/>
            </p:cNvSpPr>
            <p:nvPr/>
          </p:nvSpPr>
          <p:spPr bwMode="auto">
            <a:xfrm>
              <a:off x="5076056" y="6136264"/>
              <a:ext cx="634789"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err="1">
                  <a:latin typeface="Times New Roman" panose="02020603050405020304" pitchFamily="18" charset="0"/>
                  <a:cs typeface="Times New Roman" panose="02020603050405020304" pitchFamily="18" charset="0"/>
                </a:rPr>
                <a:t>num</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itchFamily="18" charset="0"/>
                  <a:cs typeface="Times New Roman" panose="02020603050405020304" pitchFamily="18" charset="0"/>
                </a:rPr>
                <a:t>1</a:t>
              </a:r>
              <a:r>
                <a:rPr kumimoji="1" lang="en-US" altLang="zh-CN" b="1" dirty="0">
                  <a:latin typeface="Times New Roman" pitchFamily="18" charset="0"/>
                  <a:cs typeface="Times New Roman" panose="02020603050405020304" pitchFamily="18" charset="0"/>
                </a:rPr>
                <a:t>)</a:t>
              </a:r>
            </a:p>
          </p:txBody>
        </p:sp>
        <p:sp>
          <p:nvSpPr>
            <p:cNvPr id="69" name="Rectangle 53"/>
            <p:cNvSpPr>
              <a:spLocks noChangeArrowheads="1"/>
            </p:cNvSpPr>
            <p:nvPr/>
          </p:nvSpPr>
          <p:spPr bwMode="auto">
            <a:xfrm>
              <a:off x="5999131" y="5128152"/>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id</a:t>
              </a:r>
            </a:p>
            <a:p>
              <a:pPr eaLnBrk="0" hangingPunct="0">
                <a:lnSpc>
                  <a:spcPts val="1500"/>
                </a:lnSpc>
                <a:spcBef>
                  <a:spcPct val="20000"/>
                </a:spcBef>
                <a:buClr>
                  <a:schemeClr val="folHlink"/>
                </a:buClr>
                <a:buSzPct val="75000"/>
                <a:buFont typeface="Monotype Sorts"/>
                <a:buNone/>
              </a:pPr>
              <a:r>
                <a:rPr kumimoji="1" lang="en-US" altLang="zh-CN" b="1" dirty="0">
                  <a:latin typeface="Times New Roman" pitchFamily="18" charset="0"/>
                  <a:cs typeface="Times New Roman" panose="02020603050405020304" pitchFamily="18" charset="0"/>
                </a:rPr>
                <a:t>(</a:t>
              </a:r>
              <a:r>
                <a:rPr kumimoji="1" lang="en-US" altLang="zh-CN" b="1" dirty="0">
                  <a:solidFill>
                    <a:srgbClr val="FF0000"/>
                  </a:solidFill>
                  <a:latin typeface="Times New Roman" pitchFamily="18" charset="0"/>
                  <a:cs typeface="Times New Roman" panose="02020603050405020304" pitchFamily="18" charset="0"/>
                </a:rPr>
                <a:t>y</a:t>
              </a:r>
              <a:r>
                <a:rPr kumimoji="1" lang="en-US" altLang="zh-CN" b="1" dirty="0">
                  <a:latin typeface="Times New Roman" pitchFamily="18" charset="0"/>
                  <a:cs typeface="Times New Roman" panose="02020603050405020304" pitchFamily="18" charset="0"/>
                </a:rPr>
                <a:t>)</a:t>
              </a:r>
            </a:p>
          </p:txBody>
        </p:sp>
      </p:grpSp>
      <p:sp>
        <p:nvSpPr>
          <p:cNvPr id="70" name="内容占位符 2"/>
          <p:cNvSpPr txBox="1">
            <a:spLocks/>
          </p:cNvSpPr>
          <p:nvPr/>
        </p:nvSpPr>
        <p:spPr bwMode="auto">
          <a:xfrm>
            <a:off x="6702536" y="1453624"/>
            <a:ext cx="2242600" cy="3534272"/>
          </a:xfrm>
          <a:prstGeom prst="rect">
            <a:avLst/>
          </a:prstGeom>
          <a:solidFill>
            <a:schemeClr val="accent2">
              <a:lumMod val="40000"/>
              <a:lumOff val="60000"/>
            </a:schemeClr>
          </a:solidFill>
          <a:ln w="12700">
            <a:solidFill>
              <a:schemeClr val="tx1"/>
            </a:solid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Times New Roman" pitchFamily="18" charset="0"/>
                <a:ea typeface="楷体"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Times New Roman" pitchFamily="18" charset="0"/>
                <a:ea typeface="楷体"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itchFamily="18" charset="0"/>
                <a:ea typeface="楷体"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800">
                <a:solidFill>
                  <a:schemeClr val="tx1"/>
                </a:solidFill>
                <a:latin typeface="Times New Roman" pitchFamily="18" charset="0"/>
                <a:ea typeface="楷体"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Times New Roman" pitchFamily="18" charset="0"/>
                <a:ea typeface="楷体" pitchFamily="49" charset="-122"/>
              </a:defRPr>
            </a:lvl5pPr>
            <a:lvl6pPr marL="25146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mn-lt"/>
                <a:ea typeface="+mn-ea"/>
              </a:defRPr>
            </a:lvl9pPr>
          </a:lstStyle>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100: (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&lt;,</a:t>
            </a:r>
            <a:r>
              <a:rPr lang="en-US" altLang="zh-CN" sz="1800" b="1" i="1" kern="0" dirty="0">
                <a:ea typeface="楷体_GB2312" pitchFamily="49" charset="-122"/>
                <a:cs typeface="Times New Roman" panose="02020603050405020304" pitchFamily="18" charset="0"/>
              </a:rPr>
              <a:t> a </a:t>
            </a:r>
            <a:r>
              <a:rPr lang="en-US" altLang="zh-CN" sz="1800" b="1" kern="0" dirty="0">
                <a:ea typeface="楷体_GB2312" pitchFamily="49" charset="-122"/>
                <a:cs typeface="Times New Roman" panose="02020603050405020304" pitchFamily="18" charset="0"/>
              </a:rPr>
              <a:t>,</a:t>
            </a:r>
            <a:r>
              <a:rPr lang="en-US" altLang="zh-CN" sz="1800" b="1" i="1" kern="0" dirty="0">
                <a:ea typeface="楷体_GB2312" pitchFamily="49" charset="-122"/>
                <a:cs typeface="Times New Roman" panose="02020603050405020304" pitchFamily="18" charset="0"/>
              </a:rPr>
              <a:t>b</a:t>
            </a:r>
            <a:r>
              <a:rPr lang="en-US" altLang="zh-CN" sz="1800" b="1" kern="0" dirty="0">
                <a:ea typeface="楷体_GB2312" pitchFamily="49" charset="-122"/>
                <a:cs typeface="Times New Roman" panose="02020603050405020304" pitchFamily="18" charset="0"/>
              </a:rPr>
              <a:t> , 102</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a:t>
            </a:r>
            <a:endParaRPr lang="zh-CN" altLang="en-US"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101:</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 </a:t>
            </a:r>
            <a:r>
              <a:rPr lang="en-US" altLang="zh-CN" sz="1800" b="1" kern="0" dirty="0">
                <a:ea typeface="楷体_GB2312" pitchFamily="49" charset="-122"/>
                <a:cs typeface="Times New Roman" panose="02020603050405020304" pitchFamily="18" charset="0"/>
              </a:rPr>
              <a:t> , - ,  - , 112 )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102:</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&lt;, </a:t>
            </a:r>
            <a:r>
              <a:rPr lang="en-US" altLang="zh-CN" sz="1800" b="1" i="1" kern="0" dirty="0">
                <a:ea typeface="楷体_GB2312" pitchFamily="49" charset="-122"/>
                <a:cs typeface="Times New Roman" panose="02020603050405020304" pitchFamily="18" charset="0"/>
              </a:rPr>
              <a:t>c </a:t>
            </a:r>
            <a:r>
              <a:rPr lang="en-US" altLang="zh-CN" sz="1800" b="1" kern="0" dirty="0">
                <a:ea typeface="楷体_GB2312" pitchFamily="49" charset="-122"/>
                <a:cs typeface="Times New Roman" panose="02020603050405020304" pitchFamily="18" charset="0"/>
              </a:rPr>
              <a:t>, 5 , 104 )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103:</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110 )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104:</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&gt;,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a:t>
            </a:r>
            <a:r>
              <a:rPr lang="en-US" altLang="zh-CN" sz="1800" b="1" i="1" kern="0" dirty="0">
                <a:ea typeface="楷体_GB2312" pitchFamily="49" charset="-122"/>
                <a:cs typeface="Times New Roman" panose="02020603050405020304" pitchFamily="18" charset="0"/>
              </a:rPr>
              <a:t>y</a:t>
            </a:r>
            <a:r>
              <a:rPr lang="en-US" altLang="zh-CN" sz="1800" b="1" kern="0" dirty="0">
                <a:ea typeface="楷体_GB2312" pitchFamily="49" charset="-122"/>
                <a:cs typeface="Times New Roman" panose="02020603050405020304" pitchFamily="18" charset="0"/>
              </a:rPr>
              <a:t> , 106 )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105:</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100 )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106:</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1 ,   </a:t>
            </a:r>
            <a:r>
              <a:rPr lang="en-US" altLang="zh-CN" sz="1800" b="1" i="1" kern="0" dirty="0">
                <a:ea typeface="楷体_GB2312" pitchFamily="49" charset="-122"/>
                <a:cs typeface="Times New Roman" panose="02020603050405020304" pitchFamily="18" charset="0"/>
              </a:rPr>
              <a:t>t</a:t>
            </a:r>
            <a:r>
              <a:rPr lang="en-US" altLang="zh-CN" sz="1800" b="1" i="1" kern="0" baseline="-25000" dirty="0">
                <a:ea typeface="楷体_GB2312" pitchFamily="49" charset="-122"/>
                <a:cs typeface="Times New Roman" panose="02020603050405020304" pitchFamily="18" charset="0"/>
              </a:rPr>
              <a:t>1</a:t>
            </a:r>
            <a:r>
              <a:rPr lang="en-US" altLang="zh-CN" sz="1800" b="1" kern="0" baseline="-2500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107:</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t</a:t>
            </a:r>
            <a:r>
              <a:rPr lang="en-US" altLang="zh-CN" sz="1800" b="1" i="1" kern="0" baseline="-25000" dirty="0">
                <a:ea typeface="楷体_GB2312" pitchFamily="49" charset="-122"/>
                <a:cs typeface="Times New Roman" panose="02020603050405020304" pitchFamily="18" charset="0"/>
              </a:rPr>
              <a:t>1</a:t>
            </a:r>
            <a:r>
              <a:rPr lang="en-US" altLang="zh-CN" sz="1800" b="1" kern="0" baseline="-2500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z</a:t>
            </a:r>
            <a:r>
              <a:rPr lang="en-US" altLang="zh-CN" sz="1800" b="1" kern="0" dirty="0">
                <a:ea typeface="楷体_GB2312" pitchFamily="49" charset="-122"/>
                <a:cs typeface="Times New Roman" panose="02020603050405020304" pitchFamily="18" charset="0"/>
              </a:rPr>
              <a:t>   )</a:t>
            </a:r>
            <a:endParaRPr lang="en-US" altLang="zh-CN" sz="1800" b="1" kern="0" baseline="-2500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108:</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104 )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109:</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 </a:t>
            </a:r>
            <a:r>
              <a:rPr lang="en-US" altLang="zh-CN" sz="1800" b="1" kern="0" dirty="0">
                <a:ea typeface="楷体_GB2312" pitchFamily="49" charset="-122"/>
                <a:cs typeface="Times New Roman" panose="02020603050405020304" pitchFamily="18" charset="0"/>
              </a:rPr>
              <a:t> , - ,  - , 100 )</a:t>
            </a:r>
            <a:endParaRPr lang="zh-CN" altLang="en-US"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110:</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y</a:t>
            </a:r>
            <a:r>
              <a:rPr lang="en-US" altLang="zh-CN" sz="1800" b="1" kern="0" dirty="0">
                <a:ea typeface="楷体_GB2312" pitchFamily="49" charset="-122"/>
                <a:cs typeface="Times New Roman" panose="02020603050405020304" pitchFamily="18" charset="0"/>
              </a:rPr>
              <a:t> ,  - ,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111:</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a:t>
            </a:r>
            <a:r>
              <a:rPr lang="en-US" altLang="zh-CN" sz="1800" b="1" i="1" kern="0" dirty="0">
                <a:ea typeface="楷体_GB2312" pitchFamily="49" charset="-122"/>
                <a:cs typeface="Times New Roman" panose="02020603050405020304" pitchFamily="18" charset="0"/>
              </a:rPr>
              <a:t> j  </a:t>
            </a:r>
            <a:r>
              <a:rPr lang="en-US" altLang="zh-CN" sz="1800" b="1" kern="0" dirty="0">
                <a:ea typeface="楷体_GB2312" pitchFamily="49" charset="-122"/>
                <a:cs typeface="Times New Roman" panose="02020603050405020304" pitchFamily="18" charset="0"/>
              </a:rPr>
              <a:t>, - ,  - , 100 )</a:t>
            </a: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112:</a:t>
            </a:r>
          </a:p>
        </p:txBody>
      </p:sp>
      <p:grpSp>
        <p:nvGrpSpPr>
          <p:cNvPr id="71" name="组合 14"/>
          <p:cNvGrpSpPr/>
          <p:nvPr/>
        </p:nvGrpSpPr>
        <p:grpSpPr>
          <a:xfrm>
            <a:off x="-786" y="195486"/>
            <a:ext cx="756363" cy="432048"/>
            <a:chOff x="-786" y="195486"/>
            <a:chExt cx="756363" cy="432048"/>
          </a:xfrm>
        </p:grpSpPr>
        <p:sp>
          <p:nvSpPr>
            <p:cNvPr id="72" name="五边形 7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3" name="五边形 7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74" name="标题 1"/>
          <p:cNvSpPr txBox="1">
            <a:spLocks/>
          </p:cNvSpPr>
          <p:nvPr/>
        </p:nvSpPr>
        <p:spPr>
          <a:xfrm>
            <a:off x="2786050" y="696442"/>
            <a:ext cx="1800066" cy="1232366"/>
          </a:xfrm>
          <a:prstGeom prst="rect">
            <a:avLst/>
          </a:prstGeom>
          <a:solidFill>
            <a:schemeClr val="accent5">
              <a:lumMod val="60000"/>
              <a:lumOff val="40000"/>
            </a:schemeClr>
          </a:solidFill>
          <a:ln w="12700">
            <a:solidFill>
              <a:schemeClr val="tx1"/>
            </a:solidFill>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FFFFFF"/>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while </a:t>
            </a:r>
            <a:r>
              <a:rPr kumimoji="1" lang="en-US" altLang="zh-CN" sz="1600" b="1" i="1" dirty="0">
                <a:solidFill>
                  <a:schemeClr val="tx1"/>
                </a:solidFill>
                <a:ea typeface="楷体_GB2312" pitchFamily="49" charset="-122"/>
                <a:cs typeface="Times New Roman" panose="02020603050405020304" pitchFamily="18" charset="0"/>
              </a:rPr>
              <a:t>a</a:t>
            </a:r>
            <a:r>
              <a:rPr kumimoji="1" lang="en-US" altLang="zh-CN" sz="1600" b="1" dirty="0">
                <a:solidFill>
                  <a:schemeClr val="tx1"/>
                </a:solidFill>
                <a:ea typeface="楷体_GB2312" pitchFamily="49" charset="-122"/>
                <a:cs typeface="Times New Roman" panose="02020603050405020304" pitchFamily="18" charset="0"/>
              </a:rPr>
              <a:t>&lt;</a:t>
            </a:r>
            <a:r>
              <a:rPr kumimoji="1" lang="en-US" altLang="zh-CN" sz="1600" b="1" i="1" dirty="0">
                <a:solidFill>
                  <a:schemeClr val="tx1"/>
                </a:solidFill>
                <a:ea typeface="楷体_GB2312" pitchFamily="49" charset="-122"/>
                <a:cs typeface="Times New Roman" panose="02020603050405020304" pitchFamily="18" charset="0"/>
              </a:rPr>
              <a:t>b</a:t>
            </a:r>
            <a:r>
              <a:rPr kumimoji="1" lang="en-US" altLang="zh-CN" sz="1600" b="1" dirty="0">
                <a:solidFill>
                  <a:schemeClr val="tx1"/>
                </a:solidFill>
                <a:ea typeface="楷体_GB2312" pitchFamily="49" charset="-122"/>
                <a:cs typeface="Times New Roman" panose="02020603050405020304" pitchFamily="18" charset="0"/>
              </a:rPr>
              <a:t> do </a:t>
            </a: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if </a:t>
            </a:r>
            <a:r>
              <a:rPr kumimoji="1" lang="en-US" altLang="zh-CN" sz="1600" b="1" i="1" dirty="0">
                <a:solidFill>
                  <a:schemeClr val="tx1"/>
                </a:solidFill>
                <a:ea typeface="楷体_GB2312" pitchFamily="49" charset="-122"/>
                <a:cs typeface="Times New Roman" panose="02020603050405020304" pitchFamily="18" charset="0"/>
              </a:rPr>
              <a:t>c</a:t>
            </a:r>
            <a:r>
              <a:rPr kumimoji="1" lang="en-US" altLang="zh-CN" sz="1600" b="1" dirty="0">
                <a:solidFill>
                  <a:schemeClr val="tx1"/>
                </a:solidFill>
                <a:ea typeface="楷体_GB2312" pitchFamily="49" charset="-122"/>
                <a:cs typeface="Times New Roman" panose="02020603050405020304" pitchFamily="18" charset="0"/>
              </a:rPr>
              <a:t>&lt;5 then </a:t>
            </a: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while </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&gt;</a:t>
            </a:r>
            <a:r>
              <a:rPr kumimoji="1" lang="en-US" altLang="zh-CN" sz="1600" b="1" i="1" dirty="0">
                <a:solidFill>
                  <a:schemeClr val="tx1"/>
                </a:solidFill>
                <a:ea typeface="楷体_GB2312" pitchFamily="49" charset="-122"/>
                <a:cs typeface="Times New Roman" panose="02020603050405020304" pitchFamily="18" charset="0"/>
              </a:rPr>
              <a:t>y</a:t>
            </a:r>
            <a:r>
              <a:rPr kumimoji="1" lang="en-US" altLang="zh-CN" sz="1600" b="1" dirty="0">
                <a:solidFill>
                  <a:schemeClr val="tx1"/>
                </a:solidFill>
                <a:ea typeface="楷体_GB2312" pitchFamily="49" charset="-122"/>
                <a:cs typeface="Times New Roman" panose="02020603050405020304" pitchFamily="18" charset="0"/>
              </a:rPr>
              <a:t> do    </a:t>
            </a:r>
          </a:p>
          <a:p>
            <a:pPr algn="l" fontAlgn="auto">
              <a:spcAft>
                <a:spcPts val="0"/>
              </a:spcAft>
            </a:pPr>
            <a:r>
              <a:rPr kumimoji="1" lang="en-US" altLang="zh-CN" sz="1600" b="1" i="1" dirty="0">
                <a:solidFill>
                  <a:schemeClr val="tx1"/>
                </a:solidFill>
                <a:ea typeface="楷体_GB2312" pitchFamily="49" charset="-122"/>
                <a:cs typeface="Times New Roman" panose="02020603050405020304" pitchFamily="18" charset="0"/>
              </a:rPr>
              <a:t>               z</a:t>
            </a:r>
            <a:r>
              <a:rPr kumimoji="1" lang="en-US" altLang="zh-CN" sz="1600" b="1" dirty="0">
                <a:solidFill>
                  <a:schemeClr val="tx1"/>
                </a:solidFill>
                <a:ea typeface="楷体_GB2312" pitchFamily="49" charset="-122"/>
                <a:cs typeface="Times New Roman" panose="02020603050405020304" pitchFamily="18" charset="0"/>
              </a:rPr>
              <a:t>=</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+1; </a:t>
            </a: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else </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a:t>
            </a:r>
            <a:r>
              <a:rPr kumimoji="1" lang="en-US" altLang="zh-CN" sz="1600" b="1" i="1" dirty="0">
                <a:solidFill>
                  <a:schemeClr val="tx1"/>
                </a:solidFill>
                <a:ea typeface="楷体_GB2312" pitchFamily="49" charset="-122"/>
                <a:cs typeface="Times New Roman" panose="02020603050405020304" pitchFamily="18" charset="0"/>
              </a:rPr>
              <a:t>y</a:t>
            </a:r>
            <a:r>
              <a:rPr kumimoji="1" lang="en-US" altLang="zh-CN" sz="1600" b="1" dirty="0">
                <a:solidFill>
                  <a:schemeClr val="tx1"/>
                </a:solidFill>
                <a:ea typeface="楷体_GB2312" pitchFamily="49" charset="-122"/>
                <a:cs typeface="Times New Roman" panose="02020603050405020304" pitchFamily="18" charset="0"/>
              </a:rPr>
              <a:t>;</a:t>
            </a:r>
            <a:endParaRPr lang="zh-CN" altLang="en-US" sz="1600" b="1" dirty="0">
              <a:solidFill>
                <a:schemeClr val="tx1"/>
              </a:solidFill>
              <a:ea typeface="楷体_GB2312" pitchFamily="49" charset="-122"/>
              <a:cs typeface="Times New Roman" panose="02020603050405020304" pitchFamily="18" charset="0"/>
            </a:endParaRPr>
          </a:p>
        </p:txBody>
      </p:sp>
      <p:sp>
        <p:nvSpPr>
          <p:cNvPr id="75" name="右箭头 74"/>
          <p:cNvSpPr/>
          <p:nvPr/>
        </p:nvSpPr>
        <p:spPr>
          <a:xfrm>
            <a:off x="5131296" y="1535864"/>
            <a:ext cx="1384920"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76" name="矩形 75"/>
          <p:cNvSpPr/>
          <p:nvPr/>
        </p:nvSpPr>
        <p:spPr>
          <a:xfrm>
            <a:off x="5477309" y="699542"/>
            <a:ext cx="595035" cy="1200329"/>
          </a:xfrm>
          <a:prstGeom prst="rect">
            <a:avLst/>
          </a:prstGeom>
        </p:spPr>
        <p:txBody>
          <a:bodyPr wrap="none">
            <a:spAutoFit/>
          </a:bodyPr>
          <a:lstStyle/>
          <a:p>
            <a:r>
              <a:rPr lang="en-US" altLang="zh-CN" sz="7200" dirty="0">
                <a:solidFill>
                  <a:srgbClr val="FF0000"/>
                </a:solidFill>
                <a:latin typeface="Times New Roman" panose="02020603050405020304" pitchFamily="18" charset="0"/>
                <a:cs typeface="Times New Roman" panose="02020603050405020304" pitchFamily="18" charset="0"/>
              </a:rPr>
              <a:t>?</a:t>
            </a:r>
            <a:endParaRPr lang="zh-CN" altLang="en-US" sz="7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26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p:cTn id="7" dur="500" fill="hold"/>
                                        <p:tgtEl>
                                          <p:spTgt spid="74"/>
                                        </p:tgtEl>
                                        <p:attrNameLst>
                                          <p:attrName>ppt_w</p:attrName>
                                        </p:attrNameLst>
                                      </p:cBhvr>
                                      <p:tavLst>
                                        <p:tav tm="0">
                                          <p:val>
                                            <p:fltVal val="0"/>
                                          </p:val>
                                        </p:tav>
                                        <p:tav tm="100000">
                                          <p:val>
                                            <p:strVal val="#ppt_w"/>
                                          </p:val>
                                        </p:tav>
                                      </p:tavLst>
                                    </p:anim>
                                    <p:anim calcmode="lin" valueType="num">
                                      <p:cBhvr>
                                        <p:cTn id="8" dur="500" fill="hold"/>
                                        <p:tgtEl>
                                          <p:spTgt spid="74"/>
                                        </p:tgtEl>
                                        <p:attrNameLst>
                                          <p:attrName>ppt_h</p:attrName>
                                        </p:attrNameLst>
                                      </p:cBhvr>
                                      <p:tavLst>
                                        <p:tav tm="0">
                                          <p:val>
                                            <p:fltVal val="0"/>
                                          </p:val>
                                        </p:tav>
                                        <p:tav tm="100000">
                                          <p:val>
                                            <p:strVal val="#ppt_h"/>
                                          </p:val>
                                        </p:tav>
                                      </p:tavLst>
                                    </p:anim>
                                    <p:animEffect transition="in" filter="fade">
                                      <p:cBhvr>
                                        <p:cTn id="9" dur="500"/>
                                        <p:tgtEl>
                                          <p:spTgt spid="7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p:cTn id="21" dur="500" fill="hold"/>
                                        <p:tgtEl>
                                          <p:spTgt spid="70"/>
                                        </p:tgtEl>
                                        <p:attrNameLst>
                                          <p:attrName>ppt_w</p:attrName>
                                        </p:attrNameLst>
                                      </p:cBhvr>
                                      <p:tavLst>
                                        <p:tav tm="0">
                                          <p:val>
                                            <p:fltVal val="0"/>
                                          </p:val>
                                        </p:tav>
                                        <p:tav tm="100000">
                                          <p:val>
                                            <p:strVal val="#ppt_w"/>
                                          </p:val>
                                        </p:tav>
                                      </p:tavLst>
                                    </p:anim>
                                    <p:anim calcmode="lin" valueType="num">
                                      <p:cBhvr>
                                        <p:cTn id="22" dur="500" fill="hold"/>
                                        <p:tgtEl>
                                          <p:spTgt spid="70"/>
                                        </p:tgtEl>
                                        <p:attrNameLst>
                                          <p:attrName>ppt_h</p:attrName>
                                        </p:attrNameLst>
                                      </p:cBhvr>
                                      <p:tavLst>
                                        <p:tav tm="0">
                                          <p:val>
                                            <p:fltVal val="0"/>
                                          </p:val>
                                        </p:tav>
                                        <p:tav tm="100000">
                                          <p:val>
                                            <p:strVal val="#ppt_h"/>
                                          </p:val>
                                        </p:tav>
                                      </p:tavLst>
                                    </p:anim>
                                    <p:animEffect transition="in" filter="fade">
                                      <p:cBhvr>
                                        <p:cTn id="23" dur="500"/>
                                        <p:tgtEl>
                                          <p:spTgt spid="7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 calcmode="lin" valueType="num">
                                      <p:cBhvr>
                                        <p:cTn id="28" dur="500" fill="hold"/>
                                        <p:tgtEl>
                                          <p:spTgt spid="75"/>
                                        </p:tgtEl>
                                        <p:attrNameLst>
                                          <p:attrName>ppt_w</p:attrName>
                                        </p:attrNameLst>
                                      </p:cBhvr>
                                      <p:tavLst>
                                        <p:tav tm="0">
                                          <p:val>
                                            <p:fltVal val="0"/>
                                          </p:val>
                                        </p:tav>
                                        <p:tav tm="100000">
                                          <p:val>
                                            <p:strVal val="#ppt_w"/>
                                          </p:val>
                                        </p:tav>
                                      </p:tavLst>
                                    </p:anim>
                                    <p:anim calcmode="lin" valueType="num">
                                      <p:cBhvr>
                                        <p:cTn id="29" dur="500" fill="hold"/>
                                        <p:tgtEl>
                                          <p:spTgt spid="75"/>
                                        </p:tgtEl>
                                        <p:attrNameLst>
                                          <p:attrName>ppt_h</p:attrName>
                                        </p:attrNameLst>
                                      </p:cBhvr>
                                      <p:tavLst>
                                        <p:tav tm="0">
                                          <p:val>
                                            <p:fltVal val="0"/>
                                          </p:val>
                                        </p:tav>
                                        <p:tav tm="100000">
                                          <p:val>
                                            <p:strVal val="#ppt_h"/>
                                          </p:val>
                                        </p:tav>
                                      </p:tavLst>
                                    </p:anim>
                                    <p:animEffect transition="in" filter="fade">
                                      <p:cBhvr>
                                        <p:cTn id="30" dur="500"/>
                                        <p:tgtEl>
                                          <p:spTgt spid="75"/>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76"/>
                                        </p:tgtEl>
                                        <p:attrNameLst>
                                          <p:attrName>style.visibility</p:attrName>
                                        </p:attrNameLst>
                                      </p:cBhvr>
                                      <p:to>
                                        <p:strVal val="visible"/>
                                      </p:to>
                                    </p:set>
                                    <p:anim calcmode="lin" valueType="num">
                                      <p:cBhvr>
                                        <p:cTn id="33" dur="500" fill="hold"/>
                                        <p:tgtEl>
                                          <p:spTgt spid="76"/>
                                        </p:tgtEl>
                                        <p:attrNameLst>
                                          <p:attrName>ppt_w</p:attrName>
                                        </p:attrNameLst>
                                      </p:cBhvr>
                                      <p:tavLst>
                                        <p:tav tm="0">
                                          <p:val>
                                            <p:fltVal val="0"/>
                                          </p:val>
                                        </p:tav>
                                        <p:tav tm="100000">
                                          <p:val>
                                            <p:strVal val="#ppt_w"/>
                                          </p:val>
                                        </p:tav>
                                      </p:tavLst>
                                    </p:anim>
                                    <p:anim calcmode="lin" valueType="num">
                                      <p:cBhvr>
                                        <p:cTn id="34" dur="500" fill="hold"/>
                                        <p:tgtEl>
                                          <p:spTgt spid="76"/>
                                        </p:tgtEl>
                                        <p:attrNameLst>
                                          <p:attrName>ppt_h</p:attrName>
                                        </p:attrNameLst>
                                      </p:cBhvr>
                                      <p:tavLst>
                                        <p:tav tm="0">
                                          <p:val>
                                            <p:fltVal val="0"/>
                                          </p:val>
                                        </p:tav>
                                        <p:tav tm="100000">
                                          <p:val>
                                            <p:strVal val="#ppt_h"/>
                                          </p:val>
                                        </p:tav>
                                      </p:tavLst>
                                    </p:anim>
                                    <p:animEffect transition="in" filter="fade">
                                      <p:cBhvr>
                                        <p:cTn id="35"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4" grpId="0" animBg="1"/>
      <p:bldP spid="75" grpId="0" animBg="1"/>
      <p:bldP spid="76"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428596" y="931087"/>
            <a:ext cx="4431436" cy="4212431"/>
          </a:xfrm>
        </p:spPr>
        <p:txBody>
          <a:bodyPr>
            <a:noAutofit/>
          </a:bodyPr>
          <a:lstStyle/>
          <a:p>
            <a:pPr>
              <a:lnSpc>
                <a:spcPts val="3500"/>
              </a:lnSpc>
              <a:buClrTx/>
              <a:buFont typeface="Wingdings" pitchFamily="2" charset="2"/>
              <a:buChar char="Ø"/>
            </a:pPr>
            <a:r>
              <a:rPr lang="zh-CN" altLang="en-US" b="1" dirty="0">
                <a:solidFill>
                  <a:schemeClr val="tx1"/>
                </a:solidFill>
              </a:rPr>
              <a:t>目标代码生成以源程序的</a:t>
            </a:r>
            <a:r>
              <a:rPr lang="zh-CN" altLang="en-US" b="1" dirty="0">
                <a:solidFill>
                  <a:schemeClr val="tx2">
                    <a:lumMod val="60000"/>
                    <a:lumOff val="40000"/>
                  </a:schemeClr>
                </a:solidFill>
              </a:rPr>
              <a:t>中间表示形式</a:t>
            </a:r>
            <a:r>
              <a:rPr lang="zh-CN" altLang="en-US" b="1" dirty="0">
                <a:solidFill>
                  <a:schemeClr val="tx1"/>
                </a:solidFill>
              </a:rPr>
              <a:t>作为输入，并把它映射到</a:t>
            </a:r>
            <a:r>
              <a:rPr lang="zh-CN" altLang="en-US" b="1" dirty="0">
                <a:solidFill>
                  <a:schemeClr val="tx2">
                    <a:lumMod val="60000"/>
                    <a:lumOff val="40000"/>
                  </a:schemeClr>
                </a:solidFill>
              </a:rPr>
              <a:t>目标语言</a:t>
            </a:r>
            <a:endParaRPr lang="en-US" altLang="zh-CN" b="1" dirty="0">
              <a:solidFill>
                <a:schemeClr val="tx2">
                  <a:lumMod val="60000"/>
                  <a:lumOff val="40000"/>
                </a:schemeClr>
              </a:solidFill>
            </a:endParaRPr>
          </a:p>
          <a:p>
            <a:pPr>
              <a:lnSpc>
                <a:spcPts val="3500"/>
              </a:lnSpc>
              <a:buClrTx/>
              <a:buFont typeface="Wingdings" pitchFamily="2" charset="2"/>
              <a:buChar char="Ø"/>
            </a:pPr>
            <a:r>
              <a:rPr lang="zh-CN" altLang="en-US" b="1" dirty="0">
                <a:solidFill>
                  <a:schemeClr val="tx1"/>
                </a:solidFill>
              </a:rPr>
              <a:t>目标代码生成的一个重要任务是为程序中使用的变量</a:t>
            </a:r>
            <a:r>
              <a:rPr lang="zh-CN" altLang="en-US" b="1" dirty="0">
                <a:solidFill>
                  <a:schemeClr val="tx2">
                    <a:lumMod val="60000"/>
                    <a:lumOff val="40000"/>
                  </a:schemeClr>
                </a:solidFill>
              </a:rPr>
              <a:t>合理分配寄存器</a:t>
            </a:r>
            <a:endParaRPr lang="en-US" altLang="zh-CN" b="1" dirty="0">
              <a:solidFill>
                <a:schemeClr val="tx2">
                  <a:lumMod val="60000"/>
                  <a:lumOff val="40000"/>
                </a:schemeClr>
              </a:solidFill>
            </a:endParaRPr>
          </a:p>
        </p:txBody>
      </p:sp>
      <p:sp>
        <p:nvSpPr>
          <p:cNvPr id="27"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目标代码生成</a:t>
            </a:r>
          </a:p>
        </p:txBody>
      </p:sp>
      <p:grpSp>
        <p:nvGrpSpPr>
          <p:cNvPr id="28" name="组合 14"/>
          <p:cNvGrpSpPr/>
          <p:nvPr/>
        </p:nvGrpSpPr>
        <p:grpSpPr>
          <a:xfrm>
            <a:off x="-786" y="195486"/>
            <a:ext cx="756363" cy="432048"/>
            <a:chOff x="-786" y="195486"/>
            <a:chExt cx="756363" cy="432048"/>
          </a:xfrm>
        </p:grpSpPr>
        <p:sp>
          <p:nvSpPr>
            <p:cNvPr id="29" name="五边形 2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五边形 2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pic>
        <p:nvPicPr>
          <p:cNvPr id="9" name="图片 8"/>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4798446" y="11631"/>
            <a:ext cx="2221826" cy="5117606"/>
          </a:xfrm>
          <a:prstGeom prst="rect">
            <a:avLst/>
          </a:prstGeom>
        </p:spPr>
      </p:pic>
      <p:sp>
        <p:nvSpPr>
          <p:cNvPr id="25" name="Rectangle 42"/>
          <p:cNvSpPr>
            <a:spLocks noChangeArrowheads="1"/>
          </p:cNvSpPr>
          <p:nvPr/>
        </p:nvSpPr>
        <p:spPr bwMode="auto">
          <a:xfrm flipV="1">
            <a:off x="4942462" y="3718875"/>
            <a:ext cx="1928826" cy="385766"/>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 calcmode="lin" valueType="num">
                                      <p:cBhvr>
                                        <p:cTn id="14"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 calcmode="lin" valueType="num">
                                      <p:cBhvr>
                                        <p:cTn id="21" dur="500" fill="hold"/>
                                        <p:tgtEl>
                                          <p:spTgt spid="11">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1">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xit" presetSubtype="32" fill="hold" nodeType="clickEffect">
                                  <p:stCondLst>
                                    <p:cond delay="0"/>
                                  </p:stCondLst>
                                  <p:childTnLst>
                                    <p:anim calcmode="lin" valueType="num">
                                      <p:cBhvr>
                                        <p:cTn id="27" dur="500"/>
                                        <p:tgtEl>
                                          <p:spTgt spid="11">
                                            <p:txEl>
                                              <p:pRg st="0" end="0"/>
                                            </p:txEl>
                                          </p:spTgt>
                                        </p:tgtEl>
                                        <p:attrNameLst>
                                          <p:attrName>ppt_w</p:attrName>
                                        </p:attrNameLst>
                                      </p:cBhvr>
                                      <p:tavLst>
                                        <p:tav tm="0">
                                          <p:val>
                                            <p:strVal val="ppt_w"/>
                                          </p:val>
                                        </p:tav>
                                        <p:tav tm="100000">
                                          <p:val>
                                            <p:fltVal val="0"/>
                                          </p:val>
                                        </p:tav>
                                      </p:tavLst>
                                    </p:anim>
                                    <p:anim calcmode="lin" valueType="num">
                                      <p:cBhvr>
                                        <p:cTn id="28"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29" dur="500"/>
                                        <p:tgtEl>
                                          <p:spTgt spid="11">
                                            <p:txEl>
                                              <p:pRg st="0" end="0"/>
                                            </p:txEl>
                                          </p:spTgt>
                                        </p:tgtEl>
                                      </p:cBhvr>
                                    </p:animEffect>
                                    <p:set>
                                      <p:cBhvr>
                                        <p:cTn id="30" dur="1" fill="hold">
                                          <p:stCondLst>
                                            <p:cond delay="499"/>
                                          </p:stCondLst>
                                        </p:cTn>
                                        <p:tgtEl>
                                          <p:spTgt spid="11">
                                            <p:txEl>
                                              <p:pRg st="0" end="0"/>
                                            </p:txEl>
                                          </p:spTgt>
                                        </p:tgtEl>
                                        <p:attrNameLst>
                                          <p:attrName>style.visibility</p:attrName>
                                        </p:attrNameLst>
                                      </p:cBhvr>
                                      <p:to>
                                        <p:strVal val="hidden"/>
                                      </p:to>
                                    </p:set>
                                  </p:childTnLst>
                                </p:cTn>
                              </p:par>
                              <p:par>
                                <p:cTn id="31" presetID="53" presetClass="exit" presetSubtype="32" fill="hold" nodeType="withEffect">
                                  <p:stCondLst>
                                    <p:cond delay="0"/>
                                  </p:stCondLst>
                                  <p:childTnLst>
                                    <p:anim calcmode="lin" valueType="num">
                                      <p:cBhvr>
                                        <p:cTn id="32" dur="500"/>
                                        <p:tgtEl>
                                          <p:spTgt spid="11">
                                            <p:txEl>
                                              <p:pRg st="1" end="1"/>
                                            </p:txEl>
                                          </p:spTgt>
                                        </p:tgtEl>
                                        <p:attrNameLst>
                                          <p:attrName>ppt_w</p:attrName>
                                        </p:attrNameLst>
                                      </p:cBhvr>
                                      <p:tavLst>
                                        <p:tav tm="0">
                                          <p:val>
                                            <p:strVal val="ppt_w"/>
                                          </p:val>
                                        </p:tav>
                                        <p:tav tm="100000">
                                          <p:val>
                                            <p:fltVal val="0"/>
                                          </p:val>
                                        </p:tav>
                                      </p:tavLst>
                                    </p:anim>
                                    <p:anim calcmode="lin" valueType="num">
                                      <p:cBhvr>
                                        <p:cTn id="33" dur="500"/>
                                        <p:tgtEl>
                                          <p:spTgt spid="11">
                                            <p:txEl>
                                              <p:pRg st="1" end="1"/>
                                            </p:txEl>
                                          </p:spTgt>
                                        </p:tgtEl>
                                        <p:attrNameLst>
                                          <p:attrName>ppt_h</p:attrName>
                                        </p:attrNameLst>
                                      </p:cBhvr>
                                      <p:tavLst>
                                        <p:tav tm="0">
                                          <p:val>
                                            <p:strVal val="ppt_h"/>
                                          </p:val>
                                        </p:tav>
                                        <p:tav tm="100000">
                                          <p:val>
                                            <p:fltVal val="0"/>
                                          </p:val>
                                        </p:tav>
                                      </p:tavLst>
                                    </p:anim>
                                    <p:animEffect transition="out" filter="fade">
                                      <p:cBhvr>
                                        <p:cTn id="34" dur="500"/>
                                        <p:tgtEl>
                                          <p:spTgt spid="11">
                                            <p:txEl>
                                              <p:pRg st="1" end="1"/>
                                            </p:txEl>
                                          </p:spTgt>
                                        </p:tgtEl>
                                      </p:cBhvr>
                                    </p:animEffect>
                                    <p:set>
                                      <p:cBhvr>
                                        <p:cTn id="35" dur="1" fill="hold">
                                          <p:stCondLst>
                                            <p:cond delay="499"/>
                                          </p:stCondLst>
                                        </p:cTn>
                                        <p:tgtEl>
                                          <p:spTgt spid="11">
                                            <p:txEl>
                                              <p:pRg st="1" end="1"/>
                                            </p:txEl>
                                          </p:spTgt>
                                        </p:tgtEl>
                                        <p:attrNameLst>
                                          <p:attrName>style.visibility</p:attrName>
                                        </p:attrNameLst>
                                      </p:cBhvr>
                                      <p:to>
                                        <p:strVal val="hidden"/>
                                      </p:to>
                                    </p:set>
                                  </p:childTnLst>
                                </p:cTn>
                              </p:par>
                              <p:par>
                                <p:cTn id="36" presetID="53" presetClass="exit" presetSubtype="32" fill="hold" grpId="1" nodeType="withEffect">
                                  <p:stCondLst>
                                    <p:cond delay="0"/>
                                  </p:stCondLst>
                                  <p:childTnLst>
                                    <p:anim calcmode="lin" valueType="num">
                                      <p:cBhvr>
                                        <p:cTn id="37" dur="500"/>
                                        <p:tgtEl>
                                          <p:spTgt spid="25"/>
                                        </p:tgtEl>
                                        <p:attrNameLst>
                                          <p:attrName>ppt_w</p:attrName>
                                        </p:attrNameLst>
                                      </p:cBhvr>
                                      <p:tavLst>
                                        <p:tav tm="0">
                                          <p:val>
                                            <p:strVal val="ppt_w"/>
                                          </p:val>
                                        </p:tav>
                                        <p:tav tm="100000">
                                          <p:val>
                                            <p:fltVal val="0"/>
                                          </p:val>
                                        </p:tav>
                                      </p:tavLst>
                                    </p:anim>
                                    <p:anim calcmode="lin" valueType="num">
                                      <p:cBhvr>
                                        <p:cTn id="38" dur="500"/>
                                        <p:tgtEl>
                                          <p:spTgt spid="25"/>
                                        </p:tgtEl>
                                        <p:attrNameLst>
                                          <p:attrName>ppt_h</p:attrName>
                                        </p:attrNameLst>
                                      </p:cBhvr>
                                      <p:tavLst>
                                        <p:tav tm="0">
                                          <p:val>
                                            <p:strVal val="ppt_h"/>
                                          </p:val>
                                        </p:tav>
                                        <p:tav tm="100000">
                                          <p:val>
                                            <p:fltVal val="0"/>
                                          </p:val>
                                        </p:tav>
                                      </p:tavLst>
                                    </p:anim>
                                    <p:animEffect transition="out" filter="fade">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a:extLst>
              <a:ext uri="{28A0092B-C50C-407E-A947-70E740481C1C}">
                <a14:useLocalDpi xmlns:a14="http://schemas.microsoft.com/office/drawing/2010/main" val="0"/>
              </a:ext>
            </a:extLst>
          </a:blip>
          <a:srcRect t="328" b="1640"/>
          <a:stretch>
            <a:fillRect/>
          </a:stretch>
        </p:blipFill>
        <p:spPr>
          <a:xfrm>
            <a:off x="4798446" y="11631"/>
            <a:ext cx="2221826" cy="5117606"/>
          </a:xfrm>
          <a:prstGeom prst="rect">
            <a:avLst/>
          </a:prstGeom>
        </p:spPr>
      </p:pic>
      <p:sp>
        <p:nvSpPr>
          <p:cNvPr id="2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代码优化</a:t>
            </a:r>
          </a:p>
        </p:txBody>
      </p:sp>
      <p:grpSp>
        <p:nvGrpSpPr>
          <p:cNvPr id="24" name="组合 14"/>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36" name="Rectangle 42"/>
          <p:cNvSpPr>
            <a:spLocks noChangeArrowheads="1"/>
          </p:cNvSpPr>
          <p:nvPr/>
        </p:nvSpPr>
        <p:spPr bwMode="auto">
          <a:xfrm>
            <a:off x="4932040" y="4371950"/>
            <a:ext cx="1944216" cy="432048"/>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37" name="Rectangle 42"/>
          <p:cNvSpPr>
            <a:spLocks noChangeArrowheads="1"/>
          </p:cNvSpPr>
          <p:nvPr/>
        </p:nvSpPr>
        <p:spPr bwMode="auto">
          <a:xfrm>
            <a:off x="4932040" y="3003798"/>
            <a:ext cx="1944216" cy="432048"/>
          </a:xfrm>
          <a:prstGeom prst="rect">
            <a:avLst/>
          </a:prstGeom>
          <a:noFill/>
          <a:ln w="25400">
            <a:solidFill>
              <a:srgbClr val="FF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12" name="内容占位符 11"/>
          <p:cNvSpPr>
            <a:spLocks noGrp="1"/>
          </p:cNvSpPr>
          <p:nvPr>
            <p:ph idx="1"/>
          </p:nvPr>
        </p:nvSpPr>
        <p:spPr>
          <a:xfrm>
            <a:off x="371481" y="1202865"/>
            <a:ext cx="4416543" cy="3226273"/>
          </a:xfrm>
        </p:spPr>
        <p:txBody>
          <a:bodyPr>
            <a:normAutofit/>
          </a:bodyPr>
          <a:lstStyle/>
          <a:p>
            <a:pPr>
              <a:lnSpc>
                <a:spcPts val="4000"/>
              </a:lnSpc>
              <a:buClrTx/>
              <a:buFont typeface="Wingdings" pitchFamily="2" charset="2"/>
              <a:buChar char="Ø"/>
            </a:pPr>
            <a:r>
              <a:rPr lang="zh-CN" altLang="en-US" sz="3000" b="1" dirty="0">
                <a:solidFill>
                  <a:schemeClr val="tx1"/>
                </a:solidFill>
              </a:rPr>
              <a:t> </a:t>
            </a:r>
            <a:r>
              <a:rPr lang="zh-CN" altLang="en-US" sz="2800" b="1" dirty="0">
                <a:solidFill>
                  <a:schemeClr val="tx1"/>
                </a:solidFill>
              </a:rPr>
              <a:t>代码优化</a:t>
            </a:r>
            <a:endParaRPr lang="en-US" altLang="zh-CN" sz="2800" b="1" dirty="0">
              <a:solidFill>
                <a:schemeClr val="tx1"/>
              </a:solidFill>
            </a:endParaRPr>
          </a:p>
          <a:p>
            <a:pPr lvl="1">
              <a:lnSpc>
                <a:spcPts val="3000"/>
              </a:lnSpc>
              <a:buClrTx/>
              <a:buFont typeface="Wingdings" pitchFamily="2" charset="2"/>
              <a:buChar char="Ø"/>
            </a:pPr>
            <a:r>
              <a:rPr lang="zh-CN" altLang="en-US" sz="2400" b="1" dirty="0">
                <a:solidFill>
                  <a:schemeClr val="tx1"/>
                </a:solidFill>
              </a:rPr>
              <a:t>为改进代码所进行的</a:t>
            </a:r>
            <a:r>
              <a:rPr lang="zh-CN" altLang="en-US" sz="2400" b="1" dirty="0">
                <a:solidFill>
                  <a:schemeClr val="tx2">
                    <a:lumMod val="60000"/>
                    <a:lumOff val="40000"/>
                  </a:schemeClr>
                </a:solidFill>
              </a:rPr>
              <a:t>等价程序变换</a:t>
            </a:r>
            <a:r>
              <a:rPr lang="zh-CN" altLang="en-US" sz="2400" b="1" dirty="0">
                <a:solidFill>
                  <a:schemeClr val="tx1"/>
                </a:solidFill>
              </a:rPr>
              <a:t>，使其</a:t>
            </a:r>
            <a:r>
              <a:rPr lang="zh-CN" altLang="en-US" sz="2400" b="1" dirty="0">
                <a:solidFill>
                  <a:schemeClr val="tx2">
                    <a:lumMod val="60000"/>
                    <a:lumOff val="40000"/>
                  </a:schemeClr>
                </a:solidFill>
              </a:rPr>
              <a:t>运行得更快</a:t>
            </a:r>
            <a:r>
              <a:rPr lang="zh-CN" altLang="en-US" sz="2400" b="1" dirty="0">
                <a:solidFill>
                  <a:schemeClr val="tx1"/>
                </a:solidFill>
              </a:rPr>
              <a:t>一些、</a:t>
            </a:r>
            <a:r>
              <a:rPr lang="zh-CN" altLang="en-US" sz="2400" b="1" dirty="0">
                <a:solidFill>
                  <a:schemeClr val="tx2">
                    <a:lumMod val="60000"/>
                    <a:lumOff val="40000"/>
                  </a:schemeClr>
                </a:solidFill>
              </a:rPr>
              <a:t>占用空间更少</a:t>
            </a:r>
            <a:r>
              <a:rPr lang="zh-CN" altLang="en-US" sz="2400" b="1" dirty="0">
                <a:solidFill>
                  <a:schemeClr val="tx1"/>
                </a:solidFill>
              </a:rPr>
              <a:t>一些，或者二者兼顾</a:t>
            </a:r>
            <a:endParaRPr lang="zh-CN"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 calcmode="lin" valueType="num">
                                      <p:cBhvr>
                                        <p:cTn id="1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12">
                                            <p:txEl>
                                              <p:pRg st="0" end="0"/>
                                            </p:txEl>
                                          </p:spTgt>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12">
                                            <p:txEl>
                                              <p:pRg st="1" end="1"/>
                                            </p:txEl>
                                          </p:spTgt>
                                        </p:tgtEl>
                                        <p:attrNameLst>
                                          <p:attrName>style.visibility</p:attrName>
                                        </p:attrNameLst>
                                      </p:cBhvr>
                                      <p:to>
                                        <p:strVal val="visible"/>
                                      </p:to>
                                    </p:set>
                                    <p:anim calcmode="lin" valueType="num">
                                      <p:cBhvr>
                                        <p:cTn id="24"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12"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9FCE55-5333-E5A1-D4DD-0564300AF777}"/>
            </a:ext>
          </a:extLst>
        </p:cNvPr>
        <p:cNvGrpSpPr/>
        <p:nvPr/>
      </p:nvGrpSpPr>
      <p:grpSpPr>
        <a:xfrm>
          <a:off x="0" y="0"/>
          <a:ext cx="0" cy="0"/>
          <a:chOff x="0" y="0"/>
          <a:chExt cx="0" cy="0"/>
        </a:xfrm>
      </p:grpSpPr>
      <p:sp>
        <p:nvSpPr>
          <p:cNvPr id="23" name="Rectangle 2">
            <a:extLst>
              <a:ext uri="{FF2B5EF4-FFF2-40B4-BE49-F238E27FC236}">
                <a16:creationId xmlns:a16="http://schemas.microsoft.com/office/drawing/2014/main" id="{8CE93D7A-BBC3-11F0-825F-337E557F14A4}"/>
              </a:ext>
            </a:extLst>
          </p:cNvPr>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解释程序</a:t>
            </a:r>
          </a:p>
        </p:txBody>
      </p:sp>
      <p:grpSp>
        <p:nvGrpSpPr>
          <p:cNvPr id="24" name="组合 14">
            <a:extLst>
              <a:ext uri="{FF2B5EF4-FFF2-40B4-BE49-F238E27FC236}">
                <a16:creationId xmlns:a16="http://schemas.microsoft.com/office/drawing/2014/main" id="{D6E58428-80B5-7B1C-EB51-80C72F03C75E}"/>
              </a:ext>
            </a:extLst>
          </p:cNvPr>
          <p:cNvGrpSpPr/>
          <p:nvPr/>
        </p:nvGrpSpPr>
        <p:grpSpPr>
          <a:xfrm>
            <a:off x="-786" y="195486"/>
            <a:ext cx="756363" cy="432048"/>
            <a:chOff x="-786" y="195486"/>
            <a:chExt cx="756363" cy="432048"/>
          </a:xfrm>
        </p:grpSpPr>
        <p:sp>
          <p:nvSpPr>
            <p:cNvPr id="25" name="五边形 24">
              <a:extLst>
                <a:ext uri="{FF2B5EF4-FFF2-40B4-BE49-F238E27FC236}">
                  <a16:creationId xmlns:a16="http://schemas.microsoft.com/office/drawing/2014/main" id="{D47B387C-6A76-28BE-196F-7F22A488E4A1}"/>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a:extLst>
                <a:ext uri="{FF2B5EF4-FFF2-40B4-BE49-F238E27FC236}">
                  <a16:creationId xmlns:a16="http://schemas.microsoft.com/office/drawing/2014/main" id="{4ADAB28F-DBF7-EA26-7C34-6860ABE631AF}"/>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2" name="内容占位符 11">
            <a:extLst>
              <a:ext uri="{FF2B5EF4-FFF2-40B4-BE49-F238E27FC236}">
                <a16:creationId xmlns:a16="http://schemas.microsoft.com/office/drawing/2014/main" id="{AE6D84A5-10C2-768D-0514-F634B403FC51}"/>
              </a:ext>
            </a:extLst>
          </p:cNvPr>
          <p:cNvSpPr>
            <a:spLocks noGrp="1"/>
          </p:cNvSpPr>
          <p:nvPr>
            <p:ph idx="1"/>
          </p:nvPr>
        </p:nvSpPr>
        <p:spPr>
          <a:xfrm>
            <a:off x="371481" y="1202865"/>
            <a:ext cx="8315319" cy="3226273"/>
          </a:xfrm>
        </p:spPr>
        <p:txBody>
          <a:bodyPr>
            <a:normAutofit fontScale="77500" lnSpcReduction="20000"/>
          </a:bodyPr>
          <a:lstStyle/>
          <a:p>
            <a:pPr>
              <a:lnSpc>
                <a:spcPts val="4000"/>
              </a:lnSpc>
              <a:buClrTx/>
              <a:buFont typeface="Wingdings" pitchFamily="2" charset="2"/>
              <a:buChar char="Ø"/>
            </a:pPr>
            <a:r>
              <a:rPr lang="zh-CN" altLang="en-US" sz="3000" b="1" dirty="0">
                <a:solidFill>
                  <a:schemeClr val="tx1"/>
                </a:solidFill>
              </a:rPr>
              <a:t> </a:t>
            </a:r>
            <a:r>
              <a:rPr lang="zh-CN" altLang="en-US" sz="2800" b="1" dirty="0">
                <a:solidFill>
                  <a:schemeClr val="tx1"/>
                </a:solidFill>
              </a:rPr>
              <a:t>编译程序：如果源语言是某种高级语言，目标语言是某种低级语言，这样的翻译程序称为编译程序</a:t>
            </a:r>
            <a:endParaRPr lang="en-US" altLang="zh-CN" sz="2800" b="1" dirty="0">
              <a:solidFill>
                <a:schemeClr val="tx1"/>
              </a:solidFill>
            </a:endParaRPr>
          </a:p>
          <a:p>
            <a:pPr>
              <a:lnSpc>
                <a:spcPts val="4000"/>
              </a:lnSpc>
              <a:buClrTx/>
              <a:buFont typeface="Wingdings" pitchFamily="2" charset="2"/>
              <a:buChar char="Ø"/>
            </a:pPr>
            <a:r>
              <a:rPr lang="zh-CN" altLang="en-US" sz="2800" b="1" dirty="0">
                <a:solidFill>
                  <a:schemeClr val="tx1"/>
                </a:solidFill>
              </a:rPr>
              <a:t>解释程序：是一种另外类型的翻译程序，在翻译过程中按照高级语言源程序在计算机上执行的动态顺序对源程序的语句逐条翻译</a:t>
            </a:r>
            <a:r>
              <a:rPr lang="en-US" altLang="zh-CN" sz="2800" b="1" dirty="0">
                <a:solidFill>
                  <a:schemeClr val="tx1"/>
                </a:solidFill>
              </a:rPr>
              <a:t>(</a:t>
            </a:r>
            <a:r>
              <a:rPr lang="zh-CN" altLang="en-US" sz="2800" b="1" dirty="0">
                <a:solidFill>
                  <a:schemeClr val="tx1"/>
                </a:solidFill>
              </a:rPr>
              <a:t>解释</a:t>
            </a:r>
            <a:r>
              <a:rPr lang="en-US" altLang="zh-CN" sz="2800" b="1" dirty="0">
                <a:solidFill>
                  <a:schemeClr val="tx1"/>
                </a:solidFill>
              </a:rPr>
              <a:t>)</a:t>
            </a:r>
            <a:r>
              <a:rPr lang="zh-CN" altLang="en-US" sz="2800" b="1" dirty="0">
                <a:solidFill>
                  <a:schemeClr val="tx1"/>
                </a:solidFill>
              </a:rPr>
              <a:t>，边解释边执行直至结束，</a:t>
            </a:r>
            <a:r>
              <a:rPr lang="zh-CN" altLang="en-US" sz="2800" b="1" dirty="0">
                <a:solidFill>
                  <a:srgbClr val="C00000"/>
                </a:solidFill>
              </a:rPr>
              <a:t>不产生目标程序</a:t>
            </a:r>
            <a:r>
              <a:rPr lang="zh-CN" altLang="en-US" sz="2800" b="1" dirty="0">
                <a:solidFill>
                  <a:schemeClr val="tx1"/>
                </a:solidFill>
              </a:rPr>
              <a:t>，它的工作结果就是源程序的</a:t>
            </a:r>
            <a:r>
              <a:rPr lang="zh-CN" altLang="en-US" sz="2800" b="1" dirty="0">
                <a:solidFill>
                  <a:srgbClr val="C00000"/>
                </a:solidFill>
              </a:rPr>
              <a:t>执行结果</a:t>
            </a:r>
            <a:r>
              <a:rPr lang="zh-CN" altLang="en-US" sz="2800" b="1" dirty="0">
                <a:solidFill>
                  <a:schemeClr val="tx1"/>
                </a:solidFill>
              </a:rPr>
              <a:t>，这样的翻译程序称为解释程序。</a:t>
            </a:r>
            <a:endParaRPr lang="en-US" altLang="zh-CN" sz="2800" b="1" dirty="0">
              <a:solidFill>
                <a:schemeClr val="tx1"/>
              </a:solidFill>
            </a:endParaRPr>
          </a:p>
        </p:txBody>
      </p:sp>
    </p:spTree>
    <p:extLst>
      <p:ext uri="{BB962C8B-B14F-4D97-AF65-F5344CB8AC3E}">
        <p14:creationId xmlns:p14="http://schemas.microsoft.com/office/powerpoint/2010/main" val="107985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 calcmode="lin" valueType="num">
                                      <p:cBhvr>
                                        <p:cTn id="14"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959EED-8C94-A49E-2CFA-F45A2DDBFD0B}"/>
            </a:ext>
          </a:extLst>
        </p:cNvPr>
        <p:cNvGrpSpPr/>
        <p:nvPr/>
      </p:nvGrpSpPr>
      <p:grpSpPr>
        <a:xfrm>
          <a:off x="0" y="0"/>
          <a:ext cx="0" cy="0"/>
          <a:chOff x="0" y="0"/>
          <a:chExt cx="0" cy="0"/>
        </a:xfrm>
      </p:grpSpPr>
      <p:sp>
        <p:nvSpPr>
          <p:cNvPr id="23" name="Rectangle 2">
            <a:extLst>
              <a:ext uri="{FF2B5EF4-FFF2-40B4-BE49-F238E27FC236}">
                <a16:creationId xmlns:a16="http://schemas.microsoft.com/office/drawing/2014/main" id="{48C8821C-7DAE-C15F-56B3-4B83D417C611}"/>
              </a:ext>
            </a:extLst>
          </p:cNvPr>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解释程序</a:t>
            </a:r>
          </a:p>
        </p:txBody>
      </p:sp>
      <p:grpSp>
        <p:nvGrpSpPr>
          <p:cNvPr id="24" name="组合 14">
            <a:extLst>
              <a:ext uri="{FF2B5EF4-FFF2-40B4-BE49-F238E27FC236}">
                <a16:creationId xmlns:a16="http://schemas.microsoft.com/office/drawing/2014/main" id="{C5BC63BD-2483-1BD5-6D9F-EE986704AA8F}"/>
              </a:ext>
            </a:extLst>
          </p:cNvPr>
          <p:cNvGrpSpPr/>
          <p:nvPr/>
        </p:nvGrpSpPr>
        <p:grpSpPr>
          <a:xfrm>
            <a:off x="-786" y="195486"/>
            <a:ext cx="756363" cy="432048"/>
            <a:chOff x="-786" y="195486"/>
            <a:chExt cx="756363" cy="432048"/>
          </a:xfrm>
        </p:grpSpPr>
        <p:sp>
          <p:nvSpPr>
            <p:cNvPr id="25" name="五边形 24">
              <a:extLst>
                <a:ext uri="{FF2B5EF4-FFF2-40B4-BE49-F238E27FC236}">
                  <a16:creationId xmlns:a16="http://schemas.microsoft.com/office/drawing/2014/main" id="{FDBDD971-D51C-66E8-A267-FD63B90441D7}"/>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a:extLst>
                <a:ext uri="{FF2B5EF4-FFF2-40B4-BE49-F238E27FC236}">
                  <a16:creationId xmlns:a16="http://schemas.microsoft.com/office/drawing/2014/main" id="{CF68CBC7-6D2B-6AE6-E5C8-B38234BDD3B9}"/>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6" name="内容占位符 11">
            <a:extLst>
              <a:ext uri="{FF2B5EF4-FFF2-40B4-BE49-F238E27FC236}">
                <a16:creationId xmlns:a16="http://schemas.microsoft.com/office/drawing/2014/main" id="{18B9962E-6638-3D8F-1DC7-38CF5AEA246E}"/>
              </a:ext>
            </a:extLst>
          </p:cNvPr>
          <p:cNvSpPr>
            <a:spLocks noGrp="1"/>
          </p:cNvSpPr>
          <p:nvPr>
            <p:ph idx="1"/>
          </p:nvPr>
        </p:nvSpPr>
        <p:spPr>
          <a:xfrm>
            <a:off x="539552" y="1059216"/>
            <a:ext cx="7368871" cy="576796"/>
          </a:xfrm>
        </p:spPr>
        <p:txBody>
          <a:bodyPr>
            <a:normAutofit/>
          </a:bodyPr>
          <a:lstStyle/>
          <a:p>
            <a:pPr>
              <a:lnSpc>
                <a:spcPts val="4000"/>
              </a:lnSpc>
              <a:buClrTx/>
              <a:buFont typeface="Wingdings" pitchFamily="2" charset="2"/>
              <a:buChar char="Ø"/>
            </a:pPr>
            <a:r>
              <a:rPr lang="zh-CN" altLang="en-US" sz="2800" b="1" dirty="0">
                <a:solidFill>
                  <a:schemeClr val="tx1"/>
                </a:solidFill>
              </a:rPr>
              <a:t> </a:t>
            </a:r>
            <a:r>
              <a:rPr lang="zh-CN" altLang="en-US" b="1" dirty="0">
                <a:solidFill>
                  <a:schemeClr val="tx1"/>
                </a:solidFill>
              </a:rPr>
              <a:t>编译程序和解释程序的不同工作模式</a:t>
            </a:r>
            <a:endParaRPr lang="en-US" altLang="zh-CN" b="1" dirty="0">
              <a:solidFill>
                <a:schemeClr val="tx1"/>
              </a:solidFill>
            </a:endParaRPr>
          </a:p>
        </p:txBody>
      </p:sp>
      <p:sp>
        <p:nvSpPr>
          <p:cNvPr id="7" name="矩形: 圆角 6">
            <a:extLst>
              <a:ext uri="{FF2B5EF4-FFF2-40B4-BE49-F238E27FC236}">
                <a16:creationId xmlns:a16="http://schemas.microsoft.com/office/drawing/2014/main" id="{FBED3B55-7638-23F1-0D37-74BD7C78FFA5}"/>
              </a:ext>
            </a:extLst>
          </p:cNvPr>
          <p:cNvSpPr/>
          <p:nvPr/>
        </p:nvSpPr>
        <p:spPr>
          <a:xfrm>
            <a:off x="1547664" y="2499742"/>
            <a:ext cx="864096" cy="1440160"/>
          </a:xfrm>
          <a:prstGeom prst="roundRect">
            <a:avLst>
              <a:gd name="adj" fmla="val 1067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F2EE65F-189E-07FE-C8BA-29DEA5660DC2}"/>
              </a:ext>
            </a:extLst>
          </p:cNvPr>
          <p:cNvSpPr/>
          <p:nvPr/>
        </p:nvSpPr>
        <p:spPr>
          <a:xfrm>
            <a:off x="3059832" y="2571750"/>
            <a:ext cx="1224136"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1E14A33-972C-2FC6-1809-DE5AC5851CA6}"/>
              </a:ext>
            </a:extLst>
          </p:cNvPr>
          <p:cNvSpPr/>
          <p:nvPr/>
        </p:nvSpPr>
        <p:spPr>
          <a:xfrm>
            <a:off x="3055017" y="3507854"/>
            <a:ext cx="1224136"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B55D5F73-F11E-F477-3781-18499380D1E6}"/>
              </a:ext>
            </a:extLst>
          </p:cNvPr>
          <p:cNvSpPr/>
          <p:nvPr/>
        </p:nvSpPr>
        <p:spPr>
          <a:xfrm>
            <a:off x="4937055" y="2067694"/>
            <a:ext cx="1221294" cy="1270607"/>
          </a:xfrm>
          <a:prstGeom prst="roundRect">
            <a:avLst>
              <a:gd name="adj" fmla="val 1054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F4CEA413-DCF1-E122-66E5-C18FC681FEF4}"/>
              </a:ext>
            </a:extLst>
          </p:cNvPr>
          <p:cNvSpPr/>
          <p:nvPr/>
        </p:nvSpPr>
        <p:spPr>
          <a:xfrm>
            <a:off x="4937054" y="3470982"/>
            <a:ext cx="1221293" cy="576064"/>
          </a:xfrm>
          <a:prstGeom prst="roundRect">
            <a:avLst>
              <a:gd name="adj" fmla="val 1267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38DA73F-D056-8E88-6E2B-81835F3AD1F6}"/>
              </a:ext>
            </a:extLst>
          </p:cNvPr>
          <p:cNvSpPr txBox="1"/>
          <p:nvPr/>
        </p:nvSpPr>
        <p:spPr>
          <a:xfrm>
            <a:off x="3093428" y="2562458"/>
            <a:ext cx="1147313" cy="369332"/>
          </a:xfrm>
          <a:prstGeom prst="rect">
            <a:avLst/>
          </a:prstGeom>
          <a:noFill/>
        </p:spPr>
        <p:txBody>
          <a:bodyPr wrap="square" rtlCol="0">
            <a:spAutoFit/>
          </a:bodyPr>
          <a:lstStyle/>
          <a:p>
            <a:pPr algn="ctr"/>
            <a:r>
              <a:rPr lang="zh-CN" altLang="en-US" dirty="0">
                <a:latin typeface="楷体" panose="02010609060101010101" pitchFamily="49" charset="-122"/>
                <a:ea typeface="楷体" panose="02010609060101010101" pitchFamily="49" charset="-122"/>
              </a:rPr>
              <a:t>编译程序</a:t>
            </a:r>
          </a:p>
        </p:txBody>
      </p:sp>
      <p:sp>
        <p:nvSpPr>
          <p:cNvPr id="14" name="文本框 13">
            <a:extLst>
              <a:ext uri="{FF2B5EF4-FFF2-40B4-BE49-F238E27FC236}">
                <a16:creationId xmlns:a16="http://schemas.microsoft.com/office/drawing/2014/main" id="{F311ABB0-04D5-E89A-2EA6-D228831118E7}"/>
              </a:ext>
            </a:extLst>
          </p:cNvPr>
          <p:cNvSpPr txBox="1"/>
          <p:nvPr/>
        </p:nvSpPr>
        <p:spPr>
          <a:xfrm>
            <a:off x="3100751" y="3496438"/>
            <a:ext cx="1147313" cy="369332"/>
          </a:xfrm>
          <a:prstGeom prst="rect">
            <a:avLst/>
          </a:prstGeom>
          <a:noFill/>
        </p:spPr>
        <p:txBody>
          <a:bodyPr wrap="square" rtlCol="0">
            <a:spAutoFit/>
          </a:bodyPr>
          <a:lstStyle/>
          <a:p>
            <a:pPr algn="ctr"/>
            <a:r>
              <a:rPr lang="zh-CN" altLang="en-US" dirty="0">
                <a:latin typeface="楷体" panose="02010609060101010101" pitchFamily="49" charset="-122"/>
                <a:ea typeface="楷体" panose="02010609060101010101" pitchFamily="49" charset="-122"/>
              </a:rPr>
              <a:t>解释程序</a:t>
            </a:r>
          </a:p>
        </p:txBody>
      </p:sp>
      <p:sp>
        <p:nvSpPr>
          <p:cNvPr id="15" name="文本框 14">
            <a:extLst>
              <a:ext uri="{FF2B5EF4-FFF2-40B4-BE49-F238E27FC236}">
                <a16:creationId xmlns:a16="http://schemas.microsoft.com/office/drawing/2014/main" id="{28D321E4-50A2-290E-B7A1-6C303302D08A}"/>
              </a:ext>
            </a:extLst>
          </p:cNvPr>
          <p:cNvSpPr txBox="1"/>
          <p:nvPr/>
        </p:nvSpPr>
        <p:spPr>
          <a:xfrm>
            <a:off x="1619672" y="2643758"/>
            <a:ext cx="792088" cy="1169551"/>
          </a:xfrm>
          <a:prstGeom prst="rect">
            <a:avLst/>
          </a:prstGeom>
          <a:noFill/>
        </p:spPr>
        <p:txBody>
          <a:bodyPr wrap="square" rtlCol="0">
            <a:spAutoFit/>
          </a:bodyPr>
          <a:lstStyle/>
          <a:p>
            <a:r>
              <a:rPr lang="en-US" altLang="zh-CN" sz="1400" b="1" dirty="0">
                <a:latin typeface="Times New Roman" panose="02020603050405020304" pitchFamily="18" charset="0"/>
                <a:cs typeface="Times New Roman" panose="02020603050405020304" pitchFamily="18" charset="0"/>
              </a:rPr>
              <a:t>…</a:t>
            </a:r>
          </a:p>
          <a:p>
            <a:r>
              <a:rPr lang="en-US" altLang="zh-CN" sz="1400" b="1" dirty="0">
                <a:latin typeface="Times New Roman" panose="02020603050405020304" pitchFamily="18" charset="0"/>
                <a:cs typeface="Times New Roman" panose="02020603050405020304" pitchFamily="18" charset="0"/>
              </a:rPr>
              <a:t>b:=2;</a:t>
            </a:r>
          </a:p>
          <a:p>
            <a:r>
              <a:rPr lang="en-US" altLang="zh-CN" sz="1400" b="1" dirty="0">
                <a:latin typeface="Times New Roman" panose="02020603050405020304" pitchFamily="18" charset="0"/>
                <a:cs typeface="Times New Roman" panose="02020603050405020304" pitchFamily="18" charset="0"/>
              </a:rPr>
              <a:t>a:=b+2;</a:t>
            </a:r>
          </a:p>
          <a:p>
            <a:r>
              <a:rPr lang="en-US" altLang="zh-CN" sz="1400" b="1" dirty="0">
                <a:latin typeface="Times New Roman" panose="02020603050405020304" pitchFamily="18" charset="0"/>
                <a:cs typeface="Times New Roman" panose="02020603050405020304" pitchFamily="18" charset="0"/>
              </a:rPr>
              <a:t>write a;</a:t>
            </a:r>
          </a:p>
          <a:p>
            <a:r>
              <a:rPr lang="en-US" altLang="zh-CN" sz="1400" b="1" dirty="0">
                <a:latin typeface="Times New Roman" panose="02020603050405020304" pitchFamily="18" charset="0"/>
                <a:cs typeface="Times New Roman" panose="02020603050405020304" pitchFamily="18" charset="0"/>
              </a:rPr>
              <a:t>…</a:t>
            </a:r>
            <a:endParaRPr lang="zh-CN" altLang="en-US" sz="1400" b="1" dirty="0">
              <a:latin typeface="Times New Roman" panose="02020603050405020304" pitchFamily="18" charset="0"/>
              <a:cs typeface="Times New Roman" panose="02020603050405020304" pitchFamily="18" charset="0"/>
            </a:endParaRPr>
          </a:p>
        </p:txBody>
      </p:sp>
      <p:sp>
        <p:nvSpPr>
          <p:cNvPr id="16" name="箭头: 右 15">
            <a:extLst>
              <a:ext uri="{FF2B5EF4-FFF2-40B4-BE49-F238E27FC236}">
                <a16:creationId xmlns:a16="http://schemas.microsoft.com/office/drawing/2014/main" id="{B68EA009-3094-DDB1-68B1-73416A0FB438}"/>
              </a:ext>
            </a:extLst>
          </p:cNvPr>
          <p:cNvSpPr/>
          <p:nvPr/>
        </p:nvSpPr>
        <p:spPr>
          <a:xfrm>
            <a:off x="2411760" y="2689766"/>
            <a:ext cx="648072" cy="14401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1F564780-6CED-D404-9BE4-75EB9F762778}"/>
              </a:ext>
            </a:extLst>
          </p:cNvPr>
          <p:cNvSpPr/>
          <p:nvPr/>
        </p:nvSpPr>
        <p:spPr>
          <a:xfrm>
            <a:off x="2411760" y="3615866"/>
            <a:ext cx="648072" cy="14401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D0A900F6-3347-D9EA-27D8-56E2114F7ED1}"/>
              </a:ext>
            </a:extLst>
          </p:cNvPr>
          <p:cNvSpPr/>
          <p:nvPr/>
        </p:nvSpPr>
        <p:spPr>
          <a:xfrm>
            <a:off x="4286810" y="2689766"/>
            <a:ext cx="648072" cy="14401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BD28B3AF-76C1-E643-62EC-E1F15CACE44A}"/>
              </a:ext>
            </a:extLst>
          </p:cNvPr>
          <p:cNvSpPr/>
          <p:nvPr/>
        </p:nvSpPr>
        <p:spPr>
          <a:xfrm>
            <a:off x="4282459" y="3615866"/>
            <a:ext cx="648072" cy="14401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3987BF3-D839-16B6-1631-456DD34D60EF}"/>
              </a:ext>
            </a:extLst>
          </p:cNvPr>
          <p:cNvSpPr txBox="1"/>
          <p:nvPr/>
        </p:nvSpPr>
        <p:spPr>
          <a:xfrm>
            <a:off x="4932040" y="2118221"/>
            <a:ext cx="1221294" cy="1169551"/>
          </a:xfrm>
          <a:prstGeom prst="rect">
            <a:avLst/>
          </a:prstGeom>
          <a:noFill/>
        </p:spPr>
        <p:txBody>
          <a:bodyPr wrap="square" rtlCol="0">
            <a:spAutoFit/>
          </a:bodyPr>
          <a:lstStyle/>
          <a:p>
            <a:r>
              <a:rPr lang="en-US" altLang="zh-CN" sz="1400" b="1" dirty="0">
                <a:latin typeface="Times New Roman" panose="02020603050405020304" pitchFamily="18" charset="0"/>
                <a:cs typeface="Times New Roman" panose="02020603050405020304" pitchFamily="18" charset="0"/>
              </a:rPr>
              <a:t>MOV #2.0 R</a:t>
            </a:r>
            <a:r>
              <a:rPr lang="en-US" altLang="zh-CN" sz="1400" b="1" baseline="-25000" dirty="0">
                <a:latin typeface="Times New Roman" panose="02020603050405020304" pitchFamily="18" charset="0"/>
                <a:cs typeface="Times New Roman" panose="02020603050405020304" pitchFamily="18" charset="0"/>
              </a:rPr>
              <a:t>1</a:t>
            </a:r>
          </a:p>
          <a:p>
            <a:r>
              <a:rPr lang="en-US" altLang="zh-CN" sz="1400" b="1" dirty="0">
                <a:latin typeface="Times New Roman" panose="02020603050405020304" pitchFamily="18" charset="0"/>
                <a:cs typeface="Times New Roman" panose="02020603050405020304" pitchFamily="18" charset="0"/>
              </a:rPr>
              <a:t>MOV R</a:t>
            </a:r>
            <a:r>
              <a:rPr lang="en-US" altLang="zh-CN" sz="1400" b="1" baseline="-25000" dirty="0">
                <a:latin typeface="Times New Roman" panose="02020603050405020304" pitchFamily="18" charset="0"/>
                <a:cs typeface="Times New Roman" panose="02020603050405020304" pitchFamily="18" charset="0"/>
              </a:rPr>
              <a:t>1      </a:t>
            </a:r>
            <a:r>
              <a:rPr lang="en-US" altLang="zh-CN" sz="1400" b="1" dirty="0">
                <a:latin typeface="Times New Roman" panose="02020603050405020304" pitchFamily="18" charset="0"/>
                <a:cs typeface="Times New Roman" panose="02020603050405020304" pitchFamily="18" charset="0"/>
              </a:rPr>
              <a:t>b</a:t>
            </a:r>
            <a:endParaRPr lang="zh-CN" altLang="en-US" sz="1400" b="1" baseline="-25000" dirty="0">
              <a:latin typeface="Times New Roman" panose="02020603050405020304" pitchFamily="18" charset="0"/>
              <a:cs typeface="Times New Roman" panose="02020603050405020304" pitchFamily="18" charset="0"/>
            </a:endParaRPr>
          </a:p>
          <a:p>
            <a:r>
              <a:rPr lang="en-US" altLang="zh-CN" sz="1400" b="1" dirty="0">
                <a:latin typeface="Times New Roman" panose="02020603050405020304" pitchFamily="18" charset="0"/>
                <a:cs typeface="Times New Roman" panose="02020603050405020304" pitchFamily="18" charset="0"/>
              </a:rPr>
              <a:t>MOV b      R</a:t>
            </a:r>
            <a:r>
              <a:rPr lang="en-US" altLang="zh-CN" sz="1400" b="1" baseline="-25000" dirty="0">
                <a:latin typeface="Times New Roman" panose="02020603050405020304" pitchFamily="18" charset="0"/>
                <a:cs typeface="Times New Roman" panose="02020603050405020304" pitchFamily="18" charset="0"/>
              </a:rPr>
              <a:t>2</a:t>
            </a:r>
            <a:endParaRPr lang="zh-CN" altLang="en-US" sz="1400" b="1" baseline="-25000" dirty="0">
              <a:latin typeface="Times New Roman" panose="02020603050405020304" pitchFamily="18" charset="0"/>
              <a:cs typeface="Times New Roman" panose="02020603050405020304" pitchFamily="18" charset="0"/>
            </a:endParaRPr>
          </a:p>
          <a:p>
            <a:r>
              <a:rPr lang="en-US" altLang="zh-CN" sz="1400" b="1" dirty="0">
                <a:latin typeface="Times New Roman" panose="02020603050405020304" pitchFamily="18" charset="0"/>
                <a:cs typeface="Times New Roman" panose="02020603050405020304" pitchFamily="18" charset="0"/>
              </a:rPr>
              <a:t>MOV R</a:t>
            </a:r>
            <a:r>
              <a:rPr lang="en-US" altLang="zh-CN" sz="1400" b="1" baseline="-25000" dirty="0">
                <a:latin typeface="Times New Roman" panose="02020603050405020304" pitchFamily="18" charset="0"/>
                <a:cs typeface="Times New Roman" panose="02020603050405020304" pitchFamily="18" charset="0"/>
              </a:rPr>
              <a:t>1      </a:t>
            </a:r>
            <a:r>
              <a:rPr lang="en-US" altLang="zh-CN" sz="1400" b="1" dirty="0">
                <a:latin typeface="Times New Roman" panose="02020603050405020304" pitchFamily="18" charset="0"/>
                <a:cs typeface="Times New Roman" panose="02020603050405020304" pitchFamily="18" charset="0"/>
              </a:rPr>
              <a:t>R</a:t>
            </a:r>
            <a:r>
              <a:rPr lang="en-US" altLang="zh-CN" sz="1400" b="1" baseline="-25000" dirty="0">
                <a:latin typeface="Times New Roman" panose="02020603050405020304" pitchFamily="18" charset="0"/>
                <a:cs typeface="Times New Roman" panose="02020603050405020304" pitchFamily="18" charset="0"/>
              </a:rPr>
              <a:t>2</a:t>
            </a:r>
            <a:endParaRPr lang="zh-CN" altLang="en-US" sz="1400" b="1" baseline="-25000" dirty="0">
              <a:latin typeface="Times New Roman" panose="02020603050405020304" pitchFamily="18" charset="0"/>
              <a:cs typeface="Times New Roman" panose="02020603050405020304" pitchFamily="18" charset="0"/>
            </a:endParaRPr>
          </a:p>
          <a:p>
            <a:r>
              <a:rPr lang="en-US" altLang="zh-CN" sz="1400" b="1" dirty="0">
                <a:latin typeface="Times New Roman" panose="02020603050405020304" pitchFamily="18" charset="0"/>
                <a:cs typeface="Times New Roman" panose="02020603050405020304" pitchFamily="18" charset="0"/>
              </a:rPr>
              <a:t>MOV R</a:t>
            </a:r>
            <a:r>
              <a:rPr lang="en-US" altLang="zh-CN" sz="1400" b="1" baseline="-25000" dirty="0">
                <a:latin typeface="Times New Roman" panose="02020603050405020304" pitchFamily="18" charset="0"/>
                <a:cs typeface="Times New Roman" panose="02020603050405020304" pitchFamily="18" charset="0"/>
              </a:rPr>
              <a:t>2      </a:t>
            </a:r>
            <a:r>
              <a:rPr lang="en-US" altLang="zh-CN" sz="1400" b="1" dirty="0">
                <a:latin typeface="Times New Roman" panose="02020603050405020304" pitchFamily="18" charset="0"/>
                <a:cs typeface="Times New Roman" panose="02020603050405020304" pitchFamily="18" charset="0"/>
              </a:rPr>
              <a:t>a</a:t>
            </a:r>
            <a:endParaRPr lang="zh-CN" altLang="en-US" sz="1400" b="1"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07E8F61E-85AC-F7A7-3D41-98777BC552F5}"/>
              </a:ext>
            </a:extLst>
          </p:cNvPr>
          <p:cNvSpPr txBox="1"/>
          <p:nvPr/>
        </p:nvSpPr>
        <p:spPr>
          <a:xfrm>
            <a:off x="4984957" y="3435846"/>
            <a:ext cx="1147313" cy="646331"/>
          </a:xfrm>
          <a:prstGeom prst="rect">
            <a:avLst/>
          </a:prstGeom>
          <a:noFill/>
        </p:spPr>
        <p:txBody>
          <a:bodyPr wrap="square" rtlCol="0">
            <a:spAutoFit/>
          </a:bodyPr>
          <a:lstStyle/>
          <a:p>
            <a:pPr algn="ctr"/>
            <a:r>
              <a:rPr lang="zh-CN" altLang="en-US" dirty="0">
                <a:latin typeface="楷体" panose="02010609060101010101" pitchFamily="49" charset="-122"/>
                <a:ea typeface="楷体" panose="02010609060101010101" pitchFamily="49" charset="-122"/>
              </a:rPr>
              <a:t>直接将</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dirty="0">
                <a:latin typeface="楷体" panose="02010609060101010101" pitchFamily="49" charset="-122"/>
                <a:ea typeface="楷体" panose="02010609060101010101" pitchFamily="49" charset="-122"/>
              </a:rPr>
              <a:t>的值输出</a:t>
            </a:r>
          </a:p>
        </p:txBody>
      </p:sp>
    </p:spTree>
    <p:extLst>
      <p:ext uri="{BB962C8B-B14F-4D97-AF65-F5344CB8AC3E}">
        <p14:creationId xmlns:p14="http://schemas.microsoft.com/office/powerpoint/2010/main" val="1720987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A92B5E-4BD2-D658-6E72-1F16BA91F228}"/>
            </a:ext>
          </a:extLst>
        </p:cNvPr>
        <p:cNvGrpSpPr/>
        <p:nvPr/>
      </p:nvGrpSpPr>
      <p:grpSpPr>
        <a:xfrm>
          <a:off x="0" y="0"/>
          <a:ext cx="0" cy="0"/>
          <a:chOff x="0" y="0"/>
          <a:chExt cx="0" cy="0"/>
        </a:xfrm>
      </p:grpSpPr>
      <p:sp>
        <p:nvSpPr>
          <p:cNvPr id="23" name="Rectangle 2">
            <a:extLst>
              <a:ext uri="{FF2B5EF4-FFF2-40B4-BE49-F238E27FC236}">
                <a16:creationId xmlns:a16="http://schemas.microsoft.com/office/drawing/2014/main" id="{D661C01C-6382-18F0-FD88-51D8B33D6D12}"/>
              </a:ext>
            </a:extLst>
          </p:cNvPr>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解释程序</a:t>
            </a:r>
          </a:p>
        </p:txBody>
      </p:sp>
      <p:grpSp>
        <p:nvGrpSpPr>
          <p:cNvPr id="24" name="组合 14">
            <a:extLst>
              <a:ext uri="{FF2B5EF4-FFF2-40B4-BE49-F238E27FC236}">
                <a16:creationId xmlns:a16="http://schemas.microsoft.com/office/drawing/2014/main" id="{6A4572C0-A719-8196-A236-AD768DEF5A2B}"/>
              </a:ext>
            </a:extLst>
          </p:cNvPr>
          <p:cNvGrpSpPr/>
          <p:nvPr/>
        </p:nvGrpSpPr>
        <p:grpSpPr>
          <a:xfrm>
            <a:off x="-786" y="195486"/>
            <a:ext cx="756363" cy="432048"/>
            <a:chOff x="-786" y="195486"/>
            <a:chExt cx="756363" cy="432048"/>
          </a:xfrm>
        </p:grpSpPr>
        <p:sp>
          <p:nvSpPr>
            <p:cNvPr id="25" name="五边形 24">
              <a:extLst>
                <a:ext uri="{FF2B5EF4-FFF2-40B4-BE49-F238E27FC236}">
                  <a16:creationId xmlns:a16="http://schemas.microsoft.com/office/drawing/2014/main" id="{BE31C8B2-7EB2-EE3A-F731-AA0D8579A296}"/>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a:extLst>
                <a:ext uri="{FF2B5EF4-FFF2-40B4-BE49-F238E27FC236}">
                  <a16:creationId xmlns:a16="http://schemas.microsoft.com/office/drawing/2014/main" id="{3833E1AB-7C41-3F10-4DED-F8123D26FCFF}"/>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4" name="内容占位符 11">
            <a:extLst>
              <a:ext uri="{FF2B5EF4-FFF2-40B4-BE49-F238E27FC236}">
                <a16:creationId xmlns:a16="http://schemas.microsoft.com/office/drawing/2014/main" id="{EFB837A9-59CD-1E93-4A43-533ACB8BD3C9}"/>
              </a:ext>
            </a:extLst>
          </p:cNvPr>
          <p:cNvSpPr>
            <a:spLocks noGrp="1"/>
          </p:cNvSpPr>
          <p:nvPr>
            <p:ph idx="1"/>
          </p:nvPr>
        </p:nvSpPr>
        <p:spPr>
          <a:xfrm>
            <a:off x="371481" y="1202865"/>
            <a:ext cx="8315319" cy="3226273"/>
          </a:xfrm>
        </p:spPr>
        <p:txBody>
          <a:bodyPr>
            <a:noAutofit/>
          </a:bodyPr>
          <a:lstStyle/>
          <a:p>
            <a:pPr>
              <a:lnSpc>
                <a:spcPts val="3000"/>
              </a:lnSpc>
              <a:buClrTx/>
              <a:buFont typeface="Wingdings" pitchFamily="2" charset="2"/>
              <a:buChar char="Ø"/>
            </a:pPr>
            <a:r>
              <a:rPr lang="zh-CN" altLang="en-US" b="1" dirty="0">
                <a:solidFill>
                  <a:schemeClr val="tx1"/>
                </a:solidFill>
              </a:rPr>
              <a:t> </a:t>
            </a:r>
            <a:r>
              <a:rPr lang="zh-CN" altLang="en-US" sz="2000" b="1" dirty="0">
                <a:solidFill>
                  <a:schemeClr val="tx1"/>
                </a:solidFill>
              </a:rPr>
              <a:t>特点：</a:t>
            </a:r>
            <a:endParaRPr lang="en-US" altLang="zh-CN" sz="2000" b="1" dirty="0">
              <a:solidFill>
                <a:schemeClr val="tx1"/>
              </a:solidFill>
            </a:endParaRPr>
          </a:p>
          <a:p>
            <a:pPr marL="0" indent="0">
              <a:lnSpc>
                <a:spcPts val="3000"/>
              </a:lnSpc>
              <a:buClrTx/>
              <a:buNone/>
            </a:pPr>
            <a:r>
              <a:rPr lang="en-US" altLang="zh-CN" sz="2000" b="1" dirty="0">
                <a:solidFill>
                  <a:schemeClr val="tx1"/>
                </a:solidFill>
              </a:rPr>
              <a:t>1</a:t>
            </a:r>
            <a:r>
              <a:rPr lang="zh-CN" altLang="en-US" sz="2000" b="1" dirty="0">
                <a:solidFill>
                  <a:schemeClr val="tx1"/>
                </a:solidFill>
              </a:rPr>
              <a:t>、编译程序：工作效率高、时间快、空间省；交互性与动态性差、可移植性差。大多数</a:t>
            </a:r>
            <a:r>
              <a:rPr lang="en-US" altLang="zh-CN" sz="2000" b="1" dirty="0">
                <a:solidFill>
                  <a:schemeClr val="tx1"/>
                </a:solidFill>
              </a:rPr>
              <a:t>PL</a:t>
            </a:r>
            <a:r>
              <a:rPr lang="zh-CN" altLang="en-US" sz="2000" b="1" dirty="0">
                <a:solidFill>
                  <a:schemeClr val="tx1"/>
                </a:solidFill>
              </a:rPr>
              <a:t>采用此种方法翻译</a:t>
            </a:r>
            <a:endParaRPr lang="en-US" altLang="zh-CN" sz="2000" b="1" dirty="0">
              <a:solidFill>
                <a:schemeClr val="tx1"/>
              </a:solidFill>
            </a:endParaRPr>
          </a:p>
          <a:p>
            <a:pPr marL="0" indent="0">
              <a:lnSpc>
                <a:spcPts val="3000"/>
              </a:lnSpc>
              <a:buClrTx/>
              <a:buNone/>
            </a:pPr>
            <a:r>
              <a:rPr lang="en-US" altLang="zh-CN" sz="2000" b="1" dirty="0">
                <a:solidFill>
                  <a:schemeClr val="tx1"/>
                </a:solidFill>
              </a:rPr>
              <a:t>2</a:t>
            </a:r>
            <a:r>
              <a:rPr lang="zh-CN" altLang="en-US" sz="2000" b="1" dirty="0">
                <a:solidFill>
                  <a:schemeClr val="tx1"/>
                </a:solidFill>
              </a:rPr>
              <a:t>、解释程序：工作效率低、时间慢、空间费；交互性与动态性好、可移植性好。早期的</a:t>
            </a:r>
            <a:r>
              <a:rPr lang="en-US" altLang="zh-CN" sz="2000" b="1" dirty="0">
                <a:solidFill>
                  <a:schemeClr val="tx1"/>
                </a:solidFill>
              </a:rPr>
              <a:t>Basic</a:t>
            </a:r>
            <a:r>
              <a:rPr lang="zh-CN" altLang="en-US" sz="2000" b="1" dirty="0">
                <a:solidFill>
                  <a:schemeClr val="tx1"/>
                </a:solidFill>
              </a:rPr>
              <a:t>和现在的</a:t>
            </a:r>
            <a:r>
              <a:rPr lang="en-US" altLang="zh-CN" sz="2000" b="1" dirty="0">
                <a:solidFill>
                  <a:schemeClr val="tx1"/>
                </a:solidFill>
              </a:rPr>
              <a:t>Java</a:t>
            </a:r>
            <a:r>
              <a:rPr lang="zh-CN" altLang="en-US" sz="2000" b="1" dirty="0">
                <a:solidFill>
                  <a:schemeClr val="tx1"/>
                </a:solidFill>
              </a:rPr>
              <a:t>等。</a:t>
            </a:r>
            <a:endParaRPr lang="en-US" altLang="zh-CN" sz="2000" b="1" dirty="0">
              <a:solidFill>
                <a:schemeClr val="tx1"/>
              </a:solidFill>
            </a:endParaRPr>
          </a:p>
          <a:p>
            <a:pPr>
              <a:lnSpc>
                <a:spcPts val="3000"/>
              </a:lnSpc>
              <a:buClrTx/>
              <a:buFont typeface="Wingdings" pitchFamily="2" charset="2"/>
              <a:buChar char="Ø"/>
            </a:pPr>
            <a:r>
              <a:rPr lang="zh-CN" altLang="en-US" sz="2000" b="1" dirty="0">
                <a:solidFill>
                  <a:schemeClr val="tx1"/>
                </a:solidFill>
              </a:rPr>
              <a:t>基本功能：二者相同</a:t>
            </a:r>
            <a:endParaRPr lang="en-US" altLang="zh-CN" sz="2000" b="1" dirty="0">
              <a:solidFill>
                <a:schemeClr val="tx1"/>
              </a:solidFill>
            </a:endParaRPr>
          </a:p>
          <a:p>
            <a:pPr>
              <a:lnSpc>
                <a:spcPts val="3000"/>
              </a:lnSpc>
              <a:buClrTx/>
              <a:buFont typeface="Wingdings" pitchFamily="2" charset="2"/>
              <a:buChar char="Ø"/>
            </a:pPr>
            <a:r>
              <a:rPr lang="zh-CN" altLang="en-US" sz="2000" b="1" dirty="0">
                <a:solidFill>
                  <a:schemeClr val="tx1"/>
                </a:solidFill>
              </a:rPr>
              <a:t>所采用的技术：从翻译的角度来讲，两种方式涉及的原理、方法、技术相似。</a:t>
            </a:r>
            <a:endParaRPr lang="en-US" altLang="zh-CN" sz="2000" b="1" dirty="0">
              <a:solidFill>
                <a:schemeClr val="tx1"/>
              </a:solidFill>
            </a:endParaRPr>
          </a:p>
        </p:txBody>
      </p:sp>
    </p:spTree>
    <p:extLst>
      <p:ext uri="{BB962C8B-B14F-4D97-AF65-F5344CB8AC3E}">
        <p14:creationId xmlns:p14="http://schemas.microsoft.com/office/powerpoint/2010/main" val="50195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p:cTn id="15"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16"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p:cTn id="22"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9214C-1888-DEE1-E5FE-46FBBE386AB0}"/>
            </a:ext>
          </a:extLst>
        </p:cNvPr>
        <p:cNvGrpSpPr/>
        <p:nvPr/>
      </p:nvGrpSpPr>
      <p:grpSpPr>
        <a:xfrm>
          <a:off x="0" y="0"/>
          <a:ext cx="0" cy="0"/>
          <a:chOff x="0" y="0"/>
          <a:chExt cx="0" cy="0"/>
        </a:xfrm>
      </p:grpSpPr>
      <p:sp>
        <p:nvSpPr>
          <p:cNvPr id="23" name="Rectangle 2">
            <a:extLst>
              <a:ext uri="{FF2B5EF4-FFF2-40B4-BE49-F238E27FC236}">
                <a16:creationId xmlns:a16="http://schemas.microsoft.com/office/drawing/2014/main" id="{C6A272D2-8102-F9B4-8D3D-BD5CB6318214}"/>
              </a:ext>
            </a:extLst>
          </p:cNvPr>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itchFamily="34" charset="-122"/>
                <a:ea typeface="微软雅黑" pitchFamily="34" charset="-122"/>
              </a:rPr>
              <a:t>习题</a:t>
            </a:r>
          </a:p>
        </p:txBody>
      </p:sp>
      <p:grpSp>
        <p:nvGrpSpPr>
          <p:cNvPr id="24" name="组合 14">
            <a:extLst>
              <a:ext uri="{FF2B5EF4-FFF2-40B4-BE49-F238E27FC236}">
                <a16:creationId xmlns:a16="http://schemas.microsoft.com/office/drawing/2014/main" id="{AC112CB5-3589-FE5E-6C21-14E850D80AFF}"/>
              </a:ext>
            </a:extLst>
          </p:cNvPr>
          <p:cNvGrpSpPr/>
          <p:nvPr/>
        </p:nvGrpSpPr>
        <p:grpSpPr>
          <a:xfrm>
            <a:off x="-786" y="195486"/>
            <a:ext cx="756363" cy="432048"/>
            <a:chOff x="-786" y="195486"/>
            <a:chExt cx="756363" cy="432048"/>
          </a:xfrm>
        </p:grpSpPr>
        <p:sp>
          <p:nvSpPr>
            <p:cNvPr id="25" name="五边形 24">
              <a:extLst>
                <a:ext uri="{FF2B5EF4-FFF2-40B4-BE49-F238E27FC236}">
                  <a16:creationId xmlns:a16="http://schemas.microsoft.com/office/drawing/2014/main" id="{0F4D3F66-8E69-EB99-6B09-0FAA67F6D20A}"/>
                </a:ext>
              </a:extLst>
            </p:cNvPr>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6" name="五边形 25">
              <a:extLst>
                <a:ext uri="{FF2B5EF4-FFF2-40B4-BE49-F238E27FC236}">
                  <a16:creationId xmlns:a16="http://schemas.microsoft.com/office/drawing/2014/main" id="{77FB0359-53F3-85E1-D011-F1F545F856EE}"/>
                </a:ext>
              </a:extLst>
            </p:cNvPr>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5" name="文本框 4">
            <a:extLst>
              <a:ext uri="{FF2B5EF4-FFF2-40B4-BE49-F238E27FC236}">
                <a16:creationId xmlns:a16="http://schemas.microsoft.com/office/drawing/2014/main" id="{09340EFE-FE47-F41E-11F6-B3E2464BA5A8}"/>
              </a:ext>
            </a:extLst>
          </p:cNvPr>
          <p:cNvSpPr txBox="1"/>
          <p:nvPr/>
        </p:nvSpPr>
        <p:spPr>
          <a:xfrm>
            <a:off x="107504" y="771550"/>
            <a:ext cx="9145016" cy="4295407"/>
          </a:xfrm>
          <a:prstGeom prst="rect">
            <a:avLst/>
          </a:prstGeom>
          <a:noFill/>
        </p:spPr>
        <p:txBody>
          <a:bodyPr wrap="square" rtlCol="0">
            <a:spAutoFit/>
          </a:bodyPr>
          <a:lstStyle/>
          <a:p>
            <a:pPr>
              <a:lnSpc>
                <a:spcPts val="2500"/>
              </a:lnSpc>
            </a:pPr>
            <a:r>
              <a:rPr lang="en-US" altLang="zh-CN" dirty="0">
                <a:latin typeface="Times New Roman" panose="02020603050405020304" pitchFamily="18" charset="0"/>
                <a:ea typeface="楷体" panose="02010609060101010101" pitchFamily="49" charset="-122"/>
              </a:rPr>
              <a:t>1</a:t>
            </a:r>
            <a:r>
              <a:rPr lang="zh-CN" altLang="en-US" dirty="0">
                <a:latin typeface="Times New Roman" panose="02020603050405020304" pitchFamily="18" charset="0"/>
                <a:ea typeface="楷体" panose="02010609060101010101" pitchFamily="49" charset="-122"/>
              </a:rPr>
              <a:t>、编译是对（）。</a:t>
            </a:r>
            <a:endParaRPr lang="en-US" altLang="zh-CN" dirty="0">
              <a:latin typeface="Times New Roman" panose="02020603050405020304" pitchFamily="18" charset="0"/>
              <a:ea typeface="楷体" panose="02010609060101010101" pitchFamily="49" charset="-122"/>
            </a:endParaRPr>
          </a:p>
          <a:p>
            <a:pPr>
              <a:lnSpc>
                <a:spcPts val="2500"/>
              </a:lnSpc>
              <a:spcAft>
                <a:spcPts val="600"/>
              </a:spcAft>
            </a:pPr>
            <a:r>
              <a:rPr lang="en-US" altLang="zh-CN" dirty="0">
                <a:latin typeface="Times New Roman" panose="02020603050405020304" pitchFamily="18" charset="0"/>
                <a:ea typeface="楷体" panose="02010609060101010101" pitchFamily="49" charset="-122"/>
              </a:rPr>
              <a:t>A. </a:t>
            </a:r>
            <a:r>
              <a:rPr lang="zh-CN" altLang="en-US" dirty="0">
                <a:latin typeface="Times New Roman" panose="02020603050405020304" pitchFamily="18" charset="0"/>
                <a:ea typeface="楷体" panose="02010609060101010101" pitchFamily="49" charset="-122"/>
              </a:rPr>
              <a:t>机器语言的执行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汇编语言的翻译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高级语言的翻译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高级语言程序的解释执行</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2</a:t>
            </a:r>
            <a:r>
              <a:rPr lang="zh-CN" altLang="en-US" dirty="0">
                <a:latin typeface="Times New Roman" panose="02020603050405020304" pitchFamily="18" charset="0"/>
                <a:ea typeface="楷体" panose="02010609060101010101" pitchFamily="49" charset="-122"/>
              </a:rPr>
              <a:t>、用高级语言编写的程序经编译后产生的程序叫（）。</a:t>
            </a:r>
            <a:endParaRPr lang="en-US" altLang="zh-CN" dirty="0">
              <a:latin typeface="Times New Roman" panose="02020603050405020304" pitchFamily="18" charset="0"/>
              <a:ea typeface="楷体" panose="02010609060101010101" pitchFamily="49" charset="-122"/>
            </a:endParaRPr>
          </a:p>
          <a:p>
            <a:pPr>
              <a:lnSpc>
                <a:spcPts val="2500"/>
              </a:lnSpc>
              <a:spcAft>
                <a:spcPts val="600"/>
              </a:spcAft>
            </a:pPr>
            <a:r>
              <a:rPr lang="en-US" altLang="zh-CN" dirty="0">
                <a:latin typeface="Times New Roman" panose="02020603050405020304" pitchFamily="18" charset="0"/>
                <a:ea typeface="楷体" panose="02010609060101010101" pitchFamily="49" charset="-122"/>
              </a:rPr>
              <a:t>A. </a:t>
            </a:r>
            <a:r>
              <a:rPr lang="zh-CN" altLang="en-US" dirty="0">
                <a:latin typeface="Times New Roman" panose="02020603050405020304" pitchFamily="18" charset="0"/>
                <a:ea typeface="楷体" panose="02010609060101010101" pitchFamily="49" charset="-122"/>
              </a:rPr>
              <a:t>源程序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目标程序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连接程序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解释程序</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3</a:t>
            </a:r>
            <a:r>
              <a:rPr lang="zh-CN" altLang="en-US" dirty="0">
                <a:latin typeface="Times New Roman" panose="02020603050405020304" pitchFamily="18" charset="0"/>
                <a:ea typeface="楷体" panose="02010609060101010101" pitchFamily="49" charset="-122"/>
              </a:rPr>
              <a:t>、（）不是编译程序的组成部分。</a:t>
            </a:r>
            <a:endParaRPr lang="en-US" altLang="zh-CN" dirty="0">
              <a:latin typeface="Times New Roman" panose="02020603050405020304" pitchFamily="18" charset="0"/>
              <a:ea typeface="楷体" panose="02010609060101010101" pitchFamily="49" charset="-122"/>
            </a:endParaRPr>
          </a:p>
          <a:p>
            <a:pPr>
              <a:lnSpc>
                <a:spcPts val="2500"/>
              </a:lnSpc>
              <a:spcAft>
                <a:spcPts val="600"/>
              </a:spcAft>
            </a:pPr>
            <a:r>
              <a:rPr lang="en-US" altLang="zh-CN" dirty="0">
                <a:latin typeface="Times New Roman" panose="02020603050405020304" pitchFamily="18" charset="0"/>
                <a:ea typeface="楷体" panose="02010609060101010101" pitchFamily="49" charset="-122"/>
              </a:rPr>
              <a:t>A. </a:t>
            </a:r>
            <a:r>
              <a:rPr lang="zh-CN" altLang="en-US" dirty="0">
                <a:latin typeface="Times New Roman" panose="02020603050405020304" pitchFamily="18" charset="0"/>
                <a:ea typeface="楷体" panose="02010609060101010101" pitchFamily="49" charset="-122"/>
              </a:rPr>
              <a:t>词法分析程序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代码生成程序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设备管理程序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语法分析程序</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4</a:t>
            </a:r>
            <a:r>
              <a:rPr lang="zh-CN" altLang="en-US" dirty="0">
                <a:latin typeface="Times New Roman" panose="02020603050405020304" pitchFamily="18" charset="0"/>
                <a:ea typeface="楷体" panose="02010609060101010101" pitchFamily="49" charset="-122"/>
              </a:rPr>
              <a:t>、源程序是句子的集合，（）可以较好地反映句子的结构。</a:t>
            </a:r>
            <a:endParaRPr lang="en-US" altLang="zh-CN" dirty="0">
              <a:latin typeface="Times New Roman" panose="02020603050405020304" pitchFamily="18" charset="0"/>
              <a:ea typeface="楷体" panose="02010609060101010101" pitchFamily="49" charset="-122"/>
            </a:endParaRPr>
          </a:p>
          <a:p>
            <a:pPr>
              <a:lnSpc>
                <a:spcPts val="2500"/>
              </a:lnSpc>
              <a:spcAft>
                <a:spcPts val="600"/>
              </a:spcAft>
            </a:pPr>
            <a:r>
              <a:rPr lang="en-US" altLang="zh-CN" dirty="0">
                <a:latin typeface="Times New Roman" panose="02020603050405020304" pitchFamily="18" charset="0"/>
                <a:ea typeface="楷体" panose="02010609060101010101" pitchFamily="49" charset="-122"/>
              </a:rPr>
              <a:t>A. </a:t>
            </a:r>
            <a:r>
              <a:rPr lang="zh-CN" altLang="en-US" dirty="0">
                <a:latin typeface="Times New Roman" panose="02020603050405020304" pitchFamily="18" charset="0"/>
                <a:ea typeface="楷体" panose="02010609060101010101" pitchFamily="49" charset="-122"/>
              </a:rPr>
              <a:t>线性表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树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完全图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堆栈</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5</a:t>
            </a:r>
            <a:r>
              <a:rPr lang="zh-CN" altLang="en-US" dirty="0">
                <a:latin typeface="Times New Roman" panose="02020603050405020304" pitchFamily="18" charset="0"/>
                <a:ea typeface="楷体" panose="02010609060101010101" pitchFamily="49" charset="-122"/>
              </a:rPr>
              <a:t>、编译程序是一种（）。</a:t>
            </a:r>
            <a:endParaRPr lang="en-US" altLang="zh-CN" dirty="0">
              <a:latin typeface="Times New Roman" panose="02020603050405020304" pitchFamily="18" charset="0"/>
              <a:ea typeface="楷体" panose="02010609060101010101" pitchFamily="49" charset="-122"/>
            </a:endParaRPr>
          </a:p>
          <a:p>
            <a:pPr marL="342900" indent="-342900">
              <a:lnSpc>
                <a:spcPts val="2500"/>
              </a:lnSpc>
              <a:spcAft>
                <a:spcPts val="600"/>
              </a:spcAft>
              <a:buAutoNum type="alphaUcPeriod"/>
            </a:pPr>
            <a:r>
              <a:rPr lang="zh-CN" altLang="en-US" dirty="0">
                <a:latin typeface="Times New Roman" panose="02020603050405020304" pitchFamily="18" charset="0"/>
                <a:ea typeface="楷体" panose="02010609060101010101" pitchFamily="49" charset="-122"/>
              </a:rPr>
              <a:t>汇编程序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翻译程序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解释程序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目标程序</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6</a:t>
            </a:r>
            <a:r>
              <a:rPr lang="zh-CN" altLang="en-US" dirty="0">
                <a:latin typeface="Times New Roman" panose="02020603050405020304" pitchFamily="18" charset="0"/>
                <a:ea typeface="楷体" panose="02010609060101010101" pitchFamily="49" charset="-122"/>
              </a:rPr>
              <a:t>、按逻辑上划分，编译程序的第三步工作是（）。</a:t>
            </a:r>
            <a:endParaRPr lang="en-US" altLang="zh-CN" dirty="0">
              <a:latin typeface="Times New Roman" panose="02020603050405020304" pitchFamily="18" charset="0"/>
              <a:ea typeface="楷体" panose="02010609060101010101" pitchFamily="49" charset="-122"/>
            </a:endParaRPr>
          </a:p>
          <a:p>
            <a:pPr>
              <a:lnSpc>
                <a:spcPts val="2500"/>
              </a:lnSpc>
            </a:pPr>
            <a:r>
              <a:rPr lang="en-US" altLang="zh-CN" dirty="0">
                <a:latin typeface="Times New Roman" panose="02020603050405020304" pitchFamily="18" charset="0"/>
                <a:ea typeface="楷体" panose="02010609060101010101" pitchFamily="49" charset="-122"/>
              </a:rPr>
              <a:t>A. </a:t>
            </a:r>
            <a:r>
              <a:rPr lang="zh-CN" altLang="en-US" dirty="0">
                <a:latin typeface="Times New Roman" panose="02020603050405020304" pitchFamily="18" charset="0"/>
                <a:ea typeface="楷体" panose="02010609060101010101" pitchFamily="49" charset="-122"/>
              </a:rPr>
              <a:t>语义分析    </a:t>
            </a:r>
            <a:r>
              <a:rPr lang="en-US" altLang="zh-CN" dirty="0">
                <a:latin typeface="Times New Roman" panose="02020603050405020304" pitchFamily="18" charset="0"/>
                <a:ea typeface="楷体" panose="02010609060101010101" pitchFamily="49" charset="-122"/>
              </a:rPr>
              <a:t>B. </a:t>
            </a:r>
            <a:r>
              <a:rPr lang="zh-CN" altLang="en-US" dirty="0">
                <a:latin typeface="Times New Roman" panose="02020603050405020304" pitchFamily="18" charset="0"/>
                <a:ea typeface="楷体" panose="02010609060101010101" pitchFamily="49" charset="-122"/>
              </a:rPr>
              <a:t>词法分析   </a:t>
            </a:r>
            <a:r>
              <a:rPr lang="en-US" altLang="zh-CN" dirty="0">
                <a:latin typeface="Times New Roman" panose="02020603050405020304" pitchFamily="18" charset="0"/>
                <a:ea typeface="楷体" panose="02010609060101010101" pitchFamily="49" charset="-122"/>
              </a:rPr>
              <a:t>C. </a:t>
            </a:r>
            <a:r>
              <a:rPr lang="zh-CN" altLang="en-US" dirty="0">
                <a:latin typeface="Times New Roman" panose="02020603050405020304" pitchFamily="18" charset="0"/>
                <a:ea typeface="楷体" panose="02010609060101010101" pitchFamily="49" charset="-122"/>
              </a:rPr>
              <a:t>语法分析    </a:t>
            </a:r>
            <a:r>
              <a:rPr lang="en-US" altLang="zh-CN" dirty="0">
                <a:latin typeface="Times New Roman" panose="02020603050405020304" pitchFamily="18" charset="0"/>
                <a:ea typeface="楷体" panose="02010609060101010101" pitchFamily="49" charset="-122"/>
              </a:rPr>
              <a:t>D.</a:t>
            </a:r>
            <a:r>
              <a:rPr lang="zh-CN" altLang="en-US" dirty="0">
                <a:latin typeface="Times New Roman" panose="02020603050405020304" pitchFamily="18" charset="0"/>
                <a:ea typeface="楷体" panose="02010609060101010101" pitchFamily="49" charset="-122"/>
              </a:rPr>
              <a:t>代码生成</a:t>
            </a:r>
            <a:endParaRPr lang="en-US" altLang="zh-CN"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313321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14212</TotalTime>
  <Words>3233</Words>
  <Application>Microsoft Office PowerPoint</Application>
  <PresentationFormat>全屏显示(16:9)</PresentationFormat>
  <Paragraphs>683</Paragraphs>
  <Slides>48</Slides>
  <Notes>48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48</vt:i4>
      </vt:variant>
    </vt:vector>
  </HeadingPairs>
  <TitlesOfParts>
    <vt:vector size="63" baseType="lpstr">
      <vt:lpstr>Monotype Sorts</vt:lpstr>
      <vt:lpstr>华文楷体</vt:lpstr>
      <vt:lpstr>华文行楷</vt:lpstr>
      <vt:lpstr>楷体</vt:lpstr>
      <vt:lpstr>楷体_GB2312</vt:lpstr>
      <vt:lpstr>宋体</vt:lpstr>
      <vt:lpstr>微软雅黑</vt:lpstr>
      <vt:lpstr>Arial</vt:lpstr>
      <vt:lpstr>Calibri</vt:lpstr>
      <vt:lpstr>Candara</vt:lpstr>
      <vt:lpstr>Symbol</vt:lpstr>
      <vt:lpstr>Tahoma</vt:lpstr>
      <vt:lpstr>Times New Roman</vt:lpstr>
      <vt:lpstr>Wingdings</vt:lpstr>
      <vt:lpstr>波形</vt:lpstr>
      <vt:lpstr>PowerPoint 演示文稿</vt:lpstr>
      <vt:lpstr>课程概述</vt:lpstr>
      <vt:lpstr>有关信息</vt:lpstr>
      <vt:lpstr>课程的地位</vt:lpstr>
      <vt:lpstr>教学目的要求</vt:lpstr>
      <vt:lpstr>相关课程</vt:lpstr>
      <vt:lpstr>教师信息</vt:lpstr>
      <vt:lpstr>主要参考书目</vt:lpstr>
      <vt:lpstr>PowerPoint 演示文稿</vt:lpstr>
      <vt:lpstr>实验计划</vt:lpstr>
      <vt:lpstr>考核计划</vt:lpstr>
      <vt:lpstr>PowerPoint 演示文稿</vt:lpstr>
      <vt:lpstr>什么是编译</vt:lpstr>
      <vt:lpstr>什么是编译</vt:lpstr>
      <vt:lpstr>编译器在语言处理系统中的位置</vt:lpstr>
      <vt:lpstr>编译器在语言处理系统中的位置</vt:lpstr>
      <vt:lpstr>编译器在语言处理系统中的位置</vt:lpstr>
      <vt:lpstr>编译过程概述</vt:lpstr>
      <vt:lpstr>人工英汉翻译的例子</vt:lpstr>
      <vt:lpstr>人工英汉翻译的例子</vt:lpstr>
      <vt:lpstr>人工英汉翻译的例子</vt:lpstr>
      <vt:lpstr>编译器的结构</vt:lpstr>
      <vt:lpstr>词法分析</vt:lpstr>
      <vt:lpstr>词法分析/扫描(Scanning)</vt:lpstr>
      <vt:lpstr>例：词法分析后得到的token序列</vt:lpstr>
      <vt:lpstr>语法分析</vt:lpstr>
      <vt:lpstr>语法分析 ( parsing)</vt:lpstr>
      <vt:lpstr>例1：赋值语句的分析树</vt:lpstr>
      <vt:lpstr> 例2：变量声明语句的分析树</vt:lpstr>
      <vt:lpstr>语义分析</vt:lpstr>
      <vt:lpstr>语义分析的主要任务</vt:lpstr>
      <vt:lpstr>语义分析的主要任务</vt:lpstr>
      <vt:lpstr>语义分析的主要任务</vt:lpstr>
      <vt:lpstr>语义分析的主要任务</vt:lpstr>
      <vt:lpstr>语义分析的主要任务</vt:lpstr>
      <vt:lpstr>语义分析的主要任务</vt:lpstr>
      <vt:lpstr>中间代码生成和编译器后端</vt:lpstr>
      <vt:lpstr>常用的中间表示形式</vt:lpstr>
      <vt:lpstr>常用的三地址指令</vt:lpstr>
      <vt:lpstr>三地址指令的表示</vt:lpstr>
      <vt:lpstr>三地址指令的四元式表示</vt:lpstr>
      <vt:lpstr>中间代码生成的例子</vt:lpstr>
      <vt:lpstr>目标代码生成</vt:lpstr>
      <vt:lpstr>代码优化</vt:lpstr>
      <vt:lpstr>解释程序</vt:lpstr>
      <vt:lpstr>解释程序</vt:lpstr>
      <vt:lpstr>解释程序</vt:lpstr>
      <vt:lpstr>习题</vt:lpstr>
    </vt:vector>
  </TitlesOfParts>
  <Company>HIT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jsx</dc:creator>
  <cp:lastModifiedBy>xinlei wang</cp:lastModifiedBy>
  <cp:revision>923</cp:revision>
  <cp:lastPrinted>2017-09-04T01:07:32Z</cp:lastPrinted>
  <dcterms:created xsi:type="dcterms:W3CDTF">2003-07-09T14:46:46Z</dcterms:created>
  <dcterms:modified xsi:type="dcterms:W3CDTF">2024-02-27T08:34:23Z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