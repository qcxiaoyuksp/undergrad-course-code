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A9BA5-F3AA-B097-CB0A-A98ACF0AB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FAB39E-5146-1AC7-97B9-591FD5950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82EEB-7466-42C8-9DC5-0C591D88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2F0BC-F80D-B5E9-99A6-AC95DAE9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25E8A-9DD3-87A0-1E5C-6EA57DF5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2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810C6-A618-62CC-53A5-6D595808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9ADD9-078B-AF7D-0FF4-16A7B29B0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351A89-56CD-B0A9-0B4B-2A5845B6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9CBF92-831B-C6EB-CF4B-DA9D84C6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9AD351-B7E5-B194-A17C-3F756F5E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1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B8D92-0A06-429B-7A52-DC56DA23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8599E-8068-E3FD-97A7-1A26CF4BD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2DB31-4AEB-311A-0A79-110424DD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22899D-0F93-E0E8-95C8-22944B5D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59C24-E1A5-447F-9C4A-600CC133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1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F6956-1F9B-E3CE-8477-EEC7555A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1EBFC-CAF5-26BC-6167-7E84AFF37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5ADEE1-95AD-3062-417D-3C1B2568E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0FA2E4-2655-F364-BB50-A90C08E6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B35FC3-9839-1C32-32F3-10A07CAD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7ACDB0-1CD7-394C-C113-3B1025C8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38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4512D-EF06-0208-41AA-F6583EB6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6AA477-0860-D665-C77A-C41A40CC2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8B8CE7-34AF-92D8-A85C-2CB72347D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39A6C7-196E-F36C-EAF6-66E25F975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30E20B-D781-D885-2909-7AC06B01E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566961-2000-890E-2B3F-51AD9D71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E79D48-A56A-49B1-DCC2-6CD84F7F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AF521E-9764-DEC0-A7C5-A872474B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5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7A80F-CEA9-CF22-F4D1-EA2F4FFA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79792E-1191-D7DC-0A55-E5197E91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D5A12E-4C38-31E1-1148-EAB9663B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339979-75CF-ED90-9DFC-FEFA0CDD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76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4E4FE2-EA49-97FC-CFAD-E062FDB16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03358C-3A63-8B5E-D325-793A619F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611B99-A5F6-4C69-C642-8D552E57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16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26C24-5E8B-6379-3773-FB639212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567A2-2816-757A-77F5-09470F71B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7C6BFE-9D58-151F-1AFF-96ABC503F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06E327-8D5A-74EB-75D1-82A44CA9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A42F60-2B99-DCA1-5BCC-B5DE97C3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147DB2-7C09-8DD8-1F04-2398BDF4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76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864CE-E9EE-7A94-FB88-D62C81F7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3EF4A6-9F6A-3876-ED51-7A7D7A937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50AFE4-FE63-4A9F-A4BC-9265EFCBF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BADF18-F9D2-1CCF-8088-F69DCA3F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D1057-E079-DD69-05E7-E629B76A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5E5FE-B83A-4AB9-3782-45F6751A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66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5011C-0FEB-3C46-C841-5DDB9653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A4CA04-2C1C-150D-5DDF-E55833EDE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7B8F3E-0D97-6F35-0F4F-005B4EF6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A393A-FC29-5143-6065-821E22CC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4473E-9685-C22A-0DEC-9A73D383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45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D27F8A-1E3A-993B-7B08-C1FA13436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94EB0C-56BB-B430-2CB4-BD0AD6D17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E33C61-1374-CC21-AACF-1E96A84F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33DEE-1AC9-E321-0A2C-41138B3D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24E1A-2820-880A-FE80-B6A74BF7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9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FBBD8D-9BFD-830E-7D7F-645845F3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5949A-A41D-1590-E896-A5DF2F8C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D364B-E0D2-09BD-7D42-CCE9085D3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606BD-7706-484C-B197-F1844F6AAED4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5AD67-4577-F292-A4CC-1CDF3F27E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9F800-D4A7-3CEA-28D5-A1F6E7CCC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85121-260C-4D09-9F2B-10FC40C60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83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B357DE-CAF9-7D9B-85DB-4F6C617A2E73}"/>
              </a:ext>
            </a:extLst>
          </p:cNvPr>
          <p:cNvSpPr txBox="1"/>
          <p:nvPr/>
        </p:nvSpPr>
        <p:spPr>
          <a:xfrm>
            <a:off x="4633876" y="618767"/>
            <a:ext cx="4008235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实验二：语法分析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43F369-5C06-0CB9-E73B-909B37F59241}"/>
              </a:ext>
            </a:extLst>
          </p:cNvPr>
          <p:cNvSpPr txBox="1"/>
          <p:nvPr/>
        </p:nvSpPr>
        <p:spPr>
          <a:xfrm>
            <a:off x="1383918" y="1729997"/>
            <a:ext cx="9424164" cy="3474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上机目的：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通过语法分析上机掌握形式化问题的方法，运用上下文无关文法描述高级程序设计语言的语句结构，设计并实现满足实际需求的语法分析程序。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内容：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）了解常用的自上而下语法分析方法；</a:t>
            </a: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）掌握根据产生式实现递归下降分析程序的方法；</a:t>
            </a: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）通过设计、编制、调试一个递归下降语法分析程序，实现对算术表达式进行语法检查和结构分析。 </a:t>
            </a:r>
          </a:p>
        </p:txBody>
      </p:sp>
    </p:spTree>
    <p:extLst>
      <p:ext uri="{BB962C8B-B14F-4D97-AF65-F5344CB8AC3E}">
        <p14:creationId xmlns:p14="http://schemas.microsoft.com/office/powerpoint/2010/main" val="325486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B357DE-CAF9-7D9B-85DB-4F6C617A2E73}"/>
              </a:ext>
            </a:extLst>
          </p:cNvPr>
          <p:cNvSpPr txBox="1"/>
          <p:nvPr/>
        </p:nvSpPr>
        <p:spPr>
          <a:xfrm>
            <a:off x="4633876" y="618767"/>
            <a:ext cx="4008235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实验二：语法分析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43F369-5C06-0CB9-E73B-909B37F59241}"/>
              </a:ext>
            </a:extLst>
          </p:cNvPr>
          <p:cNvSpPr txBox="1"/>
          <p:nvPr/>
        </p:nvSpPr>
        <p:spPr>
          <a:xfrm>
            <a:off x="248011" y="1332432"/>
            <a:ext cx="11695977" cy="2613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基本原理：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识别程序由一组子程序组成，每个子程序对应一个非终结符。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该子程序根据下一个输入符号（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SELECT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集）来确定按照哪一个产生式进行处理，再根据该产生式的右端：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每遇到一个终结符，判断当前读入的单词是否与该终结符匹配，若匹配继续读取下一个单词，若不匹配，则进行出错处理；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每遇到一个非终结符，则调用相应的子程序。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746A4E-C58E-37EA-DF4A-3CE95854BD41}"/>
              </a:ext>
            </a:extLst>
          </p:cNvPr>
          <p:cNvSpPr txBox="1"/>
          <p:nvPr/>
        </p:nvSpPr>
        <p:spPr>
          <a:xfrm>
            <a:off x="248010" y="4118588"/>
            <a:ext cx="11695977" cy="88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递归下降分析法的前提：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消除二义性、消除左递归、提取左公因子，判断是否为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LL(1)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文法</a:t>
            </a:r>
          </a:p>
        </p:txBody>
      </p:sp>
    </p:spTree>
    <p:extLst>
      <p:ext uri="{BB962C8B-B14F-4D97-AF65-F5344CB8AC3E}">
        <p14:creationId xmlns:p14="http://schemas.microsoft.com/office/powerpoint/2010/main" val="299419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B357DE-CAF9-7D9B-85DB-4F6C617A2E73}"/>
              </a:ext>
            </a:extLst>
          </p:cNvPr>
          <p:cNvSpPr txBox="1"/>
          <p:nvPr/>
        </p:nvSpPr>
        <p:spPr>
          <a:xfrm>
            <a:off x="4633876" y="618767"/>
            <a:ext cx="4008235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实验二：语法分析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43F369-5C06-0CB9-E73B-909B37F59241}"/>
              </a:ext>
            </a:extLst>
          </p:cNvPr>
          <p:cNvSpPr txBox="1"/>
          <p:nvPr/>
        </p:nvSpPr>
        <p:spPr>
          <a:xfrm>
            <a:off x="1114605" y="1266171"/>
            <a:ext cx="9962789" cy="3044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输入一个符号串，用递归下降分析方法进行语法分析，判断该符号串是否是文法的句子，并输出分析推导过程，对遇到的语法错误做出错误处理。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能够输入一个符号串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改造文法，判断是否为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LL(1)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文法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编写每个非终结符的分析程序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程序代码及运行结果图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1C1F01-2299-1732-58C9-A0E3BBA41A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" t="25845" r="9324" b="17085"/>
          <a:stretch/>
        </p:blipFill>
        <p:spPr>
          <a:xfrm>
            <a:off x="5670311" y="3087756"/>
            <a:ext cx="5943600" cy="293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B357DE-CAF9-7D9B-85DB-4F6C617A2E73}"/>
              </a:ext>
            </a:extLst>
          </p:cNvPr>
          <p:cNvSpPr txBox="1"/>
          <p:nvPr/>
        </p:nvSpPr>
        <p:spPr>
          <a:xfrm>
            <a:off x="4633876" y="618767"/>
            <a:ext cx="4008235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实验二：语法分析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43F369-5C06-0CB9-E73B-909B37F59241}"/>
              </a:ext>
            </a:extLst>
          </p:cNvPr>
          <p:cNvSpPr txBox="1"/>
          <p:nvPr/>
        </p:nvSpPr>
        <p:spPr>
          <a:xfrm>
            <a:off x="1021840" y="1637231"/>
            <a:ext cx="9962789" cy="218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文法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G(E):</a:t>
            </a: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E→E+T|E-T|T</a:t>
            </a: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T→T*F|T/F|F</a:t>
            </a:r>
          </a:p>
          <a:p>
            <a:pPr>
              <a:lnSpc>
                <a:spcPct val="14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F→(E)|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输入串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i+i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i+i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*#</a:t>
            </a:r>
          </a:p>
        </p:txBody>
      </p:sp>
    </p:spTree>
    <p:extLst>
      <p:ext uri="{BB962C8B-B14F-4D97-AF65-F5344CB8AC3E}">
        <p14:creationId xmlns:p14="http://schemas.microsoft.com/office/powerpoint/2010/main" val="177751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B357DE-CAF9-7D9B-85DB-4F6C617A2E73}"/>
              </a:ext>
            </a:extLst>
          </p:cNvPr>
          <p:cNvSpPr txBox="1"/>
          <p:nvPr/>
        </p:nvSpPr>
        <p:spPr>
          <a:xfrm>
            <a:off x="4633876" y="618767"/>
            <a:ext cx="4008235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上机报告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43F369-5C06-0CB9-E73B-909B37F59241}"/>
              </a:ext>
            </a:extLst>
          </p:cNvPr>
          <p:cNvSpPr txBox="1"/>
          <p:nvPr/>
        </p:nvSpPr>
        <p:spPr>
          <a:xfrm>
            <a:off x="1021841" y="1637231"/>
            <a:ext cx="4756108" cy="218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40000"/>
              </a:lnSpc>
              <a:buFont typeface="+mj-ea"/>
              <a:buAutoNum type="ea1JpnKorPlain"/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上机目的</a:t>
            </a:r>
          </a:p>
          <a:p>
            <a:pPr marL="342900" lvl="0" indent="-342900" algn="just">
              <a:lnSpc>
                <a:spcPct val="140000"/>
              </a:lnSpc>
              <a:buFont typeface="+mj-ea"/>
              <a:buAutoNum type="ea1JpnKorPlain"/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基本原理和上机步骤</a:t>
            </a:r>
          </a:p>
          <a:p>
            <a:pPr marL="342900" lvl="0" indent="-342900" algn="just">
              <a:lnSpc>
                <a:spcPct val="140000"/>
              </a:lnSpc>
              <a:buFont typeface="+mj-ea"/>
              <a:buAutoNum type="ea1JpnKorPlain"/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上机结果</a:t>
            </a:r>
          </a:p>
          <a:p>
            <a:pPr marL="342900" lvl="0" indent="-342900" algn="just">
              <a:lnSpc>
                <a:spcPct val="140000"/>
              </a:lnSpc>
              <a:buFont typeface="+mj-ea"/>
              <a:buAutoNum type="ea1JpnKorPlain"/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讨论与分析</a:t>
            </a:r>
          </a:p>
          <a:p>
            <a:pPr marL="342900" lvl="0" indent="-342900" algn="just">
              <a:lnSpc>
                <a:spcPct val="140000"/>
              </a:lnSpc>
              <a:buFont typeface="+mj-ea"/>
              <a:buAutoNum type="ea1JpnKorPlain"/>
            </a:pP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源程序代码</a:t>
            </a:r>
          </a:p>
        </p:txBody>
      </p:sp>
    </p:spTree>
    <p:extLst>
      <p:ext uri="{BB962C8B-B14F-4D97-AF65-F5344CB8AC3E}">
        <p14:creationId xmlns:p14="http://schemas.microsoft.com/office/powerpoint/2010/main" val="25425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358</Words>
  <Application>Microsoft Office PowerPoint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xinlei wang</dc:creator>
  <cp:lastModifiedBy>xinlei wang</cp:lastModifiedBy>
  <cp:revision>7</cp:revision>
  <dcterms:created xsi:type="dcterms:W3CDTF">2024-04-10T02:48:11Z</dcterms:created>
  <dcterms:modified xsi:type="dcterms:W3CDTF">2024-04-27T05:22:05Z</dcterms:modified>
</cp:coreProperties>
</file>