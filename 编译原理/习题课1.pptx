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852" r:id="rId3"/>
    <p:sldId id="573" r:id="rId4"/>
    <p:sldId id="714" r:id="rId5"/>
    <p:sldId id="846" r:id="rId6"/>
    <p:sldId id="256" r:id="rId7"/>
    <p:sldId id="847" r:id="rId8"/>
    <p:sldId id="848" r:id="rId9"/>
    <p:sldId id="849" r:id="rId10"/>
    <p:sldId id="850" r:id="rId11"/>
    <p:sldId id="851" r:id="rId12"/>
    <p:sldId id="853" r:id="rId13"/>
    <p:sldId id="854" r:id="rId14"/>
    <p:sldId id="855" r:id="rId15"/>
    <p:sldId id="856" r:id="rId16"/>
    <p:sldId id="857" r:id="rId17"/>
    <p:sldId id="859" r:id="rId18"/>
    <p:sldId id="860" r:id="rId19"/>
    <p:sldId id="861" r:id="rId20"/>
    <p:sldId id="862" r:id="rId21"/>
    <p:sldId id="863" r:id="rId22"/>
    <p:sldId id="864" r:id="rId23"/>
    <p:sldId id="866" r:id="rId24"/>
    <p:sldId id="865" r:id="rId25"/>
    <p:sldId id="85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26C9B-3BAF-4834-93F5-E520E29744AC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42EEC-82E5-4D28-AC98-54F8FB8FFC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259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8975E951-9BB7-1254-A343-1DD043ADAE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72DF02-31B4-474B-A046-9DF6697786FD}" type="slidenum">
              <a:rPr lang="zh-CN" altLang="en-US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D9677170-36ED-24BB-FE86-4FBE84D21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7EF0FEBE-3EEA-690E-3D93-BD91B23AE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3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>
            <a:extLst>
              <a:ext uri="{FF2B5EF4-FFF2-40B4-BE49-F238E27FC236}">
                <a16:creationId xmlns:a16="http://schemas.microsoft.com/office/drawing/2014/main" id="{372DB6BC-0FE6-61EE-ECAD-0AFE2039B7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备注占位符 2">
            <a:extLst>
              <a:ext uri="{FF2B5EF4-FFF2-40B4-BE49-F238E27FC236}">
                <a16:creationId xmlns:a16="http://schemas.microsoft.com/office/drawing/2014/main" id="{58850870-4977-AAC5-7848-673132A47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C118A6BC-5501-71EB-2CB3-0D4CE8840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D05E61-C385-49B4-A0EC-3EEDDC9EE1CB}" type="slidenum">
              <a:rPr lang="zh-CN" altLang="en-US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>
            <a:extLst>
              <a:ext uri="{FF2B5EF4-FFF2-40B4-BE49-F238E27FC236}">
                <a16:creationId xmlns:a16="http://schemas.microsoft.com/office/drawing/2014/main" id="{B98DF9C1-A8A8-993D-12C1-C2DF16F1A3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备注占位符 2">
            <a:extLst>
              <a:ext uri="{FF2B5EF4-FFF2-40B4-BE49-F238E27FC236}">
                <a16:creationId xmlns:a16="http://schemas.microsoft.com/office/drawing/2014/main" id="{5A5C624E-5D3A-F781-A46D-B23A4BC79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sz="2000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6740" name="灯片编号占位符 3">
            <a:extLst>
              <a:ext uri="{FF2B5EF4-FFF2-40B4-BE49-F238E27FC236}">
                <a16:creationId xmlns:a16="http://schemas.microsoft.com/office/drawing/2014/main" id="{592F6193-C18A-30CC-BACF-933DCB6F2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C29EBCE-A112-4660-A621-5FF04118AAAC}" type="slidenum">
              <a:rPr lang="zh-CN" altLang="en-US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72C77-6D60-EDA7-1B62-3111A3454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1BD22D-0114-9308-30A0-415FD39B3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71C5FF-0388-9E14-EA6B-D5BC5A71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F2FCE-ABC0-BC73-91CD-3CC7E035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48CF83-123E-2D23-9638-7DA8A0F0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23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2B765-C07A-C352-01F2-04E97BFB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90E4C-E18E-8327-E6D9-FC804630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F94C4-1DEC-A67D-77D2-FDC4ACD8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71F62-03BA-45A0-20B7-885B0736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6E118A-F1E4-3ADC-5160-0E64BC02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7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6F244-A392-1BA1-C779-8C0B7ED12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9708C-5651-C59D-F034-AC5C74DFE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44C5B-69FC-0E1C-54AB-BAF1C9E8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74829D-FF2B-58E8-66AE-75856CDC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50330-DE59-9789-479A-97853A49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90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2A3F0-AB97-40FB-6F35-2068FAA3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A51CE-BC58-E34B-2E6F-2648D5390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922A43-DD4F-E630-1867-6595A7F94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55F2BC-36B5-BAD6-FE65-280AA7B1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A65926-D30E-0D51-7412-089491F9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7C33C9-8C8F-C1E4-D491-A5875368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79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A5B27-2C2D-8774-3653-FD21E563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C8CCE9-4680-443B-6111-38E6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095B5F-0872-7075-35DD-A431E1AB6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123531-C0A9-5B10-60D6-132DAB309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EDE0AB-1B96-33F9-49D7-2D444AA76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A66B2B-7E62-905C-660E-60DB0EC8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9E08DA-13E8-5109-0955-379D6F25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21CD46-F037-ACC1-BFAD-A1ED1580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42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C393-01FD-53B4-D292-014CD31D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E6AA75-EF38-530A-F402-24F8485B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3D46A5-EB9E-FCF0-12ED-AFC4E709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32ECBD-8CCA-7749-0345-AC0095B9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19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5C7788-A558-4859-2B89-066798AA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B0016C-920E-ABF6-B883-B567442B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7443F4-4FD9-A9E4-5DB7-7257BEB2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0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EB224-18F1-9211-44D1-BDD311AE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EF45B-ECE9-6D06-D769-D833C5AEB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E65C1E-D951-A488-5A8E-12F951686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EE3C77-C322-AF6C-4732-0DBBDF2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19783-00D2-6E4C-2220-FB6F98DD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7E2476-EC2C-2DC2-1A08-E4D39B62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61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F0EFD-C4AF-EE62-68DB-DFD0883B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313BC2-41BB-4D19-F7C6-38F93E632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17F420-2303-AECF-676E-0DFB9A83E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DB5A02-1DD7-3AF2-6273-62760F58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B10F90-5CFA-3803-38F9-B8FB4328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A6A191-769B-9BDC-0A7A-BCEDFC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20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B9875-1ABC-A66B-8F81-CCB323C8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72FCF1-D0E2-4920-550A-3D7E56304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E6E7D8-F5E1-E056-4F73-4E562580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CE7CB-8DC2-2035-D76C-981DC17F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85B48-AF27-1971-D36D-BE48B58D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9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6F46D0-67B6-1784-62A6-347AD48A5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4B17D8-19F4-50D5-33D7-87CDB0853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1ED0BD-D753-3E74-3F68-3E2932B7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B4BE8-3BC7-5A1B-513B-7FDBD287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02C8F-6DF2-5FE2-B836-977D00A4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EAD999-F039-9163-8DE5-16959BAA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0197AE-E531-1776-4B98-F36048B0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8AA28-95B9-3213-A494-AE77ADA72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630B1-EA8D-46D8-AE50-07BBD7027081}" type="datetimeFigureOut">
              <a:rPr lang="zh-CN" altLang="en-US" smtClean="0"/>
              <a:t>2024-07-01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FB18C-6856-02B6-EB19-5FC72AF07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15499-18E8-E807-E44F-4A506AE1C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06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F9E418F-3D66-DAD9-D171-CC45858DC54C}"/>
              </a:ext>
            </a:extLst>
          </p:cNvPr>
          <p:cNvSpPr txBox="1"/>
          <p:nvPr/>
        </p:nvSpPr>
        <p:spPr>
          <a:xfrm>
            <a:off x="1166191" y="1024594"/>
            <a:ext cx="9707218" cy="2822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重点题型：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概念（选择、判断）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句子的推导及其语法树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正规式转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DFA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或最小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DFA</a:t>
            </a: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计算非终结符的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FIRST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集和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FOLLOW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集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判断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LL(1)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文法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改写文法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9645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252" y="612154"/>
            <a:ext cx="9144000" cy="2387600"/>
          </a:xfrm>
        </p:spPr>
        <p:txBody>
          <a:bodyPr/>
          <a:lstStyle/>
          <a:p>
            <a:pPr algn="just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构造下列正规式的最小的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DFA</a:t>
            </a:r>
          </a:p>
          <a:p>
            <a:pPr marL="0" indent="0" algn="just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1(0|1)*101</a:t>
            </a:r>
          </a:p>
          <a:p>
            <a:pPr marL="0" indent="0" algn="just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</a:t>
            </a:r>
          </a:p>
          <a:p>
            <a:pPr marL="0" indent="0" algn="just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*(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7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28CF50-DE20-0935-5DD5-752A914A4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227513"/>
            <a:ext cx="1439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正规式→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D509F9-0265-98B1-C00C-B39D4B53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4227513"/>
            <a:ext cx="1296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D14C49-53D5-8F6C-AEBA-ABD02EDCE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4214813"/>
            <a:ext cx="1368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6FA381-B0DD-9E24-3A45-7A1A9ADB3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4202113"/>
            <a:ext cx="1223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化简</a:t>
            </a:r>
          </a:p>
        </p:txBody>
      </p:sp>
    </p:spTree>
    <p:extLst>
      <p:ext uri="{BB962C8B-B14F-4D97-AF65-F5344CB8AC3E}">
        <p14:creationId xmlns:p14="http://schemas.microsoft.com/office/powerpoint/2010/main" val="322418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DAFE759C-6277-E1CB-D2F8-6CB3F88C28E6}"/>
              </a:ext>
            </a:extLst>
          </p:cNvPr>
          <p:cNvSpPr/>
          <p:nvPr/>
        </p:nvSpPr>
        <p:spPr>
          <a:xfrm>
            <a:off x="5217585" y="677334"/>
            <a:ext cx="6447367" cy="12911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86999026-7863-D795-E2B7-489A60DB89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7052" y="762000"/>
            <a:ext cx="7903633" cy="6392333"/>
          </a:xfrm>
        </p:spPr>
        <p:txBody>
          <a:bodyPr rtlCol="0">
            <a:normAutofit/>
          </a:bodyPr>
          <a:lstStyle/>
          <a:p>
            <a:pPr marL="365751" indent="-365751">
              <a:buFont typeface="Wingdings" pitchFamily="2" charset="2"/>
              <a:buChar char="Ø"/>
              <a:defRPr/>
            </a:pP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r </a:t>
            </a:r>
            <a:r>
              <a:rPr lang="en-US" altLang="zh-CN" sz="40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= </a:t>
            </a: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r</a:t>
            </a:r>
            <a:r>
              <a:rPr lang="en-US" altLang="zh-CN" sz="40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1</a:t>
            </a: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r</a:t>
            </a:r>
            <a:r>
              <a:rPr lang="en-US" altLang="zh-CN" sz="40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2</a:t>
            </a:r>
            <a:r>
              <a:rPr lang="zh-CN" altLang="en-US" sz="3733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对应的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NFA</a:t>
            </a:r>
            <a:endParaRPr lang="en-US" altLang="zh-CN" sz="4000" b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marL="0" indent="0">
              <a:buNone/>
              <a:defRPr/>
            </a:pPr>
            <a:endParaRPr lang="en-US" altLang="zh-CN" sz="4000" b="1" i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marL="365751" indent="-365751">
              <a:buFont typeface="Wingdings" pitchFamily="2" charset="2"/>
              <a:buChar char="Ø"/>
              <a:defRPr/>
            </a:pPr>
            <a:endParaRPr lang="en-US" altLang="zh-CN" sz="4000" b="1" i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marL="365751" indent="-365751">
              <a:buFont typeface="Wingdings" pitchFamily="2" charset="2"/>
              <a:buChar char="Ø"/>
              <a:defRPr/>
            </a:pP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r </a:t>
            </a:r>
            <a:r>
              <a:rPr lang="en-US" altLang="zh-CN" sz="40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= </a:t>
            </a: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r</a:t>
            </a:r>
            <a:r>
              <a:rPr lang="en-US" altLang="zh-CN" sz="40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1</a:t>
            </a: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|r</a:t>
            </a:r>
            <a:r>
              <a:rPr lang="en-US" altLang="zh-CN" sz="40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2</a:t>
            </a:r>
            <a:r>
              <a:rPr lang="zh-CN" altLang="en-US" sz="3733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对应的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NFA</a:t>
            </a:r>
            <a:endParaRPr lang="en-US" altLang="zh-CN" sz="4000" b="1" i="1" baseline="-25000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marL="0" indent="0">
              <a:buNone/>
              <a:defRPr/>
            </a:pPr>
            <a:endParaRPr lang="en-US" altLang="zh-CN" sz="4000" b="1" i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marL="0" indent="0">
              <a:buNone/>
              <a:defRPr/>
            </a:pPr>
            <a:endParaRPr lang="en-US" altLang="zh-CN" sz="4000" b="1" i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marL="365751" indent="-365751">
              <a:buFont typeface="Wingdings" pitchFamily="2" charset="2"/>
              <a:buChar char="Ø"/>
              <a:defRPr/>
            </a:pP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r </a:t>
            </a:r>
            <a:r>
              <a:rPr lang="en-US" altLang="zh-CN" sz="40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= (</a:t>
            </a:r>
            <a:r>
              <a:rPr lang="en-US" altLang="zh-CN" sz="40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r</a:t>
            </a:r>
            <a:r>
              <a:rPr lang="en-US" altLang="zh-CN" sz="40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1</a:t>
            </a:r>
            <a:r>
              <a:rPr lang="en-US" altLang="zh-CN" sz="40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)</a:t>
            </a:r>
            <a:r>
              <a:rPr lang="zh-CN" altLang="en-US" sz="4000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*</a:t>
            </a:r>
            <a:r>
              <a:rPr lang="zh-CN" altLang="en-US" sz="3733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对应的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NFA</a:t>
            </a:r>
            <a:endParaRPr lang="en-US" altLang="zh-CN" sz="4000" b="1" baseline="-25000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lvl="1" indent="-365751">
              <a:defRPr/>
            </a:pPr>
            <a:endParaRPr lang="en-US" altLang="zh-CN" sz="3200" baseline="-25000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</p:txBody>
      </p:sp>
      <p:grpSp>
        <p:nvGrpSpPr>
          <p:cNvPr id="126980" name="组合 44">
            <a:extLst>
              <a:ext uri="{FF2B5EF4-FFF2-40B4-BE49-F238E27FC236}">
                <a16:creationId xmlns:a16="http://schemas.microsoft.com/office/drawing/2014/main" id="{177B71AA-188F-864C-1793-89EDFE3D76BB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3" name="五边形 12">
              <a:extLst>
                <a:ext uri="{FF2B5EF4-FFF2-40B4-BE49-F238E27FC236}">
                  <a16:creationId xmlns:a16="http://schemas.microsoft.com/office/drawing/2014/main" id="{2DBFADB3-A494-6970-0C71-5A79E649453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7021" name="五边形 46">
              <a:extLst>
                <a:ext uri="{FF2B5EF4-FFF2-40B4-BE49-F238E27FC236}">
                  <a16:creationId xmlns:a16="http://schemas.microsoft.com/office/drawing/2014/main" id="{79627A92-BAD2-B0EC-567B-426A22DE8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26981" name="组合 25">
            <a:extLst>
              <a:ext uri="{FF2B5EF4-FFF2-40B4-BE49-F238E27FC236}">
                <a16:creationId xmlns:a16="http://schemas.microsoft.com/office/drawing/2014/main" id="{B7AEAAD2-ED68-6EBA-A97E-ED6162DC45F1}"/>
              </a:ext>
            </a:extLst>
          </p:cNvPr>
          <p:cNvGrpSpPr>
            <a:grpSpLocks/>
          </p:cNvGrpSpPr>
          <p:nvPr/>
        </p:nvGrpSpPr>
        <p:grpSpPr bwMode="auto">
          <a:xfrm>
            <a:off x="5232400" y="764117"/>
            <a:ext cx="6258984" cy="1140883"/>
            <a:chOff x="2805123" y="71420"/>
            <a:chExt cx="4693620" cy="856108"/>
          </a:xfrm>
        </p:grpSpPr>
        <p:grpSp>
          <p:nvGrpSpPr>
            <p:cNvPr id="127009" name="组合 14">
              <a:extLst>
                <a:ext uri="{FF2B5EF4-FFF2-40B4-BE49-F238E27FC236}">
                  <a16:creationId xmlns:a16="http://schemas.microsoft.com/office/drawing/2014/main" id="{6299FE93-4178-899B-A766-FD55C01DF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5123" y="71421"/>
              <a:ext cx="4693620" cy="856107"/>
              <a:chOff x="3131840" y="3373964"/>
              <a:chExt cx="4255438" cy="753824"/>
            </a:xfrm>
          </p:grpSpPr>
          <p:sp>
            <p:nvSpPr>
              <p:cNvPr id="127013" name="Oval 10">
                <a:extLst>
                  <a:ext uri="{FF2B5EF4-FFF2-40B4-BE49-F238E27FC236}">
                    <a16:creationId xmlns:a16="http://schemas.microsoft.com/office/drawing/2014/main" id="{6032F097-2FC3-DB24-B74E-DAB2C4DED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3333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127014" name="Line 13">
                <a:extLst>
                  <a:ext uri="{FF2B5EF4-FFF2-40B4-BE49-F238E27FC236}">
                    <a16:creationId xmlns:a16="http://schemas.microsoft.com/office/drawing/2014/main" id="{7F37CAD7-2956-A9E9-4539-94E16F07D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3825" y="3768596"/>
                <a:ext cx="65963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27015" name="Rectangle 14">
                <a:extLst>
                  <a:ext uri="{FF2B5EF4-FFF2-40B4-BE49-F238E27FC236}">
                    <a16:creationId xmlns:a16="http://schemas.microsoft.com/office/drawing/2014/main" id="{4452E142-F045-A44F-A549-BB45A5230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1933" y="3373964"/>
                <a:ext cx="659634" cy="415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r</a:t>
                </a:r>
                <a:r>
                  <a:rPr lang="en-US" altLang="zh-CN" sz="3333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127016" name="Rectangle 22">
                <a:extLst>
                  <a:ext uri="{FF2B5EF4-FFF2-40B4-BE49-F238E27FC236}">
                    <a16:creationId xmlns:a16="http://schemas.microsoft.com/office/drawing/2014/main" id="{C2600EC5-869B-B078-5482-727681F8C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127017" name="Line 21">
                <a:extLst>
                  <a:ext uri="{FF2B5EF4-FFF2-40B4-BE49-F238E27FC236}">
                    <a16:creationId xmlns:a16="http://schemas.microsoft.com/office/drawing/2014/main" id="{C7BBE151-2C7C-88BD-B574-49C953489E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27018" name="Oval 39">
                <a:extLst>
                  <a:ext uri="{FF2B5EF4-FFF2-40B4-BE49-F238E27FC236}">
                    <a16:creationId xmlns:a16="http://schemas.microsoft.com/office/drawing/2014/main" id="{6F9D1FF4-514A-8B3C-F40B-C68F69AB2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00169" y="3400833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019" name="Oval 15">
                <a:extLst>
                  <a:ext uri="{FF2B5EF4-FFF2-40B4-BE49-F238E27FC236}">
                    <a16:creationId xmlns:a16="http://schemas.microsoft.com/office/drawing/2014/main" id="{56EBDA98-855F-EC70-3552-540613EDC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2327" y="3504029"/>
                <a:ext cx="566844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3333" b="1" i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127010" name="Line 13">
              <a:extLst>
                <a:ext uri="{FF2B5EF4-FFF2-40B4-BE49-F238E27FC236}">
                  <a16:creationId xmlns:a16="http://schemas.microsoft.com/office/drawing/2014/main" id="{02D1DC95-8043-7E27-30BC-FD97D54A4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6144" y="519598"/>
              <a:ext cx="7275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7011" name="Rectangle 14">
              <a:extLst>
                <a:ext uri="{FF2B5EF4-FFF2-40B4-BE49-F238E27FC236}">
                  <a16:creationId xmlns:a16="http://schemas.microsoft.com/office/drawing/2014/main" id="{7005EE62-BE39-E02B-91CB-6E9E5FE93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3028" y="71420"/>
              <a:ext cx="727558" cy="47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3333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127012" name="Oval 10">
              <a:extLst>
                <a:ext uri="{FF2B5EF4-FFF2-40B4-BE49-F238E27FC236}">
                  <a16:creationId xmlns:a16="http://schemas.microsoft.com/office/drawing/2014/main" id="{EA4CEF28-439C-AC96-809F-4589300CD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8787" y="219133"/>
              <a:ext cx="617356" cy="59119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3333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BA0EA43-B662-D050-4DEB-C20A0B2D4B9A}"/>
              </a:ext>
            </a:extLst>
          </p:cNvPr>
          <p:cNvGrpSpPr>
            <a:grpSpLocks/>
          </p:cNvGrpSpPr>
          <p:nvPr/>
        </p:nvGrpSpPr>
        <p:grpSpPr bwMode="auto">
          <a:xfrm>
            <a:off x="5217585" y="2095500"/>
            <a:ext cx="6447367" cy="2152651"/>
            <a:chOff x="3912751" y="1813322"/>
            <a:chExt cx="4835713" cy="1614488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8A6C4D6-F688-F09C-6926-214DC33B2046}"/>
                </a:ext>
              </a:extLst>
            </p:cNvPr>
            <p:cNvSpPr/>
            <p:nvPr/>
          </p:nvSpPr>
          <p:spPr>
            <a:xfrm>
              <a:off x="3912751" y="1892697"/>
              <a:ext cx="4835713" cy="15351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grpSp>
          <p:nvGrpSpPr>
            <p:cNvPr id="126999" name="组合 29">
              <a:extLst>
                <a:ext uri="{FF2B5EF4-FFF2-40B4-BE49-F238E27FC236}">
                  <a16:creationId xmlns:a16="http://schemas.microsoft.com/office/drawing/2014/main" id="{135DAFA1-0257-5887-F345-B12B4C4F7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3968" y="2284743"/>
              <a:ext cx="4071937" cy="825635"/>
              <a:chOff x="3131840" y="3436867"/>
              <a:chExt cx="3691818" cy="726955"/>
            </a:xfrm>
          </p:grpSpPr>
          <p:sp>
            <p:nvSpPr>
              <p:cNvPr id="127004" name="Oval 10">
                <a:extLst>
                  <a:ext uri="{FF2B5EF4-FFF2-40B4-BE49-F238E27FC236}">
                    <a16:creationId xmlns:a16="http://schemas.microsoft.com/office/drawing/2014/main" id="{3BBBE3C5-B868-E8EB-2D53-EEE506318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3333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127005" name="Rectangle 22">
                <a:extLst>
                  <a:ext uri="{FF2B5EF4-FFF2-40B4-BE49-F238E27FC236}">
                    <a16:creationId xmlns:a16="http://schemas.microsoft.com/office/drawing/2014/main" id="{EAE0BF1E-8057-F222-1316-226ECB2AE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127006" name="Line 21">
                <a:extLst>
                  <a:ext uri="{FF2B5EF4-FFF2-40B4-BE49-F238E27FC236}">
                    <a16:creationId xmlns:a16="http://schemas.microsoft.com/office/drawing/2014/main" id="{D5CF25BA-5AC3-2B63-8941-FA73CC589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27007" name="Oval 39">
                <a:extLst>
                  <a:ext uri="{FF2B5EF4-FFF2-40B4-BE49-F238E27FC236}">
                    <a16:creationId xmlns:a16="http://schemas.microsoft.com/office/drawing/2014/main" id="{8F0BD627-2EFE-7812-5EE9-D3EC3CC3F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6549" y="3436867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4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008" name="Oval 15">
                <a:extLst>
                  <a:ext uri="{FF2B5EF4-FFF2-40B4-BE49-F238E27FC236}">
                    <a16:creationId xmlns:a16="http://schemas.microsoft.com/office/drawing/2014/main" id="{095779F1-05D1-F23D-531D-C36D47909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6815" y="3553455"/>
                <a:ext cx="566844" cy="520563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3333" b="1" i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38" name="任意多边形 37">
              <a:extLst>
                <a:ext uri="{FF2B5EF4-FFF2-40B4-BE49-F238E27FC236}">
                  <a16:creationId xmlns:a16="http://schemas.microsoft.com/office/drawing/2014/main" id="{8F2EF87D-B905-8DC7-512B-D581A8B293D0}"/>
                </a:ext>
              </a:extLst>
            </p:cNvPr>
            <p:cNvSpPr/>
            <p:nvPr/>
          </p:nvSpPr>
          <p:spPr bwMode="auto">
            <a:xfrm flipV="1">
              <a:off x="6030558" y="2284810"/>
              <a:ext cx="1484370" cy="31750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39" name="任意多边形 38">
              <a:extLst>
                <a:ext uri="{FF2B5EF4-FFF2-40B4-BE49-F238E27FC236}">
                  <a16:creationId xmlns:a16="http://schemas.microsoft.com/office/drawing/2014/main" id="{1E9A5F99-9840-75F0-B7FD-E83BF88A9747}"/>
                </a:ext>
              </a:extLst>
            </p:cNvPr>
            <p:cNvSpPr/>
            <p:nvPr/>
          </p:nvSpPr>
          <p:spPr bwMode="auto">
            <a:xfrm>
              <a:off x="6014683" y="2784872"/>
              <a:ext cx="1484370" cy="28575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27002" name="Rectangle 14">
              <a:extLst>
                <a:ext uri="{FF2B5EF4-FFF2-40B4-BE49-F238E27FC236}">
                  <a16:creationId xmlns:a16="http://schemas.microsoft.com/office/drawing/2014/main" id="{548AB1EB-80B5-521B-9915-6AC1EB85A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5353" y="1813322"/>
              <a:ext cx="727552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3333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127003" name="Rectangle 14">
              <a:extLst>
                <a:ext uri="{FF2B5EF4-FFF2-40B4-BE49-F238E27FC236}">
                  <a16:creationId xmlns:a16="http://schemas.microsoft.com/office/drawing/2014/main" id="{5BC279F6-B78C-217E-C532-FFE43E07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092" y="2956389"/>
              <a:ext cx="727553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3333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F2D71E0-1232-7CD2-0C1C-409EE4A9CEDB}"/>
              </a:ext>
            </a:extLst>
          </p:cNvPr>
          <p:cNvGrpSpPr>
            <a:grpSpLocks/>
          </p:cNvGrpSpPr>
          <p:nvPr/>
        </p:nvGrpSpPr>
        <p:grpSpPr bwMode="auto">
          <a:xfrm>
            <a:off x="5217585" y="4337051"/>
            <a:ext cx="6447367" cy="2159000"/>
            <a:chOff x="3913188" y="3252788"/>
            <a:chExt cx="4835525" cy="1619250"/>
          </a:xfrm>
        </p:grpSpPr>
        <p:grpSp>
          <p:nvGrpSpPr>
            <p:cNvPr id="126984" name="组合 1">
              <a:extLst>
                <a:ext uri="{FF2B5EF4-FFF2-40B4-BE49-F238E27FC236}">
                  <a16:creationId xmlns:a16="http://schemas.microsoft.com/office/drawing/2014/main" id="{B231C134-EF0E-80CA-4852-131BAFC6B6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3188" y="3252788"/>
              <a:ext cx="4835525" cy="1619250"/>
              <a:chOff x="3894138" y="3437747"/>
              <a:chExt cx="4835525" cy="1620028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A485F838-BE4E-DDF8-680C-892E63AF3FD5}"/>
                  </a:ext>
                </a:extLst>
              </p:cNvPr>
              <p:cNvSpPr/>
              <p:nvPr/>
            </p:nvSpPr>
            <p:spPr bwMode="auto">
              <a:xfrm>
                <a:off x="3894138" y="3499689"/>
                <a:ext cx="4835525" cy="15580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/>
              </a:p>
            </p:txBody>
          </p:sp>
          <p:sp>
            <p:nvSpPr>
              <p:cNvPr id="126993" name="Freeform 11">
                <a:extLst>
                  <a:ext uri="{FF2B5EF4-FFF2-40B4-BE49-F238E27FC236}">
                    <a16:creationId xmlns:a16="http://schemas.microsoft.com/office/drawing/2014/main" id="{E21F4C43-0AD8-6DF5-8FFF-5D768E856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3935" y="3866203"/>
                <a:ext cx="499770" cy="383294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26994" name="Rectangle 14">
                <a:extLst>
                  <a:ext uri="{FF2B5EF4-FFF2-40B4-BE49-F238E27FC236}">
                    <a16:creationId xmlns:a16="http://schemas.microsoft.com/office/drawing/2014/main" id="{2A8D5A06-EF01-C316-583F-63894DDFD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1164" y="3437747"/>
                <a:ext cx="727125" cy="471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r</a:t>
                </a:r>
                <a:r>
                  <a:rPr lang="en-US" altLang="zh-CN" sz="3333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126995" name="Oval 15">
                <a:extLst>
                  <a:ext uri="{FF2B5EF4-FFF2-40B4-BE49-F238E27FC236}">
                    <a16:creationId xmlns:a16="http://schemas.microsoft.com/office/drawing/2014/main" id="{D3FD1BC3-C7FD-0430-8BB7-BCE01AFF0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3642" y="4280923"/>
                <a:ext cx="624841" cy="59095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3333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126996" name="Rectangle 22">
                <a:extLst>
                  <a:ext uri="{FF2B5EF4-FFF2-40B4-BE49-F238E27FC236}">
                    <a16:creationId xmlns:a16="http://schemas.microsoft.com/office/drawing/2014/main" id="{E1322358-3866-0169-EF26-AF3FBAFBE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4919" y="4300538"/>
                <a:ext cx="727075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333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126997" name="Line 21">
                <a:extLst>
                  <a:ext uri="{FF2B5EF4-FFF2-40B4-BE49-F238E27FC236}">
                    <a16:creationId xmlns:a16="http://schemas.microsoft.com/office/drawing/2014/main" id="{E17B87FB-C2B0-9971-DF8E-02ADE0F05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1994" y="4557713"/>
                <a:ext cx="36353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126985" name="Oval 39">
              <a:extLst>
                <a:ext uri="{FF2B5EF4-FFF2-40B4-BE49-F238E27FC236}">
                  <a16:creationId xmlns:a16="http://schemas.microsoft.com/office/drawing/2014/main" id="{19960443-3DF7-AF95-F25E-2A5EB6A80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0788" y="3978275"/>
              <a:ext cx="866775" cy="8255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986" name="Oval 15">
              <a:extLst>
                <a:ext uri="{FF2B5EF4-FFF2-40B4-BE49-F238E27FC236}">
                  <a16:creationId xmlns:a16="http://schemas.microsoft.com/office/drawing/2014/main" id="{3BC789DC-D824-D7B9-79C8-B808B6CB7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1438" y="4100513"/>
              <a:ext cx="625475" cy="59213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3333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126987" name="Oval 15">
              <a:extLst>
                <a:ext uri="{FF2B5EF4-FFF2-40B4-BE49-F238E27FC236}">
                  <a16:creationId xmlns:a16="http://schemas.microsoft.com/office/drawing/2014/main" id="{7BDA2DA6-D8FA-7997-B3C0-9D359BF42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1625" y="4086225"/>
              <a:ext cx="625475" cy="59055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3333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126988" name="Line 13">
              <a:extLst>
                <a:ext uri="{FF2B5EF4-FFF2-40B4-BE49-F238E27FC236}">
                  <a16:creationId xmlns:a16="http://schemas.microsoft.com/office/drawing/2014/main" id="{D020C828-643B-FFBF-C83D-149E9F86A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05513" y="4371975"/>
              <a:ext cx="488950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6989" name="Line 13">
              <a:extLst>
                <a:ext uri="{FF2B5EF4-FFF2-40B4-BE49-F238E27FC236}">
                  <a16:creationId xmlns:a16="http://schemas.microsoft.com/office/drawing/2014/main" id="{49FC311D-B7F5-E305-2790-66294D8919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5650" y="4371975"/>
              <a:ext cx="465138" cy="9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6990" name="Rectangle 14">
              <a:extLst>
                <a:ext uri="{FF2B5EF4-FFF2-40B4-BE49-F238E27FC236}">
                  <a16:creationId xmlns:a16="http://schemas.microsoft.com/office/drawing/2014/main" id="{2CCB68FC-E3A9-E1A1-31E6-89EF24D4A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6450" y="3932238"/>
              <a:ext cx="727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l-GR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  <a:endParaRPr lang="en-US" altLang="zh-CN" sz="3333" b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26991" name="Rectangle 14">
              <a:extLst>
                <a:ext uri="{FF2B5EF4-FFF2-40B4-BE49-F238E27FC236}">
                  <a16:creationId xmlns:a16="http://schemas.microsoft.com/office/drawing/2014/main" id="{10834DF2-1376-6CB1-235D-B65A8ABDA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8175" y="3916363"/>
              <a:ext cx="727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l-GR" altLang="zh-CN" sz="3333" b="1" i="1"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  <a:endParaRPr lang="en-US" altLang="zh-CN" sz="3333" b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6E650023-0237-5D50-A1EC-807136684D6D}"/>
              </a:ext>
            </a:extLst>
          </p:cNvPr>
          <p:cNvSpPr/>
          <p:nvPr/>
        </p:nvSpPr>
        <p:spPr>
          <a:xfrm>
            <a:off x="1156664" y="95791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>
            <a:extLst>
              <a:ext uri="{FF2B5EF4-FFF2-40B4-BE49-F238E27FC236}">
                <a16:creationId xmlns:a16="http://schemas.microsoft.com/office/drawing/2014/main" id="{52669A92-7164-4527-CB37-70A60AA25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418" y="931335"/>
            <a:ext cx="10856384" cy="5429249"/>
          </a:xfrm>
        </p:spPr>
        <p:txBody>
          <a:bodyPr/>
          <a:lstStyle/>
          <a:p>
            <a:pPr>
              <a:lnSpc>
                <a:spcPts val="2000"/>
              </a:lnSpc>
              <a:buFont typeface="Wingdings" pitchFamily="2" charset="2"/>
              <a:buChar char="Ø"/>
              <a:defRPr/>
            </a:pPr>
            <a:r>
              <a:rPr lang="zh-CN" altLang="en-US" sz="2667" b="1" dirty="0">
                <a:latin typeface="Times New Roman" panose="02020603050405020304" pitchFamily="18" charset="0"/>
                <a:ea typeface="楷体" panose="02010609060101010101" pitchFamily="49" charset="-122"/>
              </a:rPr>
              <a:t>输入：</a:t>
            </a:r>
            <a:r>
              <a:rPr lang="en-US" altLang="zh-CN" sz="2667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NFA </a:t>
            </a:r>
            <a:r>
              <a:rPr lang="en-US" altLang="zh-CN" sz="2667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</a:p>
          <a:p>
            <a:pPr>
              <a:lnSpc>
                <a:spcPts val="2000"/>
              </a:lnSpc>
              <a:buFont typeface="Wingdings" pitchFamily="2" charset="2"/>
              <a:buChar char="Ø"/>
              <a:defRPr/>
            </a:pPr>
            <a:r>
              <a:rPr lang="zh-CN" altLang="en-US" sz="2667" b="1" dirty="0">
                <a:latin typeface="Times New Roman" panose="02020603050405020304" pitchFamily="18" charset="0"/>
                <a:ea typeface="楷体" panose="02010609060101010101" pitchFamily="49" charset="-122"/>
              </a:rPr>
              <a:t>输出：接收同样语言的</a:t>
            </a:r>
            <a:r>
              <a:rPr lang="en-US" altLang="zh-CN" sz="2667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DFA </a:t>
            </a:r>
            <a:r>
              <a:rPr lang="en-US" altLang="zh-CN" sz="2667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</a:t>
            </a:r>
          </a:p>
          <a:p>
            <a:pPr>
              <a:lnSpc>
                <a:spcPts val="2000"/>
              </a:lnSpc>
              <a:buFont typeface="Wingdings" pitchFamily="2" charset="2"/>
              <a:buChar char="Ø"/>
              <a:defRPr/>
            </a:pPr>
            <a:r>
              <a:rPr lang="zh-CN" altLang="en-US" sz="2667" b="1" dirty="0">
                <a:latin typeface="Times New Roman" panose="02020603050405020304" pitchFamily="18" charset="0"/>
                <a:ea typeface="楷体" panose="02010609060101010101" pitchFamily="49" charset="-122"/>
              </a:rPr>
              <a:t>方法：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一开始，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ε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-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closur</a:t>
            </a:r>
            <a:r>
              <a:rPr lang="en-US" altLang="zh-CN" sz="2133" b="1" i="1" spc="-667" dirty="0">
                <a:latin typeface="Times New Roman" panose="02020603050405020304" pitchFamily="18" charset="0"/>
                <a:ea typeface="楷体" panose="02010609060101010101" pitchFamily="49" charset="-122"/>
              </a:rPr>
              <a:t>e  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 s</a:t>
            </a:r>
            <a:r>
              <a:rPr lang="en-US" altLang="zh-CN" sz="2133" b="1" i="1" baseline="-30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0 </a:t>
            </a:r>
            <a:r>
              <a:rPr lang="zh-CN" altLang="en-US" sz="2133" b="1" spc="-1333" dirty="0">
                <a:latin typeface="Times New Roman" panose="02020603050405020304" pitchFamily="18" charset="0"/>
                <a:ea typeface="楷体" panose="02010609060101010101" pitchFamily="49" charset="-122"/>
              </a:rPr>
              <a:t>）   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是</a:t>
            </a:r>
            <a:r>
              <a:rPr lang="en-US" altLang="zh-CN" sz="2133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Dstates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中的唯一状态，且它未加标记；        </a:t>
            </a:r>
            <a:endParaRPr lang="en-US" altLang="zh-CN" sz="2133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ts val="2000"/>
              </a:lnSpc>
              <a:buNone/>
              <a:defRPr/>
            </a:pP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while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（在</a:t>
            </a:r>
            <a:r>
              <a:rPr lang="en-US" altLang="zh-CN" sz="2133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Dstates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中有一个未标记状态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T </a:t>
            </a:r>
            <a:r>
              <a:rPr lang="zh-CN" altLang="en-US" sz="2133" b="1" spc="-2000" dirty="0">
                <a:latin typeface="Times New Roman" panose="02020603050405020304" pitchFamily="18" charset="0"/>
                <a:ea typeface="楷体" panose="02010609060101010101" pitchFamily="49" charset="-122"/>
              </a:rPr>
              <a:t>）  ｛</a:t>
            </a:r>
            <a:endParaRPr lang="en-US" altLang="zh-CN" sz="2133" b="1" spc="-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ts val="2000"/>
              </a:lnSpc>
              <a:buNone/>
              <a:defRPr/>
            </a:pP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给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T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加上标记；</a:t>
            </a:r>
            <a:endParaRPr lang="en-US" altLang="zh-CN" sz="2133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ts val="2000"/>
              </a:lnSpc>
              <a:buNone/>
              <a:defRPr/>
            </a:pP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for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（每个输入符号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133" b="1" spc="-2000" dirty="0">
                <a:latin typeface="Times New Roman" panose="02020603050405020304" pitchFamily="18" charset="0"/>
                <a:ea typeface="楷体" panose="02010609060101010101" pitchFamily="49" charset="-122"/>
              </a:rPr>
              <a:t> ）  ｛</a:t>
            </a:r>
            <a:endParaRPr lang="en-US" altLang="zh-CN" sz="2133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ts val="2000"/>
              </a:lnSpc>
              <a:buNone/>
              <a:defRPr/>
            </a:pP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         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U 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= 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ε-closure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move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T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));</a:t>
            </a:r>
          </a:p>
          <a:p>
            <a:pPr>
              <a:lnSpc>
                <a:spcPts val="2000"/>
              </a:lnSpc>
              <a:buNone/>
              <a:defRPr/>
            </a:pP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         if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U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不在</a:t>
            </a:r>
            <a:r>
              <a:rPr lang="en-US" altLang="zh-CN" sz="2133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Dstates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中</a:t>
            </a: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>
              <a:lnSpc>
                <a:spcPts val="2000"/>
              </a:lnSpc>
              <a:buNone/>
              <a:defRPr/>
            </a:pP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                      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将</a:t>
            </a:r>
            <a:r>
              <a:rPr lang="en-US" altLang="zh-CN" sz="2133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U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加入到</a:t>
            </a:r>
            <a:r>
              <a:rPr lang="en-US" altLang="zh-CN" sz="2133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Dstates</a:t>
            </a:r>
            <a:r>
              <a:rPr lang="zh-CN" altLang="en-US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中，且不加标记；</a:t>
            </a:r>
            <a:endParaRPr lang="en-US" altLang="zh-CN" sz="2133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ts val="2000"/>
              </a:lnSpc>
              <a:buNone/>
              <a:defRPr/>
            </a:pP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}</a:t>
            </a:r>
          </a:p>
          <a:p>
            <a:pPr>
              <a:lnSpc>
                <a:spcPts val="2000"/>
              </a:lnSpc>
              <a:buNone/>
              <a:defRPr/>
            </a:pPr>
            <a:r>
              <a:rPr lang="en-US" altLang="zh-CN" sz="2133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}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6083" name="标题 2">
            <a:extLst>
              <a:ext uri="{FF2B5EF4-FFF2-40B4-BE49-F238E27FC236}">
                <a16:creationId xmlns:a16="http://schemas.microsoft.com/office/drawing/2014/main" id="{7F7BC72F-47DC-3D48-E4EE-C205EB15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4000" spc="400" dirty="0">
                <a:latin typeface="微软雅黑" pitchFamily="34" charset="-122"/>
                <a:ea typeface="微软雅黑" pitchFamily="34" charset="-122"/>
              </a:rPr>
              <a:t>子集</a:t>
            </a:r>
            <a:r>
              <a:rPr lang="zh-CN" altLang="en-US" sz="4000" spc="-400" dirty="0">
                <a:latin typeface="微软雅黑" pitchFamily="34" charset="-122"/>
                <a:ea typeface="微软雅黑" pitchFamily="34" charset="-122"/>
              </a:rPr>
              <a:t>法</a:t>
            </a:r>
            <a:r>
              <a:rPr lang="zh-CN" altLang="en-US" sz="3333" spc="-400" dirty="0"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3333" spc="-400" dirty="0">
                <a:cs typeface="Times New Roman" pitchFamily="18" charset="0"/>
              </a:rPr>
              <a:t>  </a:t>
            </a:r>
            <a:r>
              <a:rPr lang="en-US" altLang="zh-CN" sz="3333" i="1" dirty="0">
                <a:cs typeface="Times New Roman" pitchFamily="18" charset="0"/>
              </a:rPr>
              <a:t>subset construction</a:t>
            </a:r>
            <a:r>
              <a:rPr lang="zh-CN" altLang="en-US" sz="3333" dirty="0"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99332" name="组合 44">
            <a:extLst>
              <a:ext uri="{FF2B5EF4-FFF2-40B4-BE49-F238E27FC236}">
                <a16:creationId xmlns:a16="http://schemas.microsoft.com/office/drawing/2014/main" id="{5A7CB2C0-29B8-4A71-662E-A17DB89A883F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4DADCD4-18BA-8984-30C9-4093EE63C307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9351" name="五边形 46">
              <a:extLst>
                <a:ext uri="{FF2B5EF4-FFF2-40B4-BE49-F238E27FC236}">
                  <a16:creationId xmlns:a16="http://schemas.microsoft.com/office/drawing/2014/main" id="{60F9F71F-A9D7-7AEC-0C88-C43637D4B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11" name="Group 18">
            <a:extLst>
              <a:ext uri="{FF2B5EF4-FFF2-40B4-BE49-F238E27FC236}">
                <a16:creationId xmlns:a16="http://schemas.microsoft.com/office/drawing/2014/main" id="{32716B29-E2A4-319C-F993-4A2F2DC35F14}"/>
              </a:ext>
            </a:extLst>
          </p:cNvPr>
          <p:cNvGraphicFramePr>
            <a:graphicFrameLocks noGrp="1"/>
          </p:cNvGraphicFramePr>
          <p:nvPr/>
        </p:nvGraphicFramePr>
        <p:xfrm>
          <a:off x="624418" y="5046133"/>
          <a:ext cx="11233149" cy="1667936"/>
        </p:xfrm>
        <a:graphic>
          <a:graphicData uri="http://schemas.openxmlformats.org/drawingml/2006/table">
            <a:tbl>
              <a:tblPr/>
              <a:tblGrid>
                <a:gridCol w="1780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3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9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marL="121919" marR="121919" marT="45795" marB="457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描述</a:t>
                      </a:r>
                    </a:p>
                  </a:txBody>
                  <a:tcPr marL="121919" marR="121919" marT="45795" marB="457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1919" marR="121919"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的状态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19" marR="121919"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1919" marR="121919" marT="45769" marB="4576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en-US" altLang="zh-CN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kumimoji="0" lang="en-US" altLang="zh-CN" sz="1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19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s∈T</a:t>
                      </a:r>
                      <a:r>
                        <a:rPr kumimoji="0" lang="en-US" altLang="zh-CN" sz="19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21919" marR="121919" marT="45769" marB="45769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9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, a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19" marR="121919" marT="45769" marB="4576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出发通过标号为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的转换到达的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19" marR="121919" marT="45769" marB="4576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星形: 五角 1">
            <a:extLst>
              <a:ext uri="{FF2B5EF4-FFF2-40B4-BE49-F238E27FC236}">
                <a16:creationId xmlns:a16="http://schemas.microsoft.com/office/drawing/2014/main" id="{42844F9D-7846-475F-BA43-DC64315A8DB4}"/>
              </a:ext>
            </a:extLst>
          </p:cNvPr>
          <p:cNvSpPr/>
          <p:nvPr/>
        </p:nvSpPr>
        <p:spPr>
          <a:xfrm>
            <a:off x="9740348" y="404191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>
            <a:extLst>
              <a:ext uri="{FF2B5EF4-FFF2-40B4-BE49-F238E27FC236}">
                <a16:creationId xmlns:a16="http://schemas.microsoft.com/office/drawing/2014/main" id="{58369DE2-F1ED-FA7C-E213-72666A4E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4000" spc="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确定有穷自动机的化简</a:t>
            </a:r>
          </a:p>
        </p:txBody>
      </p:sp>
      <p:grpSp>
        <p:nvGrpSpPr>
          <p:cNvPr id="115715" name="组合 44">
            <a:extLst>
              <a:ext uri="{FF2B5EF4-FFF2-40B4-BE49-F238E27FC236}">
                <a16:creationId xmlns:a16="http://schemas.microsoft.com/office/drawing/2014/main" id="{0DFAF5B5-5D9E-71C2-9AC8-82B60A4F648C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6" name="五边形 15">
              <a:extLst>
                <a:ext uri="{FF2B5EF4-FFF2-40B4-BE49-F238E27FC236}">
                  <a16:creationId xmlns:a16="http://schemas.microsoft.com/office/drawing/2014/main" id="{2B1713E8-225A-DA49-4194-683CE125B130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5718" name="五边形 46">
              <a:extLst>
                <a:ext uri="{FF2B5EF4-FFF2-40B4-BE49-F238E27FC236}">
                  <a16:creationId xmlns:a16="http://schemas.microsoft.com/office/drawing/2014/main" id="{4095BB6F-06E3-81F4-8DDF-28571548D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15716" name="文本框 1">
            <a:extLst>
              <a:ext uri="{FF2B5EF4-FFF2-40B4-BE49-F238E27FC236}">
                <a16:creationId xmlns:a16="http://schemas.microsoft.com/office/drawing/2014/main" id="{DDD6FD5C-15BC-243F-EFF1-63B8D1F3E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67" y="1604434"/>
            <a:ext cx="10488084" cy="372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楷体" panose="02010609060101010101" pitchFamily="49" charset="-122"/>
              </a:rPr>
              <a:t>DFA</a:t>
            </a: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</a:rPr>
              <a:t>的化简过程：分割法</a:t>
            </a:r>
            <a:endParaRPr lang="en-US" altLang="zh-CN" sz="3200" b="1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</a:rPr>
              <a:t>确定有穷自动机</a:t>
            </a:r>
            <a:r>
              <a:rPr lang="en-US" altLang="zh-CN" sz="3200" b="1" i="1"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</a:rPr>
              <a:t>的化简过程也就是其状态最小化过程：一个</a:t>
            </a:r>
            <a:r>
              <a:rPr lang="en-US" altLang="zh-CN" sz="3200" b="1">
                <a:latin typeface="Times New Roman" panose="02020603050405020304" pitchFamily="18" charset="0"/>
                <a:ea typeface="楷体" panose="02010609060101010101" pitchFamily="49" charset="-122"/>
              </a:rPr>
              <a:t>DFA </a:t>
            </a:r>
            <a:r>
              <a:rPr lang="en-US" altLang="zh-CN" sz="3200" b="1" i="1"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</a:rPr>
              <a:t>的状态最小化过程是指</a:t>
            </a:r>
            <a:r>
              <a:rPr lang="zh-CN" altLang="en-US" sz="32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将</a:t>
            </a:r>
            <a:r>
              <a:rPr lang="en-US" altLang="zh-CN" sz="3200" b="1" i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zh-CN" altLang="en-US" sz="32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的状态集分割成一些不相交的子集，使得任何不同的两子集中的状态都是可区别的，而同一子集中的任何两个状态都是等价的。</a:t>
            </a: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</a:rPr>
              <a:t>最后在每个子集中选出一个代表，同时消去其它等价状态。</a:t>
            </a:r>
          </a:p>
        </p:txBody>
      </p:sp>
      <p:sp>
        <p:nvSpPr>
          <p:cNvPr id="2" name="星形: 五角 1">
            <a:extLst>
              <a:ext uri="{FF2B5EF4-FFF2-40B4-BE49-F238E27FC236}">
                <a16:creationId xmlns:a16="http://schemas.microsoft.com/office/drawing/2014/main" id="{DA3EDEF0-B665-5A82-E14E-7B8E42D87C4F}"/>
              </a:ext>
            </a:extLst>
          </p:cNvPr>
          <p:cNvSpPr/>
          <p:nvPr/>
        </p:nvSpPr>
        <p:spPr>
          <a:xfrm>
            <a:off x="9740348" y="404191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252" y="612154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1(0|1)*101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CA68E39-181B-94D3-8712-4F2BB6AB4468}"/>
              </a:ext>
            </a:extLst>
          </p:cNvPr>
          <p:cNvSpPr/>
          <p:nvPr/>
        </p:nvSpPr>
        <p:spPr bwMode="auto">
          <a:xfrm>
            <a:off x="4242804" y="254883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7FF010-34EB-AFC1-7DB7-A1B13EE1EE5A}"/>
              </a:ext>
            </a:extLst>
          </p:cNvPr>
          <p:cNvSpPr/>
          <p:nvPr/>
        </p:nvSpPr>
        <p:spPr>
          <a:xfrm>
            <a:off x="1378502" y="1792563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E0DC9F2-2A05-27B5-BF08-9101CFA8BBA1}"/>
              </a:ext>
            </a:extLst>
          </p:cNvPr>
          <p:cNvSpPr/>
          <p:nvPr/>
        </p:nvSpPr>
        <p:spPr bwMode="auto">
          <a:xfrm>
            <a:off x="4465983" y="1752876"/>
            <a:ext cx="503237" cy="46831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372CA6-EEE3-8BDE-6824-7B297CC465BC}"/>
              </a:ext>
            </a:extLst>
          </p:cNvPr>
          <p:cNvSpPr/>
          <p:nvPr/>
        </p:nvSpPr>
        <p:spPr>
          <a:xfrm>
            <a:off x="4542183" y="1808438"/>
            <a:ext cx="358775" cy="3587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C75D592-991C-E1C5-562F-08F2095E8FA4}"/>
              </a:ext>
            </a:extLst>
          </p:cNvPr>
          <p:cNvCxnSpPr>
            <a:stCxn id="6" idx="6"/>
          </p:cNvCxnSpPr>
          <p:nvPr/>
        </p:nvCxnSpPr>
        <p:spPr>
          <a:xfrm>
            <a:off x="1738865" y="1971951"/>
            <a:ext cx="2727118" cy="1587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2005B82-AEF1-9CF9-3CBE-EE20D40E16EB}"/>
              </a:ext>
            </a:extLst>
          </p:cNvPr>
          <p:cNvSpPr txBox="1">
            <a:spLocks/>
          </p:cNvSpPr>
          <p:nvPr/>
        </p:nvSpPr>
        <p:spPr>
          <a:xfrm>
            <a:off x="2220877" y="1424539"/>
            <a:ext cx="1623391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1(0|1)*101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36B161-F494-01BA-5DDA-0EB1CDE3DC54}"/>
              </a:ext>
            </a:extLst>
          </p:cNvPr>
          <p:cNvSpPr/>
          <p:nvPr/>
        </p:nvSpPr>
        <p:spPr>
          <a:xfrm>
            <a:off x="1378502" y="254883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CB1332E-0AF7-D6A5-D810-2945B9721531}"/>
              </a:ext>
            </a:extLst>
          </p:cNvPr>
          <p:cNvSpPr/>
          <p:nvPr/>
        </p:nvSpPr>
        <p:spPr bwMode="auto">
          <a:xfrm>
            <a:off x="5837832" y="2494065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DF2EFCF-8661-6FE9-AA16-E5BD08CD8577}"/>
              </a:ext>
            </a:extLst>
          </p:cNvPr>
          <p:cNvSpPr/>
          <p:nvPr/>
        </p:nvSpPr>
        <p:spPr>
          <a:xfrm>
            <a:off x="5914032" y="2549627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B6947A7-33C2-4FC1-83B8-42705E89C402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1738865" y="2728222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A4680B01-8407-663C-3972-61C249F61B52}"/>
              </a:ext>
            </a:extLst>
          </p:cNvPr>
          <p:cNvSpPr txBox="1">
            <a:spLocks/>
          </p:cNvSpPr>
          <p:nvPr/>
        </p:nvSpPr>
        <p:spPr>
          <a:xfrm>
            <a:off x="1815065" y="2228297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C59528C-57C8-AF0C-F70D-EC9765F22B89}"/>
              </a:ext>
            </a:extLst>
          </p:cNvPr>
          <p:cNvSpPr/>
          <p:nvPr/>
        </p:nvSpPr>
        <p:spPr>
          <a:xfrm>
            <a:off x="2175429" y="254883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365DDBE-A15E-9055-0398-AD0A3E9DD59E}"/>
              </a:ext>
            </a:extLst>
          </p:cNvPr>
          <p:cNvCxnSpPr>
            <a:cxnSpLocks/>
          </p:cNvCxnSpPr>
          <p:nvPr/>
        </p:nvCxnSpPr>
        <p:spPr>
          <a:xfrm>
            <a:off x="2535792" y="2728221"/>
            <a:ext cx="90812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EDD955F-1E6C-5FF9-25AD-310058338A1F}"/>
              </a:ext>
            </a:extLst>
          </p:cNvPr>
          <p:cNvSpPr txBox="1"/>
          <p:nvPr/>
        </p:nvSpPr>
        <p:spPr>
          <a:xfrm>
            <a:off x="2577000" y="2271169"/>
            <a:ext cx="943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(0|1)*</a:t>
            </a:r>
            <a:endParaRPr lang="zh-CN" altLang="en-US" sz="24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98BF4C4-A2B6-3702-CE01-F9EE45783491}"/>
              </a:ext>
            </a:extLst>
          </p:cNvPr>
          <p:cNvSpPr/>
          <p:nvPr/>
        </p:nvSpPr>
        <p:spPr>
          <a:xfrm>
            <a:off x="3443912" y="254883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A34BEF-1B00-F6ED-63BE-92BD936EB36B}"/>
              </a:ext>
            </a:extLst>
          </p:cNvPr>
          <p:cNvCxnSpPr>
            <a:cxnSpLocks/>
          </p:cNvCxnSpPr>
          <p:nvPr/>
        </p:nvCxnSpPr>
        <p:spPr>
          <a:xfrm>
            <a:off x="3804275" y="273360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D1FAA563-F017-6969-F0A1-465EC8975DE0}"/>
              </a:ext>
            </a:extLst>
          </p:cNvPr>
          <p:cNvSpPr txBox="1">
            <a:spLocks/>
          </p:cNvSpPr>
          <p:nvPr/>
        </p:nvSpPr>
        <p:spPr>
          <a:xfrm>
            <a:off x="3869598" y="225014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FE07519-DFF3-CF88-95C1-E5F36682D0B5}"/>
              </a:ext>
            </a:extLst>
          </p:cNvPr>
          <p:cNvSpPr/>
          <p:nvPr/>
        </p:nvSpPr>
        <p:spPr bwMode="auto">
          <a:xfrm>
            <a:off x="5046739" y="254883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8FE8900-14FD-68F1-617C-DC6DA9F1AA8D}"/>
              </a:ext>
            </a:extLst>
          </p:cNvPr>
          <p:cNvCxnSpPr>
            <a:cxnSpLocks/>
          </p:cNvCxnSpPr>
          <p:nvPr/>
        </p:nvCxnSpPr>
        <p:spPr>
          <a:xfrm>
            <a:off x="4608210" y="273360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E6F1538D-13E9-9C43-0064-F5CF56DDFBE5}"/>
              </a:ext>
            </a:extLst>
          </p:cNvPr>
          <p:cNvSpPr txBox="1">
            <a:spLocks/>
          </p:cNvSpPr>
          <p:nvPr/>
        </p:nvSpPr>
        <p:spPr>
          <a:xfrm>
            <a:off x="4673533" y="225014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0396FA3-A298-33A4-18A0-7934BE36AD5D}"/>
              </a:ext>
            </a:extLst>
          </p:cNvPr>
          <p:cNvCxnSpPr>
            <a:cxnSpLocks/>
          </p:cNvCxnSpPr>
          <p:nvPr/>
        </p:nvCxnSpPr>
        <p:spPr>
          <a:xfrm>
            <a:off x="5412145" y="273360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内容占位符 2">
            <a:extLst>
              <a:ext uri="{FF2B5EF4-FFF2-40B4-BE49-F238E27FC236}">
                <a16:creationId xmlns:a16="http://schemas.microsoft.com/office/drawing/2014/main" id="{ACCAD458-B04D-6489-BEF3-D8C986306931}"/>
              </a:ext>
            </a:extLst>
          </p:cNvPr>
          <p:cNvSpPr txBox="1">
            <a:spLocks/>
          </p:cNvSpPr>
          <p:nvPr/>
        </p:nvSpPr>
        <p:spPr>
          <a:xfrm>
            <a:off x="5477468" y="225014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685CAF3-357E-FDD3-29D4-81FB1419E6E4}"/>
              </a:ext>
            </a:extLst>
          </p:cNvPr>
          <p:cNvSpPr/>
          <p:nvPr/>
        </p:nvSpPr>
        <p:spPr bwMode="auto">
          <a:xfrm>
            <a:off x="4601579" y="394612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5B4B53F-2B04-F3A3-B03F-2226B3FB839B}"/>
              </a:ext>
            </a:extLst>
          </p:cNvPr>
          <p:cNvSpPr/>
          <p:nvPr/>
        </p:nvSpPr>
        <p:spPr>
          <a:xfrm>
            <a:off x="1378502" y="393422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1C4170B-E5BC-2D8F-749C-A8612A9EDAC0}"/>
              </a:ext>
            </a:extLst>
          </p:cNvPr>
          <p:cNvSpPr/>
          <p:nvPr/>
        </p:nvSpPr>
        <p:spPr bwMode="auto">
          <a:xfrm>
            <a:off x="6196607" y="3891355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8C04218-F383-EEFC-63C6-F998C01DF72A}"/>
              </a:ext>
            </a:extLst>
          </p:cNvPr>
          <p:cNvSpPr/>
          <p:nvPr/>
        </p:nvSpPr>
        <p:spPr>
          <a:xfrm>
            <a:off x="6272807" y="3946917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3B49073-1DF0-56AB-FAC8-F7F086647544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738865" y="4113612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B303F99B-CFEA-5226-5BCF-3EE45709959A}"/>
              </a:ext>
            </a:extLst>
          </p:cNvPr>
          <p:cNvSpPr/>
          <p:nvPr/>
        </p:nvSpPr>
        <p:spPr>
          <a:xfrm>
            <a:off x="2175429" y="393422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16F5DED-1E28-730A-E38C-658F33CAAD23}"/>
              </a:ext>
            </a:extLst>
          </p:cNvPr>
          <p:cNvCxnSpPr>
            <a:cxnSpLocks/>
          </p:cNvCxnSpPr>
          <p:nvPr/>
        </p:nvCxnSpPr>
        <p:spPr>
          <a:xfrm>
            <a:off x="2535792" y="4113611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AEC8B98-573E-A2E9-19D2-99275A8D535A}"/>
              </a:ext>
            </a:extLst>
          </p:cNvPr>
          <p:cNvSpPr txBox="1"/>
          <p:nvPr/>
        </p:nvSpPr>
        <p:spPr>
          <a:xfrm>
            <a:off x="2926486" y="3245598"/>
            <a:ext cx="943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0|1</a:t>
            </a:r>
            <a:endParaRPr lang="zh-CN" altLang="en-US" sz="2400" dirty="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41CE0852-4B17-9C17-0CBF-3E741A51EB6D}"/>
              </a:ext>
            </a:extLst>
          </p:cNvPr>
          <p:cNvSpPr/>
          <p:nvPr/>
        </p:nvSpPr>
        <p:spPr>
          <a:xfrm>
            <a:off x="3802687" y="394612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795DC48-D267-9CD4-237E-2F731FA950F1}"/>
              </a:ext>
            </a:extLst>
          </p:cNvPr>
          <p:cNvCxnSpPr>
            <a:cxnSpLocks/>
          </p:cNvCxnSpPr>
          <p:nvPr/>
        </p:nvCxnSpPr>
        <p:spPr>
          <a:xfrm>
            <a:off x="4163050" y="413089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DF3BC5AA-34B1-09F1-AC85-90760B021FBB}"/>
              </a:ext>
            </a:extLst>
          </p:cNvPr>
          <p:cNvSpPr/>
          <p:nvPr/>
        </p:nvSpPr>
        <p:spPr bwMode="auto">
          <a:xfrm>
            <a:off x="5405514" y="394612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A2F483F-F35A-561E-A1CC-38A6D532543E}"/>
              </a:ext>
            </a:extLst>
          </p:cNvPr>
          <p:cNvCxnSpPr>
            <a:cxnSpLocks/>
          </p:cNvCxnSpPr>
          <p:nvPr/>
        </p:nvCxnSpPr>
        <p:spPr>
          <a:xfrm>
            <a:off x="4966985" y="413089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8F05BAB-B1A4-5327-7D7A-C79DEE11600F}"/>
              </a:ext>
            </a:extLst>
          </p:cNvPr>
          <p:cNvCxnSpPr>
            <a:cxnSpLocks/>
          </p:cNvCxnSpPr>
          <p:nvPr/>
        </p:nvCxnSpPr>
        <p:spPr>
          <a:xfrm>
            <a:off x="5770920" y="413089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C76A3459-531F-C99B-170E-9EE51B138D8B}"/>
              </a:ext>
            </a:extLst>
          </p:cNvPr>
          <p:cNvSpPr/>
          <p:nvPr/>
        </p:nvSpPr>
        <p:spPr>
          <a:xfrm>
            <a:off x="2996462" y="393422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915F058F-5708-301A-E054-55036BDB0620}"/>
              </a:ext>
            </a:extLst>
          </p:cNvPr>
          <p:cNvCxnSpPr>
            <a:cxnSpLocks/>
          </p:cNvCxnSpPr>
          <p:nvPr/>
        </p:nvCxnSpPr>
        <p:spPr>
          <a:xfrm>
            <a:off x="3356825" y="4113611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AA843682-9C65-EDAA-468A-71B07CFFE9CB}"/>
              </a:ext>
            </a:extLst>
          </p:cNvPr>
          <p:cNvSpPr txBox="1">
            <a:spLocks/>
          </p:cNvSpPr>
          <p:nvPr/>
        </p:nvSpPr>
        <p:spPr>
          <a:xfrm>
            <a:off x="1799501" y="360574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内容占位符 2">
            <a:extLst>
              <a:ext uri="{FF2B5EF4-FFF2-40B4-BE49-F238E27FC236}">
                <a16:creationId xmlns:a16="http://schemas.microsoft.com/office/drawing/2014/main" id="{62EF5B40-7BF9-1B4A-CB3C-D7330B86345E}"/>
              </a:ext>
            </a:extLst>
          </p:cNvPr>
          <p:cNvSpPr txBox="1">
            <a:spLocks/>
          </p:cNvSpPr>
          <p:nvPr/>
        </p:nvSpPr>
        <p:spPr>
          <a:xfrm>
            <a:off x="2636097" y="359711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弧形 53">
            <a:extLst>
              <a:ext uri="{FF2B5EF4-FFF2-40B4-BE49-F238E27FC236}">
                <a16:creationId xmlns:a16="http://schemas.microsoft.com/office/drawing/2014/main" id="{8700A0D6-1BC8-2FEC-2A75-DB91F2EDD37A}"/>
              </a:ext>
            </a:extLst>
          </p:cNvPr>
          <p:cNvSpPr/>
          <p:nvPr/>
        </p:nvSpPr>
        <p:spPr>
          <a:xfrm rot="20839790">
            <a:off x="3045213" y="3687842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5" name="内容占位符 2">
            <a:extLst>
              <a:ext uri="{FF2B5EF4-FFF2-40B4-BE49-F238E27FC236}">
                <a16:creationId xmlns:a16="http://schemas.microsoft.com/office/drawing/2014/main" id="{CFABFD70-CFC6-0C63-C1C6-9281511D798F}"/>
              </a:ext>
            </a:extLst>
          </p:cNvPr>
          <p:cNvSpPr txBox="1">
            <a:spLocks/>
          </p:cNvSpPr>
          <p:nvPr/>
        </p:nvSpPr>
        <p:spPr>
          <a:xfrm>
            <a:off x="3457131" y="3594823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49445569-DF67-EA8D-4ED1-08727364BE2B}"/>
              </a:ext>
            </a:extLst>
          </p:cNvPr>
          <p:cNvSpPr txBox="1">
            <a:spLocks/>
          </p:cNvSpPr>
          <p:nvPr/>
        </p:nvSpPr>
        <p:spPr>
          <a:xfrm>
            <a:off x="4215443" y="362494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8B2AD7C6-7C61-032A-7F16-A3D6E06F7C44}"/>
              </a:ext>
            </a:extLst>
          </p:cNvPr>
          <p:cNvSpPr txBox="1">
            <a:spLocks/>
          </p:cNvSpPr>
          <p:nvPr/>
        </p:nvSpPr>
        <p:spPr>
          <a:xfrm>
            <a:off x="5019378" y="362494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内容占位符 2">
            <a:extLst>
              <a:ext uri="{FF2B5EF4-FFF2-40B4-BE49-F238E27FC236}">
                <a16:creationId xmlns:a16="http://schemas.microsoft.com/office/drawing/2014/main" id="{01973430-9C95-A9E7-6FB5-66E93F3DA780}"/>
              </a:ext>
            </a:extLst>
          </p:cNvPr>
          <p:cNvSpPr txBox="1">
            <a:spLocks/>
          </p:cNvSpPr>
          <p:nvPr/>
        </p:nvSpPr>
        <p:spPr>
          <a:xfrm>
            <a:off x="5823313" y="362494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0AC7CD54-A33F-4377-5786-C33A95CBC2C6}"/>
              </a:ext>
            </a:extLst>
          </p:cNvPr>
          <p:cNvSpPr/>
          <p:nvPr/>
        </p:nvSpPr>
        <p:spPr bwMode="auto">
          <a:xfrm>
            <a:off x="4601579" y="492479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759BE9DF-559E-FC5B-86EF-86D21E80F084}"/>
              </a:ext>
            </a:extLst>
          </p:cNvPr>
          <p:cNvSpPr/>
          <p:nvPr/>
        </p:nvSpPr>
        <p:spPr>
          <a:xfrm>
            <a:off x="1378502" y="491289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2650562-503F-C731-A876-C31EA05998FF}"/>
              </a:ext>
            </a:extLst>
          </p:cNvPr>
          <p:cNvSpPr/>
          <p:nvPr/>
        </p:nvSpPr>
        <p:spPr bwMode="auto">
          <a:xfrm>
            <a:off x="6196607" y="4870025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BDC4F2D3-EFFA-CC68-ACA9-56995010AD82}"/>
              </a:ext>
            </a:extLst>
          </p:cNvPr>
          <p:cNvSpPr/>
          <p:nvPr/>
        </p:nvSpPr>
        <p:spPr>
          <a:xfrm>
            <a:off x="6272807" y="4925587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2BFCABF-CDF7-6F9B-FD64-9CA2678CDA62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738865" y="5092282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>
            <a:extLst>
              <a:ext uri="{FF2B5EF4-FFF2-40B4-BE49-F238E27FC236}">
                <a16:creationId xmlns:a16="http://schemas.microsoft.com/office/drawing/2014/main" id="{4195E7E7-5121-F143-FA9A-C830F64C2605}"/>
              </a:ext>
            </a:extLst>
          </p:cNvPr>
          <p:cNvSpPr/>
          <p:nvPr/>
        </p:nvSpPr>
        <p:spPr>
          <a:xfrm>
            <a:off x="2175429" y="491289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BCB1711-C20C-9347-66DB-BD25124A5D18}"/>
              </a:ext>
            </a:extLst>
          </p:cNvPr>
          <p:cNvCxnSpPr>
            <a:cxnSpLocks/>
          </p:cNvCxnSpPr>
          <p:nvPr/>
        </p:nvCxnSpPr>
        <p:spPr>
          <a:xfrm>
            <a:off x="2535792" y="5092281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1149A555-CC64-18B1-3591-86747C037C4C}"/>
              </a:ext>
            </a:extLst>
          </p:cNvPr>
          <p:cNvSpPr/>
          <p:nvPr/>
        </p:nvSpPr>
        <p:spPr>
          <a:xfrm>
            <a:off x="3802687" y="492479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7469571-1E12-E23C-4D74-B542DDF7A43F}"/>
              </a:ext>
            </a:extLst>
          </p:cNvPr>
          <p:cNvCxnSpPr>
            <a:cxnSpLocks/>
          </p:cNvCxnSpPr>
          <p:nvPr/>
        </p:nvCxnSpPr>
        <p:spPr>
          <a:xfrm>
            <a:off x="4163050" y="510956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>
            <a:extLst>
              <a:ext uri="{FF2B5EF4-FFF2-40B4-BE49-F238E27FC236}">
                <a16:creationId xmlns:a16="http://schemas.microsoft.com/office/drawing/2014/main" id="{410BBB58-4E47-64D7-1B69-43E17828ECFD}"/>
              </a:ext>
            </a:extLst>
          </p:cNvPr>
          <p:cNvSpPr/>
          <p:nvPr/>
        </p:nvSpPr>
        <p:spPr bwMode="auto">
          <a:xfrm>
            <a:off x="5405514" y="492479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E3FEE47-A036-10D2-9AB9-716C5848E001}"/>
              </a:ext>
            </a:extLst>
          </p:cNvPr>
          <p:cNvCxnSpPr>
            <a:cxnSpLocks/>
          </p:cNvCxnSpPr>
          <p:nvPr/>
        </p:nvCxnSpPr>
        <p:spPr>
          <a:xfrm>
            <a:off x="4966985" y="510956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45942924-CD2C-3143-3BD8-8F8C10A0A485}"/>
              </a:ext>
            </a:extLst>
          </p:cNvPr>
          <p:cNvCxnSpPr>
            <a:cxnSpLocks/>
          </p:cNvCxnSpPr>
          <p:nvPr/>
        </p:nvCxnSpPr>
        <p:spPr>
          <a:xfrm>
            <a:off x="5770920" y="510956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D8C2AE96-B9FF-103B-A0C2-30EF5EF2A8BD}"/>
              </a:ext>
            </a:extLst>
          </p:cNvPr>
          <p:cNvSpPr/>
          <p:nvPr/>
        </p:nvSpPr>
        <p:spPr>
          <a:xfrm>
            <a:off x="2996462" y="491289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6634067B-DBEE-E778-D267-195B7D1F185B}"/>
              </a:ext>
            </a:extLst>
          </p:cNvPr>
          <p:cNvCxnSpPr>
            <a:cxnSpLocks/>
          </p:cNvCxnSpPr>
          <p:nvPr/>
        </p:nvCxnSpPr>
        <p:spPr>
          <a:xfrm>
            <a:off x="3356825" y="5092281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内容占位符 2">
            <a:extLst>
              <a:ext uri="{FF2B5EF4-FFF2-40B4-BE49-F238E27FC236}">
                <a16:creationId xmlns:a16="http://schemas.microsoft.com/office/drawing/2014/main" id="{9EEB0D9D-FB1E-3572-A96D-0BECB23C5F01}"/>
              </a:ext>
            </a:extLst>
          </p:cNvPr>
          <p:cNvSpPr txBox="1">
            <a:spLocks/>
          </p:cNvSpPr>
          <p:nvPr/>
        </p:nvSpPr>
        <p:spPr>
          <a:xfrm>
            <a:off x="1799501" y="458441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1AF345A6-B7CF-0253-C591-40D4E191FA3C}"/>
              </a:ext>
            </a:extLst>
          </p:cNvPr>
          <p:cNvSpPr txBox="1">
            <a:spLocks/>
          </p:cNvSpPr>
          <p:nvPr/>
        </p:nvSpPr>
        <p:spPr>
          <a:xfrm>
            <a:off x="2636097" y="457578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弧形 74">
            <a:extLst>
              <a:ext uri="{FF2B5EF4-FFF2-40B4-BE49-F238E27FC236}">
                <a16:creationId xmlns:a16="http://schemas.microsoft.com/office/drawing/2014/main" id="{E0CC7EDE-7892-FB19-2451-BA3089115A5E}"/>
              </a:ext>
            </a:extLst>
          </p:cNvPr>
          <p:cNvSpPr/>
          <p:nvPr/>
        </p:nvSpPr>
        <p:spPr>
          <a:xfrm rot="20839790">
            <a:off x="3045213" y="4666512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6" name="内容占位符 2">
            <a:extLst>
              <a:ext uri="{FF2B5EF4-FFF2-40B4-BE49-F238E27FC236}">
                <a16:creationId xmlns:a16="http://schemas.microsoft.com/office/drawing/2014/main" id="{84B77C60-B6DB-75C3-6A71-C8FDE25510C0}"/>
              </a:ext>
            </a:extLst>
          </p:cNvPr>
          <p:cNvSpPr txBox="1">
            <a:spLocks/>
          </p:cNvSpPr>
          <p:nvPr/>
        </p:nvSpPr>
        <p:spPr>
          <a:xfrm>
            <a:off x="3457131" y="4573493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6C0A2AC5-DAB6-5D61-0AD8-5428E9B2DC72}"/>
              </a:ext>
            </a:extLst>
          </p:cNvPr>
          <p:cNvSpPr txBox="1">
            <a:spLocks/>
          </p:cNvSpPr>
          <p:nvPr/>
        </p:nvSpPr>
        <p:spPr>
          <a:xfrm>
            <a:off x="4215443" y="460361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8" name="内容占位符 2">
            <a:extLst>
              <a:ext uri="{FF2B5EF4-FFF2-40B4-BE49-F238E27FC236}">
                <a16:creationId xmlns:a16="http://schemas.microsoft.com/office/drawing/2014/main" id="{972E7845-CC9E-B576-2A47-5D7C8B797E06}"/>
              </a:ext>
            </a:extLst>
          </p:cNvPr>
          <p:cNvSpPr txBox="1">
            <a:spLocks/>
          </p:cNvSpPr>
          <p:nvPr/>
        </p:nvSpPr>
        <p:spPr>
          <a:xfrm>
            <a:off x="5019378" y="460361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" name="内容占位符 2">
            <a:extLst>
              <a:ext uri="{FF2B5EF4-FFF2-40B4-BE49-F238E27FC236}">
                <a16:creationId xmlns:a16="http://schemas.microsoft.com/office/drawing/2014/main" id="{8E907E0F-D059-2C7F-D543-2CE77EE154E8}"/>
              </a:ext>
            </a:extLst>
          </p:cNvPr>
          <p:cNvSpPr txBox="1">
            <a:spLocks/>
          </p:cNvSpPr>
          <p:nvPr/>
        </p:nvSpPr>
        <p:spPr>
          <a:xfrm>
            <a:off x="5823313" y="460361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529CB5A-32EE-F608-7E68-65B7E6308E1A}"/>
              </a:ext>
            </a:extLst>
          </p:cNvPr>
          <p:cNvSpPr txBox="1"/>
          <p:nvPr/>
        </p:nvSpPr>
        <p:spPr>
          <a:xfrm>
            <a:off x="3048556" y="4355323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sp>
        <p:nvSpPr>
          <p:cNvPr id="82" name="弧形 81">
            <a:extLst>
              <a:ext uri="{FF2B5EF4-FFF2-40B4-BE49-F238E27FC236}">
                <a16:creationId xmlns:a16="http://schemas.microsoft.com/office/drawing/2014/main" id="{A66F1835-8C75-BCAB-EF18-C4E2D1101BEC}"/>
              </a:ext>
            </a:extLst>
          </p:cNvPr>
          <p:cNvSpPr/>
          <p:nvPr/>
        </p:nvSpPr>
        <p:spPr>
          <a:xfrm rot="10061095">
            <a:off x="3050669" y="5270511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E01FC9D-E41E-4251-1220-16719D63FEB7}"/>
              </a:ext>
            </a:extLst>
          </p:cNvPr>
          <p:cNvSpPr txBox="1"/>
          <p:nvPr/>
        </p:nvSpPr>
        <p:spPr>
          <a:xfrm>
            <a:off x="3048556" y="5489674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000" dirty="0"/>
          </a:p>
        </p:txBody>
      </p:sp>
      <p:sp>
        <p:nvSpPr>
          <p:cNvPr id="85" name="Rectangle 22">
            <a:extLst>
              <a:ext uri="{FF2B5EF4-FFF2-40B4-BE49-F238E27FC236}">
                <a16:creationId xmlns:a16="http://schemas.microsoft.com/office/drawing/2014/main" id="{D3C2BEB1-4EF4-7A7F-9745-24303A7CE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025" y="1838634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B13B53B-2FFD-277E-E610-7173AF7F0DA5}"/>
              </a:ext>
            </a:extLst>
          </p:cNvPr>
          <p:cNvCxnSpPr>
            <a:cxnSpLocks/>
          </p:cNvCxnSpPr>
          <p:nvPr/>
        </p:nvCxnSpPr>
        <p:spPr>
          <a:xfrm>
            <a:off x="941938" y="1969409"/>
            <a:ext cx="436564" cy="2541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22">
            <a:extLst>
              <a:ext uri="{FF2B5EF4-FFF2-40B4-BE49-F238E27FC236}">
                <a16:creationId xmlns:a16="http://schemas.microsoft.com/office/drawing/2014/main" id="{48547F1F-65EE-65A6-F33E-0DC08BF32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74" y="2602829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C0956733-1F3A-FAA6-EA44-6FFB09B23B45}"/>
              </a:ext>
            </a:extLst>
          </p:cNvPr>
          <p:cNvCxnSpPr>
            <a:cxnSpLocks/>
          </p:cNvCxnSpPr>
          <p:nvPr/>
        </p:nvCxnSpPr>
        <p:spPr>
          <a:xfrm>
            <a:off x="935187" y="273360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22">
            <a:extLst>
              <a:ext uri="{FF2B5EF4-FFF2-40B4-BE49-F238E27FC236}">
                <a16:creationId xmlns:a16="http://schemas.microsoft.com/office/drawing/2014/main" id="{E098D788-EA40-869D-2B1A-2CA15602B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79" y="3980295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1CCFDB2-F569-7899-315F-7467BCB1DDF7}"/>
              </a:ext>
            </a:extLst>
          </p:cNvPr>
          <p:cNvCxnSpPr>
            <a:cxnSpLocks/>
          </p:cNvCxnSpPr>
          <p:nvPr/>
        </p:nvCxnSpPr>
        <p:spPr>
          <a:xfrm>
            <a:off x="935192" y="4111070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2">
            <a:extLst>
              <a:ext uri="{FF2B5EF4-FFF2-40B4-BE49-F238E27FC236}">
                <a16:creationId xmlns:a16="http://schemas.microsoft.com/office/drawing/2014/main" id="{9C8F7472-BD66-A51D-D627-E79FD4C07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09" y="4958965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88D9CD4A-C369-2117-9265-CEC2A0A031D3}"/>
              </a:ext>
            </a:extLst>
          </p:cNvPr>
          <p:cNvCxnSpPr>
            <a:cxnSpLocks/>
          </p:cNvCxnSpPr>
          <p:nvPr/>
        </p:nvCxnSpPr>
        <p:spPr>
          <a:xfrm>
            <a:off x="942422" y="5089740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316DFE6D-10D8-A4F1-F9FA-8BAAA33ABC4E}"/>
              </a:ext>
            </a:extLst>
          </p:cNvPr>
          <p:cNvSpPr txBox="1"/>
          <p:nvPr/>
        </p:nvSpPr>
        <p:spPr>
          <a:xfrm>
            <a:off x="8482632" y="1969409"/>
            <a:ext cx="3067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初始状态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终止状态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每条弧上一个符号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步骤清晰完全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D8B1681-E988-8BFA-8C0B-65152468E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832" y="763277"/>
            <a:ext cx="1439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正规式→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103B9F3-EF2E-BA1D-F174-96CD15532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95" y="763277"/>
            <a:ext cx="1296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6" grpId="2" animBg="1"/>
      <p:bldP spid="8" grpId="0" animBg="1"/>
      <p:bldP spid="8" grpId="1" animBg="1"/>
      <p:bldP spid="9" grpId="0" animBg="1"/>
      <p:bldP spid="12" grpId="0"/>
      <p:bldP spid="13" grpId="0" animBg="1"/>
      <p:bldP spid="13" grpId="1" animBg="1"/>
      <p:bldP spid="13" grpId="2" animBg="1"/>
      <p:bldP spid="14" grpId="0" animBg="1"/>
      <p:bldP spid="14" grpId="1" animBg="1"/>
      <p:bldP spid="15" grpId="0" animBg="1"/>
      <p:bldP spid="17" grpId="0"/>
      <p:bldP spid="19" grpId="0" animBg="1"/>
      <p:bldP spid="19" grpId="1" animBg="1"/>
      <p:bldP spid="19" grpId="2" animBg="1"/>
      <p:bldP spid="23" grpId="0"/>
      <p:bldP spid="25" grpId="0" animBg="1"/>
      <p:bldP spid="25" grpId="1" animBg="1"/>
      <p:bldP spid="25" grpId="2" animBg="1"/>
      <p:bldP spid="27" grpId="0"/>
      <p:bldP spid="29" grpId="0" animBg="1"/>
      <p:bldP spid="29" grpId="1" animBg="1"/>
      <p:bldP spid="31" grpId="0"/>
      <p:bldP spid="35" grpId="0"/>
      <p:bldP spid="36" grpId="0" animBg="1"/>
      <p:bldP spid="36" grpId="1" animBg="1"/>
      <p:bldP spid="37" grpId="0" animBg="1"/>
      <p:bldP spid="37" grpId="1" animBg="1"/>
      <p:bldP spid="37" grpId="2" animBg="1"/>
      <p:bldP spid="38" grpId="0" animBg="1"/>
      <p:bldP spid="38" grpId="1" animBg="1"/>
      <p:bldP spid="39" grpId="0" animBg="1"/>
      <p:bldP spid="41" grpId="0" animBg="1"/>
      <p:bldP spid="41" grpId="1" animBg="1"/>
      <p:bldP spid="41" grpId="2" animBg="1"/>
      <p:bldP spid="43" grpId="0"/>
      <p:bldP spid="44" grpId="0" animBg="1"/>
      <p:bldP spid="44" grpId="1" animBg="1"/>
      <p:bldP spid="44" grpId="2" animBg="1"/>
      <p:bldP spid="46" grpId="0" animBg="1"/>
      <p:bldP spid="46" grpId="1" animBg="1"/>
      <p:bldP spid="50" grpId="0" animBg="1"/>
      <p:bldP spid="50" grpId="1" animBg="1"/>
      <p:bldP spid="50" grpId="2" animBg="1"/>
      <p:bldP spid="52" grpId="0"/>
      <p:bldP spid="53" grpId="0"/>
      <p:bldP spid="54" grpId="0" animBg="1"/>
      <p:bldP spid="55" grpId="0"/>
      <p:bldP spid="56" grpId="0"/>
      <p:bldP spid="57" grpId="0"/>
      <p:bldP spid="58" grpId="0"/>
      <p:bldP spid="59" grpId="0" animBg="1"/>
      <p:bldP spid="59" grpId="1" animBg="1"/>
      <p:bldP spid="60" grpId="0" animBg="1"/>
      <p:bldP spid="60" grpId="1" animBg="1"/>
      <p:bldP spid="60" grpId="2" animBg="1"/>
      <p:bldP spid="61" grpId="0" animBg="1"/>
      <p:bldP spid="61" grpId="1" animBg="1"/>
      <p:bldP spid="62" grpId="0" animBg="1"/>
      <p:bldP spid="64" grpId="0" animBg="1"/>
      <p:bldP spid="64" grpId="1" animBg="1"/>
      <p:bldP spid="64" grpId="2" animBg="1"/>
      <p:bldP spid="66" grpId="0" animBg="1"/>
      <p:bldP spid="66" grpId="1" animBg="1"/>
      <p:bldP spid="66" grpId="2" animBg="1"/>
      <p:bldP spid="68" grpId="0" animBg="1"/>
      <p:bldP spid="68" grpId="1" animBg="1"/>
      <p:bldP spid="71" grpId="0" animBg="1"/>
      <p:bldP spid="71" grpId="1" animBg="1"/>
      <p:bldP spid="71" grpId="2" animBg="1"/>
      <p:bldP spid="73" grpId="0"/>
      <p:bldP spid="74" grpId="0"/>
      <p:bldP spid="75" grpId="0" animBg="1"/>
      <p:bldP spid="76" grpId="0"/>
      <p:bldP spid="77" grpId="0"/>
      <p:bldP spid="78" grpId="0"/>
      <p:bldP spid="79" grpId="0"/>
      <p:bldP spid="81" grpId="0"/>
      <p:bldP spid="82" grpId="0" animBg="1"/>
      <p:bldP spid="83" grpId="0"/>
      <p:bldP spid="85" grpId="0"/>
      <p:bldP spid="87" grpId="0"/>
      <p:bldP spid="89" grpId="0"/>
      <p:bldP spid="91" grpId="0"/>
      <p:bldP spid="93" grpId="0"/>
      <p:bldP spid="94" grpId="0"/>
      <p:bldP spid="9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252" y="612154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1(0|1)*101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0AC7CD54-A33F-4377-5786-C33A95CBC2C6}"/>
              </a:ext>
            </a:extLst>
          </p:cNvPr>
          <p:cNvSpPr/>
          <p:nvPr/>
        </p:nvSpPr>
        <p:spPr bwMode="auto">
          <a:xfrm>
            <a:off x="5111814" y="1830411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759BE9DF-559E-FC5B-86EF-86D21E80F084}"/>
              </a:ext>
            </a:extLst>
          </p:cNvPr>
          <p:cNvSpPr/>
          <p:nvPr/>
        </p:nvSpPr>
        <p:spPr>
          <a:xfrm>
            <a:off x="1888737" y="181851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2650562-503F-C731-A876-C31EA05998FF}"/>
              </a:ext>
            </a:extLst>
          </p:cNvPr>
          <p:cNvSpPr/>
          <p:nvPr/>
        </p:nvSpPr>
        <p:spPr bwMode="auto">
          <a:xfrm>
            <a:off x="6706842" y="1775642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BDC4F2D3-EFFA-CC68-ACA9-56995010AD82}"/>
              </a:ext>
            </a:extLst>
          </p:cNvPr>
          <p:cNvSpPr/>
          <p:nvPr/>
        </p:nvSpPr>
        <p:spPr>
          <a:xfrm>
            <a:off x="6783042" y="1831204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2BFCABF-CDF7-6F9B-FD64-9CA2678CDA62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2249100" y="1997899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>
            <a:extLst>
              <a:ext uri="{FF2B5EF4-FFF2-40B4-BE49-F238E27FC236}">
                <a16:creationId xmlns:a16="http://schemas.microsoft.com/office/drawing/2014/main" id="{4195E7E7-5121-F143-FA9A-C830F64C2605}"/>
              </a:ext>
            </a:extLst>
          </p:cNvPr>
          <p:cNvSpPr/>
          <p:nvPr/>
        </p:nvSpPr>
        <p:spPr>
          <a:xfrm>
            <a:off x="2685664" y="181851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BCB1711-C20C-9347-66DB-BD25124A5D18}"/>
              </a:ext>
            </a:extLst>
          </p:cNvPr>
          <p:cNvCxnSpPr>
            <a:cxnSpLocks/>
          </p:cNvCxnSpPr>
          <p:nvPr/>
        </p:nvCxnSpPr>
        <p:spPr>
          <a:xfrm>
            <a:off x="3046027" y="1997898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1149A555-CC64-18B1-3591-86747C037C4C}"/>
              </a:ext>
            </a:extLst>
          </p:cNvPr>
          <p:cNvSpPr/>
          <p:nvPr/>
        </p:nvSpPr>
        <p:spPr>
          <a:xfrm>
            <a:off x="4312922" y="183041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7469571-1E12-E23C-4D74-B542DDF7A43F}"/>
              </a:ext>
            </a:extLst>
          </p:cNvPr>
          <p:cNvCxnSpPr>
            <a:cxnSpLocks/>
          </p:cNvCxnSpPr>
          <p:nvPr/>
        </p:nvCxnSpPr>
        <p:spPr>
          <a:xfrm>
            <a:off x="4673285" y="2015181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>
            <a:extLst>
              <a:ext uri="{FF2B5EF4-FFF2-40B4-BE49-F238E27FC236}">
                <a16:creationId xmlns:a16="http://schemas.microsoft.com/office/drawing/2014/main" id="{410BBB58-4E47-64D7-1B69-43E17828ECFD}"/>
              </a:ext>
            </a:extLst>
          </p:cNvPr>
          <p:cNvSpPr/>
          <p:nvPr/>
        </p:nvSpPr>
        <p:spPr bwMode="auto">
          <a:xfrm>
            <a:off x="5915749" y="1830411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E3FEE47-A036-10D2-9AB9-716C5848E001}"/>
              </a:ext>
            </a:extLst>
          </p:cNvPr>
          <p:cNvCxnSpPr>
            <a:cxnSpLocks/>
          </p:cNvCxnSpPr>
          <p:nvPr/>
        </p:nvCxnSpPr>
        <p:spPr>
          <a:xfrm>
            <a:off x="5477220" y="2015181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45942924-CD2C-3143-3BD8-8F8C10A0A485}"/>
              </a:ext>
            </a:extLst>
          </p:cNvPr>
          <p:cNvCxnSpPr>
            <a:cxnSpLocks/>
          </p:cNvCxnSpPr>
          <p:nvPr/>
        </p:nvCxnSpPr>
        <p:spPr>
          <a:xfrm>
            <a:off x="6281155" y="2015181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D8C2AE96-B9FF-103B-A0C2-30EF5EF2A8BD}"/>
              </a:ext>
            </a:extLst>
          </p:cNvPr>
          <p:cNvSpPr/>
          <p:nvPr/>
        </p:nvSpPr>
        <p:spPr>
          <a:xfrm>
            <a:off x="3506697" y="181851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6634067B-DBEE-E778-D267-195B7D1F185B}"/>
              </a:ext>
            </a:extLst>
          </p:cNvPr>
          <p:cNvCxnSpPr>
            <a:cxnSpLocks/>
          </p:cNvCxnSpPr>
          <p:nvPr/>
        </p:nvCxnSpPr>
        <p:spPr>
          <a:xfrm>
            <a:off x="3867060" y="1997898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内容占位符 2">
            <a:extLst>
              <a:ext uri="{FF2B5EF4-FFF2-40B4-BE49-F238E27FC236}">
                <a16:creationId xmlns:a16="http://schemas.microsoft.com/office/drawing/2014/main" id="{9EEB0D9D-FB1E-3572-A96D-0BECB23C5F01}"/>
              </a:ext>
            </a:extLst>
          </p:cNvPr>
          <p:cNvSpPr txBox="1">
            <a:spLocks/>
          </p:cNvSpPr>
          <p:nvPr/>
        </p:nvSpPr>
        <p:spPr>
          <a:xfrm>
            <a:off x="2309736" y="1490036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1AF345A6-B7CF-0253-C591-40D4E191FA3C}"/>
              </a:ext>
            </a:extLst>
          </p:cNvPr>
          <p:cNvSpPr txBox="1">
            <a:spLocks/>
          </p:cNvSpPr>
          <p:nvPr/>
        </p:nvSpPr>
        <p:spPr>
          <a:xfrm>
            <a:off x="3146332" y="1481402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弧形 74">
            <a:extLst>
              <a:ext uri="{FF2B5EF4-FFF2-40B4-BE49-F238E27FC236}">
                <a16:creationId xmlns:a16="http://schemas.microsoft.com/office/drawing/2014/main" id="{E0CC7EDE-7892-FB19-2451-BA3089115A5E}"/>
              </a:ext>
            </a:extLst>
          </p:cNvPr>
          <p:cNvSpPr/>
          <p:nvPr/>
        </p:nvSpPr>
        <p:spPr>
          <a:xfrm rot="20839790">
            <a:off x="3555448" y="1572129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6" name="内容占位符 2">
            <a:extLst>
              <a:ext uri="{FF2B5EF4-FFF2-40B4-BE49-F238E27FC236}">
                <a16:creationId xmlns:a16="http://schemas.microsoft.com/office/drawing/2014/main" id="{84B77C60-B6DB-75C3-6A71-C8FDE25510C0}"/>
              </a:ext>
            </a:extLst>
          </p:cNvPr>
          <p:cNvSpPr txBox="1">
            <a:spLocks/>
          </p:cNvSpPr>
          <p:nvPr/>
        </p:nvSpPr>
        <p:spPr>
          <a:xfrm>
            <a:off x="3967366" y="1479110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6C0A2AC5-DAB6-5D61-0AD8-5428E9B2DC72}"/>
              </a:ext>
            </a:extLst>
          </p:cNvPr>
          <p:cNvSpPr txBox="1">
            <a:spLocks/>
          </p:cNvSpPr>
          <p:nvPr/>
        </p:nvSpPr>
        <p:spPr>
          <a:xfrm>
            <a:off x="4725678" y="1509232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8" name="内容占位符 2">
            <a:extLst>
              <a:ext uri="{FF2B5EF4-FFF2-40B4-BE49-F238E27FC236}">
                <a16:creationId xmlns:a16="http://schemas.microsoft.com/office/drawing/2014/main" id="{972E7845-CC9E-B576-2A47-5D7C8B797E06}"/>
              </a:ext>
            </a:extLst>
          </p:cNvPr>
          <p:cNvSpPr txBox="1">
            <a:spLocks/>
          </p:cNvSpPr>
          <p:nvPr/>
        </p:nvSpPr>
        <p:spPr>
          <a:xfrm>
            <a:off x="5529613" y="1509232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" name="内容占位符 2">
            <a:extLst>
              <a:ext uri="{FF2B5EF4-FFF2-40B4-BE49-F238E27FC236}">
                <a16:creationId xmlns:a16="http://schemas.microsoft.com/office/drawing/2014/main" id="{8E907E0F-D059-2C7F-D543-2CE77EE154E8}"/>
              </a:ext>
            </a:extLst>
          </p:cNvPr>
          <p:cNvSpPr txBox="1">
            <a:spLocks/>
          </p:cNvSpPr>
          <p:nvPr/>
        </p:nvSpPr>
        <p:spPr>
          <a:xfrm>
            <a:off x="6333548" y="1509232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529CB5A-32EE-F608-7E68-65B7E6308E1A}"/>
              </a:ext>
            </a:extLst>
          </p:cNvPr>
          <p:cNvSpPr txBox="1"/>
          <p:nvPr/>
        </p:nvSpPr>
        <p:spPr>
          <a:xfrm>
            <a:off x="3558791" y="1260940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sp>
        <p:nvSpPr>
          <p:cNvPr id="82" name="弧形 81">
            <a:extLst>
              <a:ext uri="{FF2B5EF4-FFF2-40B4-BE49-F238E27FC236}">
                <a16:creationId xmlns:a16="http://schemas.microsoft.com/office/drawing/2014/main" id="{A66F1835-8C75-BCAB-EF18-C4E2D1101BEC}"/>
              </a:ext>
            </a:extLst>
          </p:cNvPr>
          <p:cNvSpPr/>
          <p:nvPr/>
        </p:nvSpPr>
        <p:spPr>
          <a:xfrm rot="10061095">
            <a:off x="3560904" y="2176128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E01FC9D-E41E-4251-1220-16719D63FEB7}"/>
              </a:ext>
            </a:extLst>
          </p:cNvPr>
          <p:cNvSpPr txBox="1"/>
          <p:nvPr/>
        </p:nvSpPr>
        <p:spPr>
          <a:xfrm>
            <a:off x="3601895" y="2401652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000" dirty="0"/>
          </a:p>
        </p:txBody>
      </p:sp>
      <p:sp>
        <p:nvSpPr>
          <p:cNvPr id="91" name="Rectangle 22">
            <a:extLst>
              <a:ext uri="{FF2B5EF4-FFF2-40B4-BE49-F238E27FC236}">
                <a16:creationId xmlns:a16="http://schemas.microsoft.com/office/drawing/2014/main" id="{9C8F7472-BD66-A51D-D627-E79FD4C07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744" y="1864582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88D9CD4A-C369-2117-9265-CEC2A0A031D3}"/>
              </a:ext>
            </a:extLst>
          </p:cNvPr>
          <p:cNvCxnSpPr>
            <a:cxnSpLocks/>
          </p:cNvCxnSpPr>
          <p:nvPr/>
        </p:nvCxnSpPr>
        <p:spPr>
          <a:xfrm>
            <a:off x="1452657" y="199535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C3B1D21-BEF6-C100-FDB8-663C3CEBE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430" y="624854"/>
            <a:ext cx="1296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7C8FA6-4C5B-9391-9890-705FAE9E9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055" y="632032"/>
            <a:ext cx="1368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F192B6A-2725-DC19-3A28-64532EF63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486887"/>
              </p:ext>
            </p:extLst>
          </p:nvPr>
        </p:nvGraphicFramePr>
        <p:xfrm>
          <a:off x="284925" y="3197355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242974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82244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64295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25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87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79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883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5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314530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18FDDC8E-8FBB-C29C-CE3C-70678B669787}"/>
              </a:ext>
            </a:extLst>
          </p:cNvPr>
          <p:cNvSpPr txBox="1"/>
          <p:nvPr/>
        </p:nvSpPr>
        <p:spPr>
          <a:xfrm>
            <a:off x="328417" y="2688573"/>
            <a:ext cx="198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)={0}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5F75AF-0269-F52F-B1AB-4B5813BB5552}"/>
              </a:ext>
            </a:extLst>
          </p:cNvPr>
          <p:cNvSpPr txBox="1"/>
          <p:nvPr/>
        </p:nvSpPr>
        <p:spPr>
          <a:xfrm>
            <a:off x="4182958" y="3203976"/>
            <a:ext cx="30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3E7218F-FDF7-3D06-E743-34D3F34FD71C}"/>
              </a:ext>
            </a:extLst>
          </p:cNvPr>
          <p:cNvSpPr txBox="1"/>
          <p:nvPr/>
        </p:nvSpPr>
        <p:spPr>
          <a:xfrm>
            <a:off x="6899654" y="3203976"/>
            <a:ext cx="30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C0EB41D-EDA1-6A16-0EA1-0DDD292B74B3}"/>
              </a:ext>
            </a:extLst>
          </p:cNvPr>
          <p:cNvSpPr txBox="1"/>
          <p:nvPr/>
        </p:nvSpPr>
        <p:spPr>
          <a:xfrm>
            <a:off x="284925" y="356919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A98A54E-6AF2-3F27-A150-4746A23FB715}"/>
              </a:ext>
            </a:extLst>
          </p:cNvPr>
          <p:cNvSpPr txBox="1"/>
          <p:nvPr/>
        </p:nvSpPr>
        <p:spPr>
          <a:xfrm>
            <a:off x="5707272" y="356919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8C22C22-78AD-8A6C-FDA5-22365CEDB2F1}"/>
              </a:ext>
            </a:extLst>
          </p:cNvPr>
          <p:cNvSpPr txBox="1"/>
          <p:nvPr/>
        </p:nvSpPr>
        <p:spPr>
          <a:xfrm>
            <a:off x="291551" y="394464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B5F5C68-71A0-22F6-DF6F-BF033EC163D5}"/>
              </a:ext>
            </a:extLst>
          </p:cNvPr>
          <p:cNvSpPr txBox="1"/>
          <p:nvPr/>
        </p:nvSpPr>
        <p:spPr>
          <a:xfrm>
            <a:off x="3005089" y="3941029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B803E5A-014A-E1DC-25AC-4C140CDF68C7}"/>
              </a:ext>
            </a:extLst>
          </p:cNvPr>
          <p:cNvSpPr txBox="1"/>
          <p:nvPr/>
        </p:nvSpPr>
        <p:spPr>
          <a:xfrm>
            <a:off x="5709167" y="393440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AB2F6EC-B82C-3890-CFED-902A6CDC89FB}"/>
              </a:ext>
            </a:extLst>
          </p:cNvPr>
          <p:cNvSpPr txBox="1"/>
          <p:nvPr/>
        </p:nvSpPr>
        <p:spPr>
          <a:xfrm>
            <a:off x="285560" y="4310361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43CE8C9-85A9-C536-BC70-F421F26F1FF6}"/>
              </a:ext>
            </a:extLst>
          </p:cNvPr>
          <p:cNvSpPr txBox="1"/>
          <p:nvPr/>
        </p:nvSpPr>
        <p:spPr>
          <a:xfrm>
            <a:off x="293456" y="467867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E05D490-8E77-EE08-00EB-CDDD147B3EF5}"/>
              </a:ext>
            </a:extLst>
          </p:cNvPr>
          <p:cNvSpPr txBox="1"/>
          <p:nvPr/>
        </p:nvSpPr>
        <p:spPr>
          <a:xfrm>
            <a:off x="3005724" y="430759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8EA25996-15AE-ACE7-AC5E-AED641B4744D}"/>
              </a:ext>
            </a:extLst>
          </p:cNvPr>
          <p:cNvSpPr txBox="1"/>
          <p:nvPr/>
        </p:nvSpPr>
        <p:spPr>
          <a:xfrm>
            <a:off x="5712636" y="4313974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8140D342-9507-2173-68B7-B7CE72039097}"/>
              </a:ext>
            </a:extLst>
          </p:cNvPr>
          <p:cNvSpPr txBox="1"/>
          <p:nvPr/>
        </p:nvSpPr>
        <p:spPr>
          <a:xfrm>
            <a:off x="3006557" y="467867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{2,3,5}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D1A551CB-9249-09B0-7473-B705A9742579}"/>
              </a:ext>
            </a:extLst>
          </p:cNvPr>
          <p:cNvSpPr txBox="1"/>
          <p:nvPr/>
        </p:nvSpPr>
        <p:spPr>
          <a:xfrm>
            <a:off x="284924" y="505412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{2,3,5}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288F33A-6815-88F6-11CF-83214D08CF53}"/>
              </a:ext>
            </a:extLst>
          </p:cNvPr>
          <p:cNvSpPr txBox="1"/>
          <p:nvPr/>
        </p:nvSpPr>
        <p:spPr>
          <a:xfrm>
            <a:off x="5707271" y="4683306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14F6319-29D8-23ED-8954-2BB81AF34FD9}"/>
              </a:ext>
            </a:extLst>
          </p:cNvPr>
          <p:cNvSpPr txBox="1"/>
          <p:nvPr/>
        </p:nvSpPr>
        <p:spPr>
          <a:xfrm>
            <a:off x="3001618" y="504699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43645E5-6537-BBA9-6FBF-4115CEF5723B}"/>
              </a:ext>
            </a:extLst>
          </p:cNvPr>
          <p:cNvSpPr txBox="1"/>
          <p:nvPr/>
        </p:nvSpPr>
        <p:spPr>
          <a:xfrm>
            <a:off x="5713690" y="504699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{2,3,4,6}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2BBEBBE-AA9F-69AA-4F4D-D61BFA34B99B}"/>
              </a:ext>
            </a:extLst>
          </p:cNvPr>
          <p:cNvSpPr txBox="1"/>
          <p:nvPr/>
        </p:nvSpPr>
        <p:spPr>
          <a:xfrm>
            <a:off x="294863" y="542443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{2,3,4,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30FDCDD-EF6E-D04D-B444-672B9A25B205}"/>
              </a:ext>
            </a:extLst>
          </p:cNvPr>
          <p:cNvSpPr txBox="1"/>
          <p:nvPr/>
        </p:nvSpPr>
        <p:spPr>
          <a:xfrm>
            <a:off x="2999096" y="5412394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{2,3,5}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E3020639-13A4-9D22-DC96-9BA5A2E23CCF}"/>
              </a:ext>
            </a:extLst>
          </p:cNvPr>
          <p:cNvSpPr txBox="1"/>
          <p:nvPr/>
        </p:nvSpPr>
        <p:spPr>
          <a:xfrm>
            <a:off x="5716528" y="5426559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{2,3,4}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40F26A0-2395-84F5-910B-AF926D818E8A}"/>
              </a:ext>
            </a:extLst>
          </p:cNvPr>
          <p:cNvSpPr txBox="1"/>
          <p:nvPr/>
        </p:nvSpPr>
        <p:spPr>
          <a:xfrm>
            <a:off x="834830" y="3574861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88D7B11-AEB1-6A9F-0F97-77CF294F3DD4}"/>
              </a:ext>
            </a:extLst>
          </p:cNvPr>
          <p:cNvSpPr txBox="1"/>
          <p:nvPr/>
        </p:nvSpPr>
        <p:spPr>
          <a:xfrm>
            <a:off x="655926" y="3939564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AED5CB4-3409-BF51-2959-F4732E009129}"/>
              </a:ext>
            </a:extLst>
          </p:cNvPr>
          <p:cNvSpPr txBox="1"/>
          <p:nvPr/>
        </p:nvSpPr>
        <p:spPr>
          <a:xfrm>
            <a:off x="581623" y="5428435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3F53AFD-E3A9-AA0F-9DDB-9BB61BFBD52A}"/>
              </a:ext>
            </a:extLst>
          </p:cNvPr>
          <p:cNvSpPr txBox="1"/>
          <p:nvPr/>
        </p:nvSpPr>
        <p:spPr>
          <a:xfrm>
            <a:off x="655926" y="4682134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4F4DB8E-57FF-D444-C98E-A41C69DF83FA}"/>
              </a:ext>
            </a:extLst>
          </p:cNvPr>
          <p:cNvSpPr txBox="1"/>
          <p:nvPr/>
        </p:nvSpPr>
        <p:spPr>
          <a:xfrm>
            <a:off x="655926" y="504542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5B23177-5EF5-87E7-6985-179E0624BCDD}"/>
              </a:ext>
            </a:extLst>
          </p:cNvPr>
          <p:cNvSpPr txBox="1"/>
          <p:nvPr/>
        </p:nvSpPr>
        <p:spPr>
          <a:xfrm>
            <a:off x="745378" y="4305531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FED73A4-2EBC-47A7-D893-FC51F42787C4}"/>
              </a:ext>
            </a:extLst>
          </p:cNvPr>
          <p:cNvSpPr txBox="1"/>
          <p:nvPr/>
        </p:nvSpPr>
        <p:spPr>
          <a:xfrm>
            <a:off x="6073867" y="3562180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FF315B9-D2DB-9A14-CF81-24CDE6E7767A}"/>
              </a:ext>
            </a:extLst>
          </p:cNvPr>
          <p:cNvSpPr txBox="1"/>
          <p:nvPr/>
        </p:nvSpPr>
        <p:spPr>
          <a:xfrm>
            <a:off x="3478159" y="3941029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C7E3D92-BACA-7228-E5E0-BEFE290053BA}"/>
              </a:ext>
            </a:extLst>
          </p:cNvPr>
          <p:cNvSpPr txBox="1"/>
          <p:nvPr/>
        </p:nvSpPr>
        <p:spPr>
          <a:xfrm>
            <a:off x="3492904" y="4305531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8637C6AB-A655-84AF-5609-85BE9890A746}"/>
              </a:ext>
            </a:extLst>
          </p:cNvPr>
          <p:cNvSpPr txBox="1"/>
          <p:nvPr/>
        </p:nvSpPr>
        <p:spPr>
          <a:xfrm>
            <a:off x="6085085" y="393987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7CAB737A-0E68-5802-2BCF-AE1E5B4FDAAA}"/>
              </a:ext>
            </a:extLst>
          </p:cNvPr>
          <p:cNvSpPr txBox="1"/>
          <p:nvPr/>
        </p:nvSpPr>
        <p:spPr>
          <a:xfrm>
            <a:off x="6096755" y="4310524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EB0AB977-CDFE-014F-62F7-CCFC07AB6A15}"/>
              </a:ext>
            </a:extLst>
          </p:cNvPr>
          <p:cNvSpPr txBox="1"/>
          <p:nvPr/>
        </p:nvSpPr>
        <p:spPr>
          <a:xfrm>
            <a:off x="6103174" y="4674211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A3ED8E0-63E4-80C4-6AA5-4C2F82A11D62}"/>
              </a:ext>
            </a:extLst>
          </p:cNvPr>
          <p:cNvSpPr txBox="1"/>
          <p:nvPr/>
        </p:nvSpPr>
        <p:spPr>
          <a:xfrm>
            <a:off x="6070792" y="5417464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0412FBF2-204E-BDE5-05B2-B5E6A444638B}"/>
              </a:ext>
            </a:extLst>
          </p:cNvPr>
          <p:cNvSpPr txBox="1"/>
          <p:nvPr/>
        </p:nvSpPr>
        <p:spPr>
          <a:xfrm>
            <a:off x="3401741" y="4660989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F9FDF50-E804-49B7-06D0-0C3FC7CFD500}"/>
              </a:ext>
            </a:extLst>
          </p:cNvPr>
          <p:cNvSpPr txBox="1"/>
          <p:nvPr/>
        </p:nvSpPr>
        <p:spPr>
          <a:xfrm>
            <a:off x="3445496" y="5063665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CF1D0E9A-7DD2-CA65-C73E-D0219A71DB4B}"/>
              </a:ext>
            </a:extLst>
          </p:cNvPr>
          <p:cNvSpPr txBox="1"/>
          <p:nvPr/>
        </p:nvSpPr>
        <p:spPr>
          <a:xfrm>
            <a:off x="3364298" y="5416325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AF8D1A6-1D52-AB7D-6B1E-057C33815ED8}"/>
              </a:ext>
            </a:extLst>
          </p:cNvPr>
          <p:cNvSpPr txBox="1"/>
          <p:nvPr/>
        </p:nvSpPr>
        <p:spPr>
          <a:xfrm>
            <a:off x="5992758" y="5023772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F666E83-94BB-6316-9D86-F38063CEC0EF}"/>
              </a:ext>
            </a:extLst>
          </p:cNvPr>
          <p:cNvSpPr txBox="1"/>
          <p:nvPr/>
        </p:nvSpPr>
        <p:spPr>
          <a:xfrm>
            <a:off x="834830" y="6125805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S={[T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]},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为便于书写，用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0,1,2,3,4,5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分别表示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3F1EE9C8-13ED-340F-9A4C-10DC22FBA05C}"/>
              </a:ext>
            </a:extLst>
          </p:cNvPr>
          <p:cNvSpPr/>
          <p:nvPr/>
        </p:nvSpPr>
        <p:spPr>
          <a:xfrm>
            <a:off x="9757925" y="335312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Rectangle 22">
            <a:extLst>
              <a:ext uri="{FF2B5EF4-FFF2-40B4-BE49-F238E27FC236}">
                <a16:creationId xmlns:a16="http://schemas.microsoft.com/office/drawing/2014/main" id="{C8A90FC1-F7A1-8675-F0D0-1F2566A62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932" y="3399197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51E78599-9783-D7E0-D0AD-0A8FAED1FD2F}"/>
              </a:ext>
            </a:extLst>
          </p:cNvPr>
          <p:cNvCxnSpPr>
            <a:cxnSpLocks/>
          </p:cNvCxnSpPr>
          <p:nvPr/>
        </p:nvCxnSpPr>
        <p:spPr>
          <a:xfrm>
            <a:off x="9321845" y="3529972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594CD0FA-BCB1-71B8-9F83-B1ABE3AF3800}"/>
              </a:ext>
            </a:extLst>
          </p:cNvPr>
          <p:cNvCxnSpPr>
            <a:cxnSpLocks/>
          </p:cNvCxnSpPr>
          <p:nvPr/>
        </p:nvCxnSpPr>
        <p:spPr>
          <a:xfrm>
            <a:off x="10118740" y="3522632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椭圆 128">
            <a:extLst>
              <a:ext uri="{FF2B5EF4-FFF2-40B4-BE49-F238E27FC236}">
                <a16:creationId xmlns:a16="http://schemas.microsoft.com/office/drawing/2014/main" id="{46904CDD-35F2-E488-842E-A1BE80D994CD}"/>
              </a:ext>
            </a:extLst>
          </p:cNvPr>
          <p:cNvSpPr/>
          <p:nvPr/>
        </p:nvSpPr>
        <p:spPr>
          <a:xfrm>
            <a:off x="10555304" y="3343244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内容占位符 2">
            <a:extLst>
              <a:ext uri="{FF2B5EF4-FFF2-40B4-BE49-F238E27FC236}">
                <a16:creationId xmlns:a16="http://schemas.microsoft.com/office/drawing/2014/main" id="{D75514EF-E04B-BBD9-D7C8-075DA5D15987}"/>
              </a:ext>
            </a:extLst>
          </p:cNvPr>
          <p:cNvSpPr txBox="1">
            <a:spLocks/>
          </p:cNvSpPr>
          <p:nvPr/>
        </p:nvSpPr>
        <p:spPr>
          <a:xfrm>
            <a:off x="10179376" y="301476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77144B7D-34B1-5823-4BC8-4762852F5597}"/>
              </a:ext>
            </a:extLst>
          </p:cNvPr>
          <p:cNvSpPr/>
          <p:nvPr/>
        </p:nvSpPr>
        <p:spPr bwMode="auto">
          <a:xfrm>
            <a:off x="11362417" y="3334896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BC40305-6A91-AB4D-DE07-C2D538DBB7D0}"/>
              </a:ext>
            </a:extLst>
          </p:cNvPr>
          <p:cNvCxnSpPr>
            <a:cxnSpLocks/>
          </p:cNvCxnSpPr>
          <p:nvPr/>
        </p:nvCxnSpPr>
        <p:spPr>
          <a:xfrm>
            <a:off x="10923888" y="3519666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内容占位符 2">
            <a:extLst>
              <a:ext uri="{FF2B5EF4-FFF2-40B4-BE49-F238E27FC236}">
                <a16:creationId xmlns:a16="http://schemas.microsoft.com/office/drawing/2014/main" id="{370AD3F0-D613-EBCE-4462-91AA07D137E5}"/>
              </a:ext>
            </a:extLst>
          </p:cNvPr>
          <p:cNvSpPr txBox="1">
            <a:spLocks/>
          </p:cNvSpPr>
          <p:nvPr/>
        </p:nvSpPr>
        <p:spPr>
          <a:xfrm>
            <a:off x="10976281" y="3013717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76962050-73BB-2291-36D7-348D493B64E8}"/>
              </a:ext>
            </a:extLst>
          </p:cNvPr>
          <p:cNvCxnSpPr>
            <a:cxnSpLocks/>
          </p:cNvCxnSpPr>
          <p:nvPr/>
        </p:nvCxnSpPr>
        <p:spPr>
          <a:xfrm rot="5400000">
            <a:off x="10515932" y="3919031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椭圆 134">
            <a:extLst>
              <a:ext uri="{FF2B5EF4-FFF2-40B4-BE49-F238E27FC236}">
                <a16:creationId xmlns:a16="http://schemas.microsoft.com/office/drawing/2014/main" id="{3331ACCC-6673-E9DB-EA91-600F1163DB55}"/>
              </a:ext>
            </a:extLst>
          </p:cNvPr>
          <p:cNvSpPr/>
          <p:nvPr/>
        </p:nvSpPr>
        <p:spPr bwMode="auto">
          <a:xfrm>
            <a:off x="10560717" y="413858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内容占位符 2">
            <a:extLst>
              <a:ext uri="{FF2B5EF4-FFF2-40B4-BE49-F238E27FC236}">
                <a16:creationId xmlns:a16="http://schemas.microsoft.com/office/drawing/2014/main" id="{7FC75E56-483F-5C4B-32F7-144714D10E17}"/>
              </a:ext>
            </a:extLst>
          </p:cNvPr>
          <p:cNvSpPr txBox="1">
            <a:spLocks/>
          </p:cNvSpPr>
          <p:nvPr/>
        </p:nvSpPr>
        <p:spPr>
          <a:xfrm>
            <a:off x="10742863" y="358898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弧形 136">
            <a:extLst>
              <a:ext uri="{FF2B5EF4-FFF2-40B4-BE49-F238E27FC236}">
                <a16:creationId xmlns:a16="http://schemas.microsoft.com/office/drawing/2014/main" id="{C5627502-2112-5C04-E4A0-5CA3289FBFD3}"/>
              </a:ext>
            </a:extLst>
          </p:cNvPr>
          <p:cNvSpPr/>
          <p:nvPr/>
        </p:nvSpPr>
        <p:spPr>
          <a:xfrm rot="20839790">
            <a:off x="11382728" y="3083962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8245395-F89D-0792-FD08-7E8A57FD567A}"/>
              </a:ext>
            </a:extLst>
          </p:cNvPr>
          <p:cNvSpPr txBox="1"/>
          <p:nvPr/>
        </p:nvSpPr>
        <p:spPr>
          <a:xfrm>
            <a:off x="11386071" y="2772773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sp>
        <p:nvSpPr>
          <p:cNvPr id="140" name="内容占位符 2">
            <a:extLst>
              <a:ext uri="{FF2B5EF4-FFF2-40B4-BE49-F238E27FC236}">
                <a16:creationId xmlns:a16="http://schemas.microsoft.com/office/drawing/2014/main" id="{D6DB6477-2BB3-0A55-7258-D5952FE36CB4}"/>
              </a:ext>
            </a:extLst>
          </p:cNvPr>
          <p:cNvSpPr txBox="1">
            <a:spLocks/>
          </p:cNvSpPr>
          <p:nvPr/>
        </p:nvSpPr>
        <p:spPr>
          <a:xfrm>
            <a:off x="10989744" y="3399443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1" name="弧形 140">
            <a:extLst>
              <a:ext uri="{FF2B5EF4-FFF2-40B4-BE49-F238E27FC236}">
                <a16:creationId xmlns:a16="http://schemas.microsoft.com/office/drawing/2014/main" id="{25683CB3-C5A9-F22B-B44C-6C1F4C9EA348}"/>
              </a:ext>
            </a:extLst>
          </p:cNvPr>
          <p:cNvSpPr/>
          <p:nvPr/>
        </p:nvSpPr>
        <p:spPr>
          <a:xfrm rot="4643451">
            <a:off x="10868486" y="4187306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2" name="内容占位符 2">
            <a:extLst>
              <a:ext uri="{FF2B5EF4-FFF2-40B4-BE49-F238E27FC236}">
                <a16:creationId xmlns:a16="http://schemas.microsoft.com/office/drawing/2014/main" id="{68763005-F399-7AA6-839D-AE7C5C6326BB}"/>
              </a:ext>
            </a:extLst>
          </p:cNvPr>
          <p:cNvSpPr txBox="1">
            <a:spLocks/>
          </p:cNvSpPr>
          <p:nvPr/>
        </p:nvSpPr>
        <p:spPr>
          <a:xfrm>
            <a:off x="11026518" y="380435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3949B45E-C21B-5E04-53E6-ABAF9254EF75}"/>
              </a:ext>
            </a:extLst>
          </p:cNvPr>
          <p:cNvSpPr/>
          <p:nvPr/>
        </p:nvSpPr>
        <p:spPr bwMode="auto">
          <a:xfrm>
            <a:off x="10560717" y="4930933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74CC27A3-F2CA-E509-5259-CEA8F1765673}"/>
              </a:ext>
            </a:extLst>
          </p:cNvPr>
          <p:cNvCxnSpPr>
            <a:cxnSpLocks/>
          </p:cNvCxnSpPr>
          <p:nvPr/>
        </p:nvCxnSpPr>
        <p:spPr>
          <a:xfrm rot="5400000">
            <a:off x="10515271" y="471218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98FFAD22-8A1B-D200-6A83-F50565BC6F0B}"/>
              </a:ext>
            </a:extLst>
          </p:cNvPr>
          <p:cNvSpPr txBox="1"/>
          <p:nvPr/>
        </p:nvSpPr>
        <p:spPr>
          <a:xfrm>
            <a:off x="10764987" y="4537444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300D6F74-416A-C150-0122-A52036B8357A}"/>
              </a:ext>
            </a:extLst>
          </p:cNvPr>
          <p:cNvCxnSpPr>
            <a:stCxn id="143" idx="6"/>
            <a:endCxn id="131" idx="4"/>
          </p:cNvCxnSpPr>
          <p:nvPr/>
        </p:nvCxnSpPr>
        <p:spPr>
          <a:xfrm flipV="1">
            <a:off x="10921080" y="3692084"/>
            <a:ext cx="621519" cy="1417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3DFA9E57-8839-884B-8AD5-AC25C2323B3E}"/>
              </a:ext>
            </a:extLst>
          </p:cNvPr>
          <p:cNvSpPr txBox="1"/>
          <p:nvPr/>
        </p:nvSpPr>
        <p:spPr>
          <a:xfrm>
            <a:off x="11239317" y="4173984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CDC311AB-8F8E-489B-A9E6-D941F9A9455A}"/>
              </a:ext>
            </a:extLst>
          </p:cNvPr>
          <p:cNvSpPr/>
          <p:nvPr/>
        </p:nvSpPr>
        <p:spPr bwMode="auto">
          <a:xfrm>
            <a:off x="9851591" y="4930933"/>
            <a:ext cx="360363" cy="3571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CA66F74F-6387-E037-0FDE-521F4A3BEC84}"/>
              </a:ext>
            </a:extLst>
          </p:cNvPr>
          <p:cNvCxnSpPr>
            <a:cxnSpLocks/>
          </p:cNvCxnSpPr>
          <p:nvPr/>
        </p:nvCxnSpPr>
        <p:spPr>
          <a:xfrm flipH="1">
            <a:off x="10234566" y="5208438"/>
            <a:ext cx="360364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B5F826F8-4CDC-A182-2CFC-A06887C1F36A}"/>
              </a:ext>
            </a:extLst>
          </p:cNvPr>
          <p:cNvCxnSpPr>
            <a:cxnSpLocks/>
          </p:cNvCxnSpPr>
          <p:nvPr/>
        </p:nvCxnSpPr>
        <p:spPr>
          <a:xfrm>
            <a:off x="10278663" y="5034264"/>
            <a:ext cx="31626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内容占位符 2">
            <a:extLst>
              <a:ext uri="{FF2B5EF4-FFF2-40B4-BE49-F238E27FC236}">
                <a16:creationId xmlns:a16="http://schemas.microsoft.com/office/drawing/2014/main" id="{93357E52-F3F3-D9C7-0C90-3D72FBAD372F}"/>
              </a:ext>
            </a:extLst>
          </p:cNvPr>
          <p:cNvSpPr txBox="1">
            <a:spLocks/>
          </p:cNvSpPr>
          <p:nvPr/>
        </p:nvSpPr>
        <p:spPr>
          <a:xfrm>
            <a:off x="10278663" y="5036793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6" name="内容占位符 2">
            <a:extLst>
              <a:ext uri="{FF2B5EF4-FFF2-40B4-BE49-F238E27FC236}">
                <a16:creationId xmlns:a16="http://schemas.microsoft.com/office/drawing/2014/main" id="{F3A18468-0A94-B5F6-5192-A45E2B62D304}"/>
              </a:ext>
            </a:extLst>
          </p:cNvPr>
          <p:cNvSpPr txBox="1">
            <a:spLocks/>
          </p:cNvSpPr>
          <p:nvPr/>
        </p:nvSpPr>
        <p:spPr>
          <a:xfrm>
            <a:off x="10224442" y="4537444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1FB2741A-03F6-C1AD-3434-3F65C9C228E2}"/>
              </a:ext>
            </a:extLst>
          </p:cNvPr>
          <p:cNvCxnSpPr>
            <a:cxnSpLocks/>
          </p:cNvCxnSpPr>
          <p:nvPr/>
        </p:nvCxnSpPr>
        <p:spPr>
          <a:xfrm flipV="1">
            <a:off x="10032115" y="4317178"/>
            <a:ext cx="528602" cy="5585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内容占位符 2">
            <a:extLst>
              <a:ext uri="{FF2B5EF4-FFF2-40B4-BE49-F238E27FC236}">
                <a16:creationId xmlns:a16="http://schemas.microsoft.com/office/drawing/2014/main" id="{34D366B3-C10F-323D-7F6E-FEB7085CEC7D}"/>
              </a:ext>
            </a:extLst>
          </p:cNvPr>
          <p:cNvSpPr txBox="1">
            <a:spLocks/>
          </p:cNvSpPr>
          <p:nvPr/>
        </p:nvSpPr>
        <p:spPr>
          <a:xfrm>
            <a:off x="10120956" y="410282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05BEB124-24DF-0898-93CE-7AF282845F30}"/>
              </a:ext>
            </a:extLst>
          </p:cNvPr>
          <p:cNvSpPr/>
          <p:nvPr/>
        </p:nvSpPr>
        <p:spPr bwMode="auto">
          <a:xfrm>
            <a:off x="9780496" y="4875735"/>
            <a:ext cx="503237" cy="46831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FA647D11-DEC4-C0CA-BF05-140B172AD53C}"/>
              </a:ext>
            </a:extLst>
          </p:cNvPr>
          <p:cNvCxnSpPr>
            <a:cxnSpLocks/>
            <a:stCxn id="135" idx="7"/>
          </p:cNvCxnSpPr>
          <p:nvPr/>
        </p:nvCxnSpPr>
        <p:spPr>
          <a:xfrm flipV="1">
            <a:off x="10868306" y="3621811"/>
            <a:ext cx="543319" cy="56908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11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0" grpId="1" animBg="1"/>
      <p:bldP spid="61" grpId="0" animBg="1"/>
      <p:bldP spid="64" grpId="0" animBg="1"/>
      <p:bldP spid="64" grpId="1" animBg="1"/>
      <p:bldP spid="66" grpId="0" animBg="1"/>
      <p:bldP spid="66" grpId="1" animBg="1"/>
      <p:bldP spid="68" grpId="0" animBg="1"/>
      <p:bldP spid="71" grpId="0" animBg="1"/>
      <p:bldP spid="71" grpId="1" animBg="1"/>
      <p:bldP spid="2" grpId="0"/>
      <p:bldP spid="3" grpId="0"/>
      <p:bldP spid="18" grpId="0"/>
      <p:bldP spid="22" grpId="0"/>
      <p:bldP spid="24" grpId="0"/>
      <p:bldP spid="28" grpId="0"/>
      <p:bldP spid="33" grpId="0"/>
      <p:bldP spid="49" grpId="0"/>
      <p:bldP spid="80" grpId="0"/>
      <p:bldP spid="84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4" grpId="0"/>
      <p:bldP spid="125" grpId="0" animBg="1"/>
      <p:bldP spid="125" grpId="1" animBg="1"/>
      <p:bldP spid="125" grpId="2" animBg="1"/>
      <p:bldP spid="126" grpId="0"/>
      <p:bldP spid="129" grpId="0" animBg="1"/>
      <p:bldP spid="129" grpId="1" animBg="1"/>
      <p:bldP spid="129" grpId="2" animBg="1"/>
      <p:bldP spid="130" grpId="0"/>
      <p:bldP spid="131" grpId="0" animBg="1"/>
      <p:bldP spid="131" grpId="1" animBg="1"/>
      <p:bldP spid="133" grpId="0"/>
      <p:bldP spid="135" grpId="0" animBg="1"/>
      <p:bldP spid="135" grpId="1" animBg="1"/>
      <p:bldP spid="136" grpId="0"/>
      <p:bldP spid="137" grpId="0" animBg="1"/>
      <p:bldP spid="138" grpId="0"/>
      <p:bldP spid="140" grpId="0"/>
      <p:bldP spid="141" grpId="0" animBg="1"/>
      <p:bldP spid="142" grpId="0"/>
      <p:bldP spid="143" grpId="0" animBg="1"/>
      <p:bldP spid="143" grpId="1" animBg="1"/>
      <p:bldP spid="145" grpId="0"/>
      <p:bldP spid="148" grpId="0"/>
      <p:bldP spid="149" grpId="0" animBg="1"/>
      <p:bldP spid="149" grpId="1" animBg="1"/>
      <p:bldP spid="155" grpId="0"/>
      <p:bldP spid="156" grpId="0"/>
      <p:bldP spid="160" grpId="0"/>
      <p:bldP spid="161" grpId="0" animBg="1"/>
      <p:bldP spid="16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122" y="294642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1(0|1)*101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3B1D21-BEF6-C100-FDB8-663C3CEBE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430" y="624854"/>
            <a:ext cx="1296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7C8FA6-4C5B-9391-9890-705FAE9E9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055" y="632032"/>
            <a:ext cx="17021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3F1EE9C8-13ED-340F-9A4C-10DC22FBA05C}"/>
              </a:ext>
            </a:extLst>
          </p:cNvPr>
          <p:cNvSpPr/>
          <p:nvPr/>
        </p:nvSpPr>
        <p:spPr>
          <a:xfrm>
            <a:off x="1746985" y="1544592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Rectangle 22">
            <a:extLst>
              <a:ext uri="{FF2B5EF4-FFF2-40B4-BE49-F238E27FC236}">
                <a16:creationId xmlns:a16="http://schemas.microsoft.com/office/drawing/2014/main" id="{C8A90FC1-F7A1-8675-F0D0-1F2566A62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92" y="1590663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51E78599-9783-D7E0-D0AD-0A8FAED1FD2F}"/>
              </a:ext>
            </a:extLst>
          </p:cNvPr>
          <p:cNvCxnSpPr>
            <a:cxnSpLocks/>
          </p:cNvCxnSpPr>
          <p:nvPr/>
        </p:nvCxnSpPr>
        <p:spPr>
          <a:xfrm>
            <a:off x="1310905" y="1721438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594CD0FA-BCB1-71B8-9F83-B1ABE3AF3800}"/>
              </a:ext>
            </a:extLst>
          </p:cNvPr>
          <p:cNvCxnSpPr>
            <a:cxnSpLocks/>
          </p:cNvCxnSpPr>
          <p:nvPr/>
        </p:nvCxnSpPr>
        <p:spPr>
          <a:xfrm>
            <a:off x="2107800" y="1714098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椭圆 128">
            <a:extLst>
              <a:ext uri="{FF2B5EF4-FFF2-40B4-BE49-F238E27FC236}">
                <a16:creationId xmlns:a16="http://schemas.microsoft.com/office/drawing/2014/main" id="{46904CDD-35F2-E488-842E-A1BE80D994CD}"/>
              </a:ext>
            </a:extLst>
          </p:cNvPr>
          <p:cNvSpPr/>
          <p:nvPr/>
        </p:nvSpPr>
        <p:spPr>
          <a:xfrm>
            <a:off x="2544364" y="153471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内容占位符 2">
            <a:extLst>
              <a:ext uri="{FF2B5EF4-FFF2-40B4-BE49-F238E27FC236}">
                <a16:creationId xmlns:a16="http://schemas.microsoft.com/office/drawing/2014/main" id="{D75514EF-E04B-BBD9-D7C8-075DA5D15987}"/>
              </a:ext>
            </a:extLst>
          </p:cNvPr>
          <p:cNvSpPr txBox="1">
            <a:spLocks/>
          </p:cNvSpPr>
          <p:nvPr/>
        </p:nvSpPr>
        <p:spPr>
          <a:xfrm>
            <a:off x="2168436" y="120623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77144B7D-34B1-5823-4BC8-4762852F5597}"/>
              </a:ext>
            </a:extLst>
          </p:cNvPr>
          <p:cNvSpPr/>
          <p:nvPr/>
        </p:nvSpPr>
        <p:spPr bwMode="auto">
          <a:xfrm>
            <a:off x="3351477" y="1526362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BC40305-6A91-AB4D-DE07-C2D538DBB7D0}"/>
              </a:ext>
            </a:extLst>
          </p:cNvPr>
          <p:cNvCxnSpPr>
            <a:cxnSpLocks/>
          </p:cNvCxnSpPr>
          <p:nvPr/>
        </p:nvCxnSpPr>
        <p:spPr>
          <a:xfrm>
            <a:off x="2912948" y="1711132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内容占位符 2">
            <a:extLst>
              <a:ext uri="{FF2B5EF4-FFF2-40B4-BE49-F238E27FC236}">
                <a16:creationId xmlns:a16="http://schemas.microsoft.com/office/drawing/2014/main" id="{370AD3F0-D613-EBCE-4462-91AA07D137E5}"/>
              </a:ext>
            </a:extLst>
          </p:cNvPr>
          <p:cNvSpPr txBox="1">
            <a:spLocks/>
          </p:cNvSpPr>
          <p:nvPr/>
        </p:nvSpPr>
        <p:spPr>
          <a:xfrm>
            <a:off x="2965341" y="1205183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76962050-73BB-2291-36D7-348D493B64E8}"/>
              </a:ext>
            </a:extLst>
          </p:cNvPr>
          <p:cNvCxnSpPr>
            <a:cxnSpLocks/>
          </p:cNvCxnSpPr>
          <p:nvPr/>
        </p:nvCxnSpPr>
        <p:spPr>
          <a:xfrm rot="5400000">
            <a:off x="2504992" y="211049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椭圆 134">
            <a:extLst>
              <a:ext uri="{FF2B5EF4-FFF2-40B4-BE49-F238E27FC236}">
                <a16:creationId xmlns:a16="http://schemas.microsoft.com/office/drawing/2014/main" id="{3331ACCC-6673-E9DB-EA91-600F1163DB55}"/>
              </a:ext>
            </a:extLst>
          </p:cNvPr>
          <p:cNvSpPr/>
          <p:nvPr/>
        </p:nvSpPr>
        <p:spPr bwMode="auto">
          <a:xfrm>
            <a:off x="2549777" y="2330050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内容占位符 2">
            <a:extLst>
              <a:ext uri="{FF2B5EF4-FFF2-40B4-BE49-F238E27FC236}">
                <a16:creationId xmlns:a16="http://schemas.microsoft.com/office/drawing/2014/main" id="{7FC75E56-483F-5C4B-32F7-144714D10E17}"/>
              </a:ext>
            </a:extLst>
          </p:cNvPr>
          <p:cNvSpPr txBox="1">
            <a:spLocks/>
          </p:cNvSpPr>
          <p:nvPr/>
        </p:nvSpPr>
        <p:spPr>
          <a:xfrm>
            <a:off x="2731923" y="178045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弧形 136">
            <a:extLst>
              <a:ext uri="{FF2B5EF4-FFF2-40B4-BE49-F238E27FC236}">
                <a16:creationId xmlns:a16="http://schemas.microsoft.com/office/drawing/2014/main" id="{C5627502-2112-5C04-E4A0-5CA3289FBFD3}"/>
              </a:ext>
            </a:extLst>
          </p:cNvPr>
          <p:cNvSpPr/>
          <p:nvPr/>
        </p:nvSpPr>
        <p:spPr>
          <a:xfrm rot="20839790">
            <a:off x="3371788" y="1275428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8245395-F89D-0792-FD08-7E8A57FD567A}"/>
              </a:ext>
            </a:extLst>
          </p:cNvPr>
          <p:cNvSpPr txBox="1"/>
          <p:nvPr/>
        </p:nvSpPr>
        <p:spPr>
          <a:xfrm>
            <a:off x="3375131" y="964239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sp>
        <p:nvSpPr>
          <p:cNvPr id="140" name="内容占位符 2">
            <a:extLst>
              <a:ext uri="{FF2B5EF4-FFF2-40B4-BE49-F238E27FC236}">
                <a16:creationId xmlns:a16="http://schemas.microsoft.com/office/drawing/2014/main" id="{D6DB6477-2BB3-0A55-7258-D5952FE36CB4}"/>
              </a:ext>
            </a:extLst>
          </p:cNvPr>
          <p:cNvSpPr txBox="1">
            <a:spLocks/>
          </p:cNvSpPr>
          <p:nvPr/>
        </p:nvSpPr>
        <p:spPr>
          <a:xfrm>
            <a:off x="2978804" y="159090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1" name="弧形 140">
            <a:extLst>
              <a:ext uri="{FF2B5EF4-FFF2-40B4-BE49-F238E27FC236}">
                <a16:creationId xmlns:a16="http://schemas.microsoft.com/office/drawing/2014/main" id="{25683CB3-C5A9-F22B-B44C-6C1F4C9EA348}"/>
              </a:ext>
            </a:extLst>
          </p:cNvPr>
          <p:cNvSpPr/>
          <p:nvPr/>
        </p:nvSpPr>
        <p:spPr>
          <a:xfrm rot="4643451">
            <a:off x="2857546" y="2378772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2" name="内容占位符 2">
            <a:extLst>
              <a:ext uri="{FF2B5EF4-FFF2-40B4-BE49-F238E27FC236}">
                <a16:creationId xmlns:a16="http://schemas.microsoft.com/office/drawing/2014/main" id="{68763005-F399-7AA6-839D-AE7C5C6326BB}"/>
              </a:ext>
            </a:extLst>
          </p:cNvPr>
          <p:cNvSpPr txBox="1">
            <a:spLocks/>
          </p:cNvSpPr>
          <p:nvPr/>
        </p:nvSpPr>
        <p:spPr>
          <a:xfrm>
            <a:off x="3015578" y="1995817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3949B45E-C21B-5E04-53E6-ABAF9254EF75}"/>
              </a:ext>
            </a:extLst>
          </p:cNvPr>
          <p:cNvSpPr/>
          <p:nvPr/>
        </p:nvSpPr>
        <p:spPr bwMode="auto">
          <a:xfrm>
            <a:off x="2549777" y="3122399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74CC27A3-F2CA-E509-5259-CEA8F1765673}"/>
              </a:ext>
            </a:extLst>
          </p:cNvPr>
          <p:cNvCxnSpPr>
            <a:cxnSpLocks/>
          </p:cNvCxnSpPr>
          <p:nvPr/>
        </p:nvCxnSpPr>
        <p:spPr>
          <a:xfrm rot="5400000">
            <a:off x="2504331" y="2903653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98FFAD22-8A1B-D200-6A83-F50565BC6F0B}"/>
              </a:ext>
            </a:extLst>
          </p:cNvPr>
          <p:cNvSpPr txBox="1"/>
          <p:nvPr/>
        </p:nvSpPr>
        <p:spPr>
          <a:xfrm>
            <a:off x="2754047" y="2728910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300D6F74-416A-C150-0122-A52036B8357A}"/>
              </a:ext>
            </a:extLst>
          </p:cNvPr>
          <p:cNvCxnSpPr>
            <a:stCxn id="143" idx="6"/>
            <a:endCxn id="131" idx="4"/>
          </p:cNvCxnSpPr>
          <p:nvPr/>
        </p:nvCxnSpPr>
        <p:spPr>
          <a:xfrm flipV="1">
            <a:off x="2910140" y="1883550"/>
            <a:ext cx="621519" cy="1417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3DFA9E57-8839-884B-8AD5-AC25C2323B3E}"/>
              </a:ext>
            </a:extLst>
          </p:cNvPr>
          <p:cNvSpPr txBox="1"/>
          <p:nvPr/>
        </p:nvSpPr>
        <p:spPr>
          <a:xfrm>
            <a:off x="3228377" y="2365450"/>
            <a:ext cx="391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CDC311AB-8F8E-489B-A9E6-D941F9A9455A}"/>
              </a:ext>
            </a:extLst>
          </p:cNvPr>
          <p:cNvSpPr/>
          <p:nvPr/>
        </p:nvSpPr>
        <p:spPr bwMode="auto">
          <a:xfrm>
            <a:off x="1840651" y="3122399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CA66F74F-6387-E037-0FDE-521F4A3BEC84}"/>
              </a:ext>
            </a:extLst>
          </p:cNvPr>
          <p:cNvCxnSpPr>
            <a:cxnSpLocks/>
          </p:cNvCxnSpPr>
          <p:nvPr/>
        </p:nvCxnSpPr>
        <p:spPr>
          <a:xfrm flipH="1">
            <a:off x="2223626" y="3399904"/>
            <a:ext cx="360364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B5F826F8-4CDC-A182-2CFC-A06887C1F36A}"/>
              </a:ext>
            </a:extLst>
          </p:cNvPr>
          <p:cNvCxnSpPr>
            <a:cxnSpLocks/>
          </p:cNvCxnSpPr>
          <p:nvPr/>
        </p:nvCxnSpPr>
        <p:spPr>
          <a:xfrm>
            <a:off x="2267723" y="3225730"/>
            <a:ext cx="31626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内容占位符 2">
            <a:extLst>
              <a:ext uri="{FF2B5EF4-FFF2-40B4-BE49-F238E27FC236}">
                <a16:creationId xmlns:a16="http://schemas.microsoft.com/office/drawing/2014/main" id="{93357E52-F3F3-D9C7-0C90-3D72FBAD372F}"/>
              </a:ext>
            </a:extLst>
          </p:cNvPr>
          <p:cNvSpPr txBox="1">
            <a:spLocks/>
          </p:cNvSpPr>
          <p:nvPr/>
        </p:nvSpPr>
        <p:spPr>
          <a:xfrm>
            <a:off x="2267723" y="322825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6" name="内容占位符 2">
            <a:extLst>
              <a:ext uri="{FF2B5EF4-FFF2-40B4-BE49-F238E27FC236}">
                <a16:creationId xmlns:a16="http://schemas.microsoft.com/office/drawing/2014/main" id="{F3A18468-0A94-B5F6-5192-A45E2B62D304}"/>
              </a:ext>
            </a:extLst>
          </p:cNvPr>
          <p:cNvSpPr txBox="1">
            <a:spLocks/>
          </p:cNvSpPr>
          <p:nvPr/>
        </p:nvSpPr>
        <p:spPr>
          <a:xfrm>
            <a:off x="2213502" y="2728910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1FB2741A-03F6-C1AD-3434-3F65C9C228E2}"/>
              </a:ext>
            </a:extLst>
          </p:cNvPr>
          <p:cNvCxnSpPr>
            <a:cxnSpLocks/>
          </p:cNvCxnSpPr>
          <p:nvPr/>
        </p:nvCxnSpPr>
        <p:spPr>
          <a:xfrm flipV="1">
            <a:off x="2021175" y="2508644"/>
            <a:ext cx="528602" cy="5585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内容占位符 2">
            <a:extLst>
              <a:ext uri="{FF2B5EF4-FFF2-40B4-BE49-F238E27FC236}">
                <a16:creationId xmlns:a16="http://schemas.microsoft.com/office/drawing/2014/main" id="{34D366B3-C10F-323D-7F6E-FEB7085CEC7D}"/>
              </a:ext>
            </a:extLst>
          </p:cNvPr>
          <p:cNvSpPr txBox="1">
            <a:spLocks/>
          </p:cNvSpPr>
          <p:nvPr/>
        </p:nvSpPr>
        <p:spPr>
          <a:xfrm>
            <a:off x="2110016" y="229429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05BEB124-24DF-0898-93CE-7AF282845F30}"/>
              </a:ext>
            </a:extLst>
          </p:cNvPr>
          <p:cNvSpPr/>
          <p:nvPr/>
        </p:nvSpPr>
        <p:spPr bwMode="auto">
          <a:xfrm>
            <a:off x="1769556" y="3067201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FA647D11-DEC4-C0CA-BF05-140B172AD53C}"/>
              </a:ext>
            </a:extLst>
          </p:cNvPr>
          <p:cNvCxnSpPr>
            <a:cxnSpLocks/>
            <a:stCxn id="135" idx="7"/>
          </p:cNvCxnSpPr>
          <p:nvPr/>
        </p:nvCxnSpPr>
        <p:spPr>
          <a:xfrm flipV="1">
            <a:off x="2857366" y="1813277"/>
            <a:ext cx="543319" cy="56908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A392DC7-2ABC-FF76-40DF-047CA400C98B}"/>
              </a:ext>
            </a:extLst>
          </p:cNvPr>
          <p:cNvSpPr txBox="1"/>
          <p:nvPr/>
        </p:nvSpPr>
        <p:spPr>
          <a:xfrm>
            <a:off x="5314122" y="1478888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={0,1,2,3,4}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{5}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062BF49-40D0-7B51-374F-D0707DF6A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483430"/>
              </p:ext>
            </p:extLst>
          </p:nvPr>
        </p:nvGraphicFramePr>
        <p:xfrm>
          <a:off x="712726" y="3947315"/>
          <a:ext cx="29972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067">
                  <a:extLst>
                    <a:ext uri="{9D8B030D-6E8A-4147-A177-3AD203B41FA5}">
                      <a16:colId xmlns:a16="http://schemas.microsoft.com/office/drawing/2014/main" val="2141616464"/>
                    </a:ext>
                  </a:extLst>
                </a:gridCol>
                <a:gridCol w="999067">
                  <a:extLst>
                    <a:ext uri="{9D8B030D-6E8A-4147-A177-3AD203B41FA5}">
                      <a16:colId xmlns:a16="http://schemas.microsoft.com/office/drawing/2014/main" val="1929814227"/>
                    </a:ext>
                  </a:extLst>
                </a:gridCol>
                <a:gridCol w="999067">
                  <a:extLst>
                    <a:ext uri="{9D8B030D-6E8A-4147-A177-3AD203B41FA5}">
                      <a16:colId xmlns:a16="http://schemas.microsoft.com/office/drawing/2014/main" val="2350788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66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68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2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91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85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0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32080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101CDD1-7F34-7592-65B5-E208111233B9}"/>
              </a:ext>
            </a:extLst>
          </p:cNvPr>
          <p:cNvSpPr txBox="1"/>
          <p:nvPr/>
        </p:nvSpPr>
        <p:spPr>
          <a:xfrm>
            <a:off x="5314122" y="1893485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弧，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={0,1,2,3}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{4}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{5}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B298A8-9C1D-CFDD-1CF3-65AFE02F3D3F}"/>
              </a:ext>
            </a:extLst>
          </p:cNvPr>
          <p:cNvSpPr txBox="1"/>
          <p:nvPr/>
        </p:nvSpPr>
        <p:spPr>
          <a:xfrm>
            <a:off x="5314122" y="2332218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弧，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={0,1,2}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{3}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{4}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{5}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C40C29-D8F8-25F8-61C2-74857085FF25}"/>
              </a:ext>
            </a:extLst>
          </p:cNvPr>
          <p:cNvSpPr txBox="1"/>
          <p:nvPr/>
        </p:nvSpPr>
        <p:spPr>
          <a:xfrm>
            <a:off x="5314122" y="2744299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弧，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={0}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{1,2}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{3}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{4}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{5}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1B53DB-5C0D-0AFB-40F6-6B02C5257D10}"/>
              </a:ext>
            </a:extLst>
          </p:cNvPr>
          <p:cNvSpPr txBox="1"/>
          <p:nvPr/>
        </p:nvSpPr>
        <p:spPr>
          <a:xfrm>
            <a:off x="5314122" y="3156380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{1,2}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，消去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50DC6BE-3C2E-33B3-87D9-41FE03C83FB1}"/>
              </a:ext>
            </a:extLst>
          </p:cNvPr>
          <p:cNvGrpSpPr/>
          <p:nvPr/>
        </p:nvGrpSpPr>
        <p:grpSpPr>
          <a:xfrm>
            <a:off x="5846088" y="3407366"/>
            <a:ext cx="3118535" cy="2953541"/>
            <a:chOff x="5846088" y="3407366"/>
            <a:chExt cx="3118535" cy="2953541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750A4AF-43E3-1983-81D2-6C902E3E6BC3}"/>
                </a:ext>
              </a:extLst>
            </p:cNvPr>
            <p:cNvSpPr/>
            <p:nvPr/>
          </p:nvSpPr>
          <p:spPr>
            <a:xfrm>
              <a:off x="6916081" y="4129829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C8380118-DDF6-C125-B389-BAA5FA04B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088" y="4175900"/>
              <a:ext cx="5064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A1A2FBF-A5A7-DFEE-7FBF-3B334BCE724E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01" y="4306675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F6030F1-8094-0ACE-F2FA-B7935B29EAD3}"/>
                </a:ext>
              </a:extLst>
            </p:cNvPr>
            <p:cNvCxnSpPr>
              <a:cxnSpLocks/>
            </p:cNvCxnSpPr>
            <p:nvPr/>
          </p:nvCxnSpPr>
          <p:spPr>
            <a:xfrm>
              <a:off x="7276896" y="4299335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37B58F5-F895-DD74-BD46-F93FC57114B6}"/>
                </a:ext>
              </a:extLst>
            </p:cNvPr>
            <p:cNvSpPr/>
            <p:nvPr/>
          </p:nvSpPr>
          <p:spPr>
            <a:xfrm>
              <a:off x="7713460" y="4119947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内容占位符 2">
              <a:extLst>
                <a:ext uri="{FF2B5EF4-FFF2-40B4-BE49-F238E27FC236}">
                  <a16:creationId xmlns:a16="http://schemas.microsoft.com/office/drawing/2014/main" id="{0EEE64CD-444F-79A2-8EB1-374B6D0D7193}"/>
                </a:ext>
              </a:extLst>
            </p:cNvPr>
            <p:cNvSpPr txBox="1">
              <a:spLocks/>
            </p:cNvSpPr>
            <p:nvPr/>
          </p:nvSpPr>
          <p:spPr>
            <a:xfrm>
              <a:off x="7337532" y="3791472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内容占位符 2">
              <a:extLst>
                <a:ext uri="{FF2B5EF4-FFF2-40B4-BE49-F238E27FC236}">
                  <a16:creationId xmlns:a16="http://schemas.microsoft.com/office/drawing/2014/main" id="{9CB71C1C-0357-2A84-83A8-BEED0C7EA2FC}"/>
                </a:ext>
              </a:extLst>
            </p:cNvPr>
            <p:cNvSpPr txBox="1">
              <a:spLocks/>
            </p:cNvSpPr>
            <p:nvPr/>
          </p:nvSpPr>
          <p:spPr>
            <a:xfrm>
              <a:off x="7721205" y="3407366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D5DF3BCD-F239-CD7D-3AD0-2741CEA64C8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74088" y="4695734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97E6C38-05EA-85D6-F1A4-713A5D029D84}"/>
                </a:ext>
              </a:extLst>
            </p:cNvPr>
            <p:cNvSpPr/>
            <p:nvPr/>
          </p:nvSpPr>
          <p:spPr bwMode="auto">
            <a:xfrm>
              <a:off x="7718873" y="4915287"/>
              <a:ext cx="360363" cy="3571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内容占位符 2">
              <a:extLst>
                <a:ext uri="{FF2B5EF4-FFF2-40B4-BE49-F238E27FC236}">
                  <a16:creationId xmlns:a16="http://schemas.microsoft.com/office/drawing/2014/main" id="{D1125B56-AC07-225D-5A88-AD9753F20CEE}"/>
                </a:ext>
              </a:extLst>
            </p:cNvPr>
            <p:cNvSpPr txBox="1">
              <a:spLocks/>
            </p:cNvSpPr>
            <p:nvPr/>
          </p:nvSpPr>
          <p:spPr>
            <a:xfrm>
              <a:off x="7901019" y="4365692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" name="内容占位符 2">
              <a:extLst>
                <a:ext uri="{FF2B5EF4-FFF2-40B4-BE49-F238E27FC236}">
                  <a16:creationId xmlns:a16="http://schemas.microsoft.com/office/drawing/2014/main" id="{CEB31152-30CD-4BDC-057F-A6396602E04B}"/>
                </a:ext>
              </a:extLst>
            </p:cNvPr>
            <p:cNvSpPr txBox="1">
              <a:spLocks/>
            </p:cNvSpPr>
            <p:nvPr/>
          </p:nvSpPr>
          <p:spPr>
            <a:xfrm>
              <a:off x="8178934" y="4592620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" name="弧形 25">
              <a:extLst>
                <a:ext uri="{FF2B5EF4-FFF2-40B4-BE49-F238E27FC236}">
                  <a16:creationId xmlns:a16="http://schemas.microsoft.com/office/drawing/2014/main" id="{06278306-8160-BFA8-D16D-0C31269B271F}"/>
                </a:ext>
              </a:extLst>
            </p:cNvPr>
            <p:cNvSpPr/>
            <p:nvPr/>
          </p:nvSpPr>
          <p:spPr>
            <a:xfrm rot="4643451">
              <a:off x="8026642" y="4964009"/>
              <a:ext cx="287337" cy="276225"/>
            </a:xfrm>
            <a:prstGeom prst="arc">
              <a:avLst>
                <a:gd name="adj1" fmla="val 8025179"/>
                <a:gd name="adj2" fmla="val 4292425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DABBF80-5434-B83D-57A7-B6A7B55B70A2}"/>
                </a:ext>
              </a:extLst>
            </p:cNvPr>
            <p:cNvSpPr/>
            <p:nvPr/>
          </p:nvSpPr>
          <p:spPr bwMode="auto">
            <a:xfrm>
              <a:off x="7718873" y="5707636"/>
              <a:ext cx="360363" cy="3571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1242E45-7B87-AD88-CFAE-994DECFA819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73427" y="5488890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E830484-B8A5-A872-F427-947AEF9A5BA6}"/>
                </a:ext>
              </a:extLst>
            </p:cNvPr>
            <p:cNvSpPr txBox="1"/>
            <p:nvPr/>
          </p:nvSpPr>
          <p:spPr>
            <a:xfrm>
              <a:off x="7923143" y="5314147"/>
              <a:ext cx="3914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lang="zh-CN" altLang="en-US" sz="2000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B87DF43-AE6A-2467-D3BE-EA1E1C7403E7}"/>
                </a:ext>
              </a:extLst>
            </p:cNvPr>
            <p:cNvSpPr/>
            <p:nvPr/>
          </p:nvSpPr>
          <p:spPr bwMode="auto">
            <a:xfrm>
              <a:off x="7009747" y="5707636"/>
              <a:ext cx="360363" cy="3571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0AA91D5-7338-37E3-937C-37D449D91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722" y="5985141"/>
              <a:ext cx="360364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8C7F657-49C2-27D7-2382-BF34CDEBA929}"/>
                </a:ext>
              </a:extLst>
            </p:cNvPr>
            <p:cNvCxnSpPr>
              <a:cxnSpLocks/>
            </p:cNvCxnSpPr>
            <p:nvPr/>
          </p:nvCxnSpPr>
          <p:spPr>
            <a:xfrm>
              <a:off x="7436819" y="5810967"/>
              <a:ext cx="31626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内容占位符 2">
              <a:extLst>
                <a:ext uri="{FF2B5EF4-FFF2-40B4-BE49-F238E27FC236}">
                  <a16:creationId xmlns:a16="http://schemas.microsoft.com/office/drawing/2014/main" id="{2CBEF18C-1CAB-6B2C-632E-C82325666EE7}"/>
                </a:ext>
              </a:extLst>
            </p:cNvPr>
            <p:cNvSpPr txBox="1">
              <a:spLocks/>
            </p:cNvSpPr>
            <p:nvPr/>
          </p:nvSpPr>
          <p:spPr>
            <a:xfrm>
              <a:off x="7436819" y="5813496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" name="内容占位符 2">
              <a:extLst>
                <a:ext uri="{FF2B5EF4-FFF2-40B4-BE49-F238E27FC236}">
                  <a16:creationId xmlns:a16="http://schemas.microsoft.com/office/drawing/2014/main" id="{9A364AF1-C9CD-CFCF-09E8-538517DCAC68}"/>
                </a:ext>
              </a:extLst>
            </p:cNvPr>
            <p:cNvSpPr txBox="1">
              <a:spLocks/>
            </p:cNvSpPr>
            <p:nvPr/>
          </p:nvSpPr>
          <p:spPr>
            <a:xfrm>
              <a:off x="7382598" y="5314147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96D0A28D-5232-638D-9164-DE471B23B8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0271" y="5093881"/>
              <a:ext cx="528602" cy="5585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内容占位符 2">
              <a:extLst>
                <a:ext uri="{FF2B5EF4-FFF2-40B4-BE49-F238E27FC236}">
                  <a16:creationId xmlns:a16="http://schemas.microsoft.com/office/drawing/2014/main" id="{EB0E9B4C-0952-11BA-65DC-1FF805218199}"/>
                </a:ext>
              </a:extLst>
            </p:cNvPr>
            <p:cNvSpPr txBox="1">
              <a:spLocks/>
            </p:cNvSpPr>
            <p:nvPr/>
          </p:nvSpPr>
          <p:spPr>
            <a:xfrm>
              <a:off x="7279112" y="4879528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3E641BF4-A9B8-C81E-9EB0-D65B9D866138}"/>
                </a:ext>
              </a:extLst>
            </p:cNvPr>
            <p:cNvSpPr/>
            <p:nvPr/>
          </p:nvSpPr>
          <p:spPr bwMode="auto">
            <a:xfrm>
              <a:off x="6938652" y="5652438"/>
              <a:ext cx="503237" cy="4683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弧形 39">
              <a:extLst>
                <a:ext uri="{FF2B5EF4-FFF2-40B4-BE49-F238E27FC236}">
                  <a16:creationId xmlns:a16="http://schemas.microsoft.com/office/drawing/2014/main" id="{0D77B60D-0637-6D63-3638-DC388B4F2901}"/>
                </a:ext>
              </a:extLst>
            </p:cNvPr>
            <p:cNvSpPr/>
            <p:nvPr/>
          </p:nvSpPr>
          <p:spPr>
            <a:xfrm rot="21237892">
              <a:off x="7776722" y="3870392"/>
              <a:ext cx="287337" cy="276225"/>
            </a:xfrm>
            <a:prstGeom prst="arc">
              <a:avLst>
                <a:gd name="adj1" fmla="val 8025179"/>
                <a:gd name="adj2" fmla="val 4292425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FFC97964-505F-FFC1-79FF-E3006F3D6E95}"/>
                </a:ext>
              </a:extLst>
            </p:cNvPr>
            <p:cNvSpPr/>
            <p:nvPr/>
          </p:nvSpPr>
          <p:spPr>
            <a:xfrm rot="16200000" flipV="1">
              <a:off x="7267247" y="4552409"/>
              <a:ext cx="1610688" cy="1119217"/>
            </a:xfrm>
            <a:prstGeom prst="arc">
              <a:avLst>
                <a:gd name="adj1" fmla="val 10796591"/>
                <a:gd name="adj2" fmla="val 42207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2" name="内容占位符 2">
              <a:extLst>
                <a:ext uri="{FF2B5EF4-FFF2-40B4-BE49-F238E27FC236}">
                  <a16:creationId xmlns:a16="http://schemas.microsoft.com/office/drawing/2014/main" id="{86019001-235F-FF72-C82D-ACEE3A1B2BB7}"/>
                </a:ext>
              </a:extLst>
            </p:cNvPr>
            <p:cNvSpPr txBox="1">
              <a:spLocks/>
            </p:cNvSpPr>
            <p:nvPr/>
          </p:nvSpPr>
          <p:spPr>
            <a:xfrm>
              <a:off x="8604259" y="4497754"/>
              <a:ext cx="360364" cy="5474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27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658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5" grpId="0" animBg="1"/>
      <p:bldP spid="125" grpId="1" animBg="1"/>
      <p:bldP spid="129" grpId="0" animBg="1"/>
      <p:bldP spid="129" grpId="1" animBg="1"/>
      <p:bldP spid="131" grpId="0" animBg="1"/>
      <p:bldP spid="135" grpId="0" animBg="1"/>
      <p:bldP spid="143" grpId="0" animBg="1"/>
      <p:bldP spid="149" grpId="0" animBg="1"/>
      <p:bldP spid="161" grpId="0" animBg="1"/>
      <p:bldP spid="5" grpId="0"/>
      <p:bldP spid="8" grpId="0"/>
      <p:bldP spid="9" grpId="0"/>
      <p:bldP spid="10" grpId="0"/>
      <p:bldP spid="11" grpId="0"/>
      <p:bldP spid="12" grpId="0" animBg="1"/>
      <p:bldP spid="12" grpId="1" animBg="1"/>
      <p:bldP spid="16" grpId="0" animBg="1"/>
      <p:bldP spid="16" grpId="1" animBg="1"/>
      <p:bldP spid="21" grpId="0" animBg="1"/>
      <p:bldP spid="27" grpId="0" animBg="1"/>
      <p:bldP spid="31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252" y="612154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7FF010-34EB-AFC1-7DB7-A1B13EE1EE5A}"/>
              </a:ext>
            </a:extLst>
          </p:cNvPr>
          <p:cNvSpPr/>
          <p:nvPr/>
        </p:nvSpPr>
        <p:spPr>
          <a:xfrm>
            <a:off x="2239893" y="2110615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E0DC9F2-2A05-27B5-BF08-9101CFA8BBA1}"/>
              </a:ext>
            </a:extLst>
          </p:cNvPr>
          <p:cNvSpPr/>
          <p:nvPr/>
        </p:nvSpPr>
        <p:spPr bwMode="auto">
          <a:xfrm>
            <a:off x="5327374" y="2070928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372CA6-EEE3-8BDE-6824-7B297CC465BC}"/>
              </a:ext>
            </a:extLst>
          </p:cNvPr>
          <p:cNvSpPr/>
          <p:nvPr/>
        </p:nvSpPr>
        <p:spPr>
          <a:xfrm>
            <a:off x="5403574" y="2126490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C75D592-991C-E1C5-562F-08F2095E8FA4}"/>
              </a:ext>
            </a:extLst>
          </p:cNvPr>
          <p:cNvCxnSpPr>
            <a:stCxn id="6" idx="6"/>
          </p:cNvCxnSpPr>
          <p:nvPr/>
        </p:nvCxnSpPr>
        <p:spPr>
          <a:xfrm>
            <a:off x="2600256" y="2290003"/>
            <a:ext cx="2727118" cy="1587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2005B82-AEF1-9CF9-3CBE-EE20D40E16EB}"/>
              </a:ext>
            </a:extLst>
          </p:cNvPr>
          <p:cNvSpPr txBox="1">
            <a:spLocks/>
          </p:cNvSpPr>
          <p:nvPr/>
        </p:nvSpPr>
        <p:spPr>
          <a:xfrm>
            <a:off x="3082268" y="1742591"/>
            <a:ext cx="2079453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)*(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sz="27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36B161-F494-01BA-5DDA-0EB1CDE3DC54}"/>
              </a:ext>
            </a:extLst>
          </p:cNvPr>
          <p:cNvSpPr/>
          <p:nvPr/>
        </p:nvSpPr>
        <p:spPr>
          <a:xfrm>
            <a:off x="2239893" y="286688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CB1332E-0AF7-D6A5-D810-2945B9721531}"/>
              </a:ext>
            </a:extLst>
          </p:cNvPr>
          <p:cNvSpPr/>
          <p:nvPr/>
        </p:nvSpPr>
        <p:spPr bwMode="auto">
          <a:xfrm>
            <a:off x="5321997" y="2806436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DF2EFCF-8661-6FE9-AA16-E5BD08CD8577}"/>
              </a:ext>
            </a:extLst>
          </p:cNvPr>
          <p:cNvSpPr/>
          <p:nvPr/>
        </p:nvSpPr>
        <p:spPr>
          <a:xfrm>
            <a:off x="5398197" y="2861998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B6947A7-33C2-4FC1-83B8-42705E89C402}"/>
              </a:ext>
            </a:extLst>
          </p:cNvPr>
          <p:cNvCxnSpPr>
            <a:cxnSpLocks/>
            <a:stCxn id="13" idx="6"/>
            <a:endCxn id="19" idx="2"/>
          </p:cNvCxnSpPr>
          <p:nvPr/>
        </p:nvCxnSpPr>
        <p:spPr>
          <a:xfrm>
            <a:off x="2600256" y="3046274"/>
            <a:ext cx="668474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A4680B01-8407-663C-3972-61C249F61B52}"/>
              </a:ext>
            </a:extLst>
          </p:cNvPr>
          <p:cNvSpPr txBox="1">
            <a:spLocks/>
          </p:cNvSpPr>
          <p:nvPr/>
        </p:nvSpPr>
        <p:spPr>
          <a:xfrm>
            <a:off x="2578872" y="2499655"/>
            <a:ext cx="831920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C59528C-57C8-AF0C-F70D-EC9765F22B89}"/>
              </a:ext>
            </a:extLst>
          </p:cNvPr>
          <p:cNvSpPr/>
          <p:nvPr/>
        </p:nvSpPr>
        <p:spPr>
          <a:xfrm>
            <a:off x="3268730" y="286688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365DDBE-A15E-9055-0398-AD0A3E9DD59E}"/>
              </a:ext>
            </a:extLst>
          </p:cNvPr>
          <p:cNvCxnSpPr>
            <a:cxnSpLocks/>
            <a:stCxn id="19" idx="6"/>
            <a:endCxn id="25" idx="2"/>
          </p:cNvCxnSpPr>
          <p:nvPr/>
        </p:nvCxnSpPr>
        <p:spPr>
          <a:xfrm>
            <a:off x="3629093" y="3046274"/>
            <a:ext cx="68283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EDD955F-1E6C-5FF9-25AD-310058338A1F}"/>
              </a:ext>
            </a:extLst>
          </p:cNvPr>
          <p:cNvSpPr txBox="1"/>
          <p:nvPr/>
        </p:nvSpPr>
        <p:spPr>
          <a:xfrm>
            <a:off x="3590359" y="2685460"/>
            <a:ext cx="871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98BF4C4-A2B6-3702-CE01-F9EE45783491}"/>
              </a:ext>
            </a:extLst>
          </p:cNvPr>
          <p:cNvSpPr/>
          <p:nvPr/>
        </p:nvSpPr>
        <p:spPr>
          <a:xfrm>
            <a:off x="4311929" y="286688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A34BEF-1B00-F6ED-63BE-92BD936EB36B}"/>
              </a:ext>
            </a:extLst>
          </p:cNvPr>
          <p:cNvCxnSpPr>
            <a:cxnSpLocks/>
          </p:cNvCxnSpPr>
          <p:nvPr/>
        </p:nvCxnSpPr>
        <p:spPr>
          <a:xfrm>
            <a:off x="4672292" y="3051656"/>
            <a:ext cx="649705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D1FAA563-F017-6969-F0A1-465EC8975DE0}"/>
              </a:ext>
            </a:extLst>
          </p:cNvPr>
          <p:cNvSpPr txBox="1">
            <a:spLocks/>
          </p:cNvSpPr>
          <p:nvPr/>
        </p:nvSpPr>
        <p:spPr>
          <a:xfrm>
            <a:off x="4671746" y="2481164"/>
            <a:ext cx="813952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685CAF3-357E-FDD3-29D4-81FB1419E6E4}"/>
              </a:ext>
            </a:extLst>
          </p:cNvPr>
          <p:cNvSpPr/>
          <p:nvPr/>
        </p:nvSpPr>
        <p:spPr bwMode="auto">
          <a:xfrm>
            <a:off x="5529230" y="3899740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5B4B53F-2B04-F3A3-B03F-2226B3FB839B}"/>
              </a:ext>
            </a:extLst>
          </p:cNvPr>
          <p:cNvSpPr/>
          <p:nvPr/>
        </p:nvSpPr>
        <p:spPr>
          <a:xfrm>
            <a:off x="2239893" y="38878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1C4170B-E5BC-2D8F-749C-A8612A9EDAC0}"/>
              </a:ext>
            </a:extLst>
          </p:cNvPr>
          <p:cNvSpPr/>
          <p:nvPr/>
        </p:nvSpPr>
        <p:spPr bwMode="auto">
          <a:xfrm>
            <a:off x="6256340" y="3844178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3B49073-1DF0-56AB-FAC8-F7F086647544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2600256" y="4067228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B303F99B-CFEA-5226-5BCF-3EE45709959A}"/>
              </a:ext>
            </a:extLst>
          </p:cNvPr>
          <p:cNvSpPr/>
          <p:nvPr/>
        </p:nvSpPr>
        <p:spPr>
          <a:xfrm>
            <a:off x="3036820" y="38878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16F5DED-1E28-730A-E38C-658F33CAAD23}"/>
              </a:ext>
            </a:extLst>
          </p:cNvPr>
          <p:cNvCxnSpPr>
            <a:cxnSpLocks/>
          </p:cNvCxnSpPr>
          <p:nvPr/>
        </p:nvCxnSpPr>
        <p:spPr>
          <a:xfrm>
            <a:off x="3397183" y="4067227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41CE0852-4B17-9C17-0CBF-3E741A51EB6D}"/>
              </a:ext>
            </a:extLst>
          </p:cNvPr>
          <p:cNvSpPr/>
          <p:nvPr/>
        </p:nvSpPr>
        <p:spPr>
          <a:xfrm>
            <a:off x="4730338" y="38997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795DC48-D267-9CD4-237E-2F731FA950F1}"/>
              </a:ext>
            </a:extLst>
          </p:cNvPr>
          <p:cNvCxnSpPr>
            <a:cxnSpLocks/>
          </p:cNvCxnSpPr>
          <p:nvPr/>
        </p:nvCxnSpPr>
        <p:spPr>
          <a:xfrm>
            <a:off x="5090701" y="4084510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DF3BC5AA-34B1-09F1-AC85-90760B021FBB}"/>
              </a:ext>
            </a:extLst>
          </p:cNvPr>
          <p:cNvSpPr/>
          <p:nvPr/>
        </p:nvSpPr>
        <p:spPr bwMode="auto">
          <a:xfrm>
            <a:off x="6333165" y="3899740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A2F483F-F35A-561E-A1CC-38A6D532543E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894636" y="4078334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C76A3459-531F-C99B-170E-9EE51B138D8B}"/>
              </a:ext>
            </a:extLst>
          </p:cNvPr>
          <p:cNvSpPr/>
          <p:nvPr/>
        </p:nvSpPr>
        <p:spPr>
          <a:xfrm>
            <a:off x="3857853" y="38878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AA843682-9C65-EDAA-468A-71B07CFFE9CB}"/>
              </a:ext>
            </a:extLst>
          </p:cNvPr>
          <p:cNvSpPr txBox="1">
            <a:spLocks/>
          </p:cNvSpPr>
          <p:nvPr/>
        </p:nvSpPr>
        <p:spPr>
          <a:xfrm>
            <a:off x="2660892" y="355936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内容占位符 2">
            <a:extLst>
              <a:ext uri="{FF2B5EF4-FFF2-40B4-BE49-F238E27FC236}">
                <a16:creationId xmlns:a16="http://schemas.microsoft.com/office/drawing/2014/main" id="{62EF5B40-7BF9-1B4A-CB3C-D7330B86345E}"/>
              </a:ext>
            </a:extLst>
          </p:cNvPr>
          <p:cNvSpPr txBox="1">
            <a:spLocks/>
          </p:cNvSpPr>
          <p:nvPr/>
        </p:nvSpPr>
        <p:spPr>
          <a:xfrm>
            <a:off x="3512007" y="3578560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内容占位符 2">
            <a:extLst>
              <a:ext uri="{FF2B5EF4-FFF2-40B4-BE49-F238E27FC236}">
                <a16:creationId xmlns:a16="http://schemas.microsoft.com/office/drawing/2014/main" id="{CFABFD70-CFC6-0C63-C1C6-9281511D798F}"/>
              </a:ext>
            </a:extLst>
          </p:cNvPr>
          <p:cNvSpPr txBox="1">
            <a:spLocks/>
          </p:cNvSpPr>
          <p:nvPr/>
        </p:nvSpPr>
        <p:spPr>
          <a:xfrm>
            <a:off x="4260010" y="3411110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49445569-DF67-EA8D-4ED1-08727364BE2B}"/>
              </a:ext>
            </a:extLst>
          </p:cNvPr>
          <p:cNvSpPr txBox="1">
            <a:spLocks/>
          </p:cNvSpPr>
          <p:nvPr/>
        </p:nvSpPr>
        <p:spPr>
          <a:xfrm>
            <a:off x="5143094" y="357856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8B2AD7C6-7C61-032A-7F16-A3D6E06F7C44}"/>
              </a:ext>
            </a:extLst>
          </p:cNvPr>
          <p:cNvSpPr txBox="1">
            <a:spLocks/>
          </p:cNvSpPr>
          <p:nvPr/>
        </p:nvSpPr>
        <p:spPr>
          <a:xfrm>
            <a:off x="5947029" y="357856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" name="Rectangle 22">
            <a:extLst>
              <a:ext uri="{FF2B5EF4-FFF2-40B4-BE49-F238E27FC236}">
                <a16:creationId xmlns:a16="http://schemas.microsoft.com/office/drawing/2014/main" id="{D3C2BEB1-4EF4-7A7F-9745-24303A7CE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416" y="2156686"/>
            <a:ext cx="50641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B13B53B-2FFD-277E-E610-7173AF7F0DA5}"/>
              </a:ext>
            </a:extLst>
          </p:cNvPr>
          <p:cNvCxnSpPr>
            <a:cxnSpLocks/>
          </p:cNvCxnSpPr>
          <p:nvPr/>
        </p:nvCxnSpPr>
        <p:spPr>
          <a:xfrm>
            <a:off x="1803329" y="2287461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22">
            <a:extLst>
              <a:ext uri="{FF2B5EF4-FFF2-40B4-BE49-F238E27FC236}">
                <a16:creationId xmlns:a16="http://schemas.microsoft.com/office/drawing/2014/main" id="{48547F1F-65EE-65A6-F33E-0DC08BF32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665" y="2920881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C0956733-1F3A-FAA6-EA44-6FFB09B23B45}"/>
              </a:ext>
            </a:extLst>
          </p:cNvPr>
          <p:cNvCxnSpPr>
            <a:cxnSpLocks/>
          </p:cNvCxnSpPr>
          <p:nvPr/>
        </p:nvCxnSpPr>
        <p:spPr>
          <a:xfrm>
            <a:off x="1796578" y="3051656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22">
            <a:extLst>
              <a:ext uri="{FF2B5EF4-FFF2-40B4-BE49-F238E27FC236}">
                <a16:creationId xmlns:a16="http://schemas.microsoft.com/office/drawing/2014/main" id="{E098D788-EA40-869D-2B1A-2CA15602B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670" y="3933911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1CCFDB2-F569-7899-315F-7467BCB1DDF7}"/>
              </a:ext>
            </a:extLst>
          </p:cNvPr>
          <p:cNvCxnSpPr>
            <a:cxnSpLocks/>
          </p:cNvCxnSpPr>
          <p:nvPr/>
        </p:nvCxnSpPr>
        <p:spPr>
          <a:xfrm>
            <a:off x="1796583" y="4064686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E832D33D-8901-FD41-AFB2-D140EFBFD132}"/>
              </a:ext>
            </a:extLst>
          </p:cNvPr>
          <p:cNvSpPr/>
          <p:nvPr/>
        </p:nvSpPr>
        <p:spPr>
          <a:xfrm rot="20839790">
            <a:off x="3077820" y="3634394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236E6B7-B268-C8D1-D9EE-E14CEE4CF94C}"/>
              </a:ext>
            </a:extLst>
          </p:cNvPr>
          <p:cNvSpPr txBox="1"/>
          <p:nvPr/>
        </p:nvSpPr>
        <p:spPr>
          <a:xfrm>
            <a:off x="2994832" y="3283919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28" name="弧形 27">
            <a:extLst>
              <a:ext uri="{FF2B5EF4-FFF2-40B4-BE49-F238E27FC236}">
                <a16:creationId xmlns:a16="http://schemas.microsoft.com/office/drawing/2014/main" id="{6048F934-7096-3FC8-A67F-15D301F264D5}"/>
              </a:ext>
            </a:extLst>
          </p:cNvPr>
          <p:cNvSpPr/>
          <p:nvPr/>
        </p:nvSpPr>
        <p:spPr>
          <a:xfrm>
            <a:off x="4021703" y="3909748"/>
            <a:ext cx="836597" cy="351178"/>
          </a:xfrm>
          <a:prstGeom prst="arc">
            <a:avLst>
              <a:gd name="adj1" fmla="val 12399576"/>
              <a:gd name="adj2" fmla="val 20638102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19C89D20-4C0B-3407-697E-D80EA2B77EC9}"/>
              </a:ext>
            </a:extLst>
          </p:cNvPr>
          <p:cNvSpPr/>
          <p:nvPr/>
        </p:nvSpPr>
        <p:spPr>
          <a:xfrm flipV="1">
            <a:off x="4008773" y="3883120"/>
            <a:ext cx="836597" cy="351178"/>
          </a:xfrm>
          <a:prstGeom prst="arc">
            <a:avLst>
              <a:gd name="adj1" fmla="val 12399576"/>
              <a:gd name="adj2" fmla="val 20638102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FAC20B60-7F9B-A546-4EEE-9DAABD1BB2ED}"/>
              </a:ext>
            </a:extLst>
          </p:cNvPr>
          <p:cNvSpPr txBox="1">
            <a:spLocks/>
          </p:cNvSpPr>
          <p:nvPr/>
        </p:nvSpPr>
        <p:spPr>
          <a:xfrm>
            <a:off x="4238535" y="3990234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</a:p>
        </p:txBody>
      </p:sp>
      <p:sp>
        <p:nvSpPr>
          <p:cNvPr id="49" name="弧形 48">
            <a:extLst>
              <a:ext uri="{FF2B5EF4-FFF2-40B4-BE49-F238E27FC236}">
                <a16:creationId xmlns:a16="http://schemas.microsoft.com/office/drawing/2014/main" id="{C80010BD-9E1F-AE82-4DEE-08C58FFB32EA}"/>
              </a:ext>
            </a:extLst>
          </p:cNvPr>
          <p:cNvSpPr/>
          <p:nvPr/>
        </p:nvSpPr>
        <p:spPr>
          <a:xfrm rot="20839790">
            <a:off x="5568425" y="3654146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3629EE2-62E6-2B88-EE3F-E707C09DEAA2}"/>
              </a:ext>
            </a:extLst>
          </p:cNvPr>
          <p:cNvSpPr txBox="1"/>
          <p:nvPr/>
        </p:nvSpPr>
        <p:spPr>
          <a:xfrm>
            <a:off x="5484841" y="3317227"/>
            <a:ext cx="523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67F15E81-A9EA-E9A2-0A7F-E29769496691}"/>
              </a:ext>
            </a:extLst>
          </p:cNvPr>
          <p:cNvSpPr/>
          <p:nvPr/>
        </p:nvSpPr>
        <p:spPr bwMode="auto">
          <a:xfrm>
            <a:off x="5908160" y="5120189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729B9F2-6910-EDD7-40F9-0DD82F4E1470}"/>
              </a:ext>
            </a:extLst>
          </p:cNvPr>
          <p:cNvSpPr/>
          <p:nvPr/>
        </p:nvSpPr>
        <p:spPr>
          <a:xfrm>
            <a:off x="2234513" y="51082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08081FC3-8819-E2F3-5AB6-340D6F680A23}"/>
              </a:ext>
            </a:extLst>
          </p:cNvPr>
          <p:cNvSpPr/>
          <p:nvPr/>
        </p:nvSpPr>
        <p:spPr bwMode="auto">
          <a:xfrm>
            <a:off x="6635270" y="5064627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E0805760-7482-4611-94C2-F4FE5FBEFE71}"/>
              </a:ext>
            </a:extLst>
          </p:cNvPr>
          <p:cNvCxnSpPr>
            <a:cxnSpLocks/>
            <a:stCxn id="98" idx="6"/>
          </p:cNvCxnSpPr>
          <p:nvPr/>
        </p:nvCxnSpPr>
        <p:spPr>
          <a:xfrm>
            <a:off x="2594876" y="528767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E99A0DF2-29B2-7BA6-1F5B-A341A4F16C02}"/>
              </a:ext>
            </a:extLst>
          </p:cNvPr>
          <p:cNvSpPr/>
          <p:nvPr/>
        </p:nvSpPr>
        <p:spPr>
          <a:xfrm>
            <a:off x="3031440" y="51082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4ACDA3B-C8E1-16DB-576B-C96C7893C414}"/>
              </a:ext>
            </a:extLst>
          </p:cNvPr>
          <p:cNvCxnSpPr>
            <a:cxnSpLocks/>
          </p:cNvCxnSpPr>
          <p:nvPr/>
        </p:nvCxnSpPr>
        <p:spPr>
          <a:xfrm>
            <a:off x="3391803" y="5287676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椭圆 102">
            <a:extLst>
              <a:ext uri="{FF2B5EF4-FFF2-40B4-BE49-F238E27FC236}">
                <a16:creationId xmlns:a16="http://schemas.microsoft.com/office/drawing/2014/main" id="{700BCDD4-2D4D-F413-3334-2FA045E40A0E}"/>
              </a:ext>
            </a:extLst>
          </p:cNvPr>
          <p:cNvSpPr/>
          <p:nvPr/>
        </p:nvSpPr>
        <p:spPr>
          <a:xfrm>
            <a:off x="5109268" y="51201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81C4A081-E768-17FF-18DC-BA494B53CEE0}"/>
              </a:ext>
            </a:extLst>
          </p:cNvPr>
          <p:cNvCxnSpPr>
            <a:cxnSpLocks/>
          </p:cNvCxnSpPr>
          <p:nvPr/>
        </p:nvCxnSpPr>
        <p:spPr>
          <a:xfrm>
            <a:off x="5469631" y="5304959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椭圆 104">
            <a:extLst>
              <a:ext uri="{FF2B5EF4-FFF2-40B4-BE49-F238E27FC236}">
                <a16:creationId xmlns:a16="http://schemas.microsoft.com/office/drawing/2014/main" id="{62D729B8-A5B9-5A72-2D28-FDFFBC075FC7}"/>
              </a:ext>
            </a:extLst>
          </p:cNvPr>
          <p:cNvSpPr/>
          <p:nvPr/>
        </p:nvSpPr>
        <p:spPr bwMode="auto">
          <a:xfrm>
            <a:off x="6712095" y="5120189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7B2ADA1F-6AAD-8D0E-F44B-E23C7C76893F}"/>
              </a:ext>
            </a:extLst>
          </p:cNvPr>
          <p:cNvCxnSpPr>
            <a:cxnSpLocks/>
            <a:endCxn id="99" idx="2"/>
          </p:cNvCxnSpPr>
          <p:nvPr/>
        </p:nvCxnSpPr>
        <p:spPr>
          <a:xfrm flipV="1">
            <a:off x="6273566" y="5298783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椭圆 106">
            <a:extLst>
              <a:ext uri="{FF2B5EF4-FFF2-40B4-BE49-F238E27FC236}">
                <a16:creationId xmlns:a16="http://schemas.microsoft.com/office/drawing/2014/main" id="{4E1F5C08-1E91-095B-B3C5-7AFED451AE1C}"/>
              </a:ext>
            </a:extLst>
          </p:cNvPr>
          <p:cNvSpPr/>
          <p:nvPr/>
        </p:nvSpPr>
        <p:spPr>
          <a:xfrm>
            <a:off x="3852473" y="51082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内容占位符 2">
            <a:extLst>
              <a:ext uri="{FF2B5EF4-FFF2-40B4-BE49-F238E27FC236}">
                <a16:creationId xmlns:a16="http://schemas.microsoft.com/office/drawing/2014/main" id="{C4E2B6C1-DC80-52EC-70FE-CBA57196960C}"/>
              </a:ext>
            </a:extLst>
          </p:cNvPr>
          <p:cNvSpPr txBox="1">
            <a:spLocks/>
          </p:cNvSpPr>
          <p:nvPr/>
        </p:nvSpPr>
        <p:spPr>
          <a:xfrm>
            <a:off x="2655512" y="4779814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" name="内容占位符 2">
            <a:extLst>
              <a:ext uri="{FF2B5EF4-FFF2-40B4-BE49-F238E27FC236}">
                <a16:creationId xmlns:a16="http://schemas.microsoft.com/office/drawing/2014/main" id="{0E47A9EE-16F7-958E-82DC-7CA33333030D}"/>
              </a:ext>
            </a:extLst>
          </p:cNvPr>
          <p:cNvSpPr txBox="1">
            <a:spLocks/>
          </p:cNvSpPr>
          <p:nvPr/>
        </p:nvSpPr>
        <p:spPr>
          <a:xfrm>
            <a:off x="3506627" y="479900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0" name="内容占位符 2">
            <a:extLst>
              <a:ext uri="{FF2B5EF4-FFF2-40B4-BE49-F238E27FC236}">
                <a16:creationId xmlns:a16="http://schemas.microsoft.com/office/drawing/2014/main" id="{0EC36D76-8D4C-7A10-CB6D-152FECA60BE5}"/>
              </a:ext>
            </a:extLst>
          </p:cNvPr>
          <p:cNvSpPr txBox="1">
            <a:spLocks/>
          </p:cNvSpPr>
          <p:nvPr/>
        </p:nvSpPr>
        <p:spPr>
          <a:xfrm>
            <a:off x="4140855" y="4475378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1" name="内容占位符 2">
            <a:extLst>
              <a:ext uri="{FF2B5EF4-FFF2-40B4-BE49-F238E27FC236}">
                <a16:creationId xmlns:a16="http://schemas.microsoft.com/office/drawing/2014/main" id="{BE0E3B68-76A6-C71E-7883-5CF48145D601}"/>
              </a:ext>
            </a:extLst>
          </p:cNvPr>
          <p:cNvSpPr txBox="1">
            <a:spLocks/>
          </p:cNvSpPr>
          <p:nvPr/>
        </p:nvSpPr>
        <p:spPr>
          <a:xfrm>
            <a:off x="5522024" y="4799010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2" name="内容占位符 2">
            <a:extLst>
              <a:ext uri="{FF2B5EF4-FFF2-40B4-BE49-F238E27FC236}">
                <a16:creationId xmlns:a16="http://schemas.microsoft.com/office/drawing/2014/main" id="{F9B0018C-FBBD-735B-7B97-307F6E33A861}"/>
              </a:ext>
            </a:extLst>
          </p:cNvPr>
          <p:cNvSpPr txBox="1">
            <a:spLocks/>
          </p:cNvSpPr>
          <p:nvPr/>
        </p:nvSpPr>
        <p:spPr>
          <a:xfrm>
            <a:off x="6325959" y="4799010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8142D509-18D6-D10A-00E6-B837C752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90" y="5154360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48D16CE-8CED-CC5D-CDBC-DFCDA8A19F2A}"/>
              </a:ext>
            </a:extLst>
          </p:cNvPr>
          <p:cNvCxnSpPr>
            <a:cxnSpLocks/>
          </p:cNvCxnSpPr>
          <p:nvPr/>
        </p:nvCxnSpPr>
        <p:spPr>
          <a:xfrm>
            <a:off x="1791203" y="5285135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弧形 114">
            <a:extLst>
              <a:ext uri="{FF2B5EF4-FFF2-40B4-BE49-F238E27FC236}">
                <a16:creationId xmlns:a16="http://schemas.microsoft.com/office/drawing/2014/main" id="{C340892B-6FCB-73DC-6263-B358AF386F28}"/>
              </a:ext>
            </a:extLst>
          </p:cNvPr>
          <p:cNvSpPr/>
          <p:nvPr/>
        </p:nvSpPr>
        <p:spPr>
          <a:xfrm rot="20839790">
            <a:off x="3072440" y="4854843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9EAF398-FEB1-A657-FB74-0EC7A9C55B5E}"/>
              </a:ext>
            </a:extLst>
          </p:cNvPr>
          <p:cNvSpPr txBox="1"/>
          <p:nvPr/>
        </p:nvSpPr>
        <p:spPr>
          <a:xfrm>
            <a:off x="3082058" y="4530770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C105FDC5-01E7-27B5-CE4B-C6E9A4CDFFCD}"/>
              </a:ext>
            </a:extLst>
          </p:cNvPr>
          <p:cNvSpPr/>
          <p:nvPr/>
        </p:nvSpPr>
        <p:spPr>
          <a:xfrm rot="21167251">
            <a:off x="3974389" y="4996784"/>
            <a:ext cx="836597" cy="940560"/>
          </a:xfrm>
          <a:prstGeom prst="arc">
            <a:avLst>
              <a:gd name="adj1" fmla="val 14136885"/>
              <a:gd name="adj2" fmla="val 17360447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弧形 119">
            <a:extLst>
              <a:ext uri="{FF2B5EF4-FFF2-40B4-BE49-F238E27FC236}">
                <a16:creationId xmlns:a16="http://schemas.microsoft.com/office/drawing/2014/main" id="{E73F5320-D7DC-9D0A-4F21-76478B80AE0B}"/>
              </a:ext>
            </a:extLst>
          </p:cNvPr>
          <p:cNvSpPr/>
          <p:nvPr/>
        </p:nvSpPr>
        <p:spPr>
          <a:xfrm rot="20839790">
            <a:off x="5947355" y="4874595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14CA9403-7B88-D787-9390-C1954015F15A}"/>
              </a:ext>
            </a:extLst>
          </p:cNvPr>
          <p:cNvSpPr txBox="1"/>
          <p:nvPr/>
        </p:nvSpPr>
        <p:spPr>
          <a:xfrm>
            <a:off x="5964356" y="4578107"/>
            <a:ext cx="523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22" name="弧形 121">
            <a:extLst>
              <a:ext uri="{FF2B5EF4-FFF2-40B4-BE49-F238E27FC236}">
                <a16:creationId xmlns:a16="http://schemas.microsoft.com/office/drawing/2014/main" id="{EE15D1AC-28C8-2CBF-FB85-4F14FD518BBB}"/>
              </a:ext>
            </a:extLst>
          </p:cNvPr>
          <p:cNvSpPr/>
          <p:nvPr/>
        </p:nvSpPr>
        <p:spPr>
          <a:xfrm rot="10061095">
            <a:off x="3084780" y="5457411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08D938C8-DAC2-FCE7-1857-6FBA44088C51}"/>
              </a:ext>
            </a:extLst>
          </p:cNvPr>
          <p:cNvSpPr txBox="1"/>
          <p:nvPr/>
        </p:nvSpPr>
        <p:spPr>
          <a:xfrm>
            <a:off x="3082268" y="5671800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B28E7F9-9892-1F45-7473-77336B32B147}"/>
              </a:ext>
            </a:extLst>
          </p:cNvPr>
          <p:cNvSpPr/>
          <p:nvPr/>
        </p:nvSpPr>
        <p:spPr>
          <a:xfrm>
            <a:off x="4479364" y="485429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弧形 124">
            <a:extLst>
              <a:ext uri="{FF2B5EF4-FFF2-40B4-BE49-F238E27FC236}">
                <a16:creationId xmlns:a16="http://schemas.microsoft.com/office/drawing/2014/main" id="{D0844859-8942-956C-6BC5-5B083140F3C1}"/>
              </a:ext>
            </a:extLst>
          </p:cNvPr>
          <p:cNvSpPr/>
          <p:nvPr/>
        </p:nvSpPr>
        <p:spPr>
          <a:xfrm rot="2250314">
            <a:off x="4359360" y="4968992"/>
            <a:ext cx="836597" cy="940560"/>
          </a:xfrm>
          <a:prstGeom prst="arc">
            <a:avLst>
              <a:gd name="adj1" fmla="val 14486254"/>
              <a:gd name="adj2" fmla="val 17360447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内容占位符 2">
            <a:extLst>
              <a:ext uri="{FF2B5EF4-FFF2-40B4-BE49-F238E27FC236}">
                <a16:creationId xmlns:a16="http://schemas.microsoft.com/office/drawing/2014/main" id="{3E06155B-7E2A-9333-47D6-A9372A9FD18C}"/>
              </a:ext>
            </a:extLst>
          </p:cNvPr>
          <p:cNvSpPr txBox="1">
            <a:spLocks/>
          </p:cNvSpPr>
          <p:nvPr/>
        </p:nvSpPr>
        <p:spPr>
          <a:xfrm>
            <a:off x="4910519" y="4514666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17A06330-C723-AB22-60FA-6934D92233DC}"/>
              </a:ext>
            </a:extLst>
          </p:cNvPr>
          <p:cNvSpPr/>
          <p:nvPr/>
        </p:nvSpPr>
        <p:spPr>
          <a:xfrm>
            <a:off x="4493324" y="5439272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弧形 128">
            <a:extLst>
              <a:ext uri="{FF2B5EF4-FFF2-40B4-BE49-F238E27FC236}">
                <a16:creationId xmlns:a16="http://schemas.microsoft.com/office/drawing/2014/main" id="{0DF1EF9A-1425-C0C8-DE86-4916127B051F}"/>
              </a:ext>
            </a:extLst>
          </p:cNvPr>
          <p:cNvSpPr/>
          <p:nvPr/>
        </p:nvSpPr>
        <p:spPr>
          <a:xfrm rot="1004844" flipV="1">
            <a:off x="3989554" y="4708688"/>
            <a:ext cx="836597" cy="940560"/>
          </a:xfrm>
          <a:prstGeom prst="arc">
            <a:avLst>
              <a:gd name="adj1" fmla="val 14136885"/>
              <a:gd name="adj2" fmla="val 1791907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弧形 129">
            <a:extLst>
              <a:ext uri="{FF2B5EF4-FFF2-40B4-BE49-F238E27FC236}">
                <a16:creationId xmlns:a16="http://schemas.microsoft.com/office/drawing/2014/main" id="{1818EF96-4AE7-4D99-91DF-5E328E08BF72}"/>
              </a:ext>
            </a:extLst>
          </p:cNvPr>
          <p:cNvSpPr/>
          <p:nvPr/>
        </p:nvSpPr>
        <p:spPr>
          <a:xfrm rot="19862450" flipV="1">
            <a:off x="4480658" y="4713754"/>
            <a:ext cx="836597" cy="940560"/>
          </a:xfrm>
          <a:prstGeom prst="arc">
            <a:avLst>
              <a:gd name="adj1" fmla="val 14136885"/>
              <a:gd name="adj2" fmla="val 1748330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内容占位符 2">
            <a:extLst>
              <a:ext uri="{FF2B5EF4-FFF2-40B4-BE49-F238E27FC236}">
                <a16:creationId xmlns:a16="http://schemas.microsoft.com/office/drawing/2014/main" id="{736465D1-DA93-0FA4-BBB4-E0BF09A093C2}"/>
              </a:ext>
            </a:extLst>
          </p:cNvPr>
          <p:cNvSpPr txBox="1">
            <a:spLocks/>
          </p:cNvSpPr>
          <p:nvPr/>
        </p:nvSpPr>
        <p:spPr>
          <a:xfrm>
            <a:off x="4084099" y="5392021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2" name="内容占位符 2">
            <a:extLst>
              <a:ext uri="{FF2B5EF4-FFF2-40B4-BE49-F238E27FC236}">
                <a16:creationId xmlns:a16="http://schemas.microsoft.com/office/drawing/2014/main" id="{596065BA-D653-87B0-66A8-A70618F338B3}"/>
              </a:ext>
            </a:extLst>
          </p:cNvPr>
          <p:cNvSpPr txBox="1">
            <a:spLocks/>
          </p:cNvSpPr>
          <p:nvPr/>
        </p:nvSpPr>
        <p:spPr>
          <a:xfrm>
            <a:off x="4910519" y="5387117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3" name="弧形 132">
            <a:extLst>
              <a:ext uri="{FF2B5EF4-FFF2-40B4-BE49-F238E27FC236}">
                <a16:creationId xmlns:a16="http://schemas.microsoft.com/office/drawing/2014/main" id="{0F11E387-817E-802B-EE95-5F740EA0F520}"/>
              </a:ext>
            </a:extLst>
          </p:cNvPr>
          <p:cNvSpPr/>
          <p:nvPr/>
        </p:nvSpPr>
        <p:spPr>
          <a:xfrm rot="10061095">
            <a:off x="5955512" y="5483376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E6D8F52-770B-6505-5EC5-C1572760D1E6}"/>
              </a:ext>
            </a:extLst>
          </p:cNvPr>
          <p:cNvSpPr txBox="1"/>
          <p:nvPr/>
        </p:nvSpPr>
        <p:spPr>
          <a:xfrm>
            <a:off x="5953000" y="5697765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283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8" grpId="0" animBg="1"/>
      <p:bldP spid="8" grpId="1" animBg="1"/>
      <p:bldP spid="9" grpId="0" animBg="1"/>
      <p:bldP spid="12" grpId="0"/>
      <p:bldP spid="13" grpId="0" animBg="1"/>
      <p:bldP spid="13" grpId="1" animBg="1"/>
      <p:bldP spid="13" grpId="2" animBg="1"/>
      <p:bldP spid="14" grpId="0" animBg="1"/>
      <p:bldP spid="14" grpId="1" animBg="1"/>
      <p:bldP spid="15" grpId="0" animBg="1"/>
      <p:bldP spid="17" grpId="0"/>
      <p:bldP spid="19" grpId="0" animBg="1"/>
      <p:bldP spid="19" grpId="1" animBg="1"/>
      <p:bldP spid="19" grpId="2" animBg="1"/>
      <p:bldP spid="23" grpId="0"/>
      <p:bldP spid="25" grpId="0" animBg="1"/>
      <p:bldP spid="25" grpId="1" animBg="1"/>
      <p:bldP spid="25" grpId="2" animBg="1"/>
      <p:bldP spid="27" grpId="0"/>
      <p:bldP spid="36" grpId="0" animBg="1"/>
      <p:bldP spid="36" grpId="1" animBg="1"/>
      <p:bldP spid="37" grpId="0" animBg="1"/>
      <p:bldP spid="37" grpId="1" animBg="1"/>
      <p:bldP spid="37" grpId="2" animBg="1"/>
      <p:bldP spid="38" grpId="0" animBg="1"/>
      <p:bldP spid="38" grpId="1" animBg="1"/>
      <p:bldP spid="41" grpId="0" animBg="1"/>
      <p:bldP spid="41" grpId="1" animBg="1"/>
      <p:bldP spid="41" grpId="2" animBg="1"/>
      <p:bldP spid="44" grpId="0" animBg="1"/>
      <p:bldP spid="44" grpId="1" animBg="1"/>
      <p:bldP spid="44" grpId="2" animBg="1"/>
      <p:bldP spid="46" grpId="0" animBg="1"/>
      <p:bldP spid="46" grpId="1" animBg="1"/>
      <p:bldP spid="50" grpId="0" animBg="1"/>
      <p:bldP spid="50" grpId="1" animBg="1"/>
      <p:bldP spid="50" grpId="2" animBg="1"/>
      <p:bldP spid="52" grpId="0"/>
      <p:bldP spid="53" grpId="0"/>
      <p:bldP spid="55" grpId="0"/>
      <p:bldP spid="56" grpId="0"/>
      <p:bldP spid="57" grpId="0"/>
      <p:bldP spid="85" grpId="0"/>
      <p:bldP spid="87" grpId="0"/>
      <p:bldP spid="89" grpId="0"/>
      <p:bldP spid="21" grpId="0" animBg="1"/>
      <p:bldP spid="24" grpId="0"/>
      <p:bldP spid="28" grpId="0" animBg="1"/>
      <p:bldP spid="32" grpId="0" animBg="1"/>
      <p:bldP spid="33" grpId="0"/>
      <p:bldP spid="49" grpId="0" animBg="1"/>
      <p:bldP spid="84" grpId="0"/>
      <p:bldP spid="97" grpId="0" animBg="1"/>
      <p:bldP spid="97" grpId="1" animBg="1"/>
      <p:bldP spid="98" grpId="0" animBg="1"/>
      <p:bldP spid="98" grpId="1" animBg="1"/>
      <p:bldP spid="98" grpId="2" animBg="1"/>
      <p:bldP spid="99" grpId="0" animBg="1"/>
      <p:bldP spid="99" grpId="1" animBg="1"/>
      <p:bldP spid="101" grpId="0" animBg="1"/>
      <p:bldP spid="101" grpId="1" animBg="1"/>
      <p:bldP spid="101" grpId="2" animBg="1"/>
      <p:bldP spid="103" grpId="0" animBg="1"/>
      <p:bldP spid="103" grpId="1" animBg="1"/>
      <p:bldP spid="103" grpId="2" animBg="1"/>
      <p:bldP spid="105" grpId="0" animBg="1"/>
      <p:bldP spid="105" grpId="1" animBg="1"/>
      <p:bldP spid="107" grpId="0" animBg="1"/>
      <p:bldP spid="107" grpId="1" animBg="1"/>
      <p:bldP spid="107" grpId="2" animBg="1"/>
      <p:bldP spid="108" grpId="0"/>
      <p:bldP spid="109" grpId="0"/>
      <p:bldP spid="110" grpId="0"/>
      <p:bldP spid="111" grpId="0"/>
      <p:bldP spid="112" grpId="0"/>
      <p:bldP spid="113" grpId="0"/>
      <p:bldP spid="115" grpId="0" animBg="1"/>
      <p:bldP spid="116" grpId="0"/>
      <p:bldP spid="117" grpId="0" animBg="1"/>
      <p:bldP spid="120" grpId="0" animBg="1"/>
      <p:bldP spid="121" grpId="0"/>
      <p:bldP spid="122" grpId="0" animBg="1"/>
      <p:bldP spid="123" grpId="0"/>
      <p:bldP spid="124" grpId="0" animBg="1"/>
      <p:bldP spid="124" grpId="1" animBg="1"/>
      <p:bldP spid="124" grpId="2" animBg="1"/>
      <p:bldP spid="125" grpId="0" animBg="1"/>
      <p:bldP spid="126" grpId="0"/>
      <p:bldP spid="128" grpId="0" animBg="1"/>
      <p:bldP spid="128" grpId="1" animBg="1"/>
      <p:bldP spid="128" grpId="2" animBg="1"/>
      <p:bldP spid="129" grpId="0" animBg="1"/>
      <p:bldP spid="130" grpId="0" animBg="1"/>
      <p:bldP spid="131" grpId="0"/>
      <p:bldP spid="132" grpId="0"/>
      <p:bldP spid="133" grpId="0" animBg="1"/>
      <p:bldP spid="1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252" y="612154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67F15E81-A9EA-E9A2-0A7F-E29769496691}"/>
              </a:ext>
            </a:extLst>
          </p:cNvPr>
          <p:cNvSpPr/>
          <p:nvPr/>
        </p:nvSpPr>
        <p:spPr bwMode="auto">
          <a:xfrm>
            <a:off x="9247708" y="802377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729B9F2-6910-EDD7-40F9-0DD82F4E1470}"/>
              </a:ext>
            </a:extLst>
          </p:cNvPr>
          <p:cNvSpPr/>
          <p:nvPr/>
        </p:nvSpPr>
        <p:spPr>
          <a:xfrm>
            <a:off x="5574061" y="790477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08081FC3-8819-E2F3-5AB6-340D6F680A23}"/>
              </a:ext>
            </a:extLst>
          </p:cNvPr>
          <p:cNvSpPr/>
          <p:nvPr/>
        </p:nvSpPr>
        <p:spPr bwMode="auto">
          <a:xfrm>
            <a:off x="9974818" y="746815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E0805760-7482-4611-94C2-F4FE5FBEFE71}"/>
              </a:ext>
            </a:extLst>
          </p:cNvPr>
          <p:cNvCxnSpPr>
            <a:cxnSpLocks/>
            <a:stCxn id="98" idx="6"/>
          </p:cNvCxnSpPr>
          <p:nvPr/>
        </p:nvCxnSpPr>
        <p:spPr>
          <a:xfrm>
            <a:off x="5934424" y="969865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E99A0DF2-29B2-7BA6-1F5B-A341A4F16C02}"/>
              </a:ext>
            </a:extLst>
          </p:cNvPr>
          <p:cNvSpPr/>
          <p:nvPr/>
        </p:nvSpPr>
        <p:spPr>
          <a:xfrm>
            <a:off x="6370988" y="790477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4ACDA3B-C8E1-16DB-576B-C96C7893C414}"/>
              </a:ext>
            </a:extLst>
          </p:cNvPr>
          <p:cNvCxnSpPr>
            <a:cxnSpLocks/>
          </p:cNvCxnSpPr>
          <p:nvPr/>
        </p:nvCxnSpPr>
        <p:spPr>
          <a:xfrm>
            <a:off x="6731351" y="969864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椭圆 102">
            <a:extLst>
              <a:ext uri="{FF2B5EF4-FFF2-40B4-BE49-F238E27FC236}">
                <a16:creationId xmlns:a16="http://schemas.microsoft.com/office/drawing/2014/main" id="{700BCDD4-2D4D-F413-3334-2FA045E40A0E}"/>
              </a:ext>
            </a:extLst>
          </p:cNvPr>
          <p:cNvSpPr/>
          <p:nvPr/>
        </p:nvSpPr>
        <p:spPr>
          <a:xfrm>
            <a:off x="8448816" y="802377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81C4A081-E768-17FF-18DC-BA494B53CEE0}"/>
              </a:ext>
            </a:extLst>
          </p:cNvPr>
          <p:cNvCxnSpPr>
            <a:cxnSpLocks/>
          </p:cNvCxnSpPr>
          <p:nvPr/>
        </p:nvCxnSpPr>
        <p:spPr>
          <a:xfrm>
            <a:off x="8809179" y="98714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椭圆 104">
            <a:extLst>
              <a:ext uri="{FF2B5EF4-FFF2-40B4-BE49-F238E27FC236}">
                <a16:creationId xmlns:a16="http://schemas.microsoft.com/office/drawing/2014/main" id="{62D729B8-A5B9-5A72-2D28-FDFFBC075FC7}"/>
              </a:ext>
            </a:extLst>
          </p:cNvPr>
          <p:cNvSpPr/>
          <p:nvPr/>
        </p:nvSpPr>
        <p:spPr bwMode="auto">
          <a:xfrm>
            <a:off x="10051643" y="802377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7B2ADA1F-6AAD-8D0E-F44B-E23C7C76893F}"/>
              </a:ext>
            </a:extLst>
          </p:cNvPr>
          <p:cNvCxnSpPr>
            <a:cxnSpLocks/>
            <a:endCxn id="99" idx="2"/>
          </p:cNvCxnSpPr>
          <p:nvPr/>
        </p:nvCxnSpPr>
        <p:spPr>
          <a:xfrm flipV="1">
            <a:off x="9613114" y="980971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椭圆 106">
            <a:extLst>
              <a:ext uri="{FF2B5EF4-FFF2-40B4-BE49-F238E27FC236}">
                <a16:creationId xmlns:a16="http://schemas.microsoft.com/office/drawing/2014/main" id="{4E1F5C08-1E91-095B-B3C5-7AFED451AE1C}"/>
              </a:ext>
            </a:extLst>
          </p:cNvPr>
          <p:cNvSpPr/>
          <p:nvPr/>
        </p:nvSpPr>
        <p:spPr>
          <a:xfrm>
            <a:off x="7192021" y="790477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内容占位符 2">
            <a:extLst>
              <a:ext uri="{FF2B5EF4-FFF2-40B4-BE49-F238E27FC236}">
                <a16:creationId xmlns:a16="http://schemas.microsoft.com/office/drawing/2014/main" id="{C4E2B6C1-DC80-52EC-70FE-CBA57196960C}"/>
              </a:ext>
            </a:extLst>
          </p:cNvPr>
          <p:cNvSpPr txBox="1">
            <a:spLocks/>
          </p:cNvSpPr>
          <p:nvPr/>
        </p:nvSpPr>
        <p:spPr>
          <a:xfrm>
            <a:off x="5995060" y="462002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" name="内容占位符 2">
            <a:extLst>
              <a:ext uri="{FF2B5EF4-FFF2-40B4-BE49-F238E27FC236}">
                <a16:creationId xmlns:a16="http://schemas.microsoft.com/office/drawing/2014/main" id="{0E47A9EE-16F7-958E-82DC-7CA33333030D}"/>
              </a:ext>
            </a:extLst>
          </p:cNvPr>
          <p:cNvSpPr txBox="1">
            <a:spLocks/>
          </p:cNvSpPr>
          <p:nvPr/>
        </p:nvSpPr>
        <p:spPr>
          <a:xfrm>
            <a:off x="6846175" y="481197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0" name="内容占位符 2">
            <a:extLst>
              <a:ext uri="{FF2B5EF4-FFF2-40B4-BE49-F238E27FC236}">
                <a16:creationId xmlns:a16="http://schemas.microsoft.com/office/drawing/2014/main" id="{0EC36D76-8D4C-7A10-CB6D-152FECA60BE5}"/>
              </a:ext>
            </a:extLst>
          </p:cNvPr>
          <p:cNvSpPr txBox="1">
            <a:spLocks/>
          </p:cNvSpPr>
          <p:nvPr/>
        </p:nvSpPr>
        <p:spPr>
          <a:xfrm>
            <a:off x="7480403" y="157566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1" name="内容占位符 2">
            <a:extLst>
              <a:ext uri="{FF2B5EF4-FFF2-40B4-BE49-F238E27FC236}">
                <a16:creationId xmlns:a16="http://schemas.microsoft.com/office/drawing/2014/main" id="{BE0E3B68-76A6-C71E-7883-5CF48145D601}"/>
              </a:ext>
            </a:extLst>
          </p:cNvPr>
          <p:cNvSpPr txBox="1">
            <a:spLocks/>
          </p:cNvSpPr>
          <p:nvPr/>
        </p:nvSpPr>
        <p:spPr>
          <a:xfrm>
            <a:off x="8861572" y="481198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2" name="内容占位符 2">
            <a:extLst>
              <a:ext uri="{FF2B5EF4-FFF2-40B4-BE49-F238E27FC236}">
                <a16:creationId xmlns:a16="http://schemas.microsoft.com/office/drawing/2014/main" id="{F9B0018C-FBBD-735B-7B97-307F6E33A861}"/>
              </a:ext>
            </a:extLst>
          </p:cNvPr>
          <p:cNvSpPr txBox="1">
            <a:spLocks/>
          </p:cNvSpPr>
          <p:nvPr/>
        </p:nvSpPr>
        <p:spPr>
          <a:xfrm>
            <a:off x="9665507" y="481198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8142D509-18D6-D10A-00E6-B837C752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838" y="836548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48D16CE-8CED-CC5D-CDBC-DFCDA8A19F2A}"/>
              </a:ext>
            </a:extLst>
          </p:cNvPr>
          <p:cNvCxnSpPr>
            <a:cxnSpLocks/>
          </p:cNvCxnSpPr>
          <p:nvPr/>
        </p:nvCxnSpPr>
        <p:spPr>
          <a:xfrm>
            <a:off x="5130751" y="967323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弧形 114">
            <a:extLst>
              <a:ext uri="{FF2B5EF4-FFF2-40B4-BE49-F238E27FC236}">
                <a16:creationId xmlns:a16="http://schemas.microsoft.com/office/drawing/2014/main" id="{C340892B-6FCB-73DC-6263-B358AF386F28}"/>
              </a:ext>
            </a:extLst>
          </p:cNvPr>
          <p:cNvSpPr/>
          <p:nvPr/>
        </p:nvSpPr>
        <p:spPr>
          <a:xfrm rot="20839790">
            <a:off x="6411988" y="537031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9EAF398-FEB1-A657-FB74-0EC7A9C55B5E}"/>
              </a:ext>
            </a:extLst>
          </p:cNvPr>
          <p:cNvSpPr txBox="1"/>
          <p:nvPr/>
        </p:nvSpPr>
        <p:spPr>
          <a:xfrm>
            <a:off x="6421606" y="212958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C105FDC5-01E7-27B5-CE4B-C6E9A4CDFFCD}"/>
              </a:ext>
            </a:extLst>
          </p:cNvPr>
          <p:cNvSpPr/>
          <p:nvPr/>
        </p:nvSpPr>
        <p:spPr>
          <a:xfrm rot="21167251">
            <a:off x="7313937" y="678972"/>
            <a:ext cx="836597" cy="940560"/>
          </a:xfrm>
          <a:prstGeom prst="arc">
            <a:avLst>
              <a:gd name="adj1" fmla="val 14136885"/>
              <a:gd name="adj2" fmla="val 17360447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弧形 119">
            <a:extLst>
              <a:ext uri="{FF2B5EF4-FFF2-40B4-BE49-F238E27FC236}">
                <a16:creationId xmlns:a16="http://schemas.microsoft.com/office/drawing/2014/main" id="{E73F5320-D7DC-9D0A-4F21-76478B80AE0B}"/>
              </a:ext>
            </a:extLst>
          </p:cNvPr>
          <p:cNvSpPr/>
          <p:nvPr/>
        </p:nvSpPr>
        <p:spPr>
          <a:xfrm rot="20839790">
            <a:off x="9286903" y="556783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14CA9403-7B88-D787-9390-C1954015F15A}"/>
              </a:ext>
            </a:extLst>
          </p:cNvPr>
          <p:cNvSpPr txBox="1"/>
          <p:nvPr/>
        </p:nvSpPr>
        <p:spPr>
          <a:xfrm>
            <a:off x="9303904" y="260295"/>
            <a:ext cx="523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22" name="弧形 121">
            <a:extLst>
              <a:ext uri="{FF2B5EF4-FFF2-40B4-BE49-F238E27FC236}">
                <a16:creationId xmlns:a16="http://schemas.microsoft.com/office/drawing/2014/main" id="{EE15D1AC-28C8-2CBF-FB85-4F14FD518BBB}"/>
              </a:ext>
            </a:extLst>
          </p:cNvPr>
          <p:cNvSpPr/>
          <p:nvPr/>
        </p:nvSpPr>
        <p:spPr>
          <a:xfrm rot="10061095">
            <a:off x="6424328" y="1139599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08D938C8-DAC2-FCE7-1857-6FBA44088C51}"/>
              </a:ext>
            </a:extLst>
          </p:cNvPr>
          <p:cNvSpPr txBox="1"/>
          <p:nvPr/>
        </p:nvSpPr>
        <p:spPr>
          <a:xfrm>
            <a:off x="6435067" y="1353988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B28E7F9-9892-1F45-7473-77336B32B147}"/>
              </a:ext>
            </a:extLst>
          </p:cNvPr>
          <p:cNvSpPr/>
          <p:nvPr/>
        </p:nvSpPr>
        <p:spPr>
          <a:xfrm>
            <a:off x="7818912" y="536487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弧形 124">
            <a:extLst>
              <a:ext uri="{FF2B5EF4-FFF2-40B4-BE49-F238E27FC236}">
                <a16:creationId xmlns:a16="http://schemas.microsoft.com/office/drawing/2014/main" id="{D0844859-8942-956C-6BC5-5B083140F3C1}"/>
              </a:ext>
            </a:extLst>
          </p:cNvPr>
          <p:cNvSpPr/>
          <p:nvPr/>
        </p:nvSpPr>
        <p:spPr>
          <a:xfrm rot="2250314">
            <a:off x="7698908" y="651180"/>
            <a:ext cx="836597" cy="940560"/>
          </a:xfrm>
          <a:prstGeom prst="arc">
            <a:avLst>
              <a:gd name="adj1" fmla="val 14486254"/>
              <a:gd name="adj2" fmla="val 17360447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内容占位符 2">
            <a:extLst>
              <a:ext uri="{FF2B5EF4-FFF2-40B4-BE49-F238E27FC236}">
                <a16:creationId xmlns:a16="http://schemas.microsoft.com/office/drawing/2014/main" id="{3E06155B-7E2A-9333-47D6-A9372A9FD18C}"/>
              </a:ext>
            </a:extLst>
          </p:cNvPr>
          <p:cNvSpPr txBox="1">
            <a:spLocks/>
          </p:cNvSpPr>
          <p:nvPr/>
        </p:nvSpPr>
        <p:spPr>
          <a:xfrm>
            <a:off x="8250067" y="196854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17A06330-C723-AB22-60FA-6934D92233DC}"/>
              </a:ext>
            </a:extLst>
          </p:cNvPr>
          <p:cNvSpPr/>
          <p:nvPr/>
        </p:nvSpPr>
        <p:spPr>
          <a:xfrm>
            <a:off x="7832872" y="112146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弧形 128">
            <a:extLst>
              <a:ext uri="{FF2B5EF4-FFF2-40B4-BE49-F238E27FC236}">
                <a16:creationId xmlns:a16="http://schemas.microsoft.com/office/drawing/2014/main" id="{0DF1EF9A-1425-C0C8-DE86-4916127B051F}"/>
              </a:ext>
            </a:extLst>
          </p:cNvPr>
          <p:cNvSpPr/>
          <p:nvPr/>
        </p:nvSpPr>
        <p:spPr>
          <a:xfrm rot="1004844" flipV="1">
            <a:off x="7329102" y="390876"/>
            <a:ext cx="836597" cy="940560"/>
          </a:xfrm>
          <a:prstGeom prst="arc">
            <a:avLst>
              <a:gd name="adj1" fmla="val 14136885"/>
              <a:gd name="adj2" fmla="val 1791907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弧形 129">
            <a:extLst>
              <a:ext uri="{FF2B5EF4-FFF2-40B4-BE49-F238E27FC236}">
                <a16:creationId xmlns:a16="http://schemas.microsoft.com/office/drawing/2014/main" id="{1818EF96-4AE7-4D99-91DF-5E328E08BF72}"/>
              </a:ext>
            </a:extLst>
          </p:cNvPr>
          <p:cNvSpPr/>
          <p:nvPr/>
        </p:nvSpPr>
        <p:spPr>
          <a:xfrm rot="19862450" flipV="1">
            <a:off x="7820206" y="395942"/>
            <a:ext cx="836597" cy="940560"/>
          </a:xfrm>
          <a:prstGeom prst="arc">
            <a:avLst>
              <a:gd name="adj1" fmla="val 14136885"/>
              <a:gd name="adj2" fmla="val 1748330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内容占位符 2">
            <a:extLst>
              <a:ext uri="{FF2B5EF4-FFF2-40B4-BE49-F238E27FC236}">
                <a16:creationId xmlns:a16="http://schemas.microsoft.com/office/drawing/2014/main" id="{736465D1-DA93-0FA4-BBB4-E0BF09A093C2}"/>
              </a:ext>
            </a:extLst>
          </p:cNvPr>
          <p:cNvSpPr txBox="1">
            <a:spLocks/>
          </p:cNvSpPr>
          <p:nvPr/>
        </p:nvSpPr>
        <p:spPr>
          <a:xfrm>
            <a:off x="7423647" y="1074209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2" name="内容占位符 2">
            <a:extLst>
              <a:ext uri="{FF2B5EF4-FFF2-40B4-BE49-F238E27FC236}">
                <a16:creationId xmlns:a16="http://schemas.microsoft.com/office/drawing/2014/main" id="{596065BA-D653-87B0-66A8-A70618F338B3}"/>
              </a:ext>
            </a:extLst>
          </p:cNvPr>
          <p:cNvSpPr txBox="1">
            <a:spLocks/>
          </p:cNvSpPr>
          <p:nvPr/>
        </p:nvSpPr>
        <p:spPr>
          <a:xfrm>
            <a:off x="8250067" y="1069305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3" name="弧形 132">
            <a:extLst>
              <a:ext uri="{FF2B5EF4-FFF2-40B4-BE49-F238E27FC236}">
                <a16:creationId xmlns:a16="http://schemas.microsoft.com/office/drawing/2014/main" id="{0F11E387-817E-802B-EE95-5F740EA0F520}"/>
              </a:ext>
            </a:extLst>
          </p:cNvPr>
          <p:cNvSpPr/>
          <p:nvPr/>
        </p:nvSpPr>
        <p:spPr>
          <a:xfrm rot="10061095">
            <a:off x="9295060" y="1165564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E6D8F52-770B-6505-5EC5-C1572760D1E6}"/>
              </a:ext>
            </a:extLst>
          </p:cNvPr>
          <p:cNvSpPr txBox="1"/>
          <p:nvPr/>
        </p:nvSpPr>
        <p:spPr>
          <a:xfrm>
            <a:off x="9305799" y="1379953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792C30A-4B63-9346-05F4-1BB043E4A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936464"/>
              </p:ext>
            </p:extLst>
          </p:nvPr>
        </p:nvGraphicFramePr>
        <p:xfrm>
          <a:off x="170357" y="2168101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242974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82244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64295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25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87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79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883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5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31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75540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8454919-C3F4-CE49-86AE-F40C835FD40B}"/>
              </a:ext>
            </a:extLst>
          </p:cNvPr>
          <p:cNvSpPr txBox="1"/>
          <p:nvPr/>
        </p:nvSpPr>
        <p:spPr>
          <a:xfrm>
            <a:off x="4068390" y="2174722"/>
            <a:ext cx="30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C46DB5-D8F9-0126-8992-48C5ED932316}"/>
              </a:ext>
            </a:extLst>
          </p:cNvPr>
          <p:cNvSpPr txBox="1"/>
          <p:nvPr/>
        </p:nvSpPr>
        <p:spPr>
          <a:xfrm>
            <a:off x="6785086" y="2174722"/>
            <a:ext cx="30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25ABF7-1E1D-C84F-651C-F3C34BC3554F}"/>
              </a:ext>
            </a:extLst>
          </p:cNvPr>
          <p:cNvSpPr txBox="1"/>
          <p:nvPr/>
        </p:nvSpPr>
        <p:spPr>
          <a:xfrm>
            <a:off x="170357" y="253993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{0,1,2}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FC6DEB-D6DF-6CAE-388E-626B6838A956}"/>
              </a:ext>
            </a:extLst>
          </p:cNvPr>
          <p:cNvSpPr txBox="1"/>
          <p:nvPr/>
        </p:nvSpPr>
        <p:spPr>
          <a:xfrm>
            <a:off x="5592704" y="253993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59F805-607C-393F-E1CF-3D74824621DF}"/>
              </a:ext>
            </a:extLst>
          </p:cNvPr>
          <p:cNvSpPr txBox="1"/>
          <p:nvPr/>
        </p:nvSpPr>
        <p:spPr>
          <a:xfrm>
            <a:off x="176983" y="291538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24CC1B-727D-566F-0591-F7B72584EC7B}"/>
              </a:ext>
            </a:extLst>
          </p:cNvPr>
          <p:cNvSpPr txBox="1"/>
          <p:nvPr/>
        </p:nvSpPr>
        <p:spPr>
          <a:xfrm>
            <a:off x="2890521" y="2911775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{1,2,3,5,6,7}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263569B-117C-FB3F-1A61-B671A4F32AB8}"/>
              </a:ext>
            </a:extLst>
          </p:cNvPr>
          <p:cNvSpPr txBox="1"/>
          <p:nvPr/>
        </p:nvSpPr>
        <p:spPr>
          <a:xfrm>
            <a:off x="5594599" y="2905154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ED0E5C8-72FF-7799-425A-8E4C262CE4B8}"/>
              </a:ext>
            </a:extLst>
          </p:cNvPr>
          <p:cNvSpPr txBox="1"/>
          <p:nvPr/>
        </p:nvSpPr>
        <p:spPr>
          <a:xfrm>
            <a:off x="170992" y="328110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7DBD19-D56F-C2A3-2D89-18ECE5A283E4}"/>
              </a:ext>
            </a:extLst>
          </p:cNvPr>
          <p:cNvSpPr txBox="1"/>
          <p:nvPr/>
        </p:nvSpPr>
        <p:spPr>
          <a:xfrm>
            <a:off x="178888" y="364942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{1,2,3,5,6,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B7FF08-81F0-DA32-97F7-DCA560FB9365}"/>
              </a:ext>
            </a:extLst>
          </p:cNvPr>
          <p:cNvSpPr txBox="1"/>
          <p:nvPr/>
        </p:nvSpPr>
        <p:spPr>
          <a:xfrm>
            <a:off x="2891156" y="327834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0D3A6BE-0E48-4614-332B-1368232FD9E4}"/>
              </a:ext>
            </a:extLst>
          </p:cNvPr>
          <p:cNvSpPr txBox="1"/>
          <p:nvPr/>
        </p:nvSpPr>
        <p:spPr>
          <a:xfrm>
            <a:off x="5598068" y="3284720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{1,2,4,5,6,7}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5FE5C76-E5E9-A598-BF10-5D08F827DAB3}"/>
              </a:ext>
            </a:extLst>
          </p:cNvPr>
          <p:cNvSpPr txBox="1"/>
          <p:nvPr/>
        </p:nvSpPr>
        <p:spPr>
          <a:xfrm>
            <a:off x="2891989" y="364942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{1,2,3,5,6,7}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EBA1408-2FAD-2BEF-1D39-B4AF70735A5B}"/>
              </a:ext>
            </a:extLst>
          </p:cNvPr>
          <p:cNvSpPr txBox="1"/>
          <p:nvPr/>
        </p:nvSpPr>
        <p:spPr>
          <a:xfrm>
            <a:off x="170356" y="402486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{1,2,4,5,6,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D908733-1B39-9DFD-76CD-AC164C370EB8}"/>
              </a:ext>
            </a:extLst>
          </p:cNvPr>
          <p:cNvSpPr txBox="1"/>
          <p:nvPr/>
        </p:nvSpPr>
        <p:spPr>
          <a:xfrm>
            <a:off x="5592703" y="365405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74D08B5-9D75-3548-46F4-FC8803C207A3}"/>
              </a:ext>
            </a:extLst>
          </p:cNvPr>
          <p:cNvSpPr txBox="1"/>
          <p:nvPr/>
        </p:nvSpPr>
        <p:spPr>
          <a:xfrm>
            <a:off x="2887050" y="4017739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2AC2129-12EE-5437-A6C3-4682C463C8BD}"/>
              </a:ext>
            </a:extLst>
          </p:cNvPr>
          <p:cNvSpPr txBox="1"/>
          <p:nvPr/>
        </p:nvSpPr>
        <p:spPr>
          <a:xfrm>
            <a:off x="5599122" y="4017739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{1,2,4,5,6,7}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8E8D740-54CC-2C73-4E46-85D5F8ABEC2D}"/>
              </a:ext>
            </a:extLst>
          </p:cNvPr>
          <p:cNvSpPr txBox="1"/>
          <p:nvPr/>
        </p:nvSpPr>
        <p:spPr>
          <a:xfrm>
            <a:off x="180295" y="439517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{1,2,4,6,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072EBC6-2A98-62D4-5A8E-7D28EB30DA9B}"/>
              </a:ext>
            </a:extLst>
          </p:cNvPr>
          <p:cNvSpPr txBox="1"/>
          <p:nvPr/>
        </p:nvSpPr>
        <p:spPr>
          <a:xfrm>
            <a:off x="2884528" y="4383140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C47C8A0-FEDC-5BBD-1DC0-D5DFCE9CB585}"/>
              </a:ext>
            </a:extLst>
          </p:cNvPr>
          <p:cNvSpPr txBox="1"/>
          <p:nvPr/>
        </p:nvSpPr>
        <p:spPr>
          <a:xfrm>
            <a:off x="5601960" y="4397305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{1,2,4,5,6,7}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859B9BA-5389-B89C-DBC4-5F049DA4E9EB}"/>
              </a:ext>
            </a:extLst>
          </p:cNvPr>
          <p:cNvSpPr txBox="1"/>
          <p:nvPr/>
        </p:nvSpPr>
        <p:spPr>
          <a:xfrm>
            <a:off x="554612" y="254560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A3A3F5F-0A19-16C1-B2D9-1A4C44CA84D3}"/>
              </a:ext>
            </a:extLst>
          </p:cNvPr>
          <p:cNvSpPr txBox="1"/>
          <p:nvPr/>
        </p:nvSpPr>
        <p:spPr>
          <a:xfrm>
            <a:off x="541358" y="2910310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6EFD21-52A4-5980-49C8-09251362F8E0}"/>
              </a:ext>
            </a:extLst>
          </p:cNvPr>
          <p:cNvSpPr txBox="1"/>
          <p:nvPr/>
        </p:nvSpPr>
        <p:spPr>
          <a:xfrm>
            <a:off x="414047" y="4399181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45E7906-0465-F132-9339-AC8FA3028CC2}"/>
              </a:ext>
            </a:extLst>
          </p:cNvPr>
          <p:cNvSpPr txBox="1"/>
          <p:nvPr/>
        </p:nvSpPr>
        <p:spPr>
          <a:xfrm>
            <a:off x="329326" y="3652880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74513C9-E14B-F91C-F44A-9D971035AC0D}"/>
              </a:ext>
            </a:extLst>
          </p:cNvPr>
          <p:cNvSpPr txBox="1"/>
          <p:nvPr/>
        </p:nvSpPr>
        <p:spPr>
          <a:xfrm>
            <a:off x="316074" y="4016172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DE281CB-698B-E1E5-5BA1-CAB2FC6A8F20}"/>
              </a:ext>
            </a:extLst>
          </p:cNvPr>
          <p:cNvSpPr txBox="1"/>
          <p:nvPr/>
        </p:nvSpPr>
        <p:spPr>
          <a:xfrm>
            <a:off x="584428" y="327627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9615523-E713-97AE-6089-5A8C6A99D68A}"/>
              </a:ext>
            </a:extLst>
          </p:cNvPr>
          <p:cNvSpPr txBox="1"/>
          <p:nvPr/>
        </p:nvSpPr>
        <p:spPr>
          <a:xfrm>
            <a:off x="5959299" y="253292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3F84396-BCC2-5646-DCA0-B78AE2CAFCC4}"/>
              </a:ext>
            </a:extLst>
          </p:cNvPr>
          <p:cNvSpPr txBox="1"/>
          <p:nvPr/>
        </p:nvSpPr>
        <p:spPr>
          <a:xfrm>
            <a:off x="2999161" y="2911775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2018188-4482-4B73-4947-9EAE1F32BF86}"/>
              </a:ext>
            </a:extLst>
          </p:cNvPr>
          <p:cNvSpPr txBox="1"/>
          <p:nvPr/>
        </p:nvSpPr>
        <p:spPr>
          <a:xfrm>
            <a:off x="3298824" y="327627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CF664EF-CAA7-EC27-7EE6-D8EF9D99D041}"/>
              </a:ext>
            </a:extLst>
          </p:cNvPr>
          <p:cNvSpPr txBox="1"/>
          <p:nvPr/>
        </p:nvSpPr>
        <p:spPr>
          <a:xfrm>
            <a:off x="5970517" y="2910622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0E400D-F68B-6B1C-E2CB-C3C5E1DE2476}"/>
              </a:ext>
            </a:extLst>
          </p:cNvPr>
          <p:cNvSpPr txBox="1"/>
          <p:nvPr/>
        </p:nvSpPr>
        <p:spPr>
          <a:xfrm>
            <a:off x="5750277" y="3281270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466F06F-B06E-13E5-52A4-01BA90800CE8}"/>
              </a:ext>
            </a:extLst>
          </p:cNvPr>
          <p:cNvSpPr txBox="1"/>
          <p:nvPr/>
        </p:nvSpPr>
        <p:spPr>
          <a:xfrm>
            <a:off x="5822956" y="364495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DB1BBA0-9E53-4FA2-E6C7-36044625D12E}"/>
              </a:ext>
            </a:extLst>
          </p:cNvPr>
          <p:cNvSpPr txBox="1"/>
          <p:nvPr/>
        </p:nvSpPr>
        <p:spPr>
          <a:xfrm>
            <a:off x="5737566" y="4388210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B51134B-AA77-8621-CB4F-C13535B1F991}"/>
              </a:ext>
            </a:extLst>
          </p:cNvPr>
          <p:cNvSpPr txBox="1"/>
          <p:nvPr/>
        </p:nvSpPr>
        <p:spPr>
          <a:xfrm>
            <a:off x="3015507" y="364498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F3513A5-C41C-1159-FDD8-1D1C41E49B97}"/>
              </a:ext>
            </a:extLst>
          </p:cNvPr>
          <p:cNvSpPr txBox="1"/>
          <p:nvPr/>
        </p:nvSpPr>
        <p:spPr>
          <a:xfrm>
            <a:off x="3118896" y="4021159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E45D98D-10E0-D2E0-8A40-4AAD8B72F8B3}"/>
              </a:ext>
            </a:extLst>
          </p:cNvPr>
          <p:cNvSpPr txBox="1"/>
          <p:nvPr/>
        </p:nvSpPr>
        <p:spPr>
          <a:xfrm>
            <a:off x="3117210" y="4387071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DC4C8FA-328E-9C81-5B65-5D10311AE24D}"/>
              </a:ext>
            </a:extLst>
          </p:cNvPr>
          <p:cNvSpPr txBox="1"/>
          <p:nvPr/>
        </p:nvSpPr>
        <p:spPr>
          <a:xfrm>
            <a:off x="5745670" y="401439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C89CFB2-1A87-90A3-DA68-C0E51A803C67}"/>
              </a:ext>
            </a:extLst>
          </p:cNvPr>
          <p:cNvSpPr txBox="1"/>
          <p:nvPr/>
        </p:nvSpPr>
        <p:spPr>
          <a:xfrm>
            <a:off x="720262" y="1668328"/>
            <a:ext cx="2529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)={0,1,2}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36D5769-F4CB-E3D1-BE51-511BD27D93BC}"/>
              </a:ext>
            </a:extLst>
          </p:cNvPr>
          <p:cNvSpPr txBox="1"/>
          <p:nvPr/>
        </p:nvSpPr>
        <p:spPr>
          <a:xfrm>
            <a:off x="2891156" y="2546605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6B4E14B-05AA-6E28-7921-11F568C513FB}"/>
              </a:ext>
            </a:extLst>
          </p:cNvPr>
          <p:cNvSpPr txBox="1"/>
          <p:nvPr/>
        </p:nvSpPr>
        <p:spPr>
          <a:xfrm>
            <a:off x="181586" y="475123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{1,2,3,6,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900CCD2-06EB-1FCF-FF3F-60F649B875D8}"/>
              </a:ext>
            </a:extLst>
          </p:cNvPr>
          <p:cNvSpPr txBox="1"/>
          <p:nvPr/>
        </p:nvSpPr>
        <p:spPr>
          <a:xfrm>
            <a:off x="2888945" y="4772704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{1,2,3,5,6,7}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DCF02C5-C084-61ED-7C45-728D5FF7A94A}"/>
              </a:ext>
            </a:extLst>
          </p:cNvPr>
          <p:cNvSpPr txBox="1"/>
          <p:nvPr/>
        </p:nvSpPr>
        <p:spPr>
          <a:xfrm>
            <a:off x="5606795" y="476554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{1,2,4,6,7}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ECBAD17-0B52-2D26-4D36-685F97503443}"/>
              </a:ext>
            </a:extLst>
          </p:cNvPr>
          <p:cNvSpPr txBox="1"/>
          <p:nvPr/>
        </p:nvSpPr>
        <p:spPr>
          <a:xfrm>
            <a:off x="422915" y="4757542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40BCAC8-1316-93E6-C4D0-FDD5529E6265}"/>
              </a:ext>
            </a:extLst>
          </p:cNvPr>
          <p:cNvSpPr txBox="1"/>
          <p:nvPr/>
        </p:nvSpPr>
        <p:spPr>
          <a:xfrm>
            <a:off x="3261794" y="253292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D0B67B1-4B1E-7E5C-465F-DF50C3A364E7}"/>
              </a:ext>
            </a:extLst>
          </p:cNvPr>
          <p:cNvSpPr txBox="1"/>
          <p:nvPr/>
        </p:nvSpPr>
        <p:spPr>
          <a:xfrm>
            <a:off x="3002569" y="476551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FF96CE6-DE0E-7224-3405-3EDF3EC5715E}"/>
              </a:ext>
            </a:extLst>
          </p:cNvPr>
          <p:cNvSpPr txBox="1"/>
          <p:nvPr/>
        </p:nvSpPr>
        <p:spPr>
          <a:xfrm>
            <a:off x="5837697" y="476604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483079F-515C-FA2B-0870-75D72EA7B642}"/>
              </a:ext>
            </a:extLst>
          </p:cNvPr>
          <p:cNvSpPr txBox="1"/>
          <p:nvPr/>
        </p:nvSpPr>
        <p:spPr>
          <a:xfrm>
            <a:off x="414589" y="5599125"/>
            <a:ext cx="7716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S={[T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]},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为便于书写，用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0,1,2,3,4,5,6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分别表示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47CA44C-5E64-E8C8-E1CF-7538AB07F9C1}"/>
              </a:ext>
            </a:extLst>
          </p:cNvPr>
          <p:cNvGrpSpPr/>
          <p:nvPr/>
        </p:nvGrpSpPr>
        <p:grpSpPr>
          <a:xfrm>
            <a:off x="8424558" y="1805390"/>
            <a:ext cx="3251137" cy="2827696"/>
            <a:chOff x="8424558" y="1805390"/>
            <a:chExt cx="3251137" cy="2827696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482802F5-ED35-F0A9-22DC-6C292A483AAA}"/>
                </a:ext>
              </a:extLst>
            </p:cNvPr>
            <p:cNvSpPr/>
            <p:nvPr/>
          </p:nvSpPr>
          <p:spPr>
            <a:xfrm>
              <a:off x="9501781" y="2367217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Rectangle 22">
              <a:extLst>
                <a:ext uri="{FF2B5EF4-FFF2-40B4-BE49-F238E27FC236}">
                  <a16:creationId xmlns:a16="http://schemas.microsoft.com/office/drawing/2014/main" id="{1831D231-B406-946D-A3F6-3C60AC479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4558" y="2413288"/>
              <a:ext cx="5064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3B339E26-FE8F-B44A-CA00-E054D8D7C2A5}"/>
                </a:ext>
              </a:extLst>
            </p:cNvPr>
            <p:cNvCxnSpPr>
              <a:cxnSpLocks/>
            </p:cNvCxnSpPr>
            <p:nvPr/>
          </p:nvCxnSpPr>
          <p:spPr>
            <a:xfrm>
              <a:off x="9058471" y="2544063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A27884F4-EBCE-B329-3D23-9DEE82449BFE}"/>
                </a:ext>
              </a:extLst>
            </p:cNvPr>
            <p:cNvSpPr/>
            <p:nvPr/>
          </p:nvSpPr>
          <p:spPr>
            <a:xfrm>
              <a:off x="10299096" y="2367217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B9223A8C-278A-737B-D6DA-8DCFEC11B1CE}"/>
                </a:ext>
              </a:extLst>
            </p:cNvPr>
            <p:cNvCxnSpPr>
              <a:cxnSpLocks/>
            </p:cNvCxnSpPr>
            <p:nvPr/>
          </p:nvCxnSpPr>
          <p:spPr>
            <a:xfrm>
              <a:off x="9855786" y="2544063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54B2F38A-86E3-CA10-277D-37D66AD95764}"/>
                </a:ext>
              </a:extLst>
            </p:cNvPr>
            <p:cNvSpPr txBox="1"/>
            <p:nvPr/>
          </p:nvSpPr>
          <p:spPr>
            <a:xfrm>
              <a:off x="9919252" y="2182551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C4FB22F2-7799-DC4F-53DC-ADC4C0EAF49D}"/>
                </a:ext>
              </a:extLst>
            </p:cNvPr>
            <p:cNvSpPr/>
            <p:nvPr/>
          </p:nvSpPr>
          <p:spPr>
            <a:xfrm>
              <a:off x="9495035" y="3010753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2B868A3-EAC5-2177-501F-DEC016839BE2}"/>
                </a:ext>
              </a:extLst>
            </p:cNvPr>
            <p:cNvCxnSpPr>
              <a:cxnSpLocks/>
            </p:cNvCxnSpPr>
            <p:nvPr/>
          </p:nvCxnSpPr>
          <p:spPr>
            <a:xfrm>
              <a:off x="9690492" y="2717593"/>
              <a:ext cx="0" cy="31053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内容占位符 2">
              <a:extLst>
                <a:ext uri="{FF2B5EF4-FFF2-40B4-BE49-F238E27FC236}">
                  <a16:creationId xmlns:a16="http://schemas.microsoft.com/office/drawing/2014/main" id="{090262F9-F150-0798-4DC5-80F7F2D2701D}"/>
                </a:ext>
              </a:extLst>
            </p:cNvPr>
            <p:cNvSpPr txBox="1">
              <a:spLocks/>
            </p:cNvSpPr>
            <p:nvPr/>
          </p:nvSpPr>
          <p:spPr>
            <a:xfrm>
              <a:off x="9402473" y="2698106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1F181E3F-947E-9995-8885-EF621B4878F1}"/>
                </a:ext>
              </a:extLst>
            </p:cNvPr>
            <p:cNvSpPr/>
            <p:nvPr/>
          </p:nvSpPr>
          <p:spPr>
            <a:xfrm>
              <a:off x="11106221" y="2367217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E4602FC7-A753-72DF-8005-5703A0D562C6}"/>
                </a:ext>
              </a:extLst>
            </p:cNvPr>
            <p:cNvCxnSpPr>
              <a:cxnSpLocks/>
              <a:endCxn id="187" idx="2"/>
            </p:cNvCxnSpPr>
            <p:nvPr/>
          </p:nvCxnSpPr>
          <p:spPr>
            <a:xfrm flipV="1">
              <a:off x="10662911" y="2537935"/>
              <a:ext cx="377692" cy="612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F66F7B6C-7866-5992-8CA9-ECE67DB96886}"/>
                </a:ext>
              </a:extLst>
            </p:cNvPr>
            <p:cNvSpPr txBox="1"/>
            <p:nvPr/>
          </p:nvSpPr>
          <p:spPr>
            <a:xfrm>
              <a:off x="10693068" y="2207122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C6131AE-78BF-7167-4755-AD916F052CFE}"/>
                </a:ext>
              </a:extLst>
            </p:cNvPr>
            <p:cNvCxnSpPr>
              <a:cxnSpLocks/>
              <a:stCxn id="137" idx="7"/>
            </p:cNvCxnSpPr>
            <p:nvPr/>
          </p:nvCxnSpPr>
          <p:spPr>
            <a:xfrm flipV="1">
              <a:off x="9802624" y="2605451"/>
              <a:ext cx="503812" cy="45784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内容占位符 2">
              <a:extLst>
                <a:ext uri="{FF2B5EF4-FFF2-40B4-BE49-F238E27FC236}">
                  <a16:creationId xmlns:a16="http://schemas.microsoft.com/office/drawing/2014/main" id="{90AD28CB-E212-3734-C1DE-51A018F9B311}"/>
                </a:ext>
              </a:extLst>
            </p:cNvPr>
            <p:cNvSpPr txBox="1">
              <a:spLocks/>
            </p:cNvSpPr>
            <p:nvPr/>
          </p:nvSpPr>
          <p:spPr>
            <a:xfrm>
              <a:off x="9864528" y="2571260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73D7BF78-7084-2F8B-37DB-2F1273D632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8611" y="2680829"/>
              <a:ext cx="577668" cy="55614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90CC1F8C-E00C-5010-0540-28FE0147F039}"/>
                </a:ext>
              </a:extLst>
            </p:cNvPr>
            <p:cNvSpPr txBox="1"/>
            <p:nvPr/>
          </p:nvSpPr>
          <p:spPr>
            <a:xfrm>
              <a:off x="10158190" y="2774233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48DE4892-A41A-6E90-96B9-4FF31F4298BE}"/>
                </a:ext>
              </a:extLst>
            </p:cNvPr>
            <p:cNvSpPr/>
            <p:nvPr/>
          </p:nvSpPr>
          <p:spPr>
            <a:xfrm>
              <a:off x="9510310" y="3682175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EBF95C68-07E5-F408-2DEF-9134C63D6324}"/>
                </a:ext>
              </a:extLst>
            </p:cNvPr>
            <p:cNvCxnSpPr>
              <a:cxnSpLocks/>
              <a:stCxn id="137" idx="4"/>
              <a:endCxn id="188" idx="0"/>
            </p:cNvCxnSpPr>
            <p:nvPr/>
          </p:nvCxnSpPr>
          <p:spPr>
            <a:xfrm>
              <a:off x="9675217" y="3369528"/>
              <a:ext cx="15130" cy="2548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内容占位符 2">
              <a:extLst>
                <a:ext uri="{FF2B5EF4-FFF2-40B4-BE49-F238E27FC236}">
                  <a16:creationId xmlns:a16="http://schemas.microsoft.com/office/drawing/2014/main" id="{31DC79D0-0B3D-4D52-DE74-83591B034146}"/>
                </a:ext>
              </a:extLst>
            </p:cNvPr>
            <p:cNvSpPr txBox="1">
              <a:spLocks/>
            </p:cNvSpPr>
            <p:nvPr/>
          </p:nvSpPr>
          <p:spPr>
            <a:xfrm>
              <a:off x="9417748" y="3369528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8" name="弧形 157">
              <a:extLst>
                <a:ext uri="{FF2B5EF4-FFF2-40B4-BE49-F238E27FC236}">
                  <a16:creationId xmlns:a16="http://schemas.microsoft.com/office/drawing/2014/main" id="{95BDCB44-1B46-BA0F-FEAC-1506A7710EC6}"/>
                </a:ext>
              </a:extLst>
            </p:cNvPr>
            <p:cNvSpPr/>
            <p:nvPr/>
          </p:nvSpPr>
          <p:spPr>
            <a:xfrm rot="20839790">
              <a:off x="11135471" y="2101878"/>
              <a:ext cx="287337" cy="276225"/>
            </a:xfrm>
            <a:prstGeom prst="arc">
              <a:avLst>
                <a:gd name="adj1" fmla="val 8025179"/>
                <a:gd name="adj2" fmla="val 4292425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E2F92A7B-7C06-CA2D-F68C-FD0E671363D4}"/>
                </a:ext>
              </a:extLst>
            </p:cNvPr>
            <p:cNvSpPr txBox="1"/>
            <p:nvPr/>
          </p:nvSpPr>
          <p:spPr>
            <a:xfrm>
              <a:off x="11152472" y="1805390"/>
              <a:ext cx="5232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305441E8-3AE0-7737-BEE4-347C999AFB8A}"/>
                </a:ext>
              </a:extLst>
            </p:cNvPr>
            <p:cNvSpPr/>
            <p:nvPr/>
          </p:nvSpPr>
          <p:spPr>
            <a:xfrm>
              <a:off x="11102453" y="3679987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C15F1050-977A-2492-DB94-159241C7F6F9}"/>
                </a:ext>
              </a:extLst>
            </p:cNvPr>
            <p:cNvCxnSpPr>
              <a:cxnSpLocks/>
              <a:stCxn id="187" idx="4"/>
              <a:endCxn id="189" idx="0"/>
            </p:cNvCxnSpPr>
            <p:nvPr/>
          </p:nvCxnSpPr>
          <p:spPr>
            <a:xfrm flipH="1">
              <a:off x="11288822" y="2772091"/>
              <a:ext cx="3400" cy="85226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内容占位符 2">
              <a:extLst>
                <a:ext uri="{FF2B5EF4-FFF2-40B4-BE49-F238E27FC236}">
                  <a16:creationId xmlns:a16="http://schemas.microsoft.com/office/drawing/2014/main" id="{53A98EBD-CBD3-6578-CDB5-D675F8B298C2}"/>
                </a:ext>
              </a:extLst>
            </p:cNvPr>
            <p:cNvSpPr txBox="1">
              <a:spLocks/>
            </p:cNvSpPr>
            <p:nvPr/>
          </p:nvSpPr>
          <p:spPr>
            <a:xfrm>
              <a:off x="11280806" y="2951491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43F1033F-F907-674F-EC4B-04B3714FB1C3}"/>
                </a:ext>
              </a:extLst>
            </p:cNvPr>
            <p:cNvSpPr/>
            <p:nvPr/>
          </p:nvSpPr>
          <p:spPr>
            <a:xfrm>
              <a:off x="10330823" y="3131353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6F69AD14-8960-379F-0228-F927AEDE0039}"/>
                </a:ext>
              </a:extLst>
            </p:cNvPr>
            <p:cNvCxnSpPr>
              <a:cxnSpLocks/>
              <a:stCxn id="188" idx="6"/>
              <a:endCxn id="190" idx="3"/>
            </p:cNvCxnSpPr>
            <p:nvPr/>
          </p:nvCxnSpPr>
          <p:spPr>
            <a:xfrm flipV="1">
              <a:off x="9941965" y="3478979"/>
              <a:ext cx="391589" cy="37953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597D9460-1F24-482B-F570-98B267307BD4}"/>
                </a:ext>
              </a:extLst>
            </p:cNvPr>
            <p:cNvSpPr txBox="1"/>
            <p:nvPr/>
          </p:nvSpPr>
          <p:spPr>
            <a:xfrm>
              <a:off x="9926364" y="3334523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sp>
          <p:nvSpPr>
            <p:cNvPr id="171" name="弧形 170">
              <a:extLst>
                <a:ext uri="{FF2B5EF4-FFF2-40B4-BE49-F238E27FC236}">
                  <a16:creationId xmlns:a16="http://schemas.microsoft.com/office/drawing/2014/main" id="{C09AA558-FABB-217B-6890-5817BA81EEC2}"/>
                </a:ext>
              </a:extLst>
            </p:cNvPr>
            <p:cNvSpPr/>
            <p:nvPr/>
          </p:nvSpPr>
          <p:spPr>
            <a:xfrm rot="10061095">
              <a:off x="9567265" y="4049365"/>
              <a:ext cx="287337" cy="276225"/>
            </a:xfrm>
            <a:prstGeom prst="arc">
              <a:avLst>
                <a:gd name="adj1" fmla="val 8025179"/>
                <a:gd name="adj2" fmla="val 4292425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C5689C97-E288-0CF9-DE0D-AEFA6A10E902}"/>
                </a:ext>
              </a:extLst>
            </p:cNvPr>
            <p:cNvSpPr txBox="1"/>
            <p:nvPr/>
          </p:nvSpPr>
          <p:spPr>
            <a:xfrm>
              <a:off x="9578004" y="4263754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  <a:endParaRPr lang="zh-CN" altLang="en-US" dirty="0"/>
            </a:p>
          </p:txBody>
        </p: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12665535-539D-5DF7-F142-5E31141C3F70}"/>
                </a:ext>
              </a:extLst>
            </p:cNvPr>
            <p:cNvCxnSpPr>
              <a:cxnSpLocks/>
              <a:stCxn id="189" idx="2"/>
              <a:endCxn id="190" idx="5"/>
            </p:cNvCxnSpPr>
            <p:nvPr/>
          </p:nvCxnSpPr>
          <p:spPr>
            <a:xfrm flipH="1" flipV="1">
              <a:off x="10689397" y="3478979"/>
              <a:ext cx="347806" cy="37953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26B9C256-C45A-EABA-1412-788E3F014834}"/>
                </a:ext>
              </a:extLst>
            </p:cNvPr>
            <p:cNvSpPr txBox="1"/>
            <p:nvPr/>
          </p:nvSpPr>
          <p:spPr>
            <a:xfrm>
              <a:off x="10615309" y="3508750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222EFC76-4DFD-1F3E-E343-72D298377290}"/>
                </a:ext>
              </a:extLst>
            </p:cNvPr>
            <p:cNvCxnSpPr>
              <a:cxnSpLocks/>
              <a:endCxn id="188" idx="6"/>
            </p:cNvCxnSpPr>
            <p:nvPr/>
          </p:nvCxnSpPr>
          <p:spPr>
            <a:xfrm flipH="1">
              <a:off x="9941965" y="3858509"/>
              <a:ext cx="1082864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60F75EF3-40A3-9547-64CE-02CD1487F4B0}"/>
                </a:ext>
              </a:extLst>
            </p:cNvPr>
            <p:cNvSpPr txBox="1"/>
            <p:nvPr/>
          </p:nvSpPr>
          <p:spPr>
            <a:xfrm>
              <a:off x="10350853" y="3566850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  <a:endParaRPr lang="zh-CN" altLang="en-US" dirty="0"/>
            </a:p>
          </p:txBody>
        </p: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17849DEE-6BB6-A8C6-ADF5-65CBF250B4E3}"/>
                </a:ext>
              </a:extLst>
            </p:cNvPr>
            <p:cNvCxnSpPr>
              <a:cxnSpLocks/>
              <a:stCxn id="190" idx="7"/>
            </p:cNvCxnSpPr>
            <p:nvPr/>
          </p:nvCxnSpPr>
          <p:spPr>
            <a:xfrm flipV="1">
              <a:off x="10689397" y="2707856"/>
              <a:ext cx="477214" cy="43997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8E43E1DD-DEE3-E596-F2E2-3769AE305609}"/>
                </a:ext>
              </a:extLst>
            </p:cNvPr>
            <p:cNvSpPr txBox="1"/>
            <p:nvPr/>
          </p:nvSpPr>
          <p:spPr>
            <a:xfrm>
              <a:off x="10702443" y="2651515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24AF7B8B-9022-6648-21DC-FF3D90EF2D3E}"/>
                </a:ext>
              </a:extLst>
            </p:cNvPr>
            <p:cNvCxnSpPr>
              <a:cxnSpLocks/>
              <a:stCxn id="190" idx="6"/>
              <a:endCxn id="189" idx="1"/>
            </p:cNvCxnSpPr>
            <p:nvPr/>
          </p:nvCxnSpPr>
          <p:spPr>
            <a:xfrm>
              <a:off x="10763094" y="3313406"/>
              <a:ext cx="347806" cy="37953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内容占位符 2">
              <a:extLst>
                <a:ext uri="{FF2B5EF4-FFF2-40B4-BE49-F238E27FC236}">
                  <a16:creationId xmlns:a16="http://schemas.microsoft.com/office/drawing/2014/main" id="{6C749F2A-1CFB-C1E4-8339-48E3AA057947}"/>
                </a:ext>
              </a:extLst>
            </p:cNvPr>
            <p:cNvSpPr txBox="1">
              <a:spLocks/>
            </p:cNvSpPr>
            <p:nvPr/>
          </p:nvSpPr>
          <p:spPr>
            <a:xfrm>
              <a:off x="10796974" y="3190140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02494A0B-15B0-141D-F004-6F1FF88E3754}"/>
                </a:ext>
              </a:extLst>
            </p:cNvPr>
            <p:cNvSpPr/>
            <p:nvPr/>
          </p:nvSpPr>
          <p:spPr bwMode="auto">
            <a:xfrm>
              <a:off x="11040603" y="2303779"/>
              <a:ext cx="503237" cy="4683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FB5BA9D5-9C55-D507-1315-55F3ECDF8AD3}"/>
                </a:ext>
              </a:extLst>
            </p:cNvPr>
            <p:cNvSpPr/>
            <p:nvPr/>
          </p:nvSpPr>
          <p:spPr bwMode="auto">
            <a:xfrm>
              <a:off x="9438728" y="3624353"/>
              <a:ext cx="503237" cy="4683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83E5214A-9424-4E47-46E4-439E1049A348}"/>
                </a:ext>
              </a:extLst>
            </p:cNvPr>
            <p:cNvSpPr/>
            <p:nvPr/>
          </p:nvSpPr>
          <p:spPr bwMode="auto">
            <a:xfrm>
              <a:off x="11037203" y="3624353"/>
              <a:ext cx="503237" cy="4683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B1961565-0922-250C-9ECE-B1729C290334}"/>
                </a:ext>
              </a:extLst>
            </p:cNvPr>
            <p:cNvSpPr/>
            <p:nvPr/>
          </p:nvSpPr>
          <p:spPr bwMode="auto">
            <a:xfrm>
              <a:off x="10259857" y="3079250"/>
              <a:ext cx="503237" cy="4683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813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98" grpId="1" animBg="1"/>
      <p:bldP spid="99" grpId="0" animBg="1"/>
      <p:bldP spid="101" grpId="0" animBg="1"/>
      <p:bldP spid="101" grpId="1" animBg="1"/>
      <p:bldP spid="103" grpId="0" animBg="1"/>
      <p:bldP spid="103" grpId="1" animBg="1"/>
      <p:bldP spid="105" grpId="0" animBg="1"/>
      <p:bldP spid="107" grpId="0" animBg="1"/>
      <p:bldP spid="107" grpId="1" animBg="1"/>
      <p:bldP spid="124" grpId="0" animBg="1"/>
      <p:bldP spid="124" grpId="1" animBg="1"/>
      <p:bldP spid="128" grpId="0" animBg="1"/>
      <p:bldP spid="128" grpId="1" animBg="1"/>
      <p:bldP spid="3" grpId="0"/>
      <p:bldP spid="5" grpId="0"/>
      <p:bldP spid="7" grpId="0"/>
      <p:bldP spid="10" grpId="0"/>
      <p:bldP spid="18" grpId="0"/>
      <p:bldP spid="22" grpId="0"/>
      <p:bldP spid="29" grpId="0"/>
      <p:bldP spid="30" grpId="0"/>
      <p:bldP spid="31" grpId="0"/>
      <p:bldP spid="34" grpId="0"/>
      <p:bldP spid="35" grpId="0"/>
      <p:bldP spid="39" grpId="0"/>
      <p:bldP spid="43" grpId="0"/>
      <p:bldP spid="48" grpId="0"/>
      <p:bldP spid="51" grpId="0"/>
      <p:bldP spid="54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9" grpId="0"/>
      <p:bldP spid="80" grpId="0"/>
      <p:bldP spid="81" grpId="0"/>
      <p:bldP spid="82" grpId="0"/>
      <p:bldP spid="83" grpId="0"/>
      <p:bldP spid="91" grpId="0"/>
      <p:bldP spid="92" grpId="0"/>
      <p:bldP spid="93" grpId="0"/>
      <p:bldP spid="94" grpId="0"/>
      <p:bldP spid="95" grpId="0"/>
      <p:bldP spid="96" grpId="0" animBg="1"/>
      <p:bldP spid="96" grpId="1" animBg="1"/>
      <p:bldP spid="127" grpId="0" animBg="1"/>
      <p:bldP spid="127" grpId="1" animBg="1"/>
      <p:bldP spid="137" grpId="0" animBg="1"/>
      <p:bldP spid="137" grpId="1" animBg="1"/>
      <p:bldP spid="141" grpId="0" animBg="1"/>
      <p:bldP spid="141" grpId="1" animBg="1"/>
      <p:bldP spid="155" grpId="0" animBg="1"/>
      <p:bldP spid="155" grpId="1" animBg="1"/>
      <p:bldP spid="160" grpId="0" animBg="1"/>
      <p:bldP spid="160" grpId="1" animBg="1"/>
      <p:bldP spid="163" grpId="0" animBg="1"/>
      <p:bldP spid="163" grpId="1" animBg="1"/>
      <p:bldP spid="187" grpId="0" animBg="1"/>
      <p:bldP spid="188" grpId="0" animBg="1"/>
      <p:bldP spid="189" grpId="0" animBg="1"/>
      <p:bldP spid="19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513" y="221568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82802F5-ED35-F0A9-22DC-6C292A483AAA}"/>
              </a:ext>
            </a:extLst>
          </p:cNvPr>
          <p:cNvSpPr/>
          <p:nvPr/>
        </p:nvSpPr>
        <p:spPr>
          <a:xfrm>
            <a:off x="1437832" y="116313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1831D231-B406-946D-A3F6-3C60AC479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09" y="1209202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3B339E26-FE8F-B44A-CA00-E054D8D7C2A5}"/>
              </a:ext>
            </a:extLst>
          </p:cNvPr>
          <p:cNvCxnSpPr>
            <a:cxnSpLocks/>
          </p:cNvCxnSpPr>
          <p:nvPr/>
        </p:nvCxnSpPr>
        <p:spPr>
          <a:xfrm>
            <a:off x="994522" y="133997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椭圆 126">
            <a:extLst>
              <a:ext uri="{FF2B5EF4-FFF2-40B4-BE49-F238E27FC236}">
                <a16:creationId xmlns:a16="http://schemas.microsoft.com/office/drawing/2014/main" id="{A27884F4-EBCE-B329-3D23-9DEE82449BFE}"/>
              </a:ext>
            </a:extLst>
          </p:cNvPr>
          <p:cNvSpPr/>
          <p:nvPr/>
        </p:nvSpPr>
        <p:spPr>
          <a:xfrm>
            <a:off x="2235147" y="116313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B9223A8C-278A-737B-D6DA-8DCFEC11B1CE}"/>
              </a:ext>
            </a:extLst>
          </p:cNvPr>
          <p:cNvCxnSpPr>
            <a:cxnSpLocks/>
          </p:cNvCxnSpPr>
          <p:nvPr/>
        </p:nvCxnSpPr>
        <p:spPr>
          <a:xfrm>
            <a:off x="1791837" y="133997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4B2F38A-86E3-CA10-277D-37D66AD95764}"/>
              </a:ext>
            </a:extLst>
          </p:cNvPr>
          <p:cNvSpPr txBox="1"/>
          <p:nvPr/>
        </p:nvSpPr>
        <p:spPr>
          <a:xfrm>
            <a:off x="1855303" y="978465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C4FB22F2-7799-DC4F-53DC-ADC4C0EAF49D}"/>
              </a:ext>
            </a:extLst>
          </p:cNvPr>
          <p:cNvSpPr/>
          <p:nvPr/>
        </p:nvSpPr>
        <p:spPr>
          <a:xfrm>
            <a:off x="1431086" y="1806667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D2B868A3-EAC5-2177-501F-DEC016839BE2}"/>
              </a:ext>
            </a:extLst>
          </p:cNvPr>
          <p:cNvCxnSpPr>
            <a:cxnSpLocks/>
          </p:cNvCxnSpPr>
          <p:nvPr/>
        </p:nvCxnSpPr>
        <p:spPr>
          <a:xfrm>
            <a:off x="1626543" y="1513507"/>
            <a:ext cx="0" cy="31053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内容占位符 2">
            <a:extLst>
              <a:ext uri="{FF2B5EF4-FFF2-40B4-BE49-F238E27FC236}">
                <a16:creationId xmlns:a16="http://schemas.microsoft.com/office/drawing/2014/main" id="{090262F9-F150-0798-4DC5-80F7F2D2701D}"/>
              </a:ext>
            </a:extLst>
          </p:cNvPr>
          <p:cNvSpPr txBox="1">
            <a:spLocks/>
          </p:cNvSpPr>
          <p:nvPr/>
        </p:nvSpPr>
        <p:spPr>
          <a:xfrm>
            <a:off x="1338524" y="1494020"/>
            <a:ext cx="263034" cy="3513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1F181E3F-947E-9995-8885-EF621B4878F1}"/>
              </a:ext>
            </a:extLst>
          </p:cNvPr>
          <p:cNvSpPr/>
          <p:nvPr/>
        </p:nvSpPr>
        <p:spPr>
          <a:xfrm>
            <a:off x="3042272" y="116313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4602FC7-A753-72DF-8005-5703A0D562C6}"/>
              </a:ext>
            </a:extLst>
          </p:cNvPr>
          <p:cNvCxnSpPr>
            <a:cxnSpLocks/>
            <a:endCxn id="187" idx="2"/>
          </p:cNvCxnSpPr>
          <p:nvPr/>
        </p:nvCxnSpPr>
        <p:spPr>
          <a:xfrm flipV="1">
            <a:off x="2598962" y="1333849"/>
            <a:ext cx="377692" cy="612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F66F7B6C-7866-5992-8CA9-ECE67DB96886}"/>
              </a:ext>
            </a:extLst>
          </p:cNvPr>
          <p:cNvSpPr txBox="1"/>
          <p:nvPr/>
        </p:nvSpPr>
        <p:spPr>
          <a:xfrm>
            <a:off x="2629119" y="1003036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5C6131AE-78BF-7167-4755-AD916F052CFE}"/>
              </a:ext>
            </a:extLst>
          </p:cNvPr>
          <p:cNvCxnSpPr>
            <a:cxnSpLocks/>
            <a:stCxn id="137" idx="7"/>
          </p:cNvCxnSpPr>
          <p:nvPr/>
        </p:nvCxnSpPr>
        <p:spPr>
          <a:xfrm flipV="1">
            <a:off x="1738675" y="1401365"/>
            <a:ext cx="503812" cy="457843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内容占位符 2">
            <a:extLst>
              <a:ext uri="{FF2B5EF4-FFF2-40B4-BE49-F238E27FC236}">
                <a16:creationId xmlns:a16="http://schemas.microsoft.com/office/drawing/2014/main" id="{90AD28CB-E212-3734-C1DE-51A018F9B311}"/>
              </a:ext>
            </a:extLst>
          </p:cNvPr>
          <p:cNvSpPr txBox="1">
            <a:spLocks/>
          </p:cNvSpPr>
          <p:nvPr/>
        </p:nvSpPr>
        <p:spPr>
          <a:xfrm>
            <a:off x="1800579" y="1367174"/>
            <a:ext cx="263034" cy="3513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73D7BF78-7084-2F8B-37DB-2F1273D63208}"/>
              </a:ext>
            </a:extLst>
          </p:cNvPr>
          <p:cNvCxnSpPr>
            <a:cxnSpLocks/>
          </p:cNvCxnSpPr>
          <p:nvPr/>
        </p:nvCxnSpPr>
        <p:spPr>
          <a:xfrm flipV="1">
            <a:off x="1774662" y="1476743"/>
            <a:ext cx="577668" cy="556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90CC1F8C-E00C-5010-0540-28FE0147F039}"/>
              </a:ext>
            </a:extLst>
          </p:cNvPr>
          <p:cNvSpPr txBox="1"/>
          <p:nvPr/>
        </p:nvSpPr>
        <p:spPr>
          <a:xfrm>
            <a:off x="2094241" y="1570147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48DE4892-A41A-6E90-96B9-4FF31F4298BE}"/>
              </a:ext>
            </a:extLst>
          </p:cNvPr>
          <p:cNvSpPr/>
          <p:nvPr/>
        </p:nvSpPr>
        <p:spPr>
          <a:xfrm>
            <a:off x="1446361" y="24780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EBF95C68-07E5-F408-2DEF-9134C63D6324}"/>
              </a:ext>
            </a:extLst>
          </p:cNvPr>
          <p:cNvCxnSpPr>
            <a:cxnSpLocks/>
            <a:stCxn id="137" idx="4"/>
            <a:endCxn id="188" idx="0"/>
          </p:cNvCxnSpPr>
          <p:nvPr/>
        </p:nvCxnSpPr>
        <p:spPr>
          <a:xfrm>
            <a:off x="1611268" y="2165442"/>
            <a:ext cx="15130" cy="25482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内容占位符 2">
            <a:extLst>
              <a:ext uri="{FF2B5EF4-FFF2-40B4-BE49-F238E27FC236}">
                <a16:creationId xmlns:a16="http://schemas.microsoft.com/office/drawing/2014/main" id="{31DC79D0-0B3D-4D52-DE74-83591B034146}"/>
              </a:ext>
            </a:extLst>
          </p:cNvPr>
          <p:cNvSpPr txBox="1">
            <a:spLocks/>
          </p:cNvSpPr>
          <p:nvPr/>
        </p:nvSpPr>
        <p:spPr>
          <a:xfrm>
            <a:off x="1353799" y="2165442"/>
            <a:ext cx="263034" cy="3513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58" name="弧形 157">
            <a:extLst>
              <a:ext uri="{FF2B5EF4-FFF2-40B4-BE49-F238E27FC236}">
                <a16:creationId xmlns:a16="http://schemas.microsoft.com/office/drawing/2014/main" id="{95BDCB44-1B46-BA0F-FEAC-1506A7710EC6}"/>
              </a:ext>
            </a:extLst>
          </p:cNvPr>
          <p:cNvSpPr/>
          <p:nvPr/>
        </p:nvSpPr>
        <p:spPr>
          <a:xfrm rot="20839790">
            <a:off x="3071522" y="897792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E2F92A7B-7C06-CA2D-F68C-FD0E671363D4}"/>
              </a:ext>
            </a:extLst>
          </p:cNvPr>
          <p:cNvSpPr txBox="1"/>
          <p:nvPr/>
        </p:nvSpPr>
        <p:spPr>
          <a:xfrm>
            <a:off x="3088523" y="601304"/>
            <a:ext cx="523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305441E8-3AE0-7737-BEE4-347C999AFB8A}"/>
              </a:ext>
            </a:extLst>
          </p:cNvPr>
          <p:cNvSpPr/>
          <p:nvPr/>
        </p:nvSpPr>
        <p:spPr>
          <a:xfrm>
            <a:off x="3038504" y="247590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C15F1050-977A-2492-DB94-159241C7F6F9}"/>
              </a:ext>
            </a:extLst>
          </p:cNvPr>
          <p:cNvCxnSpPr>
            <a:cxnSpLocks/>
            <a:stCxn id="187" idx="4"/>
            <a:endCxn id="189" idx="0"/>
          </p:cNvCxnSpPr>
          <p:nvPr/>
        </p:nvCxnSpPr>
        <p:spPr>
          <a:xfrm flipH="1">
            <a:off x="3224873" y="1568005"/>
            <a:ext cx="3400" cy="85226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内容占位符 2">
            <a:extLst>
              <a:ext uri="{FF2B5EF4-FFF2-40B4-BE49-F238E27FC236}">
                <a16:creationId xmlns:a16="http://schemas.microsoft.com/office/drawing/2014/main" id="{53A98EBD-CBD3-6578-CDB5-D675F8B298C2}"/>
              </a:ext>
            </a:extLst>
          </p:cNvPr>
          <p:cNvSpPr txBox="1">
            <a:spLocks/>
          </p:cNvSpPr>
          <p:nvPr/>
        </p:nvSpPr>
        <p:spPr>
          <a:xfrm>
            <a:off x="3216857" y="1747405"/>
            <a:ext cx="263034" cy="3513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43F1033F-F907-674F-EC4B-04B3714FB1C3}"/>
              </a:ext>
            </a:extLst>
          </p:cNvPr>
          <p:cNvSpPr/>
          <p:nvPr/>
        </p:nvSpPr>
        <p:spPr>
          <a:xfrm>
            <a:off x="2266874" y="1927267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6F69AD14-8960-379F-0228-F927AEDE0039}"/>
              </a:ext>
            </a:extLst>
          </p:cNvPr>
          <p:cNvCxnSpPr>
            <a:cxnSpLocks/>
            <a:stCxn id="188" idx="6"/>
            <a:endCxn id="190" idx="3"/>
          </p:cNvCxnSpPr>
          <p:nvPr/>
        </p:nvCxnSpPr>
        <p:spPr>
          <a:xfrm flipV="1">
            <a:off x="1878016" y="2274893"/>
            <a:ext cx="391589" cy="3795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597D9460-1F24-482B-F570-98B267307BD4}"/>
              </a:ext>
            </a:extLst>
          </p:cNvPr>
          <p:cNvSpPr txBox="1"/>
          <p:nvPr/>
        </p:nvSpPr>
        <p:spPr>
          <a:xfrm>
            <a:off x="1862415" y="2130437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171" name="弧形 170">
            <a:extLst>
              <a:ext uri="{FF2B5EF4-FFF2-40B4-BE49-F238E27FC236}">
                <a16:creationId xmlns:a16="http://schemas.microsoft.com/office/drawing/2014/main" id="{C09AA558-FABB-217B-6890-5817BA81EEC2}"/>
              </a:ext>
            </a:extLst>
          </p:cNvPr>
          <p:cNvSpPr/>
          <p:nvPr/>
        </p:nvSpPr>
        <p:spPr>
          <a:xfrm rot="10061095">
            <a:off x="1503316" y="2845279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5689C97-E288-0CF9-DE0D-AEFA6A10E902}"/>
              </a:ext>
            </a:extLst>
          </p:cNvPr>
          <p:cNvSpPr txBox="1"/>
          <p:nvPr/>
        </p:nvSpPr>
        <p:spPr>
          <a:xfrm>
            <a:off x="1514055" y="3059668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12665535-539D-5DF7-F142-5E31141C3F70}"/>
              </a:ext>
            </a:extLst>
          </p:cNvPr>
          <p:cNvCxnSpPr>
            <a:cxnSpLocks/>
            <a:stCxn id="189" idx="2"/>
            <a:endCxn id="190" idx="5"/>
          </p:cNvCxnSpPr>
          <p:nvPr/>
        </p:nvCxnSpPr>
        <p:spPr>
          <a:xfrm flipH="1" flipV="1">
            <a:off x="2625448" y="2274893"/>
            <a:ext cx="347806" cy="3795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6B9C256-C45A-EABA-1412-788E3F014834}"/>
              </a:ext>
            </a:extLst>
          </p:cNvPr>
          <p:cNvSpPr txBox="1"/>
          <p:nvPr/>
        </p:nvSpPr>
        <p:spPr>
          <a:xfrm>
            <a:off x="2551360" y="2304664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222EFC76-4DFD-1F3E-E343-72D298377290}"/>
              </a:ext>
            </a:extLst>
          </p:cNvPr>
          <p:cNvCxnSpPr>
            <a:cxnSpLocks/>
            <a:endCxn id="188" idx="6"/>
          </p:cNvCxnSpPr>
          <p:nvPr/>
        </p:nvCxnSpPr>
        <p:spPr>
          <a:xfrm flipH="1">
            <a:off x="1878016" y="2654423"/>
            <a:ext cx="1082864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0F75EF3-40A3-9547-64CE-02CD1487F4B0}"/>
              </a:ext>
            </a:extLst>
          </p:cNvPr>
          <p:cNvSpPr txBox="1"/>
          <p:nvPr/>
        </p:nvSpPr>
        <p:spPr>
          <a:xfrm>
            <a:off x="2286904" y="2362764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17849DEE-6BB6-A8C6-ADF5-65CBF250B4E3}"/>
              </a:ext>
            </a:extLst>
          </p:cNvPr>
          <p:cNvCxnSpPr>
            <a:cxnSpLocks/>
            <a:stCxn id="190" idx="7"/>
          </p:cNvCxnSpPr>
          <p:nvPr/>
        </p:nvCxnSpPr>
        <p:spPr>
          <a:xfrm flipV="1">
            <a:off x="2625448" y="1503770"/>
            <a:ext cx="477214" cy="43997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8E43E1DD-DEE3-E596-F2E2-3769AE305609}"/>
              </a:ext>
            </a:extLst>
          </p:cNvPr>
          <p:cNvSpPr txBox="1"/>
          <p:nvPr/>
        </p:nvSpPr>
        <p:spPr>
          <a:xfrm>
            <a:off x="2638494" y="1447429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24AF7B8B-9022-6648-21DC-FF3D90EF2D3E}"/>
              </a:ext>
            </a:extLst>
          </p:cNvPr>
          <p:cNvCxnSpPr>
            <a:cxnSpLocks/>
            <a:stCxn id="190" idx="6"/>
            <a:endCxn id="189" idx="1"/>
          </p:cNvCxnSpPr>
          <p:nvPr/>
        </p:nvCxnSpPr>
        <p:spPr>
          <a:xfrm>
            <a:off x="2699145" y="2109320"/>
            <a:ext cx="347806" cy="37953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内容占位符 2">
            <a:extLst>
              <a:ext uri="{FF2B5EF4-FFF2-40B4-BE49-F238E27FC236}">
                <a16:creationId xmlns:a16="http://schemas.microsoft.com/office/drawing/2014/main" id="{6C749F2A-1CFB-C1E4-8339-48E3AA057947}"/>
              </a:ext>
            </a:extLst>
          </p:cNvPr>
          <p:cNvSpPr txBox="1">
            <a:spLocks/>
          </p:cNvSpPr>
          <p:nvPr/>
        </p:nvSpPr>
        <p:spPr>
          <a:xfrm>
            <a:off x="2733025" y="1986054"/>
            <a:ext cx="263034" cy="3513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02494A0B-15B0-141D-F004-6F1FF88E3754}"/>
              </a:ext>
            </a:extLst>
          </p:cNvPr>
          <p:cNvSpPr/>
          <p:nvPr/>
        </p:nvSpPr>
        <p:spPr bwMode="auto">
          <a:xfrm>
            <a:off x="2976654" y="1099693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FB5BA9D5-9C55-D507-1315-55F3ECDF8AD3}"/>
              </a:ext>
            </a:extLst>
          </p:cNvPr>
          <p:cNvSpPr/>
          <p:nvPr/>
        </p:nvSpPr>
        <p:spPr bwMode="auto">
          <a:xfrm>
            <a:off x="1374779" y="2420267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83E5214A-9424-4E47-46E4-439E1049A348}"/>
              </a:ext>
            </a:extLst>
          </p:cNvPr>
          <p:cNvSpPr/>
          <p:nvPr/>
        </p:nvSpPr>
        <p:spPr bwMode="auto">
          <a:xfrm>
            <a:off x="2973254" y="2420267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B1961565-0922-250C-9ECE-B1729C290334}"/>
              </a:ext>
            </a:extLst>
          </p:cNvPr>
          <p:cNvSpPr/>
          <p:nvPr/>
        </p:nvSpPr>
        <p:spPr bwMode="auto">
          <a:xfrm>
            <a:off x="2195908" y="1875164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9CDEC03-3ACA-52F5-2A53-96F4085AD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947903"/>
              </p:ext>
            </p:extLst>
          </p:nvPr>
        </p:nvGraphicFramePr>
        <p:xfrm>
          <a:off x="697307" y="3656023"/>
          <a:ext cx="299720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067">
                  <a:extLst>
                    <a:ext uri="{9D8B030D-6E8A-4147-A177-3AD203B41FA5}">
                      <a16:colId xmlns:a16="http://schemas.microsoft.com/office/drawing/2014/main" val="2141616464"/>
                    </a:ext>
                  </a:extLst>
                </a:gridCol>
                <a:gridCol w="999067">
                  <a:extLst>
                    <a:ext uri="{9D8B030D-6E8A-4147-A177-3AD203B41FA5}">
                      <a16:colId xmlns:a16="http://schemas.microsoft.com/office/drawing/2014/main" val="1929814227"/>
                    </a:ext>
                  </a:extLst>
                </a:gridCol>
                <a:gridCol w="999067">
                  <a:extLst>
                    <a:ext uri="{9D8B030D-6E8A-4147-A177-3AD203B41FA5}">
                      <a16:colId xmlns:a16="http://schemas.microsoft.com/office/drawing/2014/main" val="2350788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66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68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2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91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85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0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320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6833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A3B22F6-4D86-BE6F-0486-1D1A0E01C74F}"/>
              </a:ext>
            </a:extLst>
          </p:cNvPr>
          <p:cNvSpPr txBox="1"/>
          <p:nvPr/>
        </p:nvSpPr>
        <p:spPr>
          <a:xfrm>
            <a:off x="5587005" y="1045157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={0,1,2}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{3,4,5,6}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285511-E543-3601-0C7D-A0E31392ECF1}"/>
              </a:ext>
            </a:extLst>
          </p:cNvPr>
          <p:cNvSpPr txBox="1"/>
          <p:nvPr/>
        </p:nvSpPr>
        <p:spPr>
          <a:xfrm>
            <a:off x="5587005" y="1459754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弧，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={0,2}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{1}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{3,4,5,6}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046EA4-403E-AB94-37E1-E2660374C8E8}"/>
              </a:ext>
            </a:extLst>
          </p:cNvPr>
          <p:cNvSpPr txBox="1"/>
          <p:nvPr/>
        </p:nvSpPr>
        <p:spPr>
          <a:xfrm>
            <a:off x="5587005" y="1898487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弧，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={0},{1},{2},{3,4,5,6}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BBCD54-9042-E95B-F41E-368D3A3B2950}"/>
              </a:ext>
            </a:extLst>
          </p:cNvPr>
          <p:cNvSpPr txBox="1"/>
          <p:nvPr/>
        </p:nvSpPr>
        <p:spPr>
          <a:xfrm>
            <a:off x="5587005" y="2351570"/>
            <a:ext cx="712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{3,4,5,6}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，消去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4,5,6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F613EDD-8D89-CDBA-3CCF-679E246879FE}"/>
              </a:ext>
            </a:extLst>
          </p:cNvPr>
          <p:cNvGrpSpPr/>
          <p:nvPr/>
        </p:nvGrpSpPr>
        <p:grpSpPr>
          <a:xfrm>
            <a:off x="6469861" y="4054046"/>
            <a:ext cx="3028020" cy="1798185"/>
            <a:chOff x="6469861" y="4054046"/>
            <a:chExt cx="3028020" cy="1798185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F01267A-3213-1BB0-37BE-41706DDBE1DD}"/>
                </a:ext>
              </a:extLst>
            </p:cNvPr>
            <p:cNvSpPr/>
            <p:nvPr/>
          </p:nvSpPr>
          <p:spPr>
            <a:xfrm>
              <a:off x="7547084" y="4238712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16968CC0-EAD0-6521-CF41-5D41645FB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9861" y="4284783"/>
              <a:ext cx="5064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F577349-3CFE-069A-7ABB-6F8B03D4B77C}"/>
                </a:ext>
              </a:extLst>
            </p:cNvPr>
            <p:cNvCxnSpPr>
              <a:cxnSpLocks/>
            </p:cNvCxnSpPr>
            <p:nvPr/>
          </p:nvCxnSpPr>
          <p:spPr>
            <a:xfrm>
              <a:off x="7103774" y="4415558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D5BFAF9-5244-E604-AC8C-C405A693E76C}"/>
                </a:ext>
              </a:extLst>
            </p:cNvPr>
            <p:cNvSpPr/>
            <p:nvPr/>
          </p:nvSpPr>
          <p:spPr>
            <a:xfrm>
              <a:off x="8344399" y="4238712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961A124-2ABC-8E71-3FEF-7D35E33DE3EC}"/>
                </a:ext>
              </a:extLst>
            </p:cNvPr>
            <p:cNvCxnSpPr>
              <a:cxnSpLocks/>
            </p:cNvCxnSpPr>
            <p:nvPr/>
          </p:nvCxnSpPr>
          <p:spPr>
            <a:xfrm>
              <a:off x="7901089" y="4415558"/>
              <a:ext cx="436564" cy="254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E887AC2-05CE-64E4-1624-548051885C01}"/>
                </a:ext>
              </a:extLst>
            </p:cNvPr>
            <p:cNvSpPr txBox="1"/>
            <p:nvPr/>
          </p:nvSpPr>
          <p:spPr>
            <a:xfrm>
              <a:off x="7964555" y="4054046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402E5A1-C6E2-ADD6-6516-80C829ECA525}"/>
                </a:ext>
              </a:extLst>
            </p:cNvPr>
            <p:cNvSpPr/>
            <p:nvPr/>
          </p:nvSpPr>
          <p:spPr>
            <a:xfrm>
              <a:off x="7540338" y="4882248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F65088C-E93F-8525-A78A-08A5FFF82B9A}"/>
                </a:ext>
              </a:extLst>
            </p:cNvPr>
            <p:cNvCxnSpPr>
              <a:cxnSpLocks/>
            </p:cNvCxnSpPr>
            <p:nvPr/>
          </p:nvCxnSpPr>
          <p:spPr>
            <a:xfrm>
              <a:off x="7735795" y="4589088"/>
              <a:ext cx="0" cy="31053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内容占位符 2">
              <a:extLst>
                <a:ext uri="{FF2B5EF4-FFF2-40B4-BE49-F238E27FC236}">
                  <a16:creationId xmlns:a16="http://schemas.microsoft.com/office/drawing/2014/main" id="{E5576D9D-C703-8A64-61DD-219A2297CDB9}"/>
                </a:ext>
              </a:extLst>
            </p:cNvPr>
            <p:cNvSpPr txBox="1">
              <a:spLocks/>
            </p:cNvSpPr>
            <p:nvPr/>
          </p:nvSpPr>
          <p:spPr>
            <a:xfrm>
              <a:off x="7447776" y="4569601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A52F190-0DA3-4F1A-EAE9-1AE1ACFA1C59}"/>
                </a:ext>
              </a:extLst>
            </p:cNvPr>
            <p:cNvSpPr/>
            <p:nvPr/>
          </p:nvSpPr>
          <p:spPr>
            <a:xfrm>
              <a:off x="8393279" y="4920936"/>
              <a:ext cx="360363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7FE37C1-5A5E-BC3C-BA02-F8DE791E06D9}"/>
                </a:ext>
              </a:extLst>
            </p:cNvPr>
            <p:cNvCxnSpPr>
              <a:cxnSpLocks/>
            </p:cNvCxnSpPr>
            <p:nvPr/>
          </p:nvCxnSpPr>
          <p:spPr>
            <a:xfrm>
              <a:off x="7889904" y="5106737"/>
              <a:ext cx="456591" cy="218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562479E-7F53-BD35-27D3-FC90E13829F9}"/>
                </a:ext>
              </a:extLst>
            </p:cNvPr>
            <p:cNvSpPr txBox="1"/>
            <p:nvPr/>
          </p:nvSpPr>
          <p:spPr>
            <a:xfrm>
              <a:off x="8534317" y="4486239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71546CA-0122-AE36-2121-95F19E73C881}"/>
                </a:ext>
              </a:extLst>
            </p:cNvPr>
            <p:cNvCxnSpPr>
              <a:cxnSpLocks/>
              <a:stCxn id="21" idx="7"/>
            </p:cNvCxnSpPr>
            <p:nvPr/>
          </p:nvCxnSpPr>
          <p:spPr>
            <a:xfrm flipV="1">
              <a:off x="7847927" y="4476946"/>
              <a:ext cx="503812" cy="45784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内容占位符 2">
              <a:extLst>
                <a:ext uri="{FF2B5EF4-FFF2-40B4-BE49-F238E27FC236}">
                  <a16:creationId xmlns:a16="http://schemas.microsoft.com/office/drawing/2014/main" id="{D3AB91CF-801D-C651-96F2-E16CF8F2063A}"/>
                </a:ext>
              </a:extLst>
            </p:cNvPr>
            <p:cNvSpPr txBox="1">
              <a:spLocks/>
            </p:cNvSpPr>
            <p:nvPr/>
          </p:nvSpPr>
          <p:spPr>
            <a:xfrm>
              <a:off x="7909831" y="4442755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87FD0CE0-5C22-4CCC-4290-805CBA5E2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3914" y="4552324"/>
              <a:ext cx="577668" cy="55614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D817A0B-EE9D-1690-3CDC-FAF457B4F1E4}"/>
                </a:ext>
              </a:extLst>
            </p:cNvPr>
            <p:cNvSpPr txBox="1"/>
            <p:nvPr/>
          </p:nvSpPr>
          <p:spPr>
            <a:xfrm>
              <a:off x="8203493" y="4645728"/>
              <a:ext cx="472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sp>
          <p:nvSpPr>
            <p:cNvPr id="37" name="弧形 36">
              <a:extLst>
                <a:ext uri="{FF2B5EF4-FFF2-40B4-BE49-F238E27FC236}">
                  <a16:creationId xmlns:a16="http://schemas.microsoft.com/office/drawing/2014/main" id="{5318DD52-AC1E-C59E-5B5C-E75C8F40A7C0}"/>
                </a:ext>
              </a:extLst>
            </p:cNvPr>
            <p:cNvSpPr/>
            <p:nvPr/>
          </p:nvSpPr>
          <p:spPr>
            <a:xfrm rot="3219880">
              <a:off x="8794626" y="4821830"/>
              <a:ext cx="287337" cy="276225"/>
            </a:xfrm>
            <a:prstGeom prst="arc">
              <a:avLst>
                <a:gd name="adj1" fmla="val 8025179"/>
                <a:gd name="adj2" fmla="val 4292425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2C7EB30-BC8C-FDEF-BBB6-7298D5C99534}"/>
                </a:ext>
              </a:extLst>
            </p:cNvPr>
            <p:cNvSpPr/>
            <p:nvPr/>
          </p:nvSpPr>
          <p:spPr bwMode="auto">
            <a:xfrm>
              <a:off x="8327661" y="4857498"/>
              <a:ext cx="503237" cy="46831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91917FB-2091-4975-9483-99A00E479EDE}"/>
                </a:ext>
              </a:extLst>
            </p:cNvPr>
            <p:cNvSpPr txBox="1"/>
            <p:nvPr/>
          </p:nvSpPr>
          <p:spPr>
            <a:xfrm>
              <a:off x="8974658" y="4589088"/>
              <a:ext cx="5232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dirty="0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865E221-B921-5836-8E72-1709DA73C600}"/>
                </a:ext>
              </a:extLst>
            </p:cNvPr>
            <p:cNvCxnSpPr>
              <a:cxnSpLocks/>
            </p:cNvCxnSpPr>
            <p:nvPr/>
          </p:nvCxnSpPr>
          <p:spPr>
            <a:xfrm>
              <a:off x="8539327" y="4597487"/>
              <a:ext cx="0" cy="23290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内容占位符 2">
              <a:extLst>
                <a:ext uri="{FF2B5EF4-FFF2-40B4-BE49-F238E27FC236}">
                  <a16:creationId xmlns:a16="http://schemas.microsoft.com/office/drawing/2014/main" id="{7ECF408C-11C0-5C60-D2DE-E6DB94BDC1D5}"/>
                </a:ext>
              </a:extLst>
            </p:cNvPr>
            <p:cNvSpPr txBox="1">
              <a:spLocks/>
            </p:cNvSpPr>
            <p:nvPr/>
          </p:nvSpPr>
          <p:spPr>
            <a:xfrm>
              <a:off x="8011338" y="4667996"/>
              <a:ext cx="263034" cy="51684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B169E53B-4516-D504-E46C-B60B02CB6B2F}"/>
                </a:ext>
              </a:extLst>
            </p:cNvPr>
            <p:cNvSpPr/>
            <p:nvPr/>
          </p:nvSpPr>
          <p:spPr>
            <a:xfrm rot="8800644">
              <a:off x="8558405" y="5295533"/>
              <a:ext cx="287337" cy="276225"/>
            </a:xfrm>
            <a:prstGeom prst="arc">
              <a:avLst>
                <a:gd name="adj1" fmla="val 8025179"/>
                <a:gd name="adj2" fmla="val 4292425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6" name="内容占位符 2">
              <a:extLst>
                <a:ext uri="{FF2B5EF4-FFF2-40B4-BE49-F238E27FC236}">
                  <a16:creationId xmlns:a16="http://schemas.microsoft.com/office/drawing/2014/main" id="{039B8624-FA1F-7CCC-DA57-2EA418D951DA}"/>
                </a:ext>
              </a:extLst>
            </p:cNvPr>
            <p:cNvSpPr txBox="1">
              <a:spLocks/>
            </p:cNvSpPr>
            <p:nvPr/>
          </p:nvSpPr>
          <p:spPr>
            <a:xfrm>
              <a:off x="8610394" y="5500896"/>
              <a:ext cx="263034" cy="35133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lnSpc>
                  <a:spcPts val="4000"/>
                </a:lnSpc>
                <a:defRPr/>
              </a:pPr>
              <a:r>
                <a:rPr lang="en-US" altLang="zh-CN" sz="1800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02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6" grpId="1" animBg="1"/>
      <p:bldP spid="127" grpId="0" animBg="1"/>
      <p:bldP spid="127" grpId="1" animBg="1"/>
      <p:bldP spid="137" grpId="0" animBg="1"/>
      <p:bldP spid="137" grpId="1" animBg="1"/>
      <p:bldP spid="141" grpId="0" animBg="1"/>
      <p:bldP spid="141" grpId="1" animBg="1"/>
      <p:bldP spid="155" grpId="0" animBg="1"/>
      <p:bldP spid="155" grpId="1" animBg="1"/>
      <p:bldP spid="160" grpId="0" animBg="1"/>
      <p:bldP spid="160" grpId="1" animBg="1"/>
      <p:bldP spid="163" grpId="0" animBg="1"/>
      <p:bldP spid="163" grpId="1" animBg="1"/>
      <p:bldP spid="187" grpId="0" animBg="1"/>
      <p:bldP spid="188" grpId="0" animBg="1"/>
      <p:bldP spid="189" grpId="0" animBg="1"/>
      <p:bldP spid="190" grpId="0" animBg="1"/>
      <p:bldP spid="8" grpId="0"/>
      <p:bldP spid="9" grpId="0"/>
      <p:bldP spid="11" grpId="0"/>
      <p:bldP spid="13" grpId="0"/>
      <p:bldP spid="14" grpId="0" animBg="1"/>
      <p:bldP spid="14" grpId="1" animBg="1"/>
      <p:bldP spid="17" grpId="0" animBg="1"/>
      <p:bldP spid="17" grpId="1" animBg="1"/>
      <p:bldP spid="21" grpId="0" animBg="1"/>
      <p:bldP spid="21" grpId="1" animBg="1"/>
      <p:bldP spid="25" grpId="0" animBg="1"/>
      <p:bldP spid="25" grpId="1" animBg="1"/>
      <p:bldP spid="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252" y="612154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7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7FF010-34EB-AFC1-7DB7-A1B13EE1EE5A}"/>
              </a:ext>
            </a:extLst>
          </p:cNvPr>
          <p:cNvSpPr/>
          <p:nvPr/>
        </p:nvSpPr>
        <p:spPr>
          <a:xfrm>
            <a:off x="2239893" y="2110615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E0DC9F2-2A05-27B5-BF08-9101CFA8BBA1}"/>
              </a:ext>
            </a:extLst>
          </p:cNvPr>
          <p:cNvSpPr/>
          <p:nvPr/>
        </p:nvSpPr>
        <p:spPr bwMode="auto">
          <a:xfrm>
            <a:off x="5327374" y="2070928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372CA6-EEE3-8BDE-6824-7B297CC465BC}"/>
              </a:ext>
            </a:extLst>
          </p:cNvPr>
          <p:cNvSpPr/>
          <p:nvPr/>
        </p:nvSpPr>
        <p:spPr>
          <a:xfrm>
            <a:off x="5403574" y="2126490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C75D592-991C-E1C5-562F-08F2095E8FA4}"/>
              </a:ext>
            </a:extLst>
          </p:cNvPr>
          <p:cNvCxnSpPr>
            <a:stCxn id="6" idx="6"/>
          </p:cNvCxnSpPr>
          <p:nvPr/>
        </p:nvCxnSpPr>
        <p:spPr>
          <a:xfrm>
            <a:off x="2600256" y="2290003"/>
            <a:ext cx="2727118" cy="1587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2005B82-AEF1-9CF9-3CBE-EE20D40E16EB}"/>
              </a:ext>
            </a:extLst>
          </p:cNvPr>
          <p:cNvSpPr txBox="1">
            <a:spLocks/>
          </p:cNvSpPr>
          <p:nvPr/>
        </p:nvSpPr>
        <p:spPr>
          <a:xfrm>
            <a:off x="3082268" y="1742591"/>
            <a:ext cx="2079453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27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7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27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36B161-F494-01BA-5DDA-0EB1CDE3DC54}"/>
              </a:ext>
            </a:extLst>
          </p:cNvPr>
          <p:cNvSpPr/>
          <p:nvPr/>
        </p:nvSpPr>
        <p:spPr>
          <a:xfrm>
            <a:off x="2239893" y="286688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CB1332E-0AF7-D6A5-D810-2945B9721531}"/>
              </a:ext>
            </a:extLst>
          </p:cNvPr>
          <p:cNvSpPr/>
          <p:nvPr/>
        </p:nvSpPr>
        <p:spPr bwMode="auto">
          <a:xfrm>
            <a:off x="5321997" y="2806436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DF2EFCF-8661-6FE9-AA16-E5BD08CD8577}"/>
              </a:ext>
            </a:extLst>
          </p:cNvPr>
          <p:cNvSpPr/>
          <p:nvPr/>
        </p:nvSpPr>
        <p:spPr>
          <a:xfrm>
            <a:off x="5398197" y="2861998"/>
            <a:ext cx="358775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B6947A7-33C2-4FC1-83B8-42705E89C402}"/>
              </a:ext>
            </a:extLst>
          </p:cNvPr>
          <p:cNvCxnSpPr>
            <a:cxnSpLocks/>
            <a:stCxn id="13" idx="6"/>
            <a:endCxn id="19" idx="2"/>
          </p:cNvCxnSpPr>
          <p:nvPr/>
        </p:nvCxnSpPr>
        <p:spPr>
          <a:xfrm>
            <a:off x="2600256" y="3046274"/>
            <a:ext cx="668474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A4680B01-8407-663C-3972-61C249F61B52}"/>
              </a:ext>
            </a:extLst>
          </p:cNvPr>
          <p:cNvSpPr txBox="1">
            <a:spLocks/>
          </p:cNvSpPr>
          <p:nvPr/>
        </p:nvSpPr>
        <p:spPr>
          <a:xfrm>
            <a:off x="2765909" y="2499655"/>
            <a:ext cx="434560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C59528C-57C8-AF0C-F70D-EC9765F22B89}"/>
              </a:ext>
            </a:extLst>
          </p:cNvPr>
          <p:cNvSpPr/>
          <p:nvPr/>
        </p:nvSpPr>
        <p:spPr>
          <a:xfrm>
            <a:off x="3268730" y="286688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365DDBE-A15E-9055-0398-AD0A3E9DD59E}"/>
              </a:ext>
            </a:extLst>
          </p:cNvPr>
          <p:cNvCxnSpPr>
            <a:cxnSpLocks/>
            <a:stCxn id="19" idx="6"/>
            <a:endCxn id="25" idx="2"/>
          </p:cNvCxnSpPr>
          <p:nvPr/>
        </p:nvCxnSpPr>
        <p:spPr>
          <a:xfrm>
            <a:off x="3629093" y="3046274"/>
            <a:ext cx="682836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EDD955F-1E6C-5FF9-25AD-310058338A1F}"/>
              </a:ext>
            </a:extLst>
          </p:cNvPr>
          <p:cNvSpPr txBox="1"/>
          <p:nvPr/>
        </p:nvSpPr>
        <p:spPr>
          <a:xfrm>
            <a:off x="3662224" y="2685460"/>
            <a:ext cx="8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98BF4C4-A2B6-3702-CE01-F9EE45783491}"/>
              </a:ext>
            </a:extLst>
          </p:cNvPr>
          <p:cNvSpPr/>
          <p:nvPr/>
        </p:nvSpPr>
        <p:spPr>
          <a:xfrm>
            <a:off x="4311929" y="286688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A34BEF-1B00-F6ED-63BE-92BD936EB36B}"/>
              </a:ext>
            </a:extLst>
          </p:cNvPr>
          <p:cNvCxnSpPr>
            <a:cxnSpLocks/>
          </p:cNvCxnSpPr>
          <p:nvPr/>
        </p:nvCxnSpPr>
        <p:spPr>
          <a:xfrm>
            <a:off x="4672292" y="3051656"/>
            <a:ext cx="649705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D1FAA563-F017-6969-F0A1-465EC8975DE0}"/>
              </a:ext>
            </a:extLst>
          </p:cNvPr>
          <p:cNvSpPr txBox="1">
            <a:spLocks/>
          </p:cNvSpPr>
          <p:nvPr/>
        </p:nvSpPr>
        <p:spPr>
          <a:xfrm>
            <a:off x="4633574" y="2480619"/>
            <a:ext cx="86988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685CAF3-357E-FDD3-29D4-81FB1419E6E4}"/>
              </a:ext>
            </a:extLst>
          </p:cNvPr>
          <p:cNvSpPr/>
          <p:nvPr/>
        </p:nvSpPr>
        <p:spPr bwMode="auto">
          <a:xfrm>
            <a:off x="5529230" y="3899740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5B4B53F-2B04-F3A3-B03F-2226B3FB839B}"/>
              </a:ext>
            </a:extLst>
          </p:cNvPr>
          <p:cNvSpPr/>
          <p:nvPr/>
        </p:nvSpPr>
        <p:spPr>
          <a:xfrm>
            <a:off x="2239893" y="38878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1C4170B-E5BC-2D8F-749C-A8612A9EDAC0}"/>
              </a:ext>
            </a:extLst>
          </p:cNvPr>
          <p:cNvSpPr/>
          <p:nvPr/>
        </p:nvSpPr>
        <p:spPr bwMode="auto">
          <a:xfrm>
            <a:off x="6990753" y="3805388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3B49073-1DF0-56AB-FAC8-F7F086647544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2600256" y="4067228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B303F99B-CFEA-5226-5BCF-3EE45709959A}"/>
              </a:ext>
            </a:extLst>
          </p:cNvPr>
          <p:cNvSpPr/>
          <p:nvPr/>
        </p:nvSpPr>
        <p:spPr>
          <a:xfrm>
            <a:off x="3036820" y="38878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16F5DED-1E28-730A-E38C-658F33CAAD23}"/>
              </a:ext>
            </a:extLst>
          </p:cNvPr>
          <p:cNvCxnSpPr>
            <a:cxnSpLocks/>
          </p:cNvCxnSpPr>
          <p:nvPr/>
        </p:nvCxnSpPr>
        <p:spPr>
          <a:xfrm>
            <a:off x="3397183" y="4067227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41CE0852-4B17-9C17-0CBF-3E741A51EB6D}"/>
              </a:ext>
            </a:extLst>
          </p:cNvPr>
          <p:cNvSpPr/>
          <p:nvPr/>
        </p:nvSpPr>
        <p:spPr>
          <a:xfrm>
            <a:off x="4730338" y="38997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795DC48-D267-9CD4-237E-2F731FA950F1}"/>
              </a:ext>
            </a:extLst>
          </p:cNvPr>
          <p:cNvCxnSpPr>
            <a:cxnSpLocks/>
          </p:cNvCxnSpPr>
          <p:nvPr/>
        </p:nvCxnSpPr>
        <p:spPr>
          <a:xfrm>
            <a:off x="5090701" y="4084510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DF3BC5AA-34B1-09F1-AC85-90760B021FBB}"/>
              </a:ext>
            </a:extLst>
          </p:cNvPr>
          <p:cNvSpPr/>
          <p:nvPr/>
        </p:nvSpPr>
        <p:spPr bwMode="auto">
          <a:xfrm>
            <a:off x="6251297" y="3886092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A2F483F-F35A-561E-A1CC-38A6D532543E}"/>
              </a:ext>
            </a:extLst>
          </p:cNvPr>
          <p:cNvCxnSpPr>
            <a:cxnSpLocks/>
          </p:cNvCxnSpPr>
          <p:nvPr/>
        </p:nvCxnSpPr>
        <p:spPr>
          <a:xfrm flipV="1">
            <a:off x="6629049" y="4058709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C76A3459-531F-C99B-170E-9EE51B138D8B}"/>
              </a:ext>
            </a:extLst>
          </p:cNvPr>
          <p:cNvSpPr/>
          <p:nvPr/>
        </p:nvSpPr>
        <p:spPr>
          <a:xfrm>
            <a:off x="3857853" y="388784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AA843682-9C65-EDAA-468A-71B07CFFE9CB}"/>
              </a:ext>
            </a:extLst>
          </p:cNvPr>
          <p:cNvSpPr txBox="1">
            <a:spLocks/>
          </p:cNvSpPr>
          <p:nvPr/>
        </p:nvSpPr>
        <p:spPr>
          <a:xfrm>
            <a:off x="2660892" y="3559365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内容占位符 2">
            <a:extLst>
              <a:ext uri="{FF2B5EF4-FFF2-40B4-BE49-F238E27FC236}">
                <a16:creationId xmlns:a16="http://schemas.microsoft.com/office/drawing/2014/main" id="{62EF5B40-7BF9-1B4A-CB3C-D7330B86345E}"/>
              </a:ext>
            </a:extLst>
          </p:cNvPr>
          <p:cNvSpPr txBox="1">
            <a:spLocks/>
          </p:cNvSpPr>
          <p:nvPr/>
        </p:nvSpPr>
        <p:spPr>
          <a:xfrm>
            <a:off x="3512007" y="3578560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内容占位符 2">
            <a:extLst>
              <a:ext uri="{FF2B5EF4-FFF2-40B4-BE49-F238E27FC236}">
                <a16:creationId xmlns:a16="http://schemas.microsoft.com/office/drawing/2014/main" id="{CFABFD70-CFC6-0C63-C1C6-9281511D798F}"/>
              </a:ext>
            </a:extLst>
          </p:cNvPr>
          <p:cNvSpPr txBox="1">
            <a:spLocks/>
          </p:cNvSpPr>
          <p:nvPr/>
        </p:nvSpPr>
        <p:spPr>
          <a:xfrm>
            <a:off x="4260010" y="3411110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49445569-DF67-EA8D-4ED1-08727364BE2B}"/>
              </a:ext>
            </a:extLst>
          </p:cNvPr>
          <p:cNvSpPr txBox="1">
            <a:spLocks/>
          </p:cNvSpPr>
          <p:nvPr/>
        </p:nvSpPr>
        <p:spPr>
          <a:xfrm>
            <a:off x="5009537" y="3531683"/>
            <a:ext cx="5877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b|ab</a:t>
            </a:r>
            <a:endParaRPr lang="en-US" altLang="zh-CN" sz="18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8B2AD7C6-7C61-032A-7F16-A3D6E06F7C44}"/>
              </a:ext>
            </a:extLst>
          </p:cNvPr>
          <p:cNvSpPr txBox="1">
            <a:spLocks/>
          </p:cNvSpPr>
          <p:nvPr/>
        </p:nvSpPr>
        <p:spPr>
          <a:xfrm>
            <a:off x="5947029" y="357856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" name="Rectangle 22">
            <a:extLst>
              <a:ext uri="{FF2B5EF4-FFF2-40B4-BE49-F238E27FC236}">
                <a16:creationId xmlns:a16="http://schemas.microsoft.com/office/drawing/2014/main" id="{D3C2BEB1-4EF4-7A7F-9745-24303A7CE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416" y="2156686"/>
            <a:ext cx="50641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B13B53B-2FFD-277E-E610-7173AF7F0DA5}"/>
              </a:ext>
            </a:extLst>
          </p:cNvPr>
          <p:cNvCxnSpPr>
            <a:cxnSpLocks/>
          </p:cNvCxnSpPr>
          <p:nvPr/>
        </p:nvCxnSpPr>
        <p:spPr>
          <a:xfrm>
            <a:off x="1803329" y="2287461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22">
            <a:extLst>
              <a:ext uri="{FF2B5EF4-FFF2-40B4-BE49-F238E27FC236}">
                <a16:creationId xmlns:a16="http://schemas.microsoft.com/office/drawing/2014/main" id="{48547F1F-65EE-65A6-F33E-0DC08BF32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665" y="2920881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C0956733-1F3A-FAA6-EA44-6FFB09B23B45}"/>
              </a:ext>
            </a:extLst>
          </p:cNvPr>
          <p:cNvCxnSpPr>
            <a:cxnSpLocks/>
          </p:cNvCxnSpPr>
          <p:nvPr/>
        </p:nvCxnSpPr>
        <p:spPr>
          <a:xfrm>
            <a:off x="1796578" y="3051656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22">
            <a:extLst>
              <a:ext uri="{FF2B5EF4-FFF2-40B4-BE49-F238E27FC236}">
                <a16:creationId xmlns:a16="http://schemas.microsoft.com/office/drawing/2014/main" id="{E098D788-EA40-869D-2B1A-2CA15602B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670" y="3933911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1CCFDB2-F569-7899-315F-7467BCB1DDF7}"/>
              </a:ext>
            </a:extLst>
          </p:cNvPr>
          <p:cNvCxnSpPr>
            <a:cxnSpLocks/>
          </p:cNvCxnSpPr>
          <p:nvPr/>
        </p:nvCxnSpPr>
        <p:spPr>
          <a:xfrm>
            <a:off x="1796583" y="4064686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E832D33D-8901-FD41-AFB2-D140EFBFD132}"/>
              </a:ext>
            </a:extLst>
          </p:cNvPr>
          <p:cNvSpPr/>
          <p:nvPr/>
        </p:nvSpPr>
        <p:spPr>
          <a:xfrm rot="20839790">
            <a:off x="3077820" y="3634394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236E6B7-B268-C8D1-D9EE-E14CEE4CF94C}"/>
              </a:ext>
            </a:extLst>
          </p:cNvPr>
          <p:cNvSpPr txBox="1"/>
          <p:nvPr/>
        </p:nvSpPr>
        <p:spPr>
          <a:xfrm>
            <a:off x="3085728" y="3283919"/>
            <a:ext cx="381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28" name="弧形 27">
            <a:extLst>
              <a:ext uri="{FF2B5EF4-FFF2-40B4-BE49-F238E27FC236}">
                <a16:creationId xmlns:a16="http://schemas.microsoft.com/office/drawing/2014/main" id="{6048F934-7096-3FC8-A67F-15D301F264D5}"/>
              </a:ext>
            </a:extLst>
          </p:cNvPr>
          <p:cNvSpPr/>
          <p:nvPr/>
        </p:nvSpPr>
        <p:spPr>
          <a:xfrm>
            <a:off x="4021703" y="3909748"/>
            <a:ext cx="836597" cy="351178"/>
          </a:xfrm>
          <a:prstGeom prst="arc">
            <a:avLst>
              <a:gd name="adj1" fmla="val 12399576"/>
              <a:gd name="adj2" fmla="val 20638102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19C89D20-4C0B-3407-697E-D80EA2B77EC9}"/>
              </a:ext>
            </a:extLst>
          </p:cNvPr>
          <p:cNvSpPr/>
          <p:nvPr/>
        </p:nvSpPr>
        <p:spPr>
          <a:xfrm flipV="1">
            <a:off x="4008773" y="3883120"/>
            <a:ext cx="836597" cy="351178"/>
          </a:xfrm>
          <a:prstGeom prst="arc">
            <a:avLst>
              <a:gd name="adj1" fmla="val 12399576"/>
              <a:gd name="adj2" fmla="val 20638102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FAC20B60-7F9B-A546-4EEE-9DAABD1BB2ED}"/>
              </a:ext>
            </a:extLst>
          </p:cNvPr>
          <p:cNvSpPr txBox="1">
            <a:spLocks/>
          </p:cNvSpPr>
          <p:nvPr/>
        </p:nvSpPr>
        <p:spPr>
          <a:xfrm>
            <a:off x="4238535" y="3990234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</a:t>
            </a:r>
          </a:p>
        </p:txBody>
      </p:sp>
      <p:sp>
        <p:nvSpPr>
          <p:cNvPr id="49" name="弧形 48">
            <a:extLst>
              <a:ext uri="{FF2B5EF4-FFF2-40B4-BE49-F238E27FC236}">
                <a16:creationId xmlns:a16="http://schemas.microsoft.com/office/drawing/2014/main" id="{C80010BD-9E1F-AE82-4DEE-08C58FFB32EA}"/>
              </a:ext>
            </a:extLst>
          </p:cNvPr>
          <p:cNvSpPr/>
          <p:nvPr/>
        </p:nvSpPr>
        <p:spPr>
          <a:xfrm rot="20839790">
            <a:off x="6288281" y="3630419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3629EE2-62E6-2B88-EE3F-E707C09DEAA2}"/>
              </a:ext>
            </a:extLst>
          </p:cNvPr>
          <p:cNvSpPr txBox="1"/>
          <p:nvPr/>
        </p:nvSpPr>
        <p:spPr>
          <a:xfrm>
            <a:off x="6181057" y="3277528"/>
            <a:ext cx="587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endParaRPr lang="zh-CN" altLang="en-US" dirty="0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729B9F2-6910-EDD7-40F9-0DD82F4E1470}"/>
              </a:ext>
            </a:extLst>
          </p:cNvPr>
          <p:cNvSpPr/>
          <p:nvPr/>
        </p:nvSpPr>
        <p:spPr>
          <a:xfrm>
            <a:off x="2234513" y="51082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E0805760-7482-4611-94C2-F4FE5FBEFE71}"/>
              </a:ext>
            </a:extLst>
          </p:cNvPr>
          <p:cNvCxnSpPr>
            <a:cxnSpLocks/>
            <a:stCxn id="98" idx="6"/>
          </p:cNvCxnSpPr>
          <p:nvPr/>
        </p:nvCxnSpPr>
        <p:spPr>
          <a:xfrm>
            <a:off x="2594876" y="5287677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E99A0DF2-29B2-7BA6-1F5B-A341A4F16C02}"/>
              </a:ext>
            </a:extLst>
          </p:cNvPr>
          <p:cNvSpPr/>
          <p:nvPr/>
        </p:nvSpPr>
        <p:spPr>
          <a:xfrm>
            <a:off x="3031440" y="51082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4ACDA3B-C8E1-16DB-576B-C96C7893C414}"/>
              </a:ext>
            </a:extLst>
          </p:cNvPr>
          <p:cNvCxnSpPr>
            <a:cxnSpLocks/>
          </p:cNvCxnSpPr>
          <p:nvPr/>
        </p:nvCxnSpPr>
        <p:spPr>
          <a:xfrm>
            <a:off x="3391803" y="5287676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椭圆 102">
            <a:extLst>
              <a:ext uri="{FF2B5EF4-FFF2-40B4-BE49-F238E27FC236}">
                <a16:creationId xmlns:a16="http://schemas.microsoft.com/office/drawing/2014/main" id="{700BCDD4-2D4D-F413-3334-2FA045E40A0E}"/>
              </a:ext>
            </a:extLst>
          </p:cNvPr>
          <p:cNvSpPr/>
          <p:nvPr/>
        </p:nvSpPr>
        <p:spPr>
          <a:xfrm>
            <a:off x="5109268" y="51201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4E1F5C08-1E91-095B-B3C5-7AFED451AE1C}"/>
              </a:ext>
            </a:extLst>
          </p:cNvPr>
          <p:cNvSpPr/>
          <p:nvPr/>
        </p:nvSpPr>
        <p:spPr>
          <a:xfrm>
            <a:off x="3852473" y="510828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内容占位符 2">
            <a:extLst>
              <a:ext uri="{FF2B5EF4-FFF2-40B4-BE49-F238E27FC236}">
                <a16:creationId xmlns:a16="http://schemas.microsoft.com/office/drawing/2014/main" id="{C4E2B6C1-DC80-52EC-70FE-CBA57196960C}"/>
              </a:ext>
            </a:extLst>
          </p:cNvPr>
          <p:cNvSpPr txBox="1">
            <a:spLocks/>
          </p:cNvSpPr>
          <p:nvPr/>
        </p:nvSpPr>
        <p:spPr>
          <a:xfrm>
            <a:off x="2655512" y="4779814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" name="内容占位符 2">
            <a:extLst>
              <a:ext uri="{FF2B5EF4-FFF2-40B4-BE49-F238E27FC236}">
                <a16:creationId xmlns:a16="http://schemas.microsoft.com/office/drawing/2014/main" id="{0E47A9EE-16F7-958E-82DC-7CA33333030D}"/>
              </a:ext>
            </a:extLst>
          </p:cNvPr>
          <p:cNvSpPr txBox="1">
            <a:spLocks/>
          </p:cNvSpPr>
          <p:nvPr/>
        </p:nvSpPr>
        <p:spPr>
          <a:xfrm>
            <a:off x="3506627" y="479900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0" name="内容占位符 2">
            <a:extLst>
              <a:ext uri="{FF2B5EF4-FFF2-40B4-BE49-F238E27FC236}">
                <a16:creationId xmlns:a16="http://schemas.microsoft.com/office/drawing/2014/main" id="{0EC36D76-8D4C-7A10-CB6D-152FECA60BE5}"/>
              </a:ext>
            </a:extLst>
          </p:cNvPr>
          <p:cNvSpPr txBox="1">
            <a:spLocks/>
          </p:cNvSpPr>
          <p:nvPr/>
        </p:nvSpPr>
        <p:spPr>
          <a:xfrm>
            <a:off x="4516327" y="4549813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8142D509-18D6-D10A-00E6-B837C752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90" y="5154360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48D16CE-8CED-CC5D-CDBC-DFCDA8A19F2A}"/>
              </a:ext>
            </a:extLst>
          </p:cNvPr>
          <p:cNvCxnSpPr>
            <a:cxnSpLocks/>
          </p:cNvCxnSpPr>
          <p:nvPr/>
        </p:nvCxnSpPr>
        <p:spPr>
          <a:xfrm>
            <a:off x="1791203" y="5285135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弧形 114">
            <a:extLst>
              <a:ext uri="{FF2B5EF4-FFF2-40B4-BE49-F238E27FC236}">
                <a16:creationId xmlns:a16="http://schemas.microsoft.com/office/drawing/2014/main" id="{C340892B-6FCB-73DC-6263-B358AF386F28}"/>
              </a:ext>
            </a:extLst>
          </p:cNvPr>
          <p:cNvSpPr/>
          <p:nvPr/>
        </p:nvSpPr>
        <p:spPr>
          <a:xfrm rot="20839790">
            <a:off x="3072440" y="4854843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9EAF398-FEB1-A657-FB74-0EC7A9C55B5E}"/>
              </a:ext>
            </a:extLst>
          </p:cNvPr>
          <p:cNvSpPr txBox="1"/>
          <p:nvPr/>
        </p:nvSpPr>
        <p:spPr>
          <a:xfrm>
            <a:off x="3082058" y="4530770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C105FDC5-01E7-27B5-CE4B-C6E9A4CDFFCD}"/>
              </a:ext>
            </a:extLst>
          </p:cNvPr>
          <p:cNvSpPr/>
          <p:nvPr/>
        </p:nvSpPr>
        <p:spPr>
          <a:xfrm rot="21167251">
            <a:off x="3833992" y="5082627"/>
            <a:ext cx="1439710" cy="940560"/>
          </a:xfrm>
          <a:prstGeom prst="arc">
            <a:avLst>
              <a:gd name="adj1" fmla="val 13862436"/>
              <a:gd name="adj2" fmla="val 20369301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17A06330-C723-AB22-60FA-6934D92233DC}"/>
              </a:ext>
            </a:extLst>
          </p:cNvPr>
          <p:cNvSpPr/>
          <p:nvPr/>
        </p:nvSpPr>
        <p:spPr>
          <a:xfrm>
            <a:off x="4493324" y="5439272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弧形 128">
            <a:extLst>
              <a:ext uri="{FF2B5EF4-FFF2-40B4-BE49-F238E27FC236}">
                <a16:creationId xmlns:a16="http://schemas.microsoft.com/office/drawing/2014/main" id="{0DF1EF9A-1425-C0C8-DE86-4916127B051F}"/>
              </a:ext>
            </a:extLst>
          </p:cNvPr>
          <p:cNvSpPr/>
          <p:nvPr/>
        </p:nvSpPr>
        <p:spPr>
          <a:xfrm rot="1004844" flipV="1">
            <a:off x="3989554" y="4708688"/>
            <a:ext cx="836597" cy="940560"/>
          </a:xfrm>
          <a:prstGeom prst="arc">
            <a:avLst>
              <a:gd name="adj1" fmla="val 14136885"/>
              <a:gd name="adj2" fmla="val 1791907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弧形 129">
            <a:extLst>
              <a:ext uri="{FF2B5EF4-FFF2-40B4-BE49-F238E27FC236}">
                <a16:creationId xmlns:a16="http://schemas.microsoft.com/office/drawing/2014/main" id="{1818EF96-4AE7-4D99-91DF-5E328E08BF72}"/>
              </a:ext>
            </a:extLst>
          </p:cNvPr>
          <p:cNvSpPr/>
          <p:nvPr/>
        </p:nvSpPr>
        <p:spPr>
          <a:xfrm rot="19862450" flipV="1">
            <a:off x="4480658" y="4713754"/>
            <a:ext cx="836597" cy="940560"/>
          </a:xfrm>
          <a:prstGeom prst="arc">
            <a:avLst>
              <a:gd name="adj1" fmla="val 14136885"/>
              <a:gd name="adj2" fmla="val 1748330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内容占位符 2">
            <a:extLst>
              <a:ext uri="{FF2B5EF4-FFF2-40B4-BE49-F238E27FC236}">
                <a16:creationId xmlns:a16="http://schemas.microsoft.com/office/drawing/2014/main" id="{736465D1-DA93-0FA4-BBB4-E0BF09A093C2}"/>
              </a:ext>
            </a:extLst>
          </p:cNvPr>
          <p:cNvSpPr txBox="1">
            <a:spLocks/>
          </p:cNvSpPr>
          <p:nvPr/>
        </p:nvSpPr>
        <p:spPr>
          <a:xfrm>
            <a:off x="4084099" y="5392021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2" name="内容占位符 2">
            <a:extLst>
              <a:ext uri="{FF2B5EF4-FFF2-40B4-BE49-F238E27FC236}">
                <a16:creationId xmlns:a16="http://schemas.microsoft.com/office/drawing/2014/main" id="{596065BA-D653-87B0-66A8-A70618F338B3}"/>
              </a:ext>
            </a:extLst>
          </p:cNvPr>
          <p:cNvSpPr txBox="1">
            <a:spLocks/>
          </p:cNvSpPr>
          <p:nvPr/>
        </p:nvSpPr>
        <p:spPr>
          <a:xfrm>
            <a:off x="4910519" y="5387117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2743724-E29B-BF45-721C-EF90D05A18ED}"/>
              </a:ext>
            </a:extLst>
          </p:cNvPr>
          <p:cNvCxnSpPr>
            <a:cxnSpLocks/>
          </p:cNvCxnSpPr>
          <p:nvPr/>
        </p:nvCxnSpPr>
        <p:spPr>
          <a:xfrm flipV="1">
            <a:off x="5899783" y="4072158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327C7789-FBF6-3111-607F-2FA28F57A7FB}"/>
              </a:ext>
            </a:extLst>
          </p:cNvPr>
          <p:cNvSpPr/>
          <p:nvPr/>
        </p:nvSpPr>
        <p:spPr bwMode="auto">
          <a:xfrm>
            <a:off x="7072458" y="3860950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80F94CA-2716-FB2A-D0C9-59C87A021F09}"/>
              </a:ext>
            </a:extLst>
          </p:cNvPr>
          <p:cNvSpPr txBox="1">
            <a:spLocks/>
          </p:cNvSpPr>
          <p:nvPr/>
        </p:nvSpPr>
        <p:spPr>
          <a:xfrm>
            <a:off x="6660974" y="357761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162AA08-563A-8DEA-E4F6-063C13D8F6B3}"/>
              </a:ext>
            </a:extLst>
          </p:cNvPr>
          <p:cNvSpPr/>
          <p:nvPr/>
        </p:nvSpPr>
        <p:spPr>
          <a:xfrm>
            <a:off x="6395570" y="5152168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4057E81-3F86-A12D-7986-F03148E0600F}"/>
              </a:ext>
            </a:extLst>
          </p:cNvPr>
          <p:cNvSpPr txBox="1">
            <a:spLocks/>
          </p:cNvSpPr>
          <p:nvPr/>
        </p:nvSpPr>
        <p:spPr>
          <a:xfrm>
            <a:off x="5802629" y="4581792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03D270F0-13C2-BD9C-EBEF-A0A5E8CAE503}"/>
              </a:ext>
            </a:extLst>
          </p:cNvPr>
          <p:cNvSpPr/>
          <p:nvPr/>
        </p:nvSpPr>
        <p:spPr>
          <a:xfrm rot="21167251">
            <a:off x="5120294" y="5114606"/>
            <a:ext cx="1439710" cy="940560"/>
          </a:xfrm>
          <a:prstGeom prst="arc">
            <a:avLst>
              <a:gd name="adj1" fmla="val 13862436"/>
              <a:gd name="adj2" fmla="val 20369301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700A6D7-7C95-6593-7EF2-954E49DCD14D}"/>
              </a:ext>
            </a:extLst>
          </p:cNvPr>
          <p:cNvSpPr/>
          <p:nvPr/>
        </p:nvSpPr>
        <p:spPr>
          <a:xfrm>
            <a:off x="5779626" y="5471251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476A8379-439C-6A46-5587-F37600EF70F1}"/>
              </a:ext>
            </a:extLst>
          </p:cNvPr>
          <p:cNvSpPr txBox="1">
            <a:spLocks/>
          </p:cNvSpPr>
          <p:nvPr/>
        </p:nvSpPr>
        <p:spPr>
          <a:xfrm>
            <a:off x="5370401" y="5424000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EB08C62E-F3B5-B7C0-4F9A-85F08D80CA46}"/>
              </a:ext>
            </a:extLst>
          </p:cNvPr>
          <p:cNvSpPr txBox="1">
            <a:spLocks/>
          </p:cNvSpPr>
          <p:nvPr/>
        </p:nvSpPr>
        <p:spPr>
          <a:xfrm>
            <a:off x="6196821" y="5419096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69C5B16C-9E5F-6F45-4AB8-6093DA4BB443}"/>
              </a:ext>
            </a:extLst>
          </p:cNvPr>
          <p:cNvSpPr/>
          <p:nvPr/>
        </p:nvSpPr>
        <p:spPr>
          <a:xfrm rot="1004844" flipV="1">
            <a:off x="5281598" y="4728897"/>
            <a:ext cx="836597" cy="940560"/>
          </a:xfrm>
          <a:prstGeom prst="arc">
            <a:avLst>
              <a:gd name="adj1" fmla="val 14136885"/>
              <a:gd name="adj2" fmla="val 1791907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EAF7896B-DDC9-EB2A-35F8-BFD958770B55}"/>
              </a:ext>
            </a:extLst>
          </p:cNvPr>
          <p:cNvSpPr/>
          <p:nvPr/>
        </p:nvSpPr>
        <p:spPr>
          <a:xfrm rot="19862450" flipV="1">
            <a:off x="5772702" y="4733963"/>
            <a:ext cx="836597" cy="940560"/>
          </a:xfrm>
          <a:prstGeom prst="arc">
            <a:avLst>
              <a:gd name="adj1" fmla="val 14136885"/>
              <a:gd name="adj2" fmla="val 1748330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49EFC7B-0393-0441-C6E8-9915ACA1C1A1}"/>
              </a:ext>
            </a:extLst>
          </p:cNvPr>
          <p:cNvSpPr/>
          <p:nvPr/>
        </p:nvSpPr>
        <p:spPr bwMode="auto">
          <a:xfrm>
            <a:off x="7846903" y="5045096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3BF8E16-75BC-0B57-DA5D-8DE9448710D1}"/>
              </a:ext>
            </a:extLst>
          </p:cNvPr>
          <p:cNvSpPr/>
          <p:nvPr/>
        </p:nvSpPr>
        <p:spPr bwMode="auto">
          <a:xfrm>
            <a:off x="7107447" y="5125800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00955F4-8799-2E30-0680-6C9A56EF2D69}"/>
              </a:ext>
            </a:extLst>
          </p:cNvPr>
          <p:cNvCxnSpPr>
            <a:cxnSpLocks/>
          </p:cNvCxnSpPr>
          <p:nvPr/>
        </p:nvCxnSpPr>
        <p:spPr>
          <a:xfrm flipV="1">
            <a:off x="7485199" y="5298417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1078184C-D79E-D099-C051-B4CF004A23C4}"/>
              </a:ext>
            </a:extLst>
          </p:cNvPr>
          <p:cNvSpPr txBox="1">
            <a:spLocks/>
          </p:cNvSpPr>
          <p:nvPr/>
        </p:nvSpPr>
        <p:spPr>
          <a:xfrm>
            <a:off x="6803179" y="4818269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弧形 50">
            <a:extLst>
              <a:ext uri="{FF2B5EF4-FFF2-40B4-BE49-F238E27FC236}">
                <a16:creationId xmlns:a16="http://schemas.microsoft.com/office/drawing/2014/main" id="{159D5A2D-24E4-027F-6C46-AF70C6A50A2D}"/>
              </a:ext>
            </a:extLst>
          </p:cNvPr>
          <p:cNvSpPr/>
          <p:nvPr/>
        </p:nvSpPr>
        <p:spPr>
          <a:xfrm rot="20839790">
            <a:off x="7144431" y="4870127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CE23FD-43E2-D890-3AB7-CCBA2ACB19AA}"/>
              </a:ext>
            </a:extLst>
          </p:cNvPr>
          <p:cNvSpPr txBox="1"/>
          <p:nvPr/>
        </p:nvSpPr>
        <p:spPr>
          <a:xfrm>
            <a:off x="7182021" y="4574271"/>
            <a:ext cx="46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F05D7F1-ADFE-B291-7CBF-69494A67F2A7}"/>
              </a:ext>
            </a:extLst>
          </p:cNvPr>
          <p:cNvCxnSpPr>
            <a:cxnSpLocks/>
          </p:cNvCxnSpPr>
          <p:nvPr/>
        </p:nvCxnSpPr>
        <p:spPr>
          <a:xfrm flipV="1">
            <a:off x="6755933" y="5311866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473D5B0B-B249-40DE-2201-89D5C287939B}"/>
              </a:ext>
            </a:extLst>
          </p:cNvPr>
          <p:cNvSpPr/>
          <p:nvPr/>
        </p:nvSpPr>
        <p:spPr bwMode="auto">
          <a:xfrm>
            <a:off x="7928608" y="5100658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内容占位符 2">
            <a:extLst>
              <a:ext uri="{FF2B5EF4-FFF2-40B4-BE49-F238E27FC236}">
                <a16:creationId xmlns:a16="http://schemas.microsoft.com/office/drawing/2014/main" id="{51A88A99-7BE6-BD46-D8FA-E0861E8768EB}"/>
              </a:ext>
            </a:extLst>
          </p:cNvPr>
          <p:cNvSpPr txBox="1">
            <a:spLocks/>
          </p:cNvSpPr>
          <p:nvPr/>
        </p:nvSpPr>
        <p:spPr>
          <a:xfrm>
            <a:off x="7517124" y="4817327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弧形 60">
            <a:extLst>
              <a:ext uri="{FF2B5EF4-FFF2-40B4-BE49-F238E27FC236}">
                <a16:creationId xmlns:a16="http://schemas.microsoft.com/office/drawing/2014/main" id="{B87EE53A-8CDC-4A82-18CE-23C0B1152CD9}"/>
              </a:ext>
            </a:extLst>
          </p:cNvPr>
          <p:cNvSpPr/>
          <p:nvPr/>
        </p:nvSpPr>
        <p:spPr>
          <a:xfrm rot="14013390">
            <a:off x="7109188" y="5331624"/>
            <a:ext cx="438186" cy="501116"/>
          </a:xfrm>
          <a:prstGeom prst="arc">
            <a:avLst>
              <a:gd name="adj1" fmla="val 15650192"/>
              <a:gd name="adj2" fmla="val 20862826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409438F-7153-1228-1B09-8CACF982F496}"/>
              </a:ext>
            </a:extLst>
          </p:cNvPr>
          <p:cNvSpPr/>
          <p:nvPr/>
        </p:nvSpPr>
        <p:spPr bwMode="auto">
          <a:xfrm>
            <a:off x="7125046" y="5668176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内容占位符 2">
            <a:extLst>
              <a:ext uri="{FF2B5EF4-FFF2-40B4-BE49-F238E27FC236}">
                <a16:creationId xmlns:a16="http://schemas.microsoft.com/office/drawing/2014/main" id="{5B744267-E0F2-5BA9-A03D-AA4536D7B57B}"/>
              </a:ext>
            </a:extLst>
          </p:cNvPr>
          <p:cNvSpPr txBox="1">
            <a:spLocks/>
          </p:cNvSpPr>
          <p:nvPr/>
        </p:nvSpPr>
        <p:spPr>
          <a:xfrm>
            <a:off x="6834761" y="5180288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4" name="弧形 63">
            <a:extLst>
              <a:ext uri="{FF2B5EF4-FFF2-40B4-BE49-F238E27FC236}">
                <a16:creationId xmlns:a16="http://schemas.microsoft.com/office/drawing/2014/main" id="{0FA497D0-A16C-F0AE-5961-6AE3D3F94945}"/>
              </a:ext>
            </a:extLst>
          </p:cNvPr>
          <p:cNvSpPr/>
          <p:nvPr/>
        </p:nvSpPr>
        <p:spPr>
          <a:xfrm rot="7586610" flipH="1">
            <a:off x="7042877" y="5309236"/>
            <a:ext cx="438186" cy="501116"/>
          </a:xfrm>
          <a:prstGeom prst="arc">
            <a:avLst>
              <a:gd name="adj1" fmla="val 15650192"/>
              <a:gd name="adj2" fmla="val 2086282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5" name="内容占位符 2">
            <a:extLst>
              <a:ext uri="{FF2B5EF4-FFF2-40B4-BE49-F238E27FC236}">
                <a16:creationId xmlns:a16="http://schemas.microsoft.com/office/drawing/2014/main" id="{A1A6EFCB-B042-C6DD-C804-30703DE11680}"/>
              </a:ext>
            </a:extLst>
          </p:cNvPr>
          <p:cNvSpPr txBox="1">
            <a:spLocks/>
          </p:cNvSpPr>
          <p:nvPr/>
        </p:nvSpPr>
        <p:spPr>
          <a:xfrm>
            <a:off x="7482998" y="5193766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53279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8" grpId="0" animBg="1"/>
      <p:bldP spid="8" grpId="1" animBg="1"/>
      <p:bldP spid="9" grpId="0" animBg="1"/>
      <p:bldP spid="12" grpId="0"/>
      <p:bldP spid="13" grpId="0" animBg="1"/>
      <p:bldP spid="13" grpId="1" animBg="1"/>
      <p:bldP spid="13" grpId="2" animBg="1"/>
      <p:bldP spid="14" grpId="0" animBg="1"/>
      <p:bldP spid="14" grpId="1" animBg="1"/>
      <p:bldP spid="15" grpId="0" animBg="1"/>
      <p:bldP spid="17" grpId="0"/>
      <p:bldP spid="19" grpId="0" animBg="1"/>
      <p:bldP spid="19" grpId="1" animBg="1"/>
      <p:bldP spid="19" grpId="2" animBg="1"/>
      <p:bldP spid="23" grpId="0"/>
      <p:bldP spid="25" grpId="0" animBg="1"/>
      <p:bldP spid="25" grpId="1" animBg="1"/>
      <p:bldP spid="25" grpId="2" animBg="1"/>
      <p:bldP spid="27" grpId="0"/>
      <p:bldP spid="36" grpId="0" animBg="1"/>
      <p:bldP spid="36" grpId="1" animBg="1"/>
      <p:bldP spid="37" grpId="0" animBg="1"/>
      <p:bldP spid="37" grpId="1" animBg="1"/>
      <p:bldP spid="37" grpId="2" animBg="1"/>
      <p:bldP spid="38" grpId="0" animBg="1"/>
      <p:bldP spid="38" grpId="1" animBg="1"/>
      <p:bldP spid="41" grpId="0" animBg="1"/>
      <p:bldP spid="41" grpId="1" animBg="1"/>
      <p:bldP spid="41" grpId="2" animBg="1"/>
      <p:bldP spid="44" grpId="0" animBg="1"/>
      <p:bldP spid="44" grpId="1" animBg="1"/>
      <p:bldP spid="44" grpId="2" animBg="1"/>
      <p:bldP spid="46" grpId="0" animBg="1"/>
      <p:bldP spid="46" grpId="1" animBg="1"/>
      <p:bldP spid="50" grpId="0" animBg="1"/>
      <p:bldP spid="50" grpId="1" animBg="1"/>
      <p:bldP spid="50" grpId="2" animBg="1"/>
      <p:bldP spid="52" grpId="0"/>
      <p:bldP spid="53" grpId="0"/>
      <p:bldP spid="55" grpId="0"/>
      <p:bldP spid="56" grpId="0"/>
      <p:bldP spid="57" grpId="0"/>
      <p:bldP spid="85" grpId="0"/>
      <p:bldP spid="87" grpId="0"/>
      <p:bldP spid="89" grpId="0"/>
      <p:bldP spid="21" grpId="0" animBg="1"/>
      <p:bldP spid="24" grpId="0"/>
      <p:bldP spid="28" grpId="0" animBg="1"/>
      <p:bldP spid="32" grpId="0" animBg="1"/>
      <p:bldP spid="33" grpId="0"/>
      <p:bldP spid="49" grpId="0" animBg="1"/>
      <p:bldP spid="84" grpId="0"/>
      <p:bldP spid="98" grpId="0" animBg="1"/>
      <p:bldP spid="98" grpId="1" animBg="1"/>
      <p:bldP spid="98" grpId="2" animBg="1"/>
      <p:bldP spid="101" grpId="0" animBg="1"/>
      <p:bldP spid="101" grpId="1" animBg="1"/>
      <p:bldP spid="101" grpId="2" animBg="1"/>
      <p:bldP spid="103" grpId="0" animBg="1"/>
      <p:bldP spid="103" grpId="1" animBg="1"/>
      <p:bldP spid="103" grpId="2" animBg="1"/>
      <p:bldP spid="107" grpId="0" animBg="1"/>
      <p:bldP spid="107" grpId="1" animBg="1"/>
      <p:bldP spid="107" grpId="2" animBg="1"/>
      <p:bldP spid="108" grpId="0"/>
      <p:bldP spid="109" grpId="0"/>
      <p:bldP spid="110" grpId="0"/>
      <p:bldP spid="113" grpId="0"/>
      <p:bldP spid="115" grpId="0" animBg="1"/>
      <p:bldP spid="116" grpId="0"/>
      <p:bldP spid="117" grpId="0" animBg="1"/>
      <p:bldP spid="128" grpId="0" animBg="1"/>
      <p:bldP spid="128" grpId="1" animBg="1"/>
      <p:bldP spid="128" grpId="2" animBg="1"/>
      <p:bldP spid="129" grpId="0" animBg="1"/>
      <p:bldP spid="130" grpId="0" animBg="1"/>
      <p:bldP spid="131" grpId="0"/>
      <p:bldP spid="132" grpId="0"/>
      <p:bldP spid="3" grpId="0" animBg="1"/>
      <p:bldP spid="3" grpId="1" animBg="1"/>
      <p:bldP spid="5" grpId="0"/>
      <p:bldP spid="7" grpId="0" animBg="1"/>
      <p:bldP spid="7" grpId="1" animBg="1"/>
      <p:bldP spid="7" grpId="2" animBg="1"/>
      <p:bldP spid="10" grpId="0"/>
      <p:bldP spid="18" grpId="0" animBg="1"/>
      <p:bldP spid="22" grpId="0" animBg="1"/>
      <p:bldP spid="22" grpId="1" animBg="1"/>
      <p:bldP spid="22" grpId="2" animBg="1"/>
      <p:bldP spid="29" grpId="0"/>
      <p:bldP spid="30" grpId="0"/>
      <p:bldP spid="31" grpId="0" animBg="1"/>
      <p:bldP spid="34" grpId="0" animBg="1"/>
      <p:bldP spid="35" grpId="0" animBg="1"/>
      <p:bldP spid="35" grpId="1" animBg="1"/>
      <p:bldP spid="39" grpId="0" animBg="1"/>
      <p:bldP spid="39" grpId="1" animBg="1"/>
      <p:bldP spid="48" grpId="0"/>
      <p:bldP spid="51" grpId="0" animBg="1"/>
      <p:bldP spid="54" grpId="0"/>
      <p:bldP spid="59" grpId="0" animBg="1"/>
      <p:bldP spid="59" grpId="1" animBg="1"/>
      <p:bldP spid="60" grpId="0"/>
      <p:bldP spid="61" grpId="0" animBg="1"/>
      <p:bldP spid="62" grpId="0" animBg="1"/>
      <p:bldP spid="62" grpId="1" animBg="1"/>
      <p:bldP spid="63" grpId="0"/>
      <p:bldP spid="64" grpId="0" animBg="1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7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729B9F2-6910-EDD7-40F9-0DD82F4E1470}"/>
              </a:ext>
            </a:extLst>
          </p:cNvPr>
          <p:cNvSpPr/>
          <p:nvPr/>
        </p:nvSpPr>
        <p:spPr>
          <a:xfrm>
            <a:off x="4831939" y="737533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E0805760-7482-4611-94C2-F4FE5FBEFE71}"/>
              </a:ext>
            </a:extLst>
          </p:cNvPr>
          <p:cNvCxnSpPr>
            <a:cxnSpLocks/>
            <a:stCxn id="98" idx="6"/>
          </p:cNvCxnSpPr>
          <p:nvPr/>
        </p:nvCxnSpPr>
        <p:spPr>
          <a:xfrm>
            <a:off x="5192302" y="916921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E99A0DF2-29B2-7BA6-1F5B-A341A4F16C02}"/>
              </a:ext>
            </a:extLst>
          </p:cNvPr>
          <p:cNvSpPr/>
          <p:nvPr/>
        </p:nvSpPr>
        <p:spPr>
          <a:xfrm>
            <a:off x="5628866" y="737533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4ACDA3B-C8E1-16DB-576B-C96C7893C414}"/>
              </a:ext>
            </a:extLst>
          </p:cNvPr>
          <p:cNvCxnSpPr>
            <a:cxnSpLocks/>
          </p:cNvCxnSpPr>
          <p:nvPr/>
        </p:nvCxnSpPr>
        <p:spPr>
          <a:xfrm>
            <a:off x="5989229" y="916920"/>
            <a:ext cx="45406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椭圆 102">
            <a:extLst>
              <a:ext uri="{FF2B5EF4-FFF2-40B4-BE49-F238E27FC236}">
                <a16:creationId xmlns:a16="http://schemas.microsoft.com/office/drawing/2014/main" id="{700BCDD4-2D4D-F413-3334-2FA045E40A0E}"/>
              </a:ext>
            </a:extLst>
          </p:cNvPr>
          <p:cNvSpPr/>
          <p:nvPr/>
        </p:nvSpPr>
        <p:spPr>
          <a:xfrm>
            <a:off x="7706694" y="749433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4E1F5C08-1E91-095B-B3C5-7AFED451AE1C}"/>
              </a:ext>
            </a:extLst>
          </p:cNvPr>
          <p:cNvSpPr/>
          <p:nvPr/>
        </p:nvSpPr>
        <p:spPr>
          <a:xfrm>
            <a:off x="6449899" y="737533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内容占位符 2">
            <a:extLst>
              <a:ext uri="{FF2B5EF4-FFF2-40B4-BE49-F238E27FC236}">
                <a16:creationId xmlns:a16="http://schemas.microsoft.com/office/drawing/2014/main" id="{C4E2B6C1-DC80-52EC-70FE-CBA57196960C}"/>
              </a:ext>
            </a:extLst>
          </p:cNvPr>
          <p:cNvSpPr txBox="1">
            <a:spLocks/>
          </p:cNvSpPr>
          <p:nvPr/>
        </p:nvSpPr>
        <p:spPr>
          <a:xfrm>
            <a:off x="5252938" y="409058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" name="内容占位符 2">
            <a:extLst>
              <a:ext uri="{FF2B5EF4-FFF2-40B4-BE49-F238E27FC236}">
                <a16:creationId xmlns:a16="http://schemas.microsoft.com/office/drawing/2014/main" id="{0E47A9EE-16F7-958E-82DC-7CA33333030D}"/>
              </a:ext>
            </a:extLst>
          </p:cNvPr>
          <p:cNvSpPr txBox="1">
            <a:spLocks/>
          </p:cNvSpPr>
          <p:nvPr/>
        </p:nvSpPr>
        <p:spPr>
          <a:xfrm>
            <a:off x="6104053" y="428253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0" name="内容占位符 2">
            <a:extLst>
              <a:ext uri="{FF2B5EF4-FFF2-40B4-BE49-F238E27FC236}">
                <a16:creationId xmlns:a16="http://schemas.microsoft.com/office/drawing/2014/main" id="{0EC36D76-8D4C-7A10-CB6D-152FECA60BE5}"/>
              </a:ext>
            </a:extLst>
          </p:cNvPr>
          <p:cNvSpPr txBox="1">
            <a:spLocks/>
          </p:cNvSpPr>
          <p:nvPr/>
        </p:nvSpPr>
        <p:spPr>
          <a:xfrm>
            <a:off x="7113753" y="179057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8142D509-18D6-D10A-00E6-B837C752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716" y="783604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48D16CE-8CED-CC5D-CDBC-DFCDA8A19F2A}"/>
              </a:ext>
            </a:extLst>
          </p:cNvPr>
          <p:cNvCxnSpPr>
            <a:cxnSpLocks/>
          </p:cNvCxnSpPr>
          <p:nvPr/>
        </p:nvCxnSpPr>
        <p:spPr>
          <a:xfrm>
            <a:off x="4388629" y="914379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弧形 114">
            <a:extLst>
              <a:ext uri="{FF2B5EF4-FFF2-40B4-BE49-F238E27FC236}">
                <a16:creationId xmlns:a16="http://schemas.microsoft.com/office/drawing/2014/main" id="{C340892B-6FCB-73DC-6263-B358AF386F28}"/>
              </a:ext>
            </a:extLst>
          </p:cNvPr>
          <p:cNvSpPr/>
          <p:nvPr/>
        </p:nvSpPr>
        <p:spPr>
          <a:xfrm rot="20839790">
            <a:off x="5669866" y="484087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9EAF398-FEB1-A657-FB74-0EC7A9C55B5E}"/>
              </a:ext>
            </a:extLst>
          </p:cNvPr>
          <p:cNvSpPr txBox="1"/>
          <p:nvPr/>
        </p:nvSpPr>
        <p:spPr>
          <a:xfrm>
            <a:off x="5679484" y="160014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C105FDC5-01E7-27B5-CE4B-C6E9A4CDFFCD}"/>
              </a:ext>
            </a:extLst>
          </p:cNvPr>
          <p:cNvSpPr/>
          <p:nvPr/>
        </p:nvSpPr>
        <p:spPr>
          <a:xfrm rot="21167251">
            <a:off x="6431418" y="711871"/>
            <a:ext cx="1439710" cy="940560"/>
          </a:xfrm>
          <a:prstGeom prst="arc">
            <a:avLst>
              <a:gd name="adj1" fmla="val 13862436"/>
              <a:gd name="adj2" fmla="val 20369301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17A06330-C723-AB22-60FA-6934D92233DC}"/>
              </a:ext>
            </a:extLst>
          </p:cNvPr>
          <p:cNvSpPr/>
          <p:nvPr/>
        </p:nvSpPr>
        <p:spPr>
          <a:xfrm>
            <a:off x="7090750" y="106851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弧形 128">
            <a:extLst>
              <a:ext uri="{FF2B5EF4-FFF2-40B4-BE49-F238E27FC236}">
                <a16:creationId xmlns:a16="http://schemas.microsoft.com/office/drawing/2014/main" id="{0DF1EF9A-1425-C0C8-DE86-4916127B051F}"/>
              </a:ext>
            </a:extLst>
          </p:cNvPr>
          <p:cNvSpPr/>
          <p:nvPr/>
        </p:nvSpPr>
        <p:spPr>
          <a:xfrm rot="1004844" flipV="1">
            <a:off x="6586980" y="337932"/>
            <a:ext cx="836597" cy="940560"/>
          </a:xfrm>
          <a:prstGeom prst="arc">
            <a:avLst>
              <a:gd name="adj1" fmla="val 14136885"/>
              <a:gd name="adj2" fmla="val 1791907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弧形 129">
            <a:extLst>
              <a:ext uri="{FF2B5EF4-FFF2-40B4-BE49-F238E27FC236}">
                <a16:creationId xmlns:a16="http://schemas.microsoft.com/office/drawing/2014/main" id="{1818EF96-4AE7-4D99-91DF-5E328E08BF72}"/>
              </a:ext>
            </a:extLst>
          </p:cNvPr>
          <p:cNvSpPr/>
          <p:nvPr/>
        </p:nvSpPr>
        <p:spPr>
          <a:xfrm rot="19862450" flipV="1">
            <a:off x="7078084" y="342998"/>
            <a:ext cx="836597" cy="940560"/>
          </a:xfrm>
          <a:prstGeom prst="arc">
            <a:avLst>
              <a:gd name="adj1" fmla="val 14136885"/>
              <a:gd name="adj2" fmla="val 1748330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内容占位符 2">
            <a:extLst>
              <a:ext uri="{FF2B5EF4-FFF2-40B4-BE49-F238E27FC236}">
                <a16:creationId xmlns:a16="http://schemas.microsoft.com/office/drawing/2014/main" id="{736465D1-DA93-0FA4-BBB4-E0BF09A093C2}"/>
              </a:ext>
            </a:extLst>
          </p:cNvPr>
          <p:cNvSpPr txBox="1">
            <a:spLocks/>
          </p:cNvSpPr>
          <p:nvPr/>
        </p:nvSpPr>
        <p:spPr>
          <a:xfrm>
            <a:off x="6681525" y="1021265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2" name="内容占位符 2">
            <a:extLst>
              <a:ext uri="{FF2B5EF4-FFF2-40B4-BE49-F238E27FC236}">
                <a16:creationId xmlns:a16="http://schemas.microsoft.com/office/drawing/2014/main" id="{596065BA-D653-87B0-66A8-A70618F338B3}"/>
              </a:ext>
            </a:extLst>
          </p:cNvPr>
          <p:cNvSpPr txBox="1">
            <a:spLocks/>
          </p:cNvSpPr>
          <p:nvPr/>
        </p:nvSpPr>
        <p:spPr>
          <a:xfrm>
            <a:off x="7507945" y="1016361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162AA08-563A-8DEA-E4F6-063C13D8F6B3}"/>
              </a:ext>
            </a:extLst>
          </p:cNvPr>
          <p:cNvSpPr/>
          <p:nvPr/>
        </p:nvSpPr>
        <p:spPr>
          <a:xfrm>
            <a:off x="8992996" y="781412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4057E81-3F86-A12D-7986-F03148E0600F}"/>
              </a:ext>
            </a:extLst>
          </p:cNvPr>
          <p:cNvSpPr txBox="1">
            <a:spLocks/>
          </p:cNvSpPr>
          <p:nvPr/>
        </p:nvSpPr>
        <p:spPr>
          <a:xfrm>
            <a:off x="8400055" y="211036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03D270F0-13C2-BD9C-EBEF-A0A5E8CAE503}"/>
              </a:ext>
            </a:extLst>
          </p:cNvPr>
          <p:cNvSpPr/>
          <p:nvPr/>
        </p:nvSpPr>
        <p:spPr>
          <a:xfrm rot="21167251">
            <a:off x="7717720" y="743850"/>
            <a:ext cx="1439710" cy="940560"/>
          </a:xfrm>
          <a:prstGeom prst="arc">
            <a:avLst>
              <a:gd name="adj1" fmla="val 13862436"/>
              <a:gd name="adj2" fmla="val 20369301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700A6D7-7C95-6593-7EF2-954E49DCD14D}"/>
              </a:ext>
            </a:extLst>
          </p:cNvPr>
          <p:cNvSpPr/>
          <p:nvPr/>
        </p:nvSpPr>
        <p:spPr>
          <a:xfrm>
            <a:off x="8377052" y="1100495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476A8379-439C-6A46-5587-F37600EF70F1}"/>
              </a:ext>
            </a:extLst>
          </p:cNvPr>
          <p:cNvSpPr txBox="1">
            <a:spLocks/>
          </p:cNvSpPr>
          <p:nvPr/>
        </p:nvSpPr>
        <p:spPr>
          <a:xfrm>
            <a:off x="7967827" y="1053244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EB08C62E-F3B5-B7C0-4F9A-85F08D80CA46}"/>
              </a:ext>
            </a:extLst>
          </p:cNvPr>
          <p:cNvSpPr txBox="1">
            <a:spLocks/>
          </p:cNvSpPr>
          <p:nvPr/>
        </p:nvSpPr>
        <p:spPr>
          <a:xfrm>
            <a:off x="8794247" y="1048340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69C5B16C-9E5F-6F45-4AB8-6093DA4BB443}"/>
              </a:ext>
            </a:extLst>
          </p:cNvPr>
          <p:cNvSpPr/>
          <p:nvPr/>
        </p:nvSpPr>
        <p:spPr>
          <a:xfrm rot="1004844" flipV="1">
            <a:off x="7879024" y="358141"/>
            <a:ext cx="836597" cy="940560"/>
          </a:xfrm>
          <a:prstGeom prst="arc">
            <a:avLst>
              <a:gd name="adj1" fmla="val 14136885"/>
              <a:gd name="adj2" fmla="val 1791907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EAF7896B-DDC9-EB2A-35F8-BFD958770B55}"/>
              </a:ext>
            </a:extLst>
          </p:cNvPr>
          <p:cNvSpPr/>
          <p:nvPr/>
        </p:nvSpPr>
        <p:spPr>
          <a:xfrm rot="19862450" flipV="1">
            <a:off x="8370128" y="363207"/>
            <a:ext cx="836597" cy="940560"/>
          </a:xfrm>
          <a:prstGeom prst="arc">
            <a:avLst>
              <a:gd name="adj1" fmla="val 14136885"/>
              <a:gd name="adj2" fmla="val 1748330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49EFC7B-0393-0441-C6E8-9915ACA1C1A1}"/>
              </a:ext>
            </a:extLst>
          </p:cNvPr>
          <p:cNvSpPr/>
          <p:nvPr/>
        </p:nvSpPr>
        <p:spPr bwMode="auto">
          <a:xfrm>
            <a:off x="10444329" y="674340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3BF8E16-75BC-0B57-DA5D-8DE9448710D1}"/>
              </a:ext>
            </a:extLst>
          </p:cNvPr>
          <p:cNvSpPr/>
          <p:nvPr/>
        </p:nvSpPr>
        <p:spPr bwMode="auto">
          <a:xfrm>
            <a:off x="9704873" y="755044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00955F4-8799-2E30-0680-6C9A56EF2D69}"/>
              </a:ext>
            </a:extLst>
          </p:cNvPr>
          <p:cNvCxnSpPr>
            <a:cxnSpLocks/>
          </p:cNvCxnSpPr>
          <p:nvPr/>
        </p:nvCxnSpPr>
        <p:spPr>
          <a:xfrm flipV="1">
            <a:off x="10082625" y="927661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1078184C-D79E-D099-C051-B4CF004A23C4}"/>
              </a:ext>
            </a:extLst>
          </p:cNvPr>
          <p:cNvSpPr txBox="1">
            <a:spLocks/>
          </p:cNvSpPr>
          <p:nvPr/>
        </p:nvSpPr>
        <p:spPr>
          <a:xfrm>
            <a:off x="9400605" y="447513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弧形 50">
            <a:extLst>
              <a:ext uri="{FF2B5EF4-FFF2-40B4-BE49-F238E27FC236}">
                <a16:creationId xmlns:a16="http://schemas.microsoft.com/office/drawing/2014/main" id="{159D5A2D-24E4-027F-6C46-AF70C6A50A2D}"/>
              </a:ext>
            </a:extLst>
          </p:cNvPr>
          <p:cNvSpPr/>
          <p:nvPr/>
        </p:nvSpPr>
        <p:spPr>
          <a:xfrm rot="20839790">
            <a:off x="9741857" y="499371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CE23FD-43E2-D890-3AB7-CCBA2ACB19AA}"/>
              </a:ext>
            </a:extLst>
          </p:cNvPr>
          <p:cNvSpPr txBox="1"/>
          <p:nvPr/>
        </p:nvSpPr>
        <p:spPr>
          <a:xfrm>
            <a:off x="9779447" y="203515"/>
            <a:ext cx="46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F05D7F1-ADFE-B291-7CBF-69494A67F2A7}"/>
              </a:ext>
            </a:extLst>
          </p:cNvPr>
          <p:cNvCxnSpPr>
            <a:cxnSpLocks/>
          </p:cNvCxnSpPr>
          <p:nvPr/>
        </p:nvCxnSpPr>
        <p:spPr>
          <a:xfrm flipV="1">
            <a:off x="9353359" y="941110"/>
            <a:ext cx="361704" cy="617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473D5B0B-B249-40DE-2201-89D5C287939B}"/>
              </a:ext>
            </a:extLst>
          </p:cNvPr>
          <p:cNvSpPr/>
          <p:nvPr/>
        </p:nvSpPr>
        <p:spPr bwMode="auto">
          <a:xfrm>
            <a:off x="10526034" y="729902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内容占位符 2">
            <a:extLst>
              <a:ext uri="{FF2B5EF4-FFF2-40B4-BE49-F238E27FC236}">
                <a16:creationId xmlns:a16="http://schemas.microsoft.com/office/drawing/2014/main" id="{51A88A99-7BE6-BD46-D8FA-E0861E8768EB}"/>
              </a:ext>
            </a:extLst>
          </p:cNvPr>
          <p:cNvSpPr txBox="1">
            <a:spLocks/>
          </p:cNvSpPr>
          <p:nvPr/>
        </p:nvSpPr>
        <p:spPr>
          <a:xfrm>
            <a:off x="10114550" y="446571"/>
            <a:ext cx="360364" cy="547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l-GR" altLang="zh-CN" sz="27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7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弧形 60">
            <a:extLst>
              <a:ext uri="{FF2B5EF4-FFF2-40B4-BE49-F238E27FC236}">
                <a16:creationId xmlns:a16="http://schemas.microsoft.com/office/drawing/2014/main" id="{B87EE53A-8CDC-4A82-18CE-23C0B1152CD9}"/>
              </a:ext>
            </a:extLst>
          </p:cNvPr>
          <p:cNvSpPr/>
          <p:nvPr/>
        </p:nvSpPr>
        <p:spPr>
          <a:xfrm rot="14013390">
            <a:off x="9706614" y="960868"/>
            <a:ext cx="438186" cy="501116"/>
          </a:xfrm>
          <a:prstGeom prst="arc">
            <a:avLst>
              <a:gd name="adj1" fmla="val 15650192"/>
              <a:gd name="adj2" fmla="val 20862826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409438F-7153-1228-1B09-8CACF982F496}"/>
              </a:ext>
            </a:extLst>
          </p:cNvPr>
          <p:cNvSpPr/>
          <p:nvPr/>
        </p:nvSpPr>
        <p:spPr bwMode="auto">
          <a:xfrm>
            <a:off x="9722472" y="1297420"/>
            <a:ext cx="360363" cy="35718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内容占位符 2">
            <a:extLst>
              <a:ext uri="{FF2B5EF4-FFF2-40B4-BE49-F238E27FC236}">
                <a16:creationId xmlns:a16="http://schemas.microsoft.com/office/drawing/2014/main" id="{5B744267-E0F2-5BA9-A03D-AA4536D7B57B}"/>
              </a:ext>
            </a:extLst>
          </p:cNvPr>
          <p:cNvSpPr txBox="1">
            <a:spLocks/>
          </p:cNvSpPr>
          <p:nvPr/>
        </p:nvSpPr>
        <p:spPr>
          <a:xfrm>
            <a:off x="9432187" y="809532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4" name="弧形 63">
            <a:extLst>
              <a:ext uri="{FF2B5EF4-FFF2-40B4-BE49-F238E27FC236}">
                <a16:creationId xmlns:a16="http://schemas.microsoft.com/office/drawing/2014/main" id="{0FA497D0-A16C-F0AE-5961-6AE3D3F94945}"/>
              </a:ext>
            </a:extLst>
          </p:cNvPr>
          <p:cNvSpPr/>
          <p:nvPr/>
        </p:nvSpPr>
        <p:spPr>
          <a:xfrm rot="7586610" flipH="1">
            <a:off x="9640303" y="938480"/>
            <a:ext cx="438186" cy="501116"/>
          </a:xfrm>
          <a:prstGeom prst="arc">
            <a:avLst>
              <a:gd name="adj1" fmla="val 15650192"/>
              <a:gd name="adj2" fmla="val 2086282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5" name="内容占位符 2">
            <a:extLst>
              <a:ext uri="{FF2B5EF4-FFF2-40B4-BE49-F238E27FC236}">
                <a16:creationId xmlns:a16="http://schemas.microsoft.com/office/drawing/2014/main" id="{A1A6EFCB-B042-C6DD-C804-30703DE11680}"/>
              </a:ext>
            </a:extLst>
          </p:cNvPr>
          <p:cNvSpPr txBox="1">
            <a:spLocks/>
          </p:cNvSpPr>
          <p:nvPr/>
        </p:nvSpPr>
        <p:spPr>
          <a:xfrm>
            <a:off x="10080424" y="823010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89024D53-741A-15FA-8BCF-713D08EA4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27533"/>
              </p:ext>
            </p:extLst>
          </p:nvPr>
        </p:nvGraphicFramePr>
        <p:xfrm>
          <a:off x="170355" y="2168101"/>
          <a:ext cx="95325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125">
                  <a:extLst>
                    <a:ext uri="{9D8B030D-6E8A-4147-A177-3AD203B41FA5}">
                      <a16:colId xmlns:a16="http://schemas.microsoft.com/office/drawing/2014/main" val="1024297494"/>
                    </a:ext>
                  </a:extLst>
                </a:gridCol>
                <a:gridCol w="2383125">
                  <a:extLst>
                    <a:ext uri="{9D8B030D-6E8A-4147-A177-3AD203B41FA5}">
                      <a16:colId xmlns:a16="http://schemas.microsoft.com/office/drawing/2014/main" val="1838224480"/>
                    </a:ext>
                  </a:extLst>
                </a:gridCol>
                <a:gridCol w="2383125">
                  <a:extLst>
                    <a:ext uri="{9D8B030D-6E8A-4147-A177-3AD203B41FA5}">
                      <a16:colId xmlns:a16="http://schemas.microsoft.com/office/drawing/2014/main" val="1964295391"/>
                    </a:ext>
                  </a:extLst>
                </a:gridCol>
                <a:gridCol w="2383125">
                  <a:extLst>
                    <a:ext uri="{9D8B030D-6E8A-4147-A177-3AD203B41FA5}">
                      <a16:colId xmlns:a16="http://schemas.microsoft.com/office/drawing/2014/main" val="3530148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25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87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79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883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5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31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755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432938"/>
                  </a:ext>
                </a:extLst>
              </a:tr>
            </a:tbl>
          </a:graphicData>
        </a:graphic>
      </p:graphicFrame>
      <p:sp>
        <p:nvSpPr>
          <p:cNvPr id="67" name="文本框 66">
            <a:extLst>
              <a:ext uri="{FF2B5EF4-FFF2-40B4-BE49-F238E27FC236}">
                <a16:creationId xmlns:a16="http://schemas.microsoft.com/office/drawing/2014/main" id="{C2DEB46D-E602-2C66-C992-2380339B3AB3}"/>
              </a:ext>
            </a:extLst>
          </p:cNvPr>
          <p:cNvSpPr txBox="1"/>
          <p:nvPr/>
        </p:nvSpPr>
        <p:spPr>
          <a:xfrm>
            <a:off x="3611193" y="2174722"/>
            <a:ext cx="30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BD50E10-498C-6056-FD87-057E5A5026E6}"/>
              </a:ext>
            </a:extLst>
          </p:cNvPr>
          <p:cNvSpPr txBox="1"/>
          <p:nvPr/>
        </p:nvSpPr>
        <p:spPr>
          <a:xfrm>
            <a:off x="6129109" y="2174722"/>
            <a:ext cx="30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69FC587-63D6-8912-8F1B-AD39AEB42E06}"/>
              </a:ext>
            </a:extLst>
          </p:cNvPr>
          <p:cNvSpPr txBox="1"/>
          <p:nvPr/>
        </p:nvSpPr>
        <p:spPr>
          <a:xfrm>
            <a:off x="170357" y="253993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{0,1,2}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489CE0B-2C17-7F5C-632B-7FD054EA2F9C}"/>
              </a:ext>
            </a:extLst>
          </p:cNvPr>
          <p:cNvSpPr txBox="1"/>
          <p:nvPr/>
        </p:nvSpPr>
        <p:spPr>
          <a:xfrm>
            <a:off x="4936727" y="253993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C18E05F-8E21-8321-AFBA-0CE0BBC96697}"/>
              </a:ext>
            </a:extLst>
          </p:cNvPr>
          <p:cNvSpPr txBox="1"/>
          <p:nvPr/>
        </p:nvSpPr>
        <p:spPr>
          <a:xfrm>
            <a:off x="176983" y="291538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A7C982D-726D-22FB-4774-78BAF526712C}"/>
              </a:ext>
            </a:extLst>
          </p:cNvPr>
          <p:cNvSpPr txBox="1"/>
          <p:nvPr/>
        </p:nvSpPr>
        <p:spPr>
          <a:xfrm>
            <a:off x="170992" y="328110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0ADF2B0-3DB5-E9BB-992A-A8FA340BF843}"/>
              </a:ext>
            </a:extLst>
          </p:cNvPr>
          <p:cNvSpPr txBox="1"/>
          <p:nvPr/>
        </p:nvSpPr>
        <p:spPr>
          <a:xfrm>
            <a:off x="178888" y="364942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F413A27-A12B-9D2B-FD09-243C4D846EA2}"/>
              </a:ext>
            </a:extLst>
          </p:cNvPr>
          <p:cNvSpPr txBox="1"/>
          <p:nvPr/>
        </p:nvSpPr>
        <p:spPr>
          <a:xfrm>
            <a:off x="2433959" y="327834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0F78B04-2D96-4356-C61E-8352DF27BC0F}"/>
              </a:ext>
            </a:extLst>
          </p:cNvPr>
          <p:cNvSpPr txBox="1"/>
          <p:nvPr/>
        </p:nvSpPr>
        <p:spPr>
          <a:xfrm>
            <a:off x="4942091" y="3284720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{1,2}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AE8EE6F-EB2F-6195-6C11-04F4B0ABD160}"/>
              </a:ext>
            </a:extLst>
          </p:cNvPr>
          <p:cNvSpPr txBox="1"/>
          <p:nvPr/>
        </p:nvSpPr>
        <p:spPr>
          <a:xfrm>
            <a:off x="2434792" y="364942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2023FC4-E92B-4CBF-D3E9-B297530565CA}"/>
              </a:ext>
            </a:extLst>
          </p:cNvPr>
          <p:cNvSpPr txBox="1"/>
          <p:nvPr/>
        </p:nvSpPr>
        <p:spPr>
          <a:xfrm>
            <a:off x="170356" y="402486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B5ED272-464B-2427-EC69-0AC55E61CF30}"/>
              </a:ext>
            </a:extLst>
          </p:cNvPr>
          <p:cNvSpPr txBox="1"/>
          <p:nvPr/>
        </p:nvSpPr>
        <p:spPr>
          <a:xfrm>
            <a:off x="4936726" y="365405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{6,7,9}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C789E96-F67D-9DAE-5E73-7F6749522FE8}"/>
              </a:ext>
            </a:extLst>
          </p:cNvPr>
          <p:cNvSpPr txBox="1"/>
          <p:nvPr/>
        </p:nvSpPr>
        <p:spPr>
          <a:xfrm>
            <a:off x="4943145" y="4017739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{6,7,9}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8139DA2-61CC-3280-0D0F-A2B82468ECDE}"/>
              </a:ext>
            </a:extLst>
          </p:cNvPr>
          <p:cNvSpPr txBox="1"/>
          <p:nvPr/>
        </p:nvSpPr>
        <p:spPr>
          <a:xfrm>
            <a:off x="180295" y="4395178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{6,7,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29312E0-467E-39E1-E50D-89D3D6AE1C0C}"/>
              </a:ext>
            </a:extLst>
          </p:cNvPr>
          <p:cNvSpPr txBox="1"/>
          <p:nvPr/>
        </p:nvSpPr>
        <p:spPr>
          <a:xfrm>
            <a:off x="2427331" y="4383140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{8}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CA35D10-1B8E-CF87-6401-1B9F5E0B8133}"/>
              </a:ext>
            </a:extLst>
          </p:cNvPr>
          <p:cNvSpPr txBox="1"/>
          <p:nvPr/>
        </p:nvSpPr>
        <p:spPr>
          <a:xfrm>
            <a:off x="4945983" y="4397305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{7,9}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47E774A-93CD-2DB2-2C06-AAE984BA5D9C}"/>
              </a:ext>
            </a:extLst>
          </p:cNvPr>
          <p:cNvSpPr txBox="1"/>
          <p:nvPr/>
        </p:nvSpPr>
        <p:spPr>
          <a:xfrm>
            <a:off x="554612" y="254560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D6A0DDBA-60A3-220E-F6B5-C804B808213D}"/>
              </a:ext>
            </a:extLst>
          </p:cNvPr>
          <p:cNvSpPr txBox="1"/>
          <p:nvPr/>
        </p:nvSpPr>
        <p:spPr>
          <a:xfrm>
            <a:off x="590561" y="291713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16353D9-2AF3-8609-32B2-FDE63BE62DA3}"/>
              </a:ext>
            </a:extLst>
          </p:cNvPr>
          <p:cNvSpPr txBox="1"/>
          <p:nvPr/>
        </p:nvSpPr>
        <p:spPr>
          <a:xfrm>
            <a:off x="565945" y="439801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7A99F93-B286-6759-24D0-8A637B3A57DD}"/>
              </a:ext>
            </a:extLst>
          </p:cNvPr>
          <p:cNvSpPr txBox="1"/>
          <p:nvPr/>
        </p:nvSpPr>
        <p:spPr>
          <a:xfrm>
            <a:off x="590561" y="365959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0A47F7A-DD55-DC00-1EA2-2D4BCAEE9609}"/>
              </a:ext>
            </a:extLst>
          </p:cNvPr>
          <p:cNvSpPr txBox="1"/>
          <p:nvPr/>
        </p:nvSpPr>
        <p:spPr>
          <a:xfrm>
            <a:off x="580622" y="4022569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2317BCB-D1E3-C394-6911-3F3C7B749F4B}"/>
              </a:ext>
            </a:extLst>
          </p:cNvPr>
          <p:cNvSpPr txBox="1"/>
          <p:nvPr/>
        </p:nvSpPr>
        <p:spPr>
          <a:xfrm>
            <a:off x="584428" y="327627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4C4F1C55-A261-DCC3-925D-75E92D7B56BC}"/>
              </a:ext>
            </a:extLst>
          </p:cNvPr>
          <p:cNvSpPr txBox="1"/>
          <p:nvPr/>
        </p:nvSpPr>
        <p:spPr>
          <a:xfrm>
            <a:off x="5303322" y="253292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EA4F5A1-BD12-BAC8-9054-6582EED91281}"/>
              </a:ext>
            </a:extLst>
          </p:cNvPr>
          <p:cNvSpPr txBox="1"/>
          <p:nvPr/>
        </p:nvSpPr>
        <p:spPr>
          <a:xfrm>
            <a:off x="2841627" y="327627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AF7C68BA-0226-A994-0024-D18A83A30052}"/>
              </a:ext>
            </a:extLst>
          </p:cNvPr>
          <p:cNvSpPr txBox="1"/>
          <p:nvPr/>
        </p:nvSpPr>
        <p:spPr>
          <a:xfrm>
            <a:off x="5365966" y="3281270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1B246B5-A23B-9A87-7018-4C61296CBCE2}"/>
              </a:ext>
            </a:extLst>
          </p:cNvPr>
          <p:cNvSpPr txBox="1"/>
          <p:nvPr/>
        </p:nvSpPr>
        <p:spPr>
          <a:xfrm>
            <a:off x="5279621" y="364495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212CA1B5-4966-0F8F-27F2-6B7AC9B959D5}"/>
              </a:ext>
            </a:extLst>
          </p:cNvPr>
          <p:cNvSpPr txBox="1"/>
          <p:nvPr/>
        </p:nvSpPr>
        <p:spPr>
          <a:xfrm>
            <a:off x="5293621" y="4388210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13A3B60-FD99-5C09-A4E0-4DD39A2FB3F3}"/>
              </a:ext>
            </a:extLst>
          </p:cNvPr>
          <p:cNvSpPr txBox="1"/>
          <p:nvPr/>
        </p:nvSpPr>
        <p:spPr>
          <a:xfrm>
            <a:off x="2856480" y="364498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98227CB-2279-B8A0-B6DD-9C7576B2BA8B}"/>
              </a:ext>
            </a:extLst>
          </p:cNvPr>
          <p:cNvSpPr txBox="1"/>
          <p:nvPr/>
        </p:nvSpPr>
        <p:spPr>
          <a:xfrm>
            <a:off x="2898550" y="4387071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91E6BC7E-56E9-B18B-566C-DF1CE9F3BF2B}"/>
              </a:ext>
            </a:extLst>
          </p:cNvPr>
          <p:cNvSpPr txBox="1"/>
          <p:nvPr/>
        </p:nvSpPr>
        <p:spPr>
          <a:xfrm>
            <a:off x="5288473" y="401439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AC6A134-B3BA-F2A2-575F-039F3C98BFA7}"/>
              </a:ext>
            </a:extLst>
          </p:cNvPr>
          <p:cNvSpPr txBox="1"/>
          <p:nvPr/>
        </p:nvSpPr>
        <p:spPr>
          <a:xfrm>
            <a:off x="720262" y="1668328"/>
            <a:ext cx="2529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)={0,1,2}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488ED299-6114-5774-699C-2C7BE6C2A59E}"/>
              </a:ext>
            </a:extLst>
          </p:cNvPr>
          <p:cNvSpPr txBox="1"/>
          <p:nvPr/>
        </p:nvSpPr>
        <p:spPr>
          <a:xfrm>
            <a:off x="2433959" y="2546605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EFAB49CD-34DA-E526-802C-DE0BAC8A80DE}"/>
              </a:ext>
            </a:extLst>
          </p:cNvPr>
          <p:cNvSpPr txBox="1"/>
          <p:nvPr/>
        </p:nvSpPr>
        <p:spPr>
          <a:xfrm>
            <a:off x="181586" y="475123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{8}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EC79CE8D-98A1-61B7-8924-655A93325509}"/>
              </a:ext>
            </a:extLst>
          </p:cNvPr>
          <p:cNvSpPr txBox="1"/>
          <p:nvPr/>
        </p:nvSpPr>
        <p:spPr>
          <a:xfrm>
            <a:off x="4950818" y="476554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{7,9}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AD91A1E-A2F6-2FF7-A41A-2D17AF97FC51}"/>
              </a:ext>
            </a:extLst>
          </p:cNvPr>
          <p:cNvSpPr txBox="1"/>
          <p:nvPr/>
        </p:nvSpPr>
        <p:spPr>
          <a:xfrm>
            <a:off x="589911" y="4757629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AE89BFD-B16F-69E7-5E5D-64DDCEF15135}"/>
              </a:ext>
            </a:extLst>
          </p:cNvPr>
          <p:cNvSpPr txBox="1"/>
          <p:nvPr/>
        </p:nvSpPr>
        <p:spPr>
          <a:xfrm>
            <a:off x="2804597" y="253292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3026069F-7062-A45D-F0A4-6A91C0592E91}"/>
              </a:ext>
            </a:extLst>
          </p:cNvPr>
          <p:cNvSpPr txBox="1"/>
          <p:nvPr/>
        </p:nvSpPr>
        <p:spPr>
          <a:xfrm>
            <a:off x="5307614" y="476604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74A57EB1-B193-C0EF-4413-43492418E637}"/>
              </a:ext>
            </a:extLst>
          </p:cNvPr>
          <p:cNvSpPr txBox="1"/>
          <p:nvPr/>
        </p:nvSpPr>
        <p:spPr>
          <a:xfrm>
            <a:off x="414589" y="5599125"/>
            <a:ext cx="8286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S={[T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],[T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]},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为便于书写，用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0,1,2,3,4,5,6,7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分别表示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1F5FACD-F92A-EB23-066A-BB5356372D5B}"/>
              </a:ext>
            </a:extLst>
          </p:cNvPr>
          <p:cNvSpPr txBox="1"/>
          <p:nvPr/>
        </p:nvSpPr>
        <p:spPr>
          <a:xfrm>
            <a:off x="8391513" y="2177273"/>
            <a:ext cx="30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3EB05E0C-1CC1-6406-879B-37FBF4D3A75D}"/>
              </a:ext>
            </a:extLst>
          </p:cNvPr>
          <p:cNvSpPr txBox="1"/>
          <p:nvPr/>
        </p:nvSpPr>
        <p:spPr>
          <a:xfrm>
            <a:off x="7158391" y="2545607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ABC09AE1-BCC9-6F72-3CD3-A64A8420B79C}"/>
              </a:ext>
            </a:extLst>
          </p:cNvPr>
          <p:cNvSpPr txBox="1"/>
          <p:nvPr/>
        </p:nvSpPr>
        <p:spPr>
          <a:xfrm>
            <a:off x="7165101" y="2918211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DE61891-4B73-7F39-0B1D-EDE48CC6C823}"/>
              </a:ext>
            </a:extLst>
          </p:cNvPr>
          <p:cNvSpPr txBox="1"/>
          <p:nvPr/>
        </p:nvSpPr>
        <p:spPr>
          <a:xfrm>
            <a:off x="7165101" y="3282995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{4}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FEE030E1-AA7E-CDD0-E120-F20093FC1CB3}"/>
              </a:ext>
            </a:extLst>
          </p:cNvPr>
          <p:cNvSpPr txBox="1"/>
          <p:nvPr/>
        </p:nvSpPr>
        <p:spPr>
          <a:xfrm>
            <a:off x="170354" y="5127676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{7,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19576DB4-60BD-75DE-99F3-D8EDE7BF4806}"/>
              </a:ext>
            </a:extLst>
          </p:cNvPr>
          <p:cNvSpPr txBox="1"/>
          <p:nvPr/>
        </p:nvSpPr>
        <p:spPr>
          <a:xfrm>
            <a:off x="2407568" y="5133352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{8}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61F18090-EC19-A783-27FC-7C99E62B80E6}"/>
              </a:ext>
            </a:extLst>
          </p:cNvPr>
          <p:cNvSpPr txBox="1"/>
          <p:nvPr/>
        </p:nvSpPr>
        <p:spPr>
          <a:xfrm>
            <a:off x="4950817" y="5128843"/>
            <a:ext cx="269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{7,9}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ACCD546-4C45-18F5-A2A6-E700CAC543F4}"/>
              </a:ext>
            </a:extLst>
          </p:cNvPr>
          <p:cNvSpPr txBox="1"/>
          <p:nvPr/>
        </p:nvSpPr>
        <p:spPr>
          <a:xfrm>
            <a:off x="590708" y="5141487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E660233-52CF-7A99-5BB8-E00F67905201}"/>
              </a:ext>
            </a:extLst>
          </p:cNvPr>
          <p:cNvSpPr txBox="1"/>
          <p:nvPr/>
        </p:nvSpPr>
        <p:spPr>
          <a:xfrm>
            <a:off x="7671763" y="2539938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FFB44E6C-3AB5-E736-01AF-435D88AAB1CD}"/>
              </a:ext>
            </a:extLst>
          </p:cNvPr>
          <p:cNvSpPr txBox="1"/>
          <p:nvPr/>
        </p:nvSpPr>
        <p:spPr>
          <a:xfrm>
            <a:off x="7710024" y="2897874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6BBC890-6D90-DFB7-3621-19A88D3864F3}"/>
              </a:ext>
            </a:extLst>
          </p:cNvPr>
          <p:cNvSpPr txBox="1"/>
          <p:nvPr/>
        </p:nvSpPr>
        <p:spPr>
          <a:xfrm>
            <a:off x="7716180" y="3282995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8B9FB8AE-7501-B1F8-9954-7AE9215AB78A}"/>
              </a:ext>
            </a:extLst>
          </p:cNvPr>
          <p:cNvSpPr txBox="1"/>
          <p:nvPr/>
        </p:nvSpPr>
        <p:spPr>
          <a:xfrm>
            <a:off x="2884642" y="5125376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66294B95-88B8-BAD4-F336-B3A0C760810A}"/>
              </a:ext>
            </a:extLst>
          </p:cNvPr>
          <p:cNvSpPr txBox="1"/>
          <p:nvPr/>
        </p:nvSpPr>
        <p:spPr>
          <a:xfrm>
            <a:off x="5312851" y="5135898"/>
            <a:ext cx="85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7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8" grpId="1" animBg="1"/>
      <p:bldP spid="101" grpId="0" animBg="1"/>
      <p:bldP spid="101" grpId="1" animBg="1"/>
      <p:bldP spid="103" grpId="0" animBg="1"/>
      <p:bldP spid="103" grpId="1" animBg="1"/>
      <p:bldP spid="107" grpId="0" animBg="1"/>
      <p:bldP spid="107" grpId="1" animBg="1"/>
      <p:bldP spid="128" grpId="0" animBg="1"/>
      <p:bldP spid="128" grpId="1" animBg="1"/>
      <p:bldP spid="7" grpId="0" animBg="1"/>
      <p:bldP spid="7" grpId="1" animBg="1"/>
      <p:bldP spid="22" grpId="0" animBg="1"/>
      <p:bldP spid="22" grpId="1" animBg="1"/>
      <p:bldP spid="35" grpId="0" animBg="1"/>
      <p:bldP spid="39" grpId="0" animBg="1"/>
      <p:bldP spid="59" grpId="0" animBg="1"/>
      <p:bldP spid="62" grpId="0" animBg="1"/>
      <p:bldP spid="67" grpId="0"/>
      <p:bldP spid="68" grpId="0"/>
      <p:bldP spid="69" grpId="0"/>
      <p:bldP spid="70" grpId="0"/>
      <p:bldP spid="71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2" grpId="0"/>
      <p:bldP spid="83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9" grpId="0"/>
      <p:bldP spid="104" grpId="0"/>
      <p:bldP spid="106" grpId="0"/>
      <p:bldP spid="112" grpId="0"/>
      <p:bldP spid="118" grpId="0"/>
      <p:bldP spid="119" grpId="0"/>
      <p:bldP spid="120" grpId="0"/>
      <p:bldP spid="122" grpId="0"/>
      <p:bldP spid="123" grpId="0"/>
      <p:bldP spid="124" grpId="0"/>
      <p:bldP spid="125" grpId="0"/>
      <p:bldP spid="126" grpId="0"/>
      <p:bldP spid="133" grpId="0"/>
      <p:bldP spid="134" grpId="0"/>
      <p:bldP spid="135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547411"/>
          </a:xfrm>
        </p:spPr>
        <p:txBody>
          <a:bodyPr>
            <a:normAutofit fontScale="90000"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7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C8BD80F-156F-0EFB-48B3-7512123A3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04237"/>
              </p:ext>
            </p:extLst>
          </p:nvPr>
        </p:nvGraphicFramePr>
        <p:xfrm>
          <a:off x="757515" y="2151901"/>
          <a:ext cx="2997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214161646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929814227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35078843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508050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66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68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2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91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85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0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320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6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10482"/>
                  </a:ext>
                </a:extLst>
              </a:tr>
            </a:tbl>
          </a:graphicData>
        </a:graphic>
      </p:graphicFrame>
      <p:sp>
        <p:nvSpPr>
          <p:cNvPr id="3" name="椭圆 2">
            <a:extLst>
              <a:ext uri="{FF2B5EF4-FFF2-40B4-BE49-F238E27FC236}">
                <a16:creationId xmlns:a16="http://schemas.microsoft.com/office/drawing/2014/main" id="{C52974F9-D67C-D2EB-285E-CAAD4FCF0426}"/>
              </a:ext>
            </a:extLst>
          </p:cNvPr>
          <p:cNvSpPr/>
          <p:nvPr/>
        </p:nvSpPr>
        <p:spPr>
          <a:xfrm>
            <a:off x="5825852" y="2321168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E17C3FEB-417D-FCE4-1A68-781AF5FC5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629" y="2367239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9897A5D-7D8F-55FF-0A37-0F6912E7777C}"/>
              </a:ext>
            </a:extLst>
          </p:cNvPr>
          <p:cNvCxnSpPr>
            <a:cxnSpLocks/>
          </p:cNvCxnSpPr>
          <p:nvPr/>
        </p:nvCxnSpPr>
        <p:spPr>
          <a:xfrm>
            <a:off x="5382542" y="2498014"/>
            <a:ext cx="436564" cy="254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89BD194-08E6-1235-24F7-BD7E713DB368}"/>
              </a:ext>
            </a:extLst>
          </p:cNvPr>
          <p:cNvSpPr/>
          <p:nvPr/>
        </p:nvSpPr>
        <p:spPr>
          <a:xfrm>
            <a:off x="6727000" y="179312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76FEC31-33B7-6800-1363-BE38B3518E98}"/>
              </a:ext>
            </a:extLst>
          </p:cNvPr>
          <p:cNvSpPr/>
          <p:nvPr/>
        </p:nvSpPr>
        <p:spPr>
          <a:xfrm>
            <a:off x="6726999" y="284921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C5E9124-6153-2309-6A0B-949738A3B4AF}"/>
              </a:ext>
            </a:extLst>
          </p:cNvPr>
          <p:cNvSpPr/>
          <p:nvPr/>
        </p:nvSpPr>
        <p:spPr>
          <a:xfrm>
            <a:off x="6726999" y="2321168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978DE5E-A395-48DD-A4CA-93722B2ED3AA}"/>
              </a:ext>
            </a:extLst>
          </p:cNvPr>
          <p:cNvCxnSpPr>
            <a:stCxn id="3" idx="7"/>
            <a:endCxn id="8" idx="2"/>
          </p:cNvCxnSpPr>
          <p:nvPr/>
        </p:nvCxnSpPr>
        <p:spPr>
          <a:xfrm flipV="1">
            <a:off x="6133441" y="1972514"/>
            <a:ext cx="593559" cy="401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C4BDE09-F2AC-096E-DF19-0E704F817554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6186215" y="2500556"/>
            <a:ext cx="54078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A856822-ADA1-16C3-001C-A3392EB9609C}"/>
              </a:ext>
            </a:extLst>
          </p:cNvPr>
          <p:cNvCxnSpPr>
            <a:cxnSpLocks/>
            <a:stCxn id="3" idx="5"/>
            <a:endCxn id="9" idx="2"/>
          </p:cNvCxnSpPr>
          <p:nvPr/>
        </p:nvCxnSpPr>
        <p:spPr>
          <a:xfrm>
            <a:off x="6133441" y="2627402"/>
            <a:ext cx="593558" cy="401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98F26086-1CB9-A0B5-04CC-39D70ABA3F01}"/>
              </a:ext>
            </a:extLst>
          </p:cNvPr>
          <p:cNvSpPr txBox="1">
            <a:spLocks/>
          </p:cNvSpPr>
          <p:nvPr/>
        </p:nvSpPr>
        <p:spPr>
          <a:xfrm>
            <a:off x="6258839" y="1642286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5ADF12-3860-9D5E-2BA6-7574503C49BC}"/>
              </a:ext>
            </a:extLst>
          </p:cNvPr>
          <p:cNvSpPr txBox="1"/>
          <p:nvPr/>
        </p:nvSpPr>
        <p:spPr>
          <a:xfrm>
            <a:off x="6310290" y="2220928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9BF59515-C1D0-9BBE-DB90-28EC58EF5179}"/>
              </a:ext>
            </a:extLst>
          </p:cNvPr>
          <p:cNvSpPr txBox="1">
            <a:spLocks/>
          </p:cNvSpPr>
          <p:nvPr/>
        </p:nvSpPr>
        <p:spPr>
          <a:xfrm>
            <a:off x="6322704" y="2358964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5" name="弧形 24">
            <a:extLst>
              <a:ext uri="{FF2B5EF4-FFF2-40B4-BE49-F238E27FC236}">
                <a16:creationId xmlns:a16="http://schemas.microsoft.com/office/drawing/2014/main" id="{E34DDC30-1E6F-C17D-6EED-2A503ACB07F6}"/>
              </a:ext>
            </a:extLst>
          </p:cNvPr>
          <p:cNvSpPr/>
          <p:nvPr/>
        </p:nvSpPr>
        <p:spPr>
          <a:xfrm rot="5400000">
            <a:off x="6331317" y="1925447"/>
            <a:ext cx="1180803" cy="1025502"/>
          </a:xfrm>
          <a:prstGeom prst="arc">
            <a:avLst>
              <a:gd name="adj1" fmla="val 11635947"/>
              <a:gd name="adj2" fmla="val 20595532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06DCDC4B-2BA9-4D4B-603D-40547E94D542}"/>
              </a:ext>
            </a:extLst>
          </p:cNvPr>
          <p:cNvSpPr txBox="1">
            <a:spLocks/>
          </p:cNvSpPr>
          <p:nvPr/>
        </p:nvSpPr>
        <p:spPr>
          <a:xfrm>
            <a:off x="7375618" y="2035728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C0C139E-3A51-A065-3455-D3F3B7D461F9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6907181" y="2151901"/>
            <a:ext cx="1" cy="1692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3627387E-4061-09B6-4814-41ED1ABC7F23}"/>
              </a:ext>
            </a:extLst>
          </p:cNvPr>
          <p:cNvSpPr txBox="1">
            <a:spLocks/>
          </p:cNvSpPr>
          <p:nvPr/>
        </p:nvSpPr>
        <p:spPr>
          <a:xfrm>
            <a:off x="6869405" y="1841429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7992BD0A-85FB-154E-71C0-6206B310C5E2}"/>
              </a:ext>
            </a:extLst>
          </p:cNvPr>
          <p:cNvSpPr/>
          <p:nvPr/>
        </p:nvSpPr>
        <p:spPr>
          <a:xfrm rot="5639630">
            <a:off x="7049146" y="2396280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45B4CC0-9A4F-67F3-7013-0E80ED8CD774}"/>
              </a:ext>
            </a:extLst>
          </p:cNvPr>
          <p:cNvSpPr txBox="1"/>
          <p:nvPr/>
        </p:nvSpPr>
        <p:spPr>
          <a:xfrm>
            <a:off x="7074100" y="2074178"/>
            <a:ext cx="472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B46E40D-99D1-9D92-1817-6B1D3E6438E0}"/>
              </a:ext>
            </a:extLst>
          </p:cNvPr>
          <p:cNvSpPr/>
          <p:nvPr/>
        </p:nvSpPr>
        <p:spPr>
          <a:xfrm>
            <a:off x="7487377" y="2849210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D210A43-2347-AD9E-C653-E84979211AB9}"/>
              </a:ext>
            </a:extLst>
          </p:cNvPr>
          <p:cNvCxnSpPr>
            <a:cxnSpLocks/>
            <a:stCxn id="9" idx="6"/>
            <a:endCxn id="38" idx="2"/>
          </p:cNvCxnSpPr>
          <p:nvPr/>
        </p:nvCxnSpPr>
        <p:spPr>
          <a:xfrm>
            <a:off x="7087362" y="3028598"/>
            <a:ext cx="4000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内容占位符 2">
            <a:extLst>
              <a:ext uri="{FF2B5EF4-FFF2-40B4-BE49-F238E27FC236}">
                <a16:creationId xmlns:a16="http://schemas.microsoft.com/office/drawing/2014/main" id="{9DFCA365-018B-E31F-F804-4BF9D6DAEA3E}"/>
              </a:ext>
            </a:extLst>
          </p:cNvPr>
          <p:cNvSpPr txBox="1">
            <a:spLocks/>
          </p:cNvSpPr>
          <p:nvPr/>
        </p:nvSpPr>
        <p:spPr>
          <a:xfrm>
            <a:off x="7132376" y="2720901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382CF223-AF26-5A97-FB89-D70CA0984926}"/>
              </a:ext>
            </a:extLst>
          </p:cNvPr>
          <p:cNvSpPr/>
          <p:nvPr/>
        </p:nvSpPr>
        <p:spPr>
          <a:xfrm>
            <a:off x="7487377" y="3465278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D39AE80-440C-22AF-5832-352CED587CE3}"/>
              </a:ext>
            </a:extLst>
          </p:cNvPr>
          <p:cNvCxnSpPr>
            <a:cxnSpLocks/>
            <a:stCxn id="9" idx="5"/>
            <a:endCxn id="57" idx="2"/>
          </p:cNvCxnSpPr>
          <p:nvPr/>
        </p:nvCxnSpPr>
        <p:spPr>
          <a:xfrm>
            <a:off x="7034588" y="3155444"/>
            <a:ext cx="381352" cy="492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5B8C9788-C649-1643-635D-8B690CB9ED50}"/>
              </a:ext>
            </a:extLst>
          </p:cNvPr>
          <p:cNvSpPr txBox="1"/>
          <p:nvPr/>
        </p:nvSpPr>
        <p:spPr>
          <a:xfrm>
            <a:off x="6989331" y="3268312"/>
            <a:ext cx="420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AFE9EFEE-BDBE-7816-AFEE-C19598BC4E9B}"/>
              </a:ext>
            </a:extLst>
          </p:cNvPr>
          <p:cNvCxnSpPr>
            <a:cxnSpLocks/>
            <a:stCxn id="38" idx="4"/>
            <a:endCxn id="57" idx="0"/>
          </p:cNvCxnSpPr>
          <p:nvPr/>
        </p:nvCxnSpPr>
        <p:spPr>
          <a:xfrm>
            <a:off x="7667559" y="3207985"/>
            <a:ext cx="0" cy="2060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744C6AF7-1352-780A-2419-D9E71C9395D5}"/>
              </a:ext>
            </a:extLst>
          </p:cNvPr>
          <p:cNvSpPr/>
          <p:nvPr/>
        </p:nvSpPr>
        <p:spPr bwMode="auto">
          <a:xfrm>
            <a:off x="7415940" y="3414021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2C7BD46-315B-98EE-00B0-A18CDB2BDDB2}"/>
              </a:ext>
            </a:extLst>
          </p:cNvPr>
          <p:cNvSpPr txBox="1"/>
          <p:nvPr/>
        </p:nvSpPr>
        <p:spPr>
          <a:xfrm>
            <a:off x="7673049" y="3113007"/>
            <a:ext cx="420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906FB89-1043-177B-F1A6-2A670C838E9D}"/>
              </a:ext>
            </a:extLst>
          </p:cNvPr>
          <p:cNvSpPr/>
          <p:nvPr/>
        </p:nvSpPr>
        <p:spPr>
          <a:xfrm>
            <a:off x="8334746" y="3458256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03056C91-A1D1-E761-CD40-5DA62769AE5E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7934731" y="3637644"/>
            <a:ext cx="4000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内容占位符 2">
            <a:extLst>
              <a:ext uri="{FF2B5EF4-FFF2-40B4-BE49-F238E27FC236}">
                <a16:creationId xmlns:a16="http://schemas.microsoft.com/office/drawing/2014/main" id="{462E6BC5-4D07-DEFE-434C-689EA76BDD3D}"/>
              </a:ext>
            </a:extLst>
          </p:cNvPr>
          <p:cNvSpPr txBox="1">
            <a:spLocks/>
          </p:cNvSpPr>
          <p:nvPr/>
        </p:nvSpPr>
        <p:spPr>
          <a:xfrm>
            <a:off x="7979745" y="3329947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279E39CE-9B89-13B1-D1A7-AF8214FE3805}"/>
              </a:ext>
            </a:extLst>
          </p:cNvPr>
          <p:cNvSpPr/>
          <p:nvPr/>
        </p:nvSpPr>
        <p:spPr>
          <a:xfrm>
            <a:off x="8342746" y="4131039"/>
            <a:ext cx="360363" cy="3587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4E093E7D-9AF6-54C3-6E4F-D82553E39252}"/>
              </a:ext>
            </a:extLst>
          </p:cNvPr>
          <p:cNvCxnSpPr>
            <a:cxnSpLocks/>
            <a:stCxn id="57" idx="5"/>
            <a:endCxn id="111" idx="2"/>
          </p:cNvCxnSpPr>
          <p:nvPr/>
        </p:nvCxnSpPr>
        <p:spPr>
          <a:xfrm>
            <a:off x="7845480" y="3813750"/>
            <a:ext cx="425829" cy="5001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DA135DAB-51F7-3EA4-8CED-FF51C86664A6}"/>
              </a:ext>
            </a:extLst>
          </p:cNvPr>
          <p:cNvSpPr txBox="1"/>
          <p:nvPr/>
        </p:nvSpPr>
        <p:spPr>
          <a:xfrm>
            <a:off x="7844700" y="3934073"/>
            <a:ext cx="420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076D546-52CA-4090-1941-B86BE7115ACD}"/>
              </a:ext>
            </a:extLst>
          </p:cNvPr>
          <p:cNvCxnSpPr>
            <a:cxnSpLocks/>
          </p:cNvCxnSpPr>
          <p:nvPr/>
        </p:nvCxnSpPr>
        <p:spPr>
          <a:xfrm>
            <a:off x="8581188" y="3817031"/>
            <a:ext cx="8000" cy="2627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椭圆 110">
            <a:extLst>
              <a:ext uri="{FF2B5EF4-FFF2-40B4-BE49-F238E27FC236}">
                <a16:creationId xmlns:a16="http://schemas.microsoft.com/office/drawing/2014/main" id="{D248D9FB-7D1C-A8C5-BB8B-5FCE1D6D706E}"/>
              </a:ext>
            </a:extLst>
          </p:cNvPr>
          <p:cNvSpPr/>
          <p:nvPr/>
        </p:nvSpPr>
        <p:spPr bwMode="auto">
          <a:xfrm>
            <a:off x="8271309" y="4079782"/>
            <a:ext cx="503237" cy="46831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5ED4809-BEEB-DB1B-8D2C-0D8F01BDAD3D}"/>
              </a:ext>
            </a:extLst>
          </p:cNvPr>
          <p:cNvSpPr txBox="1"/>
          <p:nvPr/>
        </p:nvSpPr>
        <p:spPr>
          <a:xfrm>
            <a:off x="8512144" y="3736079"/>
            <a:ext cx="420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1189F118-6F4C-4B48-C3E5-71C7CD91A486}"/>
              </a:ext>
            </a:extLst>
          </p:cNvPr>
          <p:cNvCxnSpPr>
            <a:cxnSpLocks/>
          </p:cNvCxnSpPr>
          <p:nvPr/>
        </p:nvCxnSpPr>
        <p:spPr>
          <a:xfrm flipV="1">
            <a:off x="8468541" y="3801093"/>
            <a:ext cx="8000" cy="2627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内容占位符 2">
            <a:extLst>
              <a:ext uri="{FF2B5EF4-FFF2-40B4-BE49-F238E27FC236}">
                <a16:creationId xmlns:a16="http://schemas.microsoft.com/office/drawing/2014/main" id="{5173CFF0-2A01-A4EB-2D02-B162416EA5D1}"/>
              </a:ext>
            </a:extLst>
          </p:cNvPr>
          <p:cNvSpPr txBox="1">
            <a:spLocks/>
          </p:cNvSpPr>
          <p:nvPr/>
        </p:nvSpPr>
        <p:spPr>
          <a:xfrm>
            <a:off x="8224143" y="3548592"/>
            <a:ext cx="432228" cy="547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4000"/>
              </a:lnSpc>
              <a:defRPr/>
            </a:pP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962C71FE-610F-704E-5ED7-6D0CA591F898}"/>
              </a:ext>
            </a:extLst>
          </p:cNvPr>
          <p:cNvSpPr/>
          <p:nvPr/>
        </p:nvSpPr>
        <p:spPr>
          <a:xfrm rot="4676172">
            <a:off x="8743975" y="4172313"/>
            <a:ext cx="287337" cy="276225"/>
          </a:xfrm>
          <a:prstGeom prst="arc">
            <a:avLst>
              <a:gd name="adj1" fmla="val 8025179"/>
              <a:gd name="adj2" fmla="val 4292425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4B4B1CF4-1974-8E00-335B-F5820385086C}"/>
              </a:ext>
            </a:extLst>
          </p:cNvPr>
          <p:cNvSpPr txBox="1"/>
          <p:nvPr/>
        </p:nvSpPr>
        <p:spPr>
          <a:xfrm>
            <a:off x="8989965" y="4118739"/>
            <a:ext cx="420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1902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967409" y="487882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|∧| (T)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→T,S | S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(a,(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(((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∧,(a)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),a)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的最左推导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06454-BD19-31CF-E946-F504D3C8C36E}"/>
              </a:ext>
            </a:extLst>
          </p:cNvPr>
          <p:cNvSpPr txBox="1"/>
          <p:nvPr/>
        </p:nvSpPr>
        <p:spPr>
          <a:xfrm>
            <a:off x="1510749" y="2571142"/>
            <a:ext cx="24251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(T)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(T,S)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(S,S)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(a,(T))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(a,(T,S))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(a,(S,S))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(a,(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(a,(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3918C2-72D0-89CA-E5D9-75F58A1D4BEC}"/>
              </a:ext>
            </a:extLst>
          </p:cNvPr>
          <p:cNvSpPr txBox="1"/>
          <p:nvPr/>
        </p:nvSpPr>
        <p:spPr>
          <a:xfrm>
            <a:off x="7740625" y="170485"/>
            <a:ext cx="382325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(T)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(T,S)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(S,S)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((T),S)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((T,S),S)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((T,S,S),S)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((S,S,S),S)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(((T),S,S),S)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(((T,S),S,S),S)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(((S,S),S,S),S)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),S,S),S)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),S,S),S)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),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,S),S)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),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,(T)),S)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),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,(S)),S)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),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,(a)),S)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(((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a,a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),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,(a)),a)</a:t>
            </a:r>
          </a:p>
        </p:txBody>
      </p:sp>
    </p:spTree>
    <p:extLst>
      <p:ext uri="{BB962C8B-B14F-4D97-AF65-F5344CB8AC3E}">
        <p14:creationId xmlns:p14="http://schemas.microsoft.com/office/powerpoint/2010/main" val="242119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907774" y="1985546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A→</a:t>
            </a:r>
            <a:r>
              <a:rPr lang="el-GR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l-GR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l-GR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β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改写为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β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A’ 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α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A’|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EF658E-DF81-C868-34A0-3C7B939564AE}"/>
              </a:ext>
            </a:extLst>
          </p:cNvPr>
          <p:cNvSpPr txBox="1"/>
          <p:nvPr/>
        </p:nvSpPr>
        <p:spPr>
          <a:xfrm>
            <a:off x="907774" y="15372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消除直接左递归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788007-43FF-5544-699D-D14DF286CF0F}"/>
              </a:ext>
            </a:extLst>
          </p:cNvPr>
          <p:cNvSpPr txBox="1"/>
          <p:nvPr/>
        </p:nvSpPr>
        <p:spPr>
          <a:xfrm>
            <a:off x="854765" y="3504866"/>
            <a:ext cx="6096000" cy="238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提取左公因子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pt-BR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pt-BR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pt-BR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aAd </a:t>
            </a:r>
            <a:r>
              <a:rPr lang="pt-BR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lang="pt-BR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aBe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改写为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 → a S’</a:t>
            </a:r>
          </a:p>
          <a:p>
            <a:pPr lvl="2" eaLnBrk="1" hangingPunct="1">
              <a:lnSpc>
                <a:spcPct val="90000"/>
              </a:lnSpc>
              <a:buClrTx/>
              <a:defRPr/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S' → Ad | Be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558C1C-3E26-C393-4917-69E427E5421A}"/>
              </a:ext>
            </a:extLst>
          </p:cNvPr>
          <p:cNvSpPr txBox="1"/>
          <p:nvPr/>
        </p:nvSpPr>
        <p:spPr>
          <a:xfrm>
            <a:off x="554633" y="40367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改写文法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星形: 五角 5">
            <a:extLst>
              <a:ext uri="{FF2B5EF4-FFF2-40B4-BE49-F238E27FC236}">
                <a16:creationId xmlns:a16="http://schemas.microsoft.com/office/drawing/2014/main" id="{6706612A-6987-67C3-3A05-5B46FD2DEC47}"/>
              </a:ext>
            </a:extLst>
          </p:cNvPr>
          <p:cNvSpPr/>
          <p:nvPr/>
        </p:nvSpPr>
        <p:spPr>
          <a:xfrm>
            <a:off x="9740348" y="404191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91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967409" y="487882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|∧| (T)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→T,S | S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改写文法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06454-BD19-31CF-E946-F504D3C8C36E}"/>
              </a:ext>
            </a:extLst>
          </p:cNvPr>
          <p:cNvSpPr txBox="1"/>
          <p:nvPr/>
        </p:nvSpPr>
        <p:spPr>
          <a:xfrm>
            <a:off x="1590262" y="2571142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|∧| (T)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→T,S | S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改写为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→ST’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T’→,ST’|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|∧| (T)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→ST’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T’→,ST’|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42AC5D-A01E-7E78-6677-BEE656E75C65}"/>
              </a:ext>
            </a:extLst>
          </p:cNvPr>
          <p:cNvSpPr txBox="1"/>
          <p:nvPr/>
        </p:nvSpPr>
        <p:spPr>
          <a:xfrm>
            <a:off x="6897756" y="269390"/>
            <a:ext cx="2372140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A→</a:t>
            </a:r>
            <a:r>
              <a:rPr lang="el-GR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l-GR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l-GR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β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改写为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β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A’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A’ 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α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A’|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42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8BE4441-6E4C-465A-BC6D-E593AAF83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68" y="810837"/>
            <a:ext cx="100965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400"/>
              </a:lnSpc>
              <a:spcBef>
                <a:spcPct val="20000"/>
              </a:spcBef>
              <a:buClr>
                <a:srgbClr val="000000"/>
              </a:buClr>
              <a:buSzPct val="100000"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b="1" baseline="-25000">
                <a:cs typeface="Times New Roman" panose="02020603050405020304" pitchFamily="18" charset="0"/>
              </a:rPr>
              <a:t> </a:t>
            </a:r>
            <a:r>
              <a:rPr lang="en-US" altLang="zh-CN" sz="1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15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lang="en-US" altLang="zh-CN" sz="1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43E24B-F081-DAE2-E28F-88535F0DF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55" y="517149"/>
            <a:ext cx="1468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35577B-E803-8110-5B1A-EE9F0C669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43" y="828299"/>
            <a:ext cx="100965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400"/>
              </a:lnSpc>
              <a:spcBef>
                <a:spcPct val="20000"/>
              </a:spcBef>
              <a:buClr>
                <a:srgbClr val="000000"/>
              </a:buClr>
              <a:buSzPct val="100000"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b="1" baseline="-25000">
                <a:cs typeface="Times New Roman" panose="02020603050405020304" pitchFamily="18" charset="0"/>
              </a:rPr>
              <a:t> </a:t>
            </a:r>
            <a:r>
              <a:rPr lang="en-US" altLang="zh-CN" sz="1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15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lang="en-US" altLang="zh-CN" sz="1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3C997B-D9D4-657C-4F08-1893E90E6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55" y="528262"/>
            <a:ext cx="1468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39DBE6-AFAC-5F62-1D88-0A639E021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305" y="531437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223898-F98A-7F61-4EB8-F574D2891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405" y="1487112"/>
            <a:ext cx="1370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endParaRPr lang="zh-CN" altLang="en-US" dirty="0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B7569135-63F6-D287-56E0-11362142DA7B}"/>
              </a:ext>
            </a:extLst>
          </p:cNvPr>
          <p:cNvSpPr/>
          <p:nvPr/>
        </p:nvSpPr>
        <p:spPr>
          <a:xfrm>
            <a:off x="4662518" y="1450599"/>
            <a:ext cx="142875" cy="50323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914378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FB34FF-5D31-DA11-7CFA-785607836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80" y="1347412"/>
            <a:ext cx="1225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74A1C5-C4E8-A5D8-1942-A1ABD7686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393" y="1309312"/>
            <a:ext cx="855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56ED59-2D30-BECF-84E2-43C3FFBD0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18" y="1660149"/>
            <a:ext cx="2857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通过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产生式右部求</a:t>
            </a:r>
            <a:endParaRPr lang="en-US" altLang="zh-CN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12A6C1-BFE9-D82C-DE80-EB0FD82DD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80" y="1683962"/>
            <a:ext cx="1225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26E974-7600-11C2-0CF9-2C3FA3C4707C}"/>
              </a:ext>
            </a:extLst>
          </p:cNvPr>
          <p:cNvSpPr/>
          <p:nvPr/>
        </p:nvSpPr>
        <p:spPr>
          <a:xfrm>
            <a:off x="3319493" y="2054750"/>
            <a:ext cx="2809875" cy="3698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α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lang="zh-CN" altLang="en-US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  <a:sym typeface="Wingdings" panose="05000000000000000000" pitchFamily="2" charset="2"/>
              </a:rPr>
              <a:t></a:t>
            </a:r>
            <a:r>
              <a:rPr lang="zh-CN" altLang="en-US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lang="en-US" altLang="zh-CN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∈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FIRST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8FC430-7FD4-D90F-354B-EA98C9D3F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405" y="503933"/>
            <a:ext cx="12362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5A0BC8-C26C-6715-46A5-4206D263F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914" y="503933"/>
            <a:ext cx="21178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14E729E-38C9-64C5-1716-20B36945840F}"/>
              </a:ext>
            </a:extLst>
          </p:cNvPr>
          <p:cNvSpPr txBox="1"/>
          <p:nvPr/>
        </p:nvSpPr>
        <p:spPr>
          <a:xfrm>
            <a:off x="681586" y="2648139"/>
            <a:ext cx="792770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ts val="2400"/>
              </a:lnSpc>
              <a:buClrTx/>
              <a:defRPr/>
            </a:pP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紧跟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后边的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终结符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7211338-A23C-310C-5680-D9F92BF58490}"/>
              </a:ext>
            </a:extLst>
          </p:cNvPr>
          <p:cNvGrpSpPr/>
          <p:nvPr/>
        </p:nvGrpSpPr>
        <p:grpSpPr>
          <a:xfrm>
            <a:off x="819558" y="3075810"/>
            <a:ext cx="9228552" cy="1401046"/>
            <a:chOff x="408733" y="3075810"/>
            <a:chExt cx="9228552" cy="1401046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49A61FD-FE72-AF9A-CE37-4AC5F7629EB2}"/>
                </a:ext>
              </a:extLst>
            </p:cNvPr>
            <p:cNvSpPr txBox="1"/>
            <p:nvPr/>
          </p:nvSpPr>
          <p:spPr>
            <a:xfrm>
              <a:off x="408733" y="3075810"/>
              <a:ext cx="912019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eaLnBrk="1" hangingPunct="1">
                <a:buFont typeface="Wingdings" pitchFamily="2" charset="2"/>
                <a:buChar char="Ø"/>
                <a:defRPr/>
              </a:pP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将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#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放入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FOLLOW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( 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S 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)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中，其中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S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是开始符号，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#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是输入右端的</a:t>
              </a:r>
              <a:r>
                <a:rPr lang="zh-CN" altLang="en-US" b="1" dirty="0">
                  <a:solidFill>
                    <a:srgbClr val="00B0F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itchFamily="18" charset="0"/>
                </a:rPr>
                <a:t>结束标记</a:t>
              </a:r>
              <a:endPara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itchFamily="18" charset="0"/>
              </a:endParaRPr>
            </a:p>
            <a:p>
              <a:pPr lvl="1">
                <a:buFont typeface="Wingdings" pitchFamily="2" charset="2"/>
                <a:buChar char="Ø"/>
                <a:defRPr/>
              </a:pP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A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→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αB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，或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A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→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αBβ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且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FIRST 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( 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β 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) 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包含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ε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，将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FOLLOW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( 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A 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)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加入到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FOLLOW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( 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B 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)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中</a:t>
              </a:r>
              <a:endPara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lvl="1">
                <a:defRPr/>
              </a:pPr>
              <a:endPara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lvl="1">
                <a:buFont typeface="Wingdings" pitchFamily="2" charset="2"/>
                <a:buChar char="Ø"/>
                <a:defRPr/>
              </a:pP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A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→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αBβ</a:t>
              </a:r>
              <a:r>
                <a:rPr lang="zh-CN" altLang="en-US" b="1" dirty="0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，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 FOLLOW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( </a:t>
              </a:r>
              <a:r>
                <a:rPr lang="en-US" altLang="zh-CN" b="1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B </a:t>
              </a:r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)</a:t>
              </a: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BBEDC510-4BBB-D10C-EB06-3EB729C2499A}"/>
                </a:ext>
              </a:extLst>
            </p:cNvPr>
            <p:cNvGrpSpPr/>
            <p:nvPr/>
          </p:nvGrpSpPr>
          <p:grpSpPr>
            <a:xfrm>
              <a:off x="3686988" y="3733906"/>
              <a:ext cx="5950297" cy="742950"/>
              <a:chOff x="2863834" y="4290420"/>
              <a:chExt cx="5950297" cy="742950"/>
            </a:xfrm>
          </p:grpSpPr>
          <p:sp>
            <p:nvSpPr>
              <p:cNvPr id="27" name="左大括号 26">
                <a:extLst>
                  <a:ext uri="{FF2B5EF4-FFF2-40B4-BE49-F238E27FC236}">
                    <a16:creationId xmlns:a16="http://schemas.microsoft.com/office/drawing/2014/main" id="{3030F75A-3B11-C6D5-A963-1122448D88BD}"/>
                  </a:ext>
                </a:extLst>
              </p:cNvPr>
              <p:cNvSpPr/>
              <p:nvPr/>
            </p:nvSpPr>
            <p:spPr>
              <a:xfrm>
                <a:off x="2863834" y="4431707"/>
                <a:ext cx="142875" cy="503238"/>
              </a:xfrm>
              <a:prstGeom prst="leftBrac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914378">
                  <a:defRPr/>
                </a:pPr>
                <a:endParaRPr lang="zh-CN" altLang="en-US" b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7B0371F-6D09-240A-5F21-64A705290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8581" y="4328520"/>
                <a:ext cx="1225550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="1" i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i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B804ADA-289F-9FCC-5B57-906574234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709" y="4290420"/>
                <a:ext cx="855662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l-GR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endPara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BBDA2213-195C-5D05-1D0E-38AE27B56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5433" y="4641257"/>
                <a:ext cx="408472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楷体_GB2312"/>
                  </a:rPr>
                  <a:t>FIRST 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楷体_GB2312"/>
                  </a:rPr>
                  <a:t>(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楷体_GB2312"/>
                  </a:rPr>
                  <a:t>β 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非</a:t>
                </a:r>
                <a:r>
                  <a:rPr lang="el-GR" altLang="zh-CN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ε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元素加入到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FOLLOW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(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B 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)</a:t>
                </a:r>
                <a:endParaRPr lang="en-US" altLang="zh-CN" b="1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FC05E3D-603B-83D8-D4C2-031A11372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8581" y="4665070"/>
                <a:ext cx="1225550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defTabSz="912813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="1" i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i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6DFCEC40-B04A-ACFE-DE74-0C9623C92EB5}"/>
              </a:ext>
            </a:extLst>
          </p:cNvPr>
          <p:cNvSpPr txBox="1"/>
          <p:nvPr/>
        </p:nvSpPr>
        <p:spPr>
          <a:xfrm>
            <a:off x="681586" y="77412"/>
            <a:ext cx="792770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ts val="2400"/>
              </a:lnSpc>
              <a:buClrTx/>
              <a:defRPr/>
            </a:pP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串首终结符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E2CF3EC-6D4A-FBCA-D6D2-26EC2F5AEE67}"/>
              </a:ext>
            </a:extLst>
          </p:cNvPr>
          <p:cNvGrpSpPr/>
          <p:nvPr/>
        </p:nvGrpSpPr>
        <p:grpSpPr>
          <a:xfrm>
            <a:off x="1316805" y="5220366"/>
            <a:ext cx="7810500" cy="720725"/>
            <a:chOff x="905980" y="5578170"/>
            <a:chExt cx="7810500" cy="720725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47F991B-0B3E-7439-8345-041F97C08CE2}"/>
                </a:ext>
              </a:extLst>
            </p:cNvPr>
            <p:cNvSpPr/>
            <p:nvPr/>
          </p:nvSpPr>
          <p:spPr>
            <a:xfrm>
              <a:off x="905980" y="5767083"/>
              <a:ext cx="2108200" cy="381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75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</a:t>
              </a:r>
              <a:r>
                <a:rPr lang="en-US" altLang="zh-CN" sz="1875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altLang="zh-CN" sz="1875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1875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r>
                <a:rPr lang="el-GR" altLang="zh-CN" sz="1875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l-GR" altLang="zh-CN" sz="1875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CN" sz="1875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875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)=</a:t>
              </a:r>
              <a:endParaRPr lang="zh-CN" altLang="en-US" dirty="0"/>
            </a:p>
          </p:txBody>
        </p:sp>
        <p:sp>
          <p:nvSpPr>
            <p:cNvPr id="35" name="左大括号 34">
              <a:extLst>
                <a:ext uri="{FF2B5EF4-FFF2-40B4-BE49-F238E27FC236}">
                  <a16:creationId xmlns:a16="http://schemas.microsoft.com/office/drawing/2014/main" id="{C25155EF-9D8D-3956-8F5D-662ACBFBB334}"/>
                </a:ext>
              </a:extLst>
            </p:cNvPr>
            <p:cNvSpPr/>
            <p:nvPr/>
          </p:nvSpPr>
          <p:spPr>
            <a:xfrm>
              <a:off x="2984018" y="5717870"/>
              <a:ext cx="144462" cy="504825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914378">
                <a:defRPr/>
              </a:pPr>
              <a:endParaRPr lang="zh-CN" altLang="en-US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24463C1-0512-9A5D-3A91-E4ADC7BFD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30" y="5587695"/>
              <a:ext cx="22923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  <a:r>
                <a:rPr lang="en-US" altLang="zh-CN" b="1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  <a:sym typeface="Symbol" panose="05050102010706020507" pitchFamily="18" charset="2"/>
                </a:rPr>
                <a:t>  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l-GR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70EB6AD-1D3B-B93A-6D0D-302E0E676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480" y="5578170"/>
              <a:ext cx="14557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l-GR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09A28C9-AF5F-5AA6-EDB6-75752FF16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618" y="5929008"/>
              <a:ext cx="33147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l-GR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)-{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ε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}) ∪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FOLLOW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5075336-0DE2-14ED-5AB8-8B64F656C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30" y="5924245"/>
              <a:ext cx="21177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 </a:t>
              </a:r>
              <a:r>
                <a:rPr lang="en-US" altLang="zh-CN" b="1">
                  <a:latin typeface="Times New Roman" panose="02020603050405020304" pitchFamily="18" charset="0"/>
                  <a:ea typeface="楷体" panose="02010609060101010101" pitchFamily="49" charset="-122"/>
                  <a:cs typeface="楷体_GB2312"/>
                </a:rPr>
                <a:t>∈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l-GR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40" name="内容占位符 1">
            <a:extLst>
              <a:ext uri="{FF2B5EF4-FFF2-40B4-BE49-F238E27FC236}">
                <a16:creationId xmlns:a16="http://schemas.microsoft.com/office/drawing/2014/main" id="{A6041B0F-F567-0F0C-FAE2-FDC05B656497}"/>
              </a:ext>
            </a:extLst>
          </p:cNvPr>
          <p:cNvSpPr txBox="1">
            <a:spLocks/>
          </p:cNvSpPr>
          <p:nvPr/>
        </p:nvSpPr>
        <p:spPr>
          <a:xfrm>
            <a:off x="681586" y="4607376"/>
            <a:ext cx="7635876" cy="405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2400"/>
              </a:lnSpc>
              <a:defRPr/>
            </a:pP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l-GR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l-GR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：可以选用该产生式进行推导时对应的输入符号的集合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星形: 五角 42">
            <a:extLst>
              <a:ext uri="{FF2B5EF4-FFF2-40B4-BE49-F238E27FC236}">
                <a16:creationId xmlns:a16="http://schemas.microsoft.com/office/drawing/2014/main" id="{4BEAE629-1016-057B-BADD-556280DAF034}"/>
              </a:ext>
            </a:extLst>
          </p:cNvPr>
          <p:cNvSpPr/>
          <p:nvPr/>
        </p:nvSpPr>
        <p:spPr>
          <a:xfrm>
            <a:off x="9740348" y="404191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AE6C553-F14A-1A09-6C0D-A8F03B990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3345" y="6134257"/>
            <a:ext cx="737041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LL(1)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</a:t>
            </a:r>
            <a:r>
              <a:rPr lang="el-GR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b="1" i="1" dirty="0">
                <a:latin typeface="Times New Roman" panose="02020603050405020304" pitchFamily="18" charset="0"/>
              </a:rPr>
              <a:t>α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|</a:t>
            </a:r>
            <a:r>
              <a:rPr lang="el-GR" altLang="zh-CN" b="1" i="1" dirty="0">
                <a:latin typeface="Times New Roman" panose="02020603050405020304" pitchFamily="18" charset="0"/>
              </a:rPr>
              <a:t> α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|…</a:t>
            </a:r>
            <a:r>
              <a:rPr lang="el-GR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|</a:t>
            </a:r>
            <a:r>
              <a:rPr lang="el-GR" altLang="zh-CN" b="1" i="1" dirty="0">
                <a:latin typeface="Times New Roman" panose="02020603050405020304" pitchFamily="18" charset="0"/>
              </a:rPr>
              <a:t>α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endParaRPr lang="en-US" altLang="zh-C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l-GR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∩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l-GR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∩ … ∩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l-GR" altLang="zh-CN" b="1" i="1" dirty="0">
                <a:latin typeface="Times New Roman" panose="02020603050405020304" pitchFamily="18" charset="0"/>
              </a:rPr>
              <a:t>α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)==∅</a:t>
            </a:r>
          </a:p>
        </p:txBody>
      </p:sp>
    </p:spTree>
    <p:extLst>
      <p:ext uri="{BB962C8B-B14F-4D97-AF65-F5344CB8AC3E}">
        <p14:creationId xmlns:p14="http://schemas.microsoft.com/office/powerpoint/2010/main" val="254520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3" grpId="0" animBg="1"/>
      <p:bldP spid="14" grpId="0"/>
      <p:bldP spid="15" grpId="0"/>
      <p:bldP spid="16" grpId="0"/>
      <p:bldP spid="17" grpId="0"/>
      <p:bldP spid="18" grpId="0" animBg="1"/>
      <p:bldP spid="21" grpId="0"/>
      <p:bldP spid="22" grpId="0"/>
      <p:bldP spid="23" grpId="0"/>
      <p:bldP spid="27" grpId="0" animBg="1"/>
      <p:bldP spid="28" grpId="0"/>
      <p:bldP spid="29" grpId="0"/>
      <p:bldP spid="30" grpId="0"/>
      <p:bldP spid="31" grpId="0"/>
      <p:bldP spid="34" grpId="0"/>
      <p:bldP spid="35" grpId="0" animBg="1"/>
      <p:bldP spid="36" grpId="0"/>
      <p:bldP spid="37" grpId="0"/>
      <p:bldP spid="38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748748" y="31654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|∧| (T)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→T,S | S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LL(1)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06454-BD19-31CF-E946-F504D3C8C36E}"/>
              </a:ext>
            </a:extLst>
          </p:cNvPr>
          <p:cNvSpPr txBox="1"/>
          <p:nvPr/>
        </p:nvSpPr>
        <p:spPr>
          <a:xfrm>
            <a:off x="6096000" y="316540"/>
            <a:ext cx="34058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|∧| (T)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→ST’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T’→,ST’|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1D59D7-EED3-DB9E-A560-58BBDB20F17D}"/>
              </a:ext>
            </a:extLst>
          </p:cNvPr>
          <p:cNvSpPr txBox="1"/>
          <p:nvPr/>
        </p:nvSpPr>
        <p:spPr>
          <a:xfrm>
            <a:off x="1146314" y="2286027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FIRST(S)={a, ∧,(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FIRST(T)={a, ∧,(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FIRST(T’)={, ,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FOLLOW(S)={#, , , )}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FOLLOW(T)={)}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FOLLOW(T’)={)}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1B0970-6D8C-4178-C464-F0B6CC9EBD6F}"/>
              </a:ext>
            </a:extLst>
          </p:cNvPr>
          <p:cNvSpPr txBox="1"/>
          <p:nvPr/>
        </p:nvSpPr>
        <p:spPr>
          <a:xfrm>
            <a:off x="5738192" y="2563309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)={a}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SELECT(S→∧)={∧}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SELECT(S→(T))={ (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SELECT(T→ST’)={a, ∧,(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SELECT(T’→,ST’)={,}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)={)}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2C02BF-7D3D-9E24-3D2E-9B3BB6E3CA92}"/>
              </a:ext>
            </a:extLst>
          </p:cNvPr>
          <p:cNvSpPr txBox="1"/>
          <p:nvPr/>
        </p:nvSpPr>
        <p:spPr>
          <a:xfrm>
            <a:off x="1833466" y="5548175"/>
            <a:ext cx="8065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∩SELECT(S→∧) ∩SELECT(S→(T))=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SELECT(T’→,ST’) ∩SELECT(T’→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LL(1)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55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808383" y="3315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预测分析表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1B0970-6D8C-4178-C464-F0B6CC9EBD6F}"/>
              </a:ext>
            </a:extLst>
          </p:cNvPr>
          <p:cNvSpPr txBox="1"/>
          <p:nvPr/>
        </p:nvSpPr>
        <p:spPr>
          <a:xfrm>
            <a:off x="6308035" y="85152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S→a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)={a}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SELECT(S→∧)={∧}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SELECT(S→(T))={ (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SELECT(T→ST’)={a, ∧,(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SELECT(T’→,ST’)={,}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)={)}</a:t>
            </a:r>
          </a:p>
        </p:txBody>
      </p:sp>
      <p:graphicFrame>
        <p:nvGraphicFramePr>
          <p:cNvPr id="2" name="Group 18">
            <a:extLst>
              <a:ext uri="{FF2B5EF4-FFF2-40B4-BE49-F238E27FC236}">
                <a16:creationId xmlns:a16="http://schemas.microsoft.com/office/drawing/2014/main" id="{15012A6E-362E-BB4D-6E35-16BBCFE18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683537"/>
              </p:ext>
            </p:extLst>
          </p:nvPr>
        </p:nvGraphicFramePr>
        <p:xfrm>
          <a:off x="2020956" y="3879367"/>
          <a:ext cx="7898296" cy="1638301"/>
        </p:xfrm>
        <a:graphic>
          <a:graphicData uri="http://schemas.openxmlformats.org/drawingml/2006/table">
            <a:tbl>
              <a:tblPr/>
              <a:tblGrid>
                <a:gridCol w="1307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8550">
                  <a:extLst>
                    <a:ext uri="{9D8B030D-6E8A-4147-A177-3AD203B41FA5}">
                      <a16:colId xmlns:a16="http://schemas.microsoft.com/office/drawing/2014/main" val="66366433"/>
                    </a:ext>
                  </a:extLst>
                </a:gridCol>
              </a:tblGrid>
              <a:tr h="3429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非终结符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∧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#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S→a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S→∧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S→(T)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T→ST’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T→ST’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T→ST’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T’→,ST’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79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808383" y="3315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分析过程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  <p:graphicFrame>
        <p:nvGraphicFramePr>
          <p:cNvPr id="2" name="Group 18">
            <a:extLst>
              <a:ext uri="{FF2B5EF4-FFF2-40B4-BE49-F238E27FC236}">
                <a16:creationId xmlns:a16="http://schemas.microsoft.com/office/drawing/2014/main" id="{15012A6E-362E-BB4D-6E35-16BBCFE18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037502"/>
              </p:ext>
            </p:extLst>
          </p:nvPr>
        </p:nvGraphicFramePr>
        <p:xfrm>
          <a:off x="4194312" y="210522"/>
          <a:ext cx="7765773" cy="1638301"/>
        </p:xfrm>
        <a:graphic>
          <a:graphicData uri="http://schemas.openxmlformats.org/drawingml/2006/table">
            <a:tbl>
              <a:tblPr/>
              <a:tblGrid>
                <a:gridCol w="128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21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2131">
                  <a:extLst>
                    <a:ext uri="{9D8B030D-6E8A-4147-A177-3AD203B41FA5}">
                      <a16:colId xmlns:a16="http://schemas.microsoft.com/office/drawing/2014/main" val="66366433"/>
                    </a:ext>
                  </a:extLst>
                </a:gridCol>
              </a:tblGrid>
              <a:tr h="3429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非终结符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∧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#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S→a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S→∧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S→(T)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T→ST’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T→ST’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T→ST’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T’→,ST’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F2B6149-6C92-5886-5C46-7D9518652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546922"/>
              </p:ext>
            </p:extLst>
          </p:nvPr>
        </p:nvGraphicFramePr>
        <p:xfrm>
          <a:off x="348973" y="1344340"/>
          <a:ext cx="356041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806">
                  <a:extLst>
                    <a:ext uri="{9D8B030D-6E8A-4147-A177-3AD203B41FA5}">
                      <a16:colId xmlns:a16="http://schemas.microsoft.com/office/drawing/2014/main" val="3170873058"/>
                    </a:ext>
                  </a:extLst>
                </a:gridCol>
                <a:gridCol w="1186806">
                  <a:extLst>
                    <a:ext uri="{9D8B030D-6E8A-4147-A177-3AD203B41FA5}">
                      <a16:colId xmlns:a16="http://schemas.microsoft.com/office/drawing/2014/main" val="2660002917"/>
                    </a:ext>
                  </a:extLst>
                </a:gridCol>
                <a:gridCol w="1186806">
                  <a:extLst>
                    <a:ext uri="{9D8B030D-6E8A-4147-A177-3AD203B41FA5}">
                      <a16:colId xmlns:a16="http://schemas.microsoft.com/office/drawing/2014/main" val="1795452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栈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剩余输入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输出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76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S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a,a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05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a,a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→</a:t>
                      </a:r>
                      <a:r>
                        <a:rPr lang="en-US" altLang="zh-CN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</a:t>
                      </a:r>
                      <a:endParaRPr lang="zh-CN" altLang="en-US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4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a,a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32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ST’)#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a,a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T→ST’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710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aT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’)#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a,a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S→a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925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,a)#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453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,ST’)#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,a)#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T’→,ST’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44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ST’)#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60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aT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’)#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S→a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44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)#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)#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</a:t>
                      </a:r>
                      <a:r>
                        <a:rPr lang="el-GR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ε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4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718507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89773E3-C933-885F-DDD0-1837D5F7A680}"/>
              </a:ext>
            </a:extLst>
          </p:cNvPr>
          <p:cNvSpPr txBox="1"/>
          <p:nvPr/>
        </p:nvSpPr>
        <p:spPr>
          <a:xfrm>
            <a:off x="5126633" y="52811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输入串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)#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的句子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74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457200" y="124602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E→TE’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E’→+E| 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→FT’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T’ →T|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 →PF’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F’ →*F’|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 →(E)|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a|b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1D59D7-EED3-DB9E-A560-58BBDB20F17D}"/>
              </a:ext>
            </a:extLst>
          </p:cNvPr>
          <p:cNvSpPr txBox="1"/>
          <p:nvPr/>
        </p:nvSpPr>
        <p:spPr>
          <a:xfrm>
            <a:off x="4333461" y="251819"/>
            <a:ext cx="6096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FIRST(E)={(,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FIRST(E’)={+,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FIRST(T)={(,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FIRST(T’)={(,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 ,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FIRST(F)={(,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FIRST(F’)={*,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FIRST(P)={(,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FOLLOW(E)={#, )}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FOLLOW(E’)={#, )}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FOLLOW(T)={#, ),+}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FOLLOW(T’)={#, ),+}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FOLLOW(F)={#, ),+,(,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FOLLOW(F’)={#, ),+,(,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FOLLOW(P)={#, ),+,(,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∧,*}</a:t>
            </a:r>
          </a:p>
        </p:txBody>
      </p:sp>
    </p:spTree>
    <p:extLst>
      <p:ext uri="{BB962C8B-B14F-4D97-AF65-F5344CB8AC3E}">
        <p14:creationId xmlns:p14="http://schemas.microsoft.com/office/powerpoint/2010/main" val="45444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238540" y="-17020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E→TE’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E’→+E| 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→FT’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T’ →T|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 →PF’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F’ →*F’|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 →(E)|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a|b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1B0970-6D8C-4178-C464-F0B6CC9EBD6F}"/>
              </a:ext>
            </a:extLst>
          </p:cNvPr>
          <p:cNvSpPr txBox="1"/>
          <p:nvPr/>
        </p:nvSpPr>
        <p:spPr>
          <a:xfrm>
            <a:off x="4810539" y="72807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SELECT(E’ →+E)={+}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SELECT(E’ 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)={#,)}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SELECT(T’→T)={(,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)={#, ),+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SELECT(F’→*F’)={*}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SELECT(F’→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)={#, ),+,(,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SELECT(P→(E))={(}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P→a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)={a}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P→b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)={b}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SELECT(P→ ∧)={∧}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2C02BF-7D3D-9E24-3D2E-9B3BB6E3CA92}"/>
              </a:ext>
            </a:extLst>
          </p:cNvPr>
          <p:cNvSpPr txBox="1"/>
          <p:nvPr/>
        </p:nvSpPr>
        <p:spPr>
          <a:xfrm>
            <a:off x="4039955" y="4474012"/>
            <a:ext cx="80659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SELECT(E’ →+E) ∩SELECT(E’ →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SELECT(T’→T) ∩SELECT(T’→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SELECT(F’→*F’) ∩SELECT(F’→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SELECT(P→(E)) ∩SELECT(P→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a) ∩SELECT(P→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b) ∩SELECT(P→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∧) 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LL(1)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D1F82A-07B3-2775-77CA-972EBA55CA0F}"/>
              </a:ext>
            </a:extLst>
          </p:cNvPr>
          <p:cNvSpPr txBox="1"/>
          <p:nvPr/>
        </p:nvSpPr>
        <p:spPr>
          <a:xfrm>
            <a:off x="238540" y="3343150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FIRST(E)={(,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FIRST(E’)={+,</a:t>
            </a:r>
            <a:r>
              <a:rPr lang="el-GR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FIRST(T)={(,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FIRST(T’)={(,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 ,</a:t>
            </a:r>
            <a:r>
              <a:rPr lang="el-GR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FIRST(F)={(,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FIRST(F’)={*,</a:t>
            </a:r>
            <a:r>
              <a:rPr lang="el-GR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FIRST(P)={(,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endParaRPr lang="en-US" altLang="zh-CN" sz="1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FOLLOW(E)={#, )}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FOLLOW(E’)={#, )}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FOLLOW(T)={#, ),+}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FOLLOW(T’)={#, ),+}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FOLLOW(F)={#, ),+,(,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FOLLOW(F’)={#, ),+,(,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FOLLOW(P)={#, ),+,(,</a:t>
            </a:r>
            <a:r>
              <a:rPr lang="en-US" altLang="zh-CN" sz="1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∧,*}</a:t>
            </a:r>
          </a:p>
        </p:txBody>
      </p:sp>
    </p:spTree>
    <p:extLst>
      <p:ext uri="{BB962C8B-B14F-4D97-AF65-F5344CB8AC3E}">
        <p14:creationId xmlns:p14="http://schemas.microsoft.com/office/powerpoint/2010/main" val="143000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808383" y="3315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预测分析表</a:t>
            </a:r>
            <a:endParaRPr lang="zh-CN" altLang="en-US" sz="2800" dirty="0">
              <a:ea typeface="楷体" panose="02010609060101010101" pitchFamily="49" charset="-122"/>
            </a:endParaRPr>
          </a:p>
        </p:txBody>
      </p:sp>
      <p:graphicFrame>
        <p:nvGraphicFramePr>
          <p:cNvPr id="2" name="Group 18">
            <a:extLst>
              <a:ext uri="{FF2B5EF4-FFF2-40B4-BE49-F238E27FC236}">
                <a16:creationId xmlns:a16="http://schemas.microsoft.com/office/drawing/2014/main" id="{15012A6E-362E-BB4D-6E35-16BBCFE18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302080"/>
              </p:ext>
            </p:extLst>
          </p:nvPr>
        </p:nvGraphicFramePr>
        <p:xfrm>
          <a:off x="715618" y="3140486"/>
          <a:ext cx="10548732" cy="2889253"/>
        </p:xfrm>
        <a:graphic>
          <a:graphicData uri="http://schemas.openxmlformats.org/drawingml/2006/table">
            <a:tbl>
              <a:tblPr/>
              <a:tblGrid>
                <a:gridCol w="1399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1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7392">
                  <a:extLst>
                    <a:ext uri="{9D8B030D-6E8A-4147-A177-3AD203B41FA5}">
                      <a16:colId xmlns:a16="http://schemas.microsoft.com/office/drawing/2014/main" val="66366433"/>
                    </a:ext>
                  </a:extLst>
                </a:gridCol>
                <a:gridCol w="1047392">
                  <a:extLst>
                    <a:ext uri="{9D8B030D-6E8A-4147-A177-3AD203B41FA5}">
                      <a16:colId xmlns:a16="http://schemas.microsoft.com/office/drawing/2014/main" val="3329605009"/>
                    </a:ext>
                  </a:extLst>
                </a:gridCol>
                <a:gridCol w="1047392">
                  <a:extLst>
                    <a:ext uri="{9D8B030D-6E8A-4147-A177-3AD203B41FA5}">
                      <a16:colId xmlns:a16="http://schemas.microsoft.com/office/drawing/2014/main" val="687762061"/>
                    </a:ext>
                  </a:extLst>
                </a:gridCol>
              </a:tblGrid>
              <a:tr h="3429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非终结符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8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#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E→TE’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E→TE’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E→TE’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E→TE’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E’→+E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E’ 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E’ 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 →FT’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 →FT’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 →FT’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 →FT’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T’→T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T’→T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T’→T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T’→T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67862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 →PF’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 →PF’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 →PF’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 →PF’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05853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F’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F’→*F’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F’→</a:t>
                      </a:r>
                      <a:r>
                        <a:rPr lang="el-GR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ε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80698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P→(E)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P→a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P→b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P→ ∧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15383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477D9DE-7CD8-4909-A511-A0BB34C8514E}"/>
              </a:ext>
            </a:extLst>
          </p:cNvPr>
          <p:cNvSpPr txBox="1"/>
          <p:nvPr/>
        </p:nvSpPr>
        <p:spPr>
          <a:xfrm>
            <a:off x="2849217" y="331504"/>
            <a:ext cx="35979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SELECT(E→TE’)={(,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SELECT(E’ →+E)={+}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SELECT(E’ 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)={#,)}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 →FT’ )={(,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SELECT(T’→T)={(,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 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SELECT(T’→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)={#, ),+ 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SELECT(F →PF’)={(,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8763B6-ED88-47D7-6A6A-43BAF13BE2C7}"/>
              </a:ext>
            </a:extLst>
          </p:cNvPr>
          <p:cNvSpPr txBox="1"/>
          <p:nvPr/>
        </p:nvSpPr>
        <p:spPr>
          <a:xfrm>
            <a:off x="7158133" y="316540"/>
            <a:ext cx="37304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SELECT(F’→*F’)={*}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SELECT(F’→</a:t>
            </a:r>
            <a:r>
              <a:rPr lang="el-GR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)={#, ),+,(,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∧}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SELECT(P→(E))={(}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P→a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)={a}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P→b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)={b}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SELECT(P→ ∧)={∧}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006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33" y="316540"/>
            <a:ext cx="9144000" cy="12207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buClrTx/>
              <a:defRPr/>
            </a:pPr>
            <a:br>
              <a:rPr lang="en-US" altLang="zh-C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7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F36C-ACCA-C031-0023-839D78D599A3}"/>
              </a:ext>
            </a:extLst>
          </p:cNvPr>
          <p:cNvSpPr txBox="1"/>
          <p:nvPr/>
        </p:nvSpPr>
        <p:spPr>
          <a:xfrm>
            <a:off x="967409" y="487882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A→aABe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|a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B→Bb|d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06454-BD19-31CF-E946-F504D3C8C36E}"/>
              </a:ext>
            </a:extLst>
          </p:cNvPr>
          <p:cNvSpPr txBox="1"/>
          <p:nvPr/>
        </p:nvSpPr>
        <p:spPr>
          <a:xfrm>
            <a:off x="671412" y="2707619"/>
            <a:ext cx="24251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→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A’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→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ABe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E73A6D-0541-68B4-B352-F7B65F299C82}"/>
              </a:ext>
            </a:extLst>
          </p:cNvPr>
          <p:cNvSpPr txBox="1"/>
          <p:nvPr/>
        </p:nvSpPr>
        <p:spPr>
          <a:xfrm>
            <a:off x="671411" y="3834054"/>
            <a:ext cx="24251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 →dB’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B’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→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’|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539F32-F118-DA25-3433-77747853F7EE}"/>
              </a:ext>
            </a:extLst>
          </p:cNvPr>
          <p:cNvSpPr txBox="1"/>
          <p:nvPr/>
        </p:nvSpPr>
        <p:spPr>
          <a:xfrm>
            <a:off x="6897756" y="269390"/>
            <a:ext cx="2372140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A→</a:t>
            </a:r>
            <a:r>
              <a:rPr lang="el-GR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l-GR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l-GR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β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改写为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β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A’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A’ 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α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A’|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E29496-95AB-99B8-D726-0420920690EA}"/>
              </a:ext>
            </a:extLst>
          </p:cNvPr>
          <p:cNvSpPr txBox="1"/>
          <p:nvPr/>
        </p:nvSpPr>
        <p:spPr>
          <a:xfrm>
            <a:off x="3183932" y="2177424"/>
            <a:ext cx="35506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FIRST(A)={a}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FIRST(A’)={a,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FIRST(B)={d}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FIRST(B’)={b ,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FOLLOW(A)={#,d}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FOLLOW(A’)={#,d}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FOLLOW(B)={e}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FOLLOW(B’)={e}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3D7DA1-1C4D-8C72-33B4-04B8D4B5AEC4}"/>
              </a:ext>
            </a:extLst>
          </p:cNvPr>
          <p:cNvSpPr txBox="1"/>
          <p:nvPr/>
        </p:nvSpPr>
        <p:spPr>
          <a:xfrm>
            <a:off x="7411229" y="2177424"/>
            <a:ext cx="44759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SELECT(A’→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ABe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)={a}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SELECT(A’→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)={#,d}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SELECT(B’→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’)={b}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SELECT(B’→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)={e}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CDDF2F-3A39-C331-DC97-42880BF66982}"/>
              </a:ext>
            </a:extLst>
          </p:cNvPr>
          <p:cNvSpPr txBox="1"/>
          <p:nvPr/>
        </p:nvSpPr>
        <p:spPr>
          <a:xfrm>
            <a:off x="7063409" y="4788161"/>
            <a:ext cx="49828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SELECT(A’ →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ABe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∩SELECT(A’ 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SELECT(B’→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bB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’) ∩SELECT(B’→</a:t>
            </a:r>
            <a:r>
              <a:rPr lang="el-GR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ε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∅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LL(1)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69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3" grpId="0" animBg="1"/>
      <p:bldP spid="5" grpId="0"/>
      <p:bldP spid="6" grpId="0"/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3605</Words>
  <Application>Microsoft Office PowerPoint</Application>
  <PresentationFormat>宽屏</PresentationFormat>
  <Paragraphs>986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等线</vt:lpstr>
      <vt:lpstr>等线 Light</vt:lpstr>
      <vt:lpstr>华文楷体</vt:lpstr>
      <vt:lpstr>楷体</vt:lpstr>
      <vt:lpstr>微软雅黑</vt:lpstr>
      <vt:lpstr>Arial</vt:lpstr>
      <vt:lpstr>Calibri</vt:lpstr>
      <vt:lpstr>Candara</vt:lpstr>
      <vt:lpstr>Symbol</vt:lpstr>
      <vt:lpstr>Times New Roman</vt:lpstr>
      <vt:lpstr>Wingdings</vt:lpstr>
      <vt:lpstr>Office 主题​​</vt:lpstr>
      <vt:lpstr>PowerPoint 演示文稿</vt:lpstr>
      <vt:lpstr>构造下列正规式的最小的DFA     1(0|1)*101     (a|b)*(aa|bb)(a|b)*     b*(d|ad)(b|ab)+</vt:lpstr>
      <vt:lpstr>PowerPoint 演示文稿</vt:lpstr>
      <vt:lpstr>子集法（  subset construction）</vt:lpstr>
      <vt:lpstr>确定有穷自动机的化简</vt:lpstr>
      <vt:lpstr>1(0|1)*101</vt:lpstr>
      <vt:lpstr>1(0|1)*101</vt:lpstr>
      <vt:lpstr>1(0|1)*101</vt:lpstr>
      <vt:lpstr> (a|b)*(aa|bb)(a|b)*</vt:lpstr>
      <vt:lpstr> (a|b)*(aa|bb)(a|b)*</vt:lpstr>
      <vt:lpstr> (a|b)*(aa|bb)(a|b)*</vt:lpstr>
      <vt:lpstr> b*(d|ad)(b|ab)+</vt:lpstr>
      <vt:lpstr> b*(d|ad)(b|ab)+</vt:lpstr>
      <vt:lpstr> b*(d|ad)(b|ab)+</vt:lpstr>
      <vt:lpstr> </vt:lpstr>
      <vt:lpstr> </vt:lpstr>
      <vt:lpstr> </vt:lpstr>
      <vt:lpstr>PowerPoint 演示文稿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构造下列正规式的最小的DFA     1(0|1)*101     (a|b)*(aa|bb)(a|b)*     b*(d|ad)(b|ab)+</dc:title>
  <dc:creator>xinlei wang</dc:creator>
  <cp:lastModifiedBy>清晨 张</cp:lastModifiedBy>
  <cp:revision>9</cp:revision>
  <dcterms:created xsi:type="dcterms:W3CDTF">2024-04-01T02:42:03Z</dcterms:created>
  <dcterms:modified xsi:type="dcterms:W3CDTF">2024-07-01T08:25:30Z</dcterms:modified>
</cp:coreProperties>
</file>