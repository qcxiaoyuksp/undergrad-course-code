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2024/3/6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1.tmp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1.tmp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1.tmp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1.tmp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7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../media/image1.tmp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image" Target="../media/image1.tmp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10" Type="http://schemas.openxmlformats.org/officeDocument/2006/relationships/tags" Target="../tags/tag96.xml"/><Relationship Id="rId19" Type="http://schemas.openxmlformats.org/officeDocument/2006/relationships/image" Target="../media/image1.tmp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tags" Target="../tags/tag120.xml"/><Relationship Id="rId2" Type="http://schemas.openxmlformats.org/officeDocument/2006/relationships/tags" Target="../tags/tag105.xml"/><Relationship Id="rId16" Type="http://schemas.openxmlformats.org/officeDocument/2006/relationships/tags" Target="../tags/tag119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tags" Target="../tags/tag118.xml"/><Relationship Id="rId10" Type="http://schemas.openxmlformats.org/officeDocument/2006/relationships/tags" Target="../tags/tag113.xml"/><Relationship Id="rId19" Type="http://schemas.openxmlformats.org/officeDocument/2006/relationships/image" Target="../media/image1.tmp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" Type="http://schemas.openxmlformats.org/officeDocument/2006/relationships/tags" Target="../tags/tag122.xml"/><Relationship Id="rId16" Type="http://schemas.openxmlformats.org/officeDocument/2006/relationships/tags" Target="../tags/tag136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10" Type="http://schemas.openxmlformats.org/officeDocument/2006/relationships/tags" Target="../tags/tag130.xml"/><Relationship Id="rId19" Type="http://schemas.openxmlformats.org/officeDocument/2006/relationships/image" Target="../media/image1.tmp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zh-CN" altLang="zh-CN" dirty="0" smtClean="0"/>
              <a:t>运送</a:t>
            </a:r>
            <a:r>
              <a:rPr lang="zh-CN" altLang="zh-CN" dirty="0"/>
              <a:t>消息的</a:t>
            </a:r>
            <a:r>
              <a:rPr lang="zh-CN" altLang="zh-CN" dirty="0" smtClean="0"/>
              <a:t>实体</a:t>
            </a:r>
            <a:r>
              <a:rPr lang="zh-CN" altLang="en-US" dirty="0" smtClean="0"/>
              <a:t>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633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2</a:t>
            </a:r>
            <a:r>
              <a:rPr lang="zh-CN" altLang="en-US" dirty="0" smtClean="0"/>
              <a:t>、数据</a:t>
            </a:r>
            <a:r>
              <a:rPr lang="zh-CN" altLang="en-US" dirty="0"/>
              <a:t>的电气的或电磁的</a:t>
            </a:r>
            <a:r>
              <a:rPr lang="zh-CN" altLang="en-US" dirty="0" smtClean="0"/>
              <a:t>表现是：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消息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134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3</a:t>
            </a:r>
            <a:r>
              <a:rPr lang="zh-CN" altLang="en-US" dirty="0" smtClean="0"/>
              <a:t>、从</a:t>
            </a:r>
            <a:r>
              <a:rPr lang="zh-CN" altLang="en-US" dirty="0"/>
              <a:t>自同步能力来看，不归零制不能从信号波形本身中提取信号</a:t>
            </a:r>
            <a:r>
              <a:rPr lang="zh-CN" altLang="en-US" dirty="0" smtClean="0"/>
              <a:t>时钟频率，既没有</a:t>
            </a:r>
            <a:r>
              <a:rPr lang="zh-CN" altLang="en-US" dirty="0"/>
              <a:t>自同步</a:t>
            </a:r>
            <a:r>
              <a:rPr lang="zh-CN" altLang="en-US" dirty="0" smtClean="0"/>
              <a:t>能力。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285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4</a:t>
            </a:r>
            <a:r>
              <a:rPr lang="zh-CN" altLang="en-US" dirty="0" smtClean="0"/>
              <a:t>、曼彻斯特编码</a:t>
            </a:r>
            <a:r>
              <a:rPr lang="zh-CN" altLang="en-US" dirty="0"/>
              <a:t>和差分</a:t>
            </a:r>
            <a:r>
              <a:rPr lang="zh-CN" altLang="en-US" dirty="0" smtClean="0"/>
              <a:t>曼彻斯特编码没有自同步</a:t>
            </a:r>
            <a:r>
              <a:rPr lang="zh-CN" altLang="en-US" dirty="0"/>
              <a:t>能力。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944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基本的二元制调制方法有以下几种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787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、从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概念上讲，限制码元在信道上的传输速率的因素有以下两个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2" name="图片 1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656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7</a:t>
            </a:r>
            <a:r>
              <a:rPr lang="zh-CN" altLang="en-US" dirty="0" smtClean="0"/>
              <a:t>、香</a:t>
            </a:r>
            <a:r>
              <a:rPr lang="zh-CN" altLang="en-US" dirty="0"/>
              <a:t>农公式表明：信道的带宽或信道中的信噪比越大，信息的极限传输速率就越高。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474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8</a:t>
            </a:r>
            <a:r>
              <a:rPr lang="zh-CN" altLang="en-US" dirty="0" smtClean="0"/>
              <a:t>、分别采用四种编码形式表示如下比序列：</a:t>
            </a:r>
            <a:r>
              <a:rPr lang="en-US" altLang="zh-CN" smtClean="0"/>
              <a:t>0100 1101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843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传输媒体分为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宽带和窄带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屏蔽和非屏蔽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导向型和非导向型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粗和细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0469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双绞线分为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宽带和窄带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屏蔽和非屏蔽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导向和非导向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粗和细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886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11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以下传输介质中，带宽最宽，抗干扰能力最强的是：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双绞线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同轴电缆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微波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173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3.0"/>
  <p:tag name="PROBLEMBLANK" val="[{&quot;Num&quot;:1,&quot;Score&quot;:1.0,&quot;Answers&quot;:[&quot;调幅&quot;],&quot;CaseSensitive&quot;:false,&quot;FuzzyMatch&quot;:false},{&quot;Num&quot;:2,&quot;Score&quot;:1.0,&quot;Answers&quot;:[&quot;调频&quot;],&quot;CaseSensitive&quot;:false,&quot;FuzzyMatch&quot;:false},{&quot;Num&quot;:3,&quot;Score&quot;:1.0,&quot;Answers&quot;:[&quot;调相&quot;],&quot;CaseSensitive&quot;:false,&quot;FuzzyMatch&quot;:false}]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信噪比&quot;],&quot;CaseSensitive&quot;:false,&quot;FuzzyMatch&quot;:false},{&quot;Num&quot;:2,&quot;Score&quot;:1.0,&quot;Answers&quot;:[&quot;信道能够通过的频率范围&quot;],&quot;CaseSensitive&quot;:false,&quot;FuzzyMatch&quot;:false}]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324</Words>
  <Application>Microsoft Office PowerPoint</Application>
  <PresentationFormat>宽屏</PresentationFormat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19</cp:revision>
  <dcterms:created xsi:type="dcterms:W3CDTF">2020-02-20T13:08:52Z</dcterms:created>
  <dcterms:modified xsi:type="dcterms:W3CDTF">2024-03-06T04:52:59Z</dcterms:modified>
</cp:coreProperties>
</file>