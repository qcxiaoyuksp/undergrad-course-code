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第四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4.1-4.2.2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、根据</a:t>
            </a:r>
            <a:r>
              <a:rPr lang="en-US" altLang="zh-CN" sz="2600" dirty="0" smtClean="0"/>
              <a:t>IP</a:t>
            </a:r>
            <a:r>
              <a:rPr lang="zh-CN" altLang="en-US" sz="2600" dirty="0" smtClean="0"/>
              <a:t>地址的规定，计算出下表的数据。</a:t>
            </a:r>
            <a:endParaRPr lang="en-US" altLang="zh-CN" sz="2600" dirty="0" smtClean="0"/>
          </a:p>
          <a:p>
            <a:pPr marL="0" indent="0" algn="just">
              <a:buNone/>
            </a:pPr>
            <a:endParaRPr lang="en-US" altLang="zh-CN" sz="2600" dirty="0"/>
          </a:p>
          <a:p>
            <a:pPr marL="0" indent="0" algn="just">
              <a:buNone/>
            </a:pPr>
            <a:endParaRPr lang="en-US" altLang="zh-CN" sz="2600" dirty="0" smtClean="0"/>
          </a:p>
          <a:p>
            <a:pPr marL="0" indent="0" algn="just">
              <a:buNone/>
            </a:pP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、名词解释 虚拟互连网</a:t>
            </a: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、作为中间设备，转发器、网桥、路由器和网关有何区别？</a:t>
            </a: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4</a:t>
            </a:r>
            <a:r>
              <a:rPr lang="zh-CN" altLang="en-US" sz="2600" dirty="0" smtClean="0"/>
              <a:t>、辨认以下</a:t>
            </a:r>
            <a:r>
              <a:rPr lang="en-US" altLang="zh-CN" sz="2600" dirty="0" smtClean="0"/>
              <a:t>IP</a:t>
            </a:r>
            <a:r>
              <a:rPr lang="zh-CN" altLang="en-US" sz="2600" dirty="0" smtClean="0"/>
              <a:t>地址的类别</a:t>
            </a: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① 128.36.199.3 ②21.12.240.17 ③</a:t>
            </a:r>
            <a:r>
              <a:rPr lang="en-US" altLang="zh-CN" sz="2600" dirty="0"/>
              <a:t>183.194.76.253</a:t>
            </a:r>
          </a:p>
          <a:p>
            <a:pPr marL="0" indent="0" algn="just">
              <a:buNone/>
            </a:pPr>
            <a:r>
              <a:rPr lang="en-US" altLang="zh-CN" sz="2600" dirty="0"/>
              <a:t>④ </a:t>
            </a:r>
            <a:r>
              <a:rPr lang="en-US" altLang="zh-CN" sz="2600" dirty="0" smtClean="0"/>
              <a:t>192.12.69.248 ⑤89.3.0.1 ⑥</a:t>
            </a:r>
            <a:r>
              <a:rPr lang="en-US" altLang="zh-CN" sz="2600" dirty="0"/>
              <a:t>200.3.6.2</a:t>
            </a: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/>
              <a:t>、写出下列英文术语缩写的全称和中文</a:t>
            </a:r>
            <a:r>
              <a:rPr lang="zh-CN" altLang="en-US" sz="2600" dirty="0" smtClean="0"/>
              <a:t>译名</a:t>
            </a:r>
            <a:endParaRPr lang="en-US" altLang="zh-CN" sz="2600" dirty="0" smtClean="0"/>
          </a:p>
          <a:p>
            <a:pPr marL="0" indent="0" algn="just">
              <a:buNone/>
            </a:pPr>
            <a:r>
              <a:rPr lang="en-US" altLang="zh-CN" sz="2600" dirty="0" err="1" smtClean="0"/>
              <a:t>PPPoE</a:t>
            </a:r>
            <a:r>
              <a:rPr lang="en-US" altLang="zh-CN" sz="2600" smtClean="0"/>
              <a:t> IP </a:t>
            </a:r>
            <a:endParaRPr lang="zh-CN" altLang="en-US" sz="26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995308"/>
              </p:ext>
            </p:extLst>
          </p:nvPr>
        </p:nvGraphicFramePr>
        <p:xfrm>
          <a:off x="704646" y="1892064"/>
          <a:ext cx="9066215" cy="1104900"/>
        </p:xfrm>
        <a:graphic>
          <a:graphicData uri="http://schemas.openxmlformats.org/drawingml/2006/table">
            <a:tbl>
              <a:tblPr/>
              <a:tblGrid>
                <a:gridCol w="1813243">
                  <a:extLst>
                    <a:ext uri="{9D8B030D-6E8A-4147-A177-3AD203B41FA5}">
                      <a16:colId xmlns:a16="http://schemas.microsoft.com/office/drawing/2014/main" val="1611720233"/>
                    </a:ext>
                  </a:extLst>
                </a:gridCol>
                <a:gridCol w="1813243">
                  <a:extLst>
                    <a:ext uri="{9D8B030D-6E8A-4147-A177-3AD203B41FA5}">
                      <a16:colId xmlns:a16="http://schemas.microsoft.com/office/drawing/2014/main" val="757268073"/>
                    </a:ext>
                  </a:extLst>
                </a:gridCol>
                <a:gridCol w="1813243">
                  <a:extLst>
                    <a:ext uri="{9D8B030D-6E8A-4147-A177-3AD203B41FA5}">
                      <a16:colId xmlns:a16="http://schemas.microsoft.com/office/drawing/2014/main" val="986058588"/>
                    </a:ext>
                  </a:extLst>
                </a:gridCol>
                <a:gridCol w="1813243">
                  <a:extLst>
                    <a:ext uri="{9D8B030D-6E8A-4147-A177-3AD203B41FA5}">
                      <a16:colId xmlns:a16="http://schemas.microsoft.com/office/drawing/2014/main" val="1255289483"/>
                    </a:ext>
                  </a:extLst>
                </a:gridCol>
                <a:gridCol w="1813243">
                  <a:extLst>
                    <a:ext uri="{9D8B030D-6E8A-4147-A177-3AD203B41FA5}">
                      <a16:colId xmlns:a16="http://schemas.microsoft.com/office/drawing/2014/main" val="3388300828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网络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类别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最大可指派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的网络数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第一个可指派的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网络号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最后一个可指派的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网络号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每个网络中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最大主机数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267936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126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126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16777214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8830644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16383 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128.1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191.255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65534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748877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2097151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192.0.1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223.255.255</a:t>
                      </a:r>
                      <a:endParaRPr lang="zh-CN" sz="1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254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853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365</TotalTime>
  <Words>130</Words>
  <Application>Microsoft Office PowerPoint</Application>
  <PresentationFormat>A4 纸张(210x297 毫米)</PresentationFormat>
  <Paragraphs>41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黑体</vt:lpstr>
      <vt:lpstr>宋体</vt:lpstr>
      <vt:lpstr>Arial</vt:lpstr>
      <vt:lpstr>Times New Roman</vt:lpstr>
      <vt:lpstr>Wingdings</vt:lpstr>
      <vt:lpstr>Presentation</vt:lpstr>
      <vt:lpstr>第四章 4.1-4.2.2课后作业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102</cp:revision>
  <dcterms:created xsi:type="dcterms:W3CDTF">2016-10-01T05:27:00Z</dcterms:created>
  <dcterms:modified xsi:type="dcterms:W3CDTF">2022-03-27T14:27:34Z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