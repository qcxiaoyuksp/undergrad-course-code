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第九章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9.1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/>
              <a:t>、为什么在无线局域网上发送数据帧后要对方必须发回确认帧，而以太网就不需要对方发回确认帧？ </a:t>
            </a:r>
          </a:p>
          <a:p>
            <a:pPr marL="0" indent="0" algn="just">
              <a:buNone/>
            </a:pPr>
            <a:r>
              <a:rPr lang="en-US" altLang="zh-CN" sz="2800" dirty="0" smtClean="0"/>
              <a:t>2</a:t>
            </a:r>
            <a:r>
              <a:rPr lang="zh-CN" altLang="en-US" sz="2800" dirty="0"/>
              <a:t>、试解释无线局域网中的名词：</a:t>
            </a:r>
            <a:r>
              <a:rPr lang="en-US" altLang="zh-CN" sz="2800" dirty="0"/>
              <a:t>BSS</a:t>
            </a:r>
            <a:r>
              <a:rPr lang="zh-CN" altLang="en-US" sz="2800" dirty="0"/>
              <a:t>，</a:t>
            </a:r>
            <a:r>
              <a:rPr lang="en-US" altLang="zh-CN" sz="2800" dirty="0"/>
              <a:t>ESS</a:t>
            </a:r>
            <a:r>
              <a:rPr lang="zh-CN" altLang="en-US" sz="2800" dirty="0"/>
              <a:t>，</a:t>
            </a:r>
            <a:r>
              <a:rPr lang="en-US" altLang="zh-CN" sz="2800" dirty="0" smtClean="0"/>
              <a:t>AP</a:t>
            </a:r>
            <a:r>
              <a:rPr lang="zh-CN" altLang="en-US" sz="2800" dirty="0" smtClean="0"/>
              <a:t>，</a:t>
            </a:r>
            <a:r>
              <a:rPr lang="en-US" altLang="zh-CN" sz="2800" dirty="0"/>
              <a:t>DCF</a:t>
            </a:r>
            <a:r>
              <a:rPr lang="zh-CN" altLang="en-US" sz="2800" dirty="0"/>
              <a:t>，</a:t>
            </a:r>
            <a:r>
              <a:rPr lang="en-US" altLang="zh-CN" sz="2800" dirty="0"/>
              <a:t>PCF </a:t>
            </a:r>
            <a:r>
              <a:rPr lang="zh-CN" altLang="en-US" sz="2800" dirty="0"/>
              <a:t>和 </a:t>
            </a:r>
            <a:r>
              <a:rPr lang="en-US" altLang="zh-CN" sz="2800" dirty="0" smtClean="0"/>
              <a:t>NAV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CSMA/CA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0" indent="0" algn="just">
              <a:buNone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、无线局域网的</a:t>
            </a:r>
            <a:r>
              <a:rPr lang="en-US" altLang="zh-CN" sz="2800" dirty="0" smtClean="0"/>
              <a:t>MAC</a:t>
            </a:r>
            <a:r>
              <a:rPr lang="zh-CN" altLang="en-US" sz="2800" dirty="0" smtClean="0"/>
              <a:t>协议有哪些特点？为什么无线局域网中不能使用</a:t>
            </a:r>
            <a:r>
              <a:rPr lang="en-US" altLang="zh-CN" sz="2800" dirty="0" smtClean="0"/>
              <a:t>CSMA/CD</a:t>
            </a:r>
            <a:r>
              <a:rPr lang="zh-CN" altLang="en-US" sz="2800" dirty="0" smtClean="0"/>
              <a:t>协议而必须使用</a:t>
            </a:r>
            <a:r>
              <a:rPr lang="en-US" altLang="zh-CN" sz="2800" dirty="0" smtClean="0"/>
              <a:t>CSMA/CA</a:t>
            </a:r>
            <a:r>
              <a:rPr lang="zh-CN" altLang="en-US" sz="2800" smtClean="0"/>
              <a:t>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338</TotalTime>
  <Words>92</Words>
  <Application>Microsoft Office PowerPoint</Application>
  <PresentationFormat>A4 纸张(210x297 毫米)</PresentationFormat>
  <Paragraphs>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第九章 9.1课后作业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93</cp:revision>
  <dcterms:created xsi:type="dcterms:W3CDTF">2016-10-01T05:27:00Z</dcterms:created>
  <dcterms:modified xsi:type="dcterms:W3CDTF">2021-01-29T14:28:36Z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