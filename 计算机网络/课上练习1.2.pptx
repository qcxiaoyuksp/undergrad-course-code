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20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83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103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9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49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84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13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8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552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25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4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91907-33BC-42AC-A1A4-A52F1996F218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2DA2E-9130-42E5-9480-C34B813C4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66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tmp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image" Target="../media/image1.tmp"/><Relationship Id="rId2" Type="http://schemas.openxmlformats.org/officeDocument/2006/relationships/tags" Target="../tags/tag17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image" Target="../media/image1.tmp"/><Relationship Id="rId2" Type="http://schemas.openxmlformats.org/officeDocument/2006/relationships/tags" Target="../tags/tag3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image" Target="../media/image1.tmp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image" Target="../media/image1.tmp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1</a:t>
            </a:r>
            <a:r>
              <a:rPr lang="zh-CN" altLang="en-US" dirty="0">
                <a:sym typeface="Microsoft Yahei" panose="020B0503020204020204" pitchFamily="34" charset="-122"/>
              </a:rPr>
              <a:t>、为术语选择合适</a:t>
            </a:r>
            <a:r>
              <a:rPr lang="zh-CN" altLang="en-US" dirty="0" smtClean="0">
                <a:sym typeface="Microsoft Yahei" panose="020B0503020204020204" pitchFamily="34" charset="-122"/>
              </a:rPr>
              <a:t>的描述：</a:t>
            </a:r>
            <a:r>
              <a:rPr lang="zh-CN" altLang="zh-CN" dirty="0"/>
              <a:t>计算机网络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由若干结点和连接这些结点的链路组成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通过路由器把网络互连起来形成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世界上最大的、覆盖全球的计算机网络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椭圆 1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001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1</a:t>
            </a:r>
            <a:r>
              <a:rPr lang="zh-CN" altLang="en-US" dirty="0">
                <a:sym typeface="Microsoft Yahei" panose="020B0503020204020204" pitchFamily="34" charset="-122"/>
              </a:rPr>
              <a:t>、为术语选择合适</a:t>
            </a:r>
            <a:r>
              <a:rPr lang="zh-CN" altLang="en-US" dirty="0" smtClean="0">
                <a:sym typeface="Microsoft Yahei" panose="020B0503020204020204" pitchFamily="34" charset="-122"/>
              </a:rPr>
              <a:t>的描述：</a:t>
            </a:r>
            <a:r>
              <a:rPr lang="zh-CN" altLang="en-US" dirty="0" smtClean="0"/>
              <a:t>互连网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由若干结点和连接这些结点的链路组成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通过路由器把网络互连起来形成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世界上最大的、覆盖全球的计算机网络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椭圆 1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379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1</a:t>
            </a:r>
            <a:r>
              <a:rPr lang="zh-CN" altLang="en-US" dirty="0">
                <a:sym typeface="Microsoft Yahei" panose="020B0503020204020204" pitchFamily="34" charset="-122"/>
              </a:rPr>
              <a:t>、为术语选择合适</a:t>
            </a:r>
            <a:r>
              <a:rPr lang="zh-CN" altLang="en-US" dirty="0" smtClean="0">
                <a:sym typeface="Microsoft Yahei" panose="020B0503020204020204" pitchFamily="34" charset="-122"/>
              </a:rPr>
              <a:t>的描述：</a:t>
            </a:r>
            <a:r>
              <a:rPr lang="zh-CN" altLang="en-US" dirty="0" smtClean="0"/>
              <a:t>互联网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由若干结点和连接这些结点的链路组成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通过路由器把网络互连起来形成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世界上最大的、覆盖全球的计算机网络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椭圆 1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35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1</a:t>
            </a:r>
            <a:r>
              <a:rPr lang="zh-CN" altLang="en-US" dirty="0">
                <a:sym typeface="Microsoft Yahei" panose="020B0503020204020204" pitchFamily="34" charset="-122"/>
              </a:rPr>
              <a:t>、为术语选择合适</a:t>
            </a:r>
            <a:r>
              <a:rPr lang="zh-CN" altLang="en-US" dirty="0" smtClean="0">
                <a:sym typeface="Microsoft Yahei" panose="020B0503020204020204" pitchFamily="34" charset="-122"/>
              </a:rPr>
              <a:t>的描述：</a:t>
            </a:r>
            <a:r>
              <a:rPr lang="en-US" altLang="zh-CN" dirty="0" smtClean="0"/>
              <a:t>internet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smtClean="0"/>
              <a:t>当前全球最大的、开放的、由众多网络相互连接而成的特定互联网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 smtClean="0"/>
              <a:t>由多个计算机网络互连而成的计算机网络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8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椭圆 1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110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1</a:t>
            </a:r>
            <a:r>
              <a:rPr lang="zh-CN" altLang="en-US" dirty="0">
                <a:sym typeface="Microsoft Yahei" panose="020B0503020204020204" pitchFamily="34" charset="-122"/>
              </a:rPr>
              <a:t>、为术语选择合适</a:t>
            </a:r>
            <a:r>
              <a:rPr lang="zh-CN" altLang="en-US" dirty="0" smtClean="0">
                <a:sym typeface="Microsoft Yahei" panose="020B0503020204020204" pitchFamily="34" charset="-122"/>
              </a:rPr>
              <a:t>的描述：</a:t>
            </a:r>
            <a:r>
              <a:rPr lang="en-US" altLang="zh-CN" dirty="0" smtClean="0">
                <a:sym typeface="Microsoft Yahei" panose="020B0503020204020204" pitchFamily="34" charset="-122"/>
              </a:rPr>
              <a:t>I</a:t>
            </a:r>
            <a:r>
              <a:rPr lang="en-US" altLang="zh-CN" dirty="0" smtClean="0"/>
              <a:t>nternet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smtClean="0"/>
              <a:t>当前全球最大的、开放的、由众多网络相互连接而成的特定互联网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 smtClean="0"/>
              <a:t>由多个计算机网络互连而成的计算机网络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8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椭圆 1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00361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218</Words>
  <Application>Microsoft Office PowerPoint</Application>
  <PresentationFormat>宽屏</PresentationFormat>
  <Paragraphs>46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5</cp:revision>
  <dcterms:created xsi:type="dcterms:W3CDTF">2020-02-20T10:52:26Z</dcterms:created>
  <dcterms:modified xsi:type="dcterms:W3CDTF">2022-02-24T15:34:17Z</dcterms:modified>
</cp:coreProperties>
</file>