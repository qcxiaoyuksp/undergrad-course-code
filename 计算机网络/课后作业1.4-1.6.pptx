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第一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1.4-1.6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 smtClean="0"/>
              <a:t>1</a:t>
            </a:r>
            <a:r>
              <a:rPr lang="zh-CN" altLang="en-US" sz="2800" dirty="0" smtClean="0"/>
              <a:t>、计算机网络有哪些性能指标和哪些非性能指标？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2</a:t>
            </a:r>
            <a:r>
              <a:rPr lang="zh-CN" altLang="en-US" sz="2800" dirty="0" smtClean="0"/>
              <a:t>、</a:t>
            </a:r>
            <a:r>
              <a:rPr lang="zh-CN" altLang="en-US" sz="2800" dirty="0"/>
              <a:t>收发两端之间的传输距离为</a:t>
            </a:r>
            <a:r>
              <a:rPr lang="en-US" altLang="zh-CN" sz="2800" dirty="0"/>
              <a:t>1000km</a:t>
            </a:r>
            <a:r>
              <a:rPr lang="zh-CN" altLang="en-US" sz="2800" dirty="0"/>
              <a:t>，信号在媒体上的传播速率为</a:t>
            </a:r>
            <a:r>
              <a:rPr lang="en-US" altLang="zh-CN" sz="2800" dirty="0"/>
              <a:t>2×10</a:t>
            </a:r>
            <a:r>
              <a:rPr lang="en-US" altLang="zh-CN" sz="2800" baseline="30000" dirty="0"/>
              <a:t>8</a:t>
            </a:r>
            <a:r>
              <a:rPr lang="en-US" altLang="zh-CN" sz="2800" dirty="0"/>
              <a:t>m/s</a:t>
            </a:r>
            <a:r>
              <a:rPr lang="zh-CN" altLang="en-US" sz="2800" dirty="0"/>
              <a:t>。试计算机以下两种情况下的发送时延和传播时延：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）数据长度为</a:t>
            </a:r>
            <a:r>
              <a:rPr lang="en-US" altLang="zh-CN" sz="2800" dirty="0"/>
              <a:t>10</a:t>
            </a:r>
            <a:r>
              <a:rPr lang="en-US" altLang="zh-CN" sz="2800" baseline="30000" dirty="0"/>
              <a:t>7</a:t>
            </a:r>
            <a:r>
              <a:rPr lang="en-US" altLang="zh-CN" sz="2800" dirty="0"/>
              <a:t>bit</a:t>
            </a:r>
            <a:r>
              <a:rPr lang="zh-CN" altLang="en-US" sz="2800" dirty="0"/>
              <a:t>，数据发送速率为</a:t>
            </a:r>
            <a:r>
              <a:rPr lang="en-US" altLang="zh-CN" sz="2800" dirty="0"/>
              <a:t>100kbit/s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）数据长度为</a:t>
            </a:r>
            <a:r>
              <a:rPr lang="en-US" altLang="zh-CN" sz="2800" dirty="0"/>
              <a:t>10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bit</a:t>
            </a:r>
            <a:r>
              <a:rPr lang="zh-CN" altLang="en-US" sz="2800" dirty="0"/>
              <a:t>，数据发送速率为</a:t>
            </a:r>
            <a:r>
              <a:rPr lang="en-US" altLang="zh-CN" sz="2800" dirty="0"/>
              <a:t>1Gbit/s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 smtClean="0"/>
              <a:t>3</a:t>
            </a:r>
            <a:r>
              <a:rPr lang="zh-CN" altLang="en-US" sz="2800" dirty="0" smtClean="0"/>
              <a:t>、假设信号在媒体上的传输速率为</a:t>
            </a:r>
            <a:r>
              <a:rPr lang="en-US" altLang="zh-CN" sz="2800" dirty="0" smtClean="0"/>
              <a:t>2.3×10</a:t>
            </a:r>
            <a:r>
              <a:rPr lang="en-US" altLang="zh-CN" sz="2800" baseline="30000" dirty="0" smtClean="0"/>
              <a:t>8</a:t>
            </a:r>
            <a:r>
              <a:rPr lang="en-US" altLang="zh-CN" sz="2800" dirty="0" smtClean="0"/>
              <a:t>m/s</a:t>
            </a:r>
            <a:r>
              <a:rPr lang="zh-CN" altLang="en-US" sz="2800" dirty="0" smtClean="0"/>
              <a:t>。媒体长度</a:t>
            </a:r>
            <a:r>
              <a:rPr lang="en-US" altLang="zh-CN" sz="2800" dirty="0" smtClean="0"/>
              <a:t>l</a:t>
            </a:r>
            <a:r>
              <a:rPr lang="zh-CN" altLang="en-US" sz="2800" dirty="0" smtClean="0"/>
              <a:t>分别为：（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）</a:t>
            </a:r>
            <a:r>
              <a:rPr lang="en-US" altLang="zh-CN" sz="2800" dirty="0" smtClean="0"/>
              <a:t>10cm</a:t>
            </a:r>
            <a:r>
              <a:rPr lang="zh-CN" altLang="en-US" sz="2800" dirty="0" smtClean="0"/>
              <a:t>（网络接口卡）（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）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100m</a:t>
            </a:r>
            <a:r>
              <a:rPr lang="zh-CN" altLang="en-US" sz="2800" dirty="0" smtClean="0"/>
              <a:t>（局域网）（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）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100km</a:t>
            </a:r>
            <a:r>
              <a:rPr lang="zh-CN" altLang="en-US" sz="2800" dirty="0" smtClean="0"/>
              <a:t>（城域网）（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）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5000km</a:t>
            </a:r>
            <a:r>
              <a:rPr lang="zh-CN" altLang="en-US" sz="2800" dirty="0" smtClean="0"/>
              <a:t>（</a:t>
            </a:r>
            <a:r>
              <a:rPr lang="zh-CN" altLang="en-US" sz="2800" dirty="0"/>
              <a:t>广域网</a:t>
            </a:r>
            <a:r>
              <a:rPr lang="zh-CN" altLang="en-US" sz="2800" dirty="0" smtClean="0"/>
              <a:t>）。试计算当前速率为</a:t>
            </a:r>
            <a:r>
              <a:rPr lang="en-US" altLang="zh-CN" sz="2800" dirty="0" smtClean="0"/>
              <a:t>1Mbit/s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10Gbit/s</a:t>
            </a:r>
            <a:r>
              <a:rPr lang="zh-CN" altLang="en-US" sz="2800" dirty="0" smtClean="0"/>
              <a:t>时以上媒体中正在传播的比特数。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322</TotalTime>
  <Words>151</Words>
  <Application>Microsoft Office PowerPoint</Application>
  <PresentationFormat>A4 纸张(210x297 毫米)</PresentationFormat>
  <Paragraphs>10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第一章 1.4-1.6课后作业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80</cp:revision>
  <dcterms:created xsi:type="dcterms:W3CDTF">2016-10-01T05:27:00Z</dcterms:created>
  <dcterms:modified xsi:type="dcterms:W3CDTF">2021-01-06T08:23:44Z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