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82" r:id="rId3"/>
    <p:sldId id="290" r:id="rId4"/>
    <p:sldId id="283" r:id="rId5"/>
    <p:sldId id="288" r:id="rId6"/>
    <p:sldId id="289" r:id="rId7"/>
    <p:sldId id="284" r:id="rId8"/>
    <p:sldId id="285" r:id="rId9"/>
    <p:sldId id="286" r:id="rId10"/>
    <p:sldId id="28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42" y="4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79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4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7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2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90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68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3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0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61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2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17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  <a:t>2022/3/27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82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1.tmp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1.tmp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image" Target="../media/image1.tmp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25.xml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tags" Target="../tags/tag43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5" Type="http://schemas.openxmlformats.org/officeDocument/2006/relationships/tags" Target="../tags/tag35.xml"/><Relationship Id="rId15" Type="http://schemas.openxmlformats.org/officeDocument/2006/relationships/image" Target="../media/image1.tmp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13" Type="http://schemas.openxmlformats.org/officeDocument/2006/relationships/tags" Target="../tags/tag56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12" Type="http://schemas.openxmlformats.org/officeDocument/2006/relationships/tags" Target="../tags/tag55.xml"/><Relationship Id="rId2" Type="http://schemas.openxmlformats.org/officeDocument/2006/relationships/tags" Target="../tags/tag45.xml"/><Relationship Id="rId16" Type="http://schemas.openxmlformats.org/officeDocument/2006/relationships/image" Target="../media/image1.tmp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5" Type="http://schemas.openxmlformats.org/officeDocument/2006/relationships/tags" Target="../tags/tag48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53.xml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tags" Target="../tags/tag5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2" Type="http://schemas.openxmlformats.org/officeDocument/2006/relationships/tags" Target="../tags/tag59.xml"/><Relationship Id="rId16" Type="http://schemas.openxmlformats.org/officeDocument/2006/relationships/image" Target="../media/image1.tmp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5" Type="http://schemas.openxmlformats.org/officeDocument/2006/relationships/tags" Target="../tags/tag62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67.xml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tags" Target="../tags/tag7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12" Type="http://schemas.openxmlformats.org/officeDocument/2006/relationships/image" Target="../media/image1.tmp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76.xml"/><Relationship Id="rId10" Type="http://schemas.openxmlformats.org/officeDocument/2006/relationships/tags" Target="../tags/tag81.xml"/><Relationship Id="rId4" Type="http://schemas.openxmlformats.org/officeDocument/2006/relationships/tags" Target="../tags/tag75.xml"/><Relationship Id="rId9" Type="http://schemas.openxmlformats.org/officeDocument/2006/relationships/tags" Target="../tags/tag8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tags" Target="../tags/tag9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17" Type="http://schemas.openxmlformats.org/officeDocument/2006/relationships/tags" Target="../tags/tag98.xml"/><Relationship Id="rId2" Type="http://schemas.openxmlformats.org/officeDocument/2006/relationships/tags" Target="../tags/tag83.xml"/><Relationship Id="rId16" Type="http://schemas.openxmlformats.org/officeDocument/2006/relationships/tags" Target="../tags/tag97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5" Type="http://schemas.openxmlformats.org/officeDocument/2006/relationships/tags" Target="../tags/tag86.xml"/><Relationship Id="rId15" Type="http://schemas.openxmlformats.org/officeDocument/2006/relationships/tags" Target="../tags/tag96.xml"/><Relationship Id="rId10" Type="http://schemas.openxmlformats.org/officeDocument/2006/relationships/tags" Target="../tags/tag91.xml"/><Relationship Id="rId19" Type="http://schemas.openxmlformats.org/officeDocument/2006/relationships/image" Target="../media/image1.tmp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tags" Target="../tags/tag9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image" Target="../media/image1.tmp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03.xml"/><Relationship Id="rId10" Type="http://schemas.openxmlformats.org/officeDocument/2006/relationships/tags" Target="../tags/tag108.xml"/><Relationship Id="rId4" Type="http://schemas.openxmlformats.org/officeDocument/2006/relationships/tags" Target="../tags/tag102.xml"/><Relationship Id="rId9" Type="http://schemas.openxmlformats.org/officeDocument/2006/relationships/tags" Target="../tags/tag10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16.xml"/><Relationship Id="rId13" Type="http://schemas.openxmlformats.org/officeDocument/2006/relationships/tags" Target="../tags/tag12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11.xml"/><Relationship Id="rId7" Type="http://schemas.openxmlformats.org/officeDocument/2006/relationships/tags" Target="../tags/tag115.xml"/><Relationship Id="rId12" Type="http://schemas.openxmlformats.org/officeDocument/2006/relationships/tags" Target="../tags/tag120.xml"/><Relationship Id="rId17" Type="http://schemas.openxmlformats.org/officeDocument/2006/relationships/tags" Target="../tags/tag125.xml"/><Relationship Id="rId2" Type="http://schemas.openxmlformats.org/officeDocument/2006/relationships/tags" Target="../tags/tag110.xml"/><Relationship Id="rId16" Type="http://schemas.openxmlformats.org/officeDocument/2006/relationships/tags" Target="../tags/tag124.xml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11" Type="http://schemas.openxmlformats.org/officeDocument/2006/relationships/tags" Target="../tags/tag119.xml"/><Relationship Id="rId5" Type="http://schemas.openxmlformats.org/officeDocument/2006/relationships/tags" Target="../tags/tag113.xml"/><Relationship Id="rId15" Type="http://schemas.openxmlformats.org/officeDocument/2006/relationships/tags" Target="../tags/tag123.xml"/><Relationship Id="rId10" Type="http://schemas.openxmlformats.org/officeDocument/2006/relationships/tags" Target="../tags/tag118.xml"/><Relationship Id="rId19" Type="http://schemas.openxmlformats.org/officeDocument/2006/relationships/image" Target="../media/image1.tmp"/><Relationship Id="rId4" Type="http://schemas.openxmlformats.org/officeDocument/2006/relationships/tags" Target="../tags/tag112.xml"/><Relationship Id="rId9" Type="http://schemas.openxmlformats.org/officeDocument/2006/relationships/tags" Target="../tags/tag117.xml"/><Relationship Id="rId14" Type="http://schemas.openxmlformats.org/officeDocument/2006/relationships/tags" Target="../tags/tag1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虚电路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表示这只是一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条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连接，分组都沿着这条逻辑连接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按照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方式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传送，而并不是真正建立了一条物理连接。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80612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互联网设计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思路是：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网络层向上只提供简单灵活的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数据报服务。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92909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互连网上的交付有两种：在本网络上的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（不经过路由器）。和到其他网络的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（经过至少一个路由器）。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56244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   ）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，分组总是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按发送顺序到达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终点。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虚电路服务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数据报服务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33718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由于一个路由器至少应当连接到两个网络，因此一个路由器至少有两个不同的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929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993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8383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用转发器或网桥连接起来的若干个局域网仍为一个网络。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929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993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9364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协议配套使用的还有三个协议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74988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、数据链路层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使用的中间设备是（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集线器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交换机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路由器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网关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41828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地址的编址方法共经过了三个历史阶段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49963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关于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地址的一些重要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特点，说法正确的是（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地址是一种分等级的地址结构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实际上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地址是标志一个主机（或路由器）和一条链路的接口。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用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转发器或网桥连接起来的若干个局域网仍为一个网络，因此这些局域网都具有同样的网络号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net-id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所有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分配到网络号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net-id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的网络，无论是范围很小的局域网，还是可能覆盖很大地理范围的广域网，都是平等的。</a:t>
            </a: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871924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逻辑上&quot;],&quot;CaseSensitive&quot;:false,&quot;FuzzyMatch&quot;:false},{&quot;Num&quot;:2,&quot;Score&quot;:1.0,&quot;Answers&quot;:[&quot;存储转发&quot;],&quot;CaseSensitive&quot;:false,&quot;FuzzyMatch&quot;:false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无连接&quot;],&quot;CaseSensitive&quot;:false,&quot;FuzzyMatch&quot;:false},{&quot;Num&quot;:2,&quot;Score&quot;:1.0,&quot;Answers&quot;:[&quot;尽最大努力交付&quot;],&quot;CaseSensitive&quot;:false,&quot;FuzzyMatch&quot;:false}]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直接交付&quot;],&quot;CaseSensitive&quot;:false,&quot;FuzzyMatch&quot;:false},{&quot;Num&quot;:2,&quot;Score&quot;:1.0,&quot;Answers&quot;:[&quot;间接交付&quot;],&quot;CaseSensitive&quot;:false,&quot;FuzzyMatch&quot;:false}]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Score&quot;:1.0,&quot;Answers&quot;:[&quot;地址解析协议ARP&quot;],&quot;CaseSensitive&quot;:false,&quot;FuzzyMatch&quot;:false},{&quot;Num&quot;:2,&quot;Score&quot;:1.0,&quot;Answers&quot;:[&quot;网络控制报文协议ICMP&quot;],&quot;CaseSensitive&quot;:false,&quot;FuzzyMatch&quot;:false},{&quot;Num&quot;:3,&quot;Score&quot;:1.0,&quot;Answers&quot;:[&quot;网络组管理协议IGMP&quot;],&quot;CaseSensitive&quot;:false,&quot;FuzzyMatch&quot;:false}]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Score&quot;:1.0,&quot;Answers&quot;:[&quot;分类的IP地址&quot;],&quot;CaseSensitive&quot;:false,&quot;FuzzyMatch&quot;:false},{&quot;Num&quot;:2,&quot;Score&quot;:1.0,&quot;Answers&quot;:[&quot;子网划分&quot;],&quot;CaseSensitive&quot;:false,&quot;FuzzyMatch&quot;:false},{&quot;Num&quot;:3,&quot;Score&quot;:1.0,&quot;Answers&quot;:[&quot;构成超网&quot;],&quot;CaseSensitive&quot;:false,&quot;FuzzyMatch&quot;:false}]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_HALF" val="0.0"/>
  <p:tag name="RAINPROBLEMTYPE" val="Polling"/>
  <p:tag name="RAINPROBLEM" val="Polling"/>
  <p:tag name="ANONYMOUSPOLLING" val="False"/>
  <p:tag name="PROBLEMSCORE" val="0.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493</Words>
  <Application>Microsoft Office PowerPoint</Application>
  <PresentationFormat>宽屏</PresentationFormat>
  <Paragraphs>75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39</cp:revision>
  <dcterms:created xsi:type="dcterms:W3CDTF">2020-02-20T13:08:52Z</dcterms:created>
  <dcterms:modified xsi:type="dcterms:W3CDTF">2022-03-27T14:24:10Z</dcterms:modified>
</cp:coreProperties>
</file>