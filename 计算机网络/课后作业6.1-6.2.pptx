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第五章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5.9</a:t>
            </a:r>
            <a:b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6.1-6.2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</a:t>
            </a:r>
            <a:r>
              <a:rPr lang="zh-CN" altLang="en-US" sz="2400" dirty="0" smtClean="0"/>
              <a:t>域名系统的主要功能是什么？四种域名服务器有何区别？</a:t>
            </a:r>
            <a:endParaRPr lang="en-US" altLang="zh-CN" sz="2400" dirty="0"/>
          </a:p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zh-CN" altLang="en-US" sz="2400" dirty="0" smtClean="0"/>
              <a:t>文件传输协议的主要工作过程是怎样的？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smtClean="0"/>
              <a:t>3</a:t>
            </a:r>
            <a:r>
              <a:rPr lang="zh-CN" altLang="en-US" sz="2400" smtClean="0"/>
              <a:t>、</a:t>
            </a:r>
            <a:r>
              <a:rPr lang="zh-CN" altLang="en-US" sz="2400" dirty="0"/>
              <a:t>写出下列英文术语缩写的全称和中文</a:t>
            </a:r>
            <a:r>
              <a:rPr lang="zh-CN" altLang="en-US" sz="2400" dirty="0" smtClean="0"/>
              <a:t>译名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DNS FTP TFTP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643</TotalTime>
  <Words>64</Words>
  <Application>Microsoft Office PowerPoint</Application>
  <PresentationFormat>A4 纸张(210x297 毫米)</PresentationFormat>
  <Paragraphs>9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第五章 5.9 第6章 6.1-6.2课后作业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109</cp:revision>
  <dcterms:created xsi:type="dcterms:W3CDTF">2016-10-01T05:27:00Z</dcterms:created>
  <dcterms:modified xsi:type="dcterms:W3CDTF">2023-04-24T06:40:44Z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