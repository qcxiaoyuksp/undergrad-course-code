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422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82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42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437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78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790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51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435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19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365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36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441A1-661B-4283-A79B-F03512AA1948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399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1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1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1.tmp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image" Target="../media/image1.tmp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image" Target="../media/image1.tmp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CDMA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中，任何一个码片向量和该码片向量自己的规格化内积都是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583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CDMA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中，两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个不同站的码片序列正交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，既它们的规格化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内积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等于：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2825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同步光纤网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SONET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，对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电信信号称为第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级同步传送信号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STS-1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其传输速率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51.84 Mbit/s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 Mbit/s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155.52 Mbit/s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1Gbit/s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31653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同步数字系列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SDH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基本速率为：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51.84 Mbit/s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 Mbit/s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155.52 Mbit/s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1Gbit/s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42610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非对称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数字用户线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ADSL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改造的是：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模拟电话用户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有线电视网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局域网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光纤网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8450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HFC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网将原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CATV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网中的同轴电缆主干部分改换为：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双绞线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微波通信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卫星通信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光纤网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0925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光纤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同轴混合网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HFC (Hybrid Fiber Coax)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网是在目前覆盖面很广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的哪一种网的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基础上开发的一种居民宽带接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入网？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局域网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电话网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蜂窝无线电通信网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有线电视网 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057948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250</Words>
  <Application>Microsoft Office PowerPoint</Application>
  <PresentationFormat>宽屏</PresentationFormat>
  <Paragraphs>84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12</cp:revision>
  <dcterms:created xsi:type="dcterms:W3CDTF">2020-02-20T12:18:43Z</dcterms:created>
  <dcterms:modified xsi:type="dcterms:W3CDTF">2024-03-11T00:38:20Z</dcterms:modified>
</cp:coreProperties>
</file>