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48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71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2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799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18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87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8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5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55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64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A648-1F3C-4FEA-B264-49D56A5D0F8F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81FD-BE8B-442E-B1C1-FA63B10C8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82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1.tmp"/><Relationship Id="rId2" Type="http://schemas.openxmlformats.org/officeDocument/2006/relationships/tags" Target="../tags/tag1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image" Target="../media/image1.tmp"/><Relationship Id="rId2" Type="http://schemas.openxmlformats.org/officeDocument/2006/relationships/tags" Target="../tags/tag2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1.tmp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image" Target="../media/image1.tmp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image" Target="../media/image1.tmp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image" Target="../media/image1.tmp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image" Target="../media/image1.tmp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image" Target="../media/image1.tmp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image" Target="../media/image1.tmp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、数据链路层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使用的信道主要有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两种类型。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9768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、（  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）是从一个节点到相邻节点的一段物理线路。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链路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逻辑链路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TipText"/>
          <p:cNvSpPr txBox="1"/>
          <p:nvPr>
            <p:custDataLst>
              <p:tags r:id="rId10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8712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）除了物理链路外，还必须有通信协议控制数据传输。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链路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物理链路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TipText"/>
          <p:cNvSpPr txBox="1"/>
          <p:nvPr>
            <p:custDataLst>
              <p:tags r:id="rId10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314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的三个基本问题：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548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数据链路层传送的帧中，广泛使用了循环冗余检验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FCS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的检错技术。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792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数据后面添加上的冗余码称为帧检验序列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FCS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976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无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比特差错既为无传输差错。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894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协议只检错不纠错。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898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协议进行流量控制。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355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PPP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协议支持多点线路进行全双工通信。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42020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点对点信道&quot;],&quot;CaseSensitive&quot;:false,&quot;FuzzyMatch&quot;:false},{&quot;Num&quot;:2,&quot;Score&quot;:1.0,&quot;Answers&quot;:[&quot;广播信道&quot;],&quot;CaseSensitive&quot;:false,&quot;FuzzyMatch&quot;:false}]"/>
  <p:tag name="PROBLEMBLANKORDER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封装成帧&quot;],&quot;CaseSensitive&quot;:false,&quot;FuzzyMatch&quot;:false},{&quot;Num&quot;:2,&quot;Score&quot;:1.0,&quot;Answers&quot;:[&quot;透明传输&quot;],&quot;CaseSensitive&quot;:false,&quot;FuzzyMatch&quot;:false},{&quot;Num&quot;:3,&quot;Score&quot;:1.0,&quot;Answers&quot;:[&quot;差错检测&quot;],&quot;CaseSensitive&quot;:false,&quot;FuzzyMatch&quot;:false}]"/>
  <p:tag name="PROBLEMBLANKORDER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262</Words>
  <Application>Microsoft Office PowerPoint</Application>
  <PresentationFormat>宽屏</PresentationFormat>
  <Paragraphs>78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12</cp:revision>
  <dcterms:created xsi:type="dcterms:W3CDTF">2020-03-13T13:05:01Z</dcterms:created>
  <dcterms:modified xsi:type="dcterms:W3CDTF">2022-03-16T13:53:39Z</dcterms:modified>
</cp:coreProperties>
</file>