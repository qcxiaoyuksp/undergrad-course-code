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handoutMasterIdLst>
    <p:handoutMasterId r:id="rId71"/>
  </p:handoutMasterIdLst>
  <p:sldIdLst>
    <p:sldId id="1261" r:id="rId2"/>
    <p:sldId id="1434" r:id="rId3"/>
    <p:sldId id="1435" r:id="rId4"/>
    <p:sldId id="1436" r:id="rId5"/>
    <p:sldId id="1437" r:id="rId6"/>
    <p:sldId id="1438" r:id="rId7"/>
    <p:sldId id="1439" r:id="rId8"/>
    <p:sldId id="1440" r:id="rId9"/>
    <p:sldId id="1441" r:id="rId10"/>
    <p:sldId id="1442" r:id="rId11"/>
    <p:sldId id="1443" r:id="rId12"/>
    <p:sldId id="1444" r:id="rId13"/>
    <p:sldId id="1445" r:id="rId14"/>
    <p:sldId id="1446" r:id="rId15"/>
    <p:sldId id="1447" r:id="rId16"/>
    <p:sldId id="1448" r:id="rId17"/>
    <p:sldId id="1449" r:id="rId18"/>
    <p:sldId id="1450" r:id="rId19"/>
    <p:sldId id="1451" r:id="rId20"/>
    <p:sldId id="1499" r:id="rId21"/>
    <p:sldId id="1500" r:id="rId22"/>
    <p:sldId id="1452" r:id="rId23"/>
    <p:sldId id="1453" r:id="rId24"/>
    <p:sldId id="1454" r:id="rId25"/>
    <p:sldId id="1496" r:id="rId26"/>
    <p:sldId id="1455" r:id="rId27"/>
    <p:sldId id="1456" r:id="rId28"/>
    <p:sldId id="1457" r:id="rId29"/>
    <p:sldId id="1458" r:id="rId30"/>
    <p:sldId id="1495" r:id="rId31"/>
    <p:sldId id="1459" r:id="rId32"/>
    <p:sldId id="1460" r:id="rId33"/>
    <p:sldId id="1461" r:id="rId34"/>
    <p:sldId id="1462" r:id="rId35"/>
    <p:sldId id="1463" r:id="rId36"/>
    <p:sldId id="1464" r:id="rId37"/>
    <p:sldId id="1465" r:id="rId38"/>
    <p:sldId id="1466" r:id="rId39"/>
    <p:sldId id="1467" r:id="rId40"/>
    <p:sldId id="1468" r:id="rId41"/>
    <p:sldId id="1469" r:id="rId42"/>
    <p:sldId id="1470" r:id="rId43"/>
    <p:sldId id="1471" r:id="rId44"/>
    <p:sldId id="1472" r:id="rId45"/>
    <p:sldId id="1473" r:id="rId46"/>
    <p:sldId id="1474" r:id="rId47"/>
    <p:sldId id="1475" r:id="rId48"/>
    <p:sldId id="1476" r:id="rId49"/>
    <p:sldId id="1477" r:id="rId50"/>
    <p:sldId id="1478" r:id="rId51"/>
    <p:sldId id="1479" r:id="rId52"/>
    <p:sldId id="1480" r:id="rId53"/>
    <p:sldId id="1481" r:id="rId54"/>
    <p:sldId id="1482" r:id="rId55"/>
    <p:sldId id="1497" r:id="rId56"/>
    <p:sldId id="1483" r:id="rId57"/>
    <p:sldId id="1484" r:id="rId58"/>
    <p:sldId id="1485" r:id="rId59"/>
    <p:sldId id="1486" r:id="rId60"/>
    <p:sldId id="1487" r:id="rId61"/>
    <p:sldId id="1498" r:id="rId62"/>
    <p:sldId id="1488" r:id="rId63"/>
    <p:sldId id="1489" r:id="rId64"/>
    <p:sldId id="1490" r:id="rId65"/>
    <p:sldId id="1491" r:id="rId66"/>
    <p:sldId id="1492" r:id="rId67"/>
    <p:sldId id="1493" r:id="rId68"/>
    <p:sldId id="1494" r:id="rId69"/>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7C80"/>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1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1F47D0-0D2A-41DE-9857-3075DE4DCE4D}" type="slidenum">
              <a:rPr lang="en-US" altLang="zh-CN" smtClean="0"/>
              <a:pPr eaLnBrk="1" hangingPunct="1"/>
              <a:t>3</a:t>
            </a:fld>
            <a:endParaRPr lang="en-US" altLang="zh-CN" smtClean="0"/>
          </a:p>
        </p:txBody>
      </p:sp>
      <p:sp>
        <p:nvSpPr>
          <p:cNvPr id="1911810" name="Rectangle 2"/>
          <p:cNvSpPr>
            <a:spLocks noGrp="1" noRot="1" noChangeAspect="1" noChangeArrowheads="1" noTextEdit="1"/>
          </p:cNvSpPr>
          <p:nvPr>
            <p:ph type="sldImg" idx="4294967295"/>
          </p:nvPr>
        </p:nvSpPr>
        <p:spPr>
          <a:ln/>
        </p:spPr>
      </p:sp>
      <p:sp>
        <p:nvSpPr>
          <p:cNvPr id="19118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CB4360-F48B-43FC-9624-F38EACE33A41}" type="slidenum">
              <a:rPr lang="en-US" altLang="zh-CN" smtClean="0"/>
              <a:pPr eaLnBrk="1" hangingPunct="1"/>
              <a:t>4</a:t>
            </a:fld>
            <a:endParaRPr lang="en-US" altLang="zh-CN" smtClean="0"/>
          </a:p>
        </p:txBody>
      </p:sp>
      <p:sp>
        <p:nvSpPr>
          <p:cNvPr id="1913858" name="Rectangle 2"/>
          <p:cNvSpPr>
            <a:spLocks noGrp="1" noRot="1" noChangeAspect="1" noChangeArrowheads="1" noTextEdit="1"/>
          </p:cNvSpPr>
          <p:nvPr>
            <p:ph type="sldImg" idx="4294967295"/>
          </p:nvPr>
        </p:nvSpPr>
        <p:spPr>
          <a:ln/>
        </p:spPr>
      </p:sp>
      <p:sp>
        <p:nvSpPr>
          <p:cNvPr id="19138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5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3917BB-1A30-4BC4-92D7-FCA0D80280E8}" type="slidenum">
              <a:rPr lang="en-US" altLang="zh-CN" smtClean="0"/>
              <a:pPr eaLnBrk="1" hangingPunct="1"/>
              <a:t>5</a:t>
            </a:fld>
            <a:endParaRPr lang="en-US" altLang="zh-CN" smtClean="0"/>
          </a:p>
        </p:txBody>
      </p:sp>
      <p:sp>
        <p:nvSpPr>
          <p:cNvPr id="1915906" name="Rectangle 2"/>
          <p:cNvSpPr>
            <a:spLocks noGrp="1" noRot="1" noChangeAspect="1" noChangeArrowheads="1" noTextEdit="1"/>
          </p:cNvSpPr>
          <p:nvPr>
            <p:ph type="sldImg" idx="4294967295"/>
          </p:nvPr>
        </p:nvSpPr>
        <p:spPr>
          <a:ln/>
        </p:spPr>
      </p:sp>
      <p:sp>
        <p:nvSpPr>
          <p:cNvPr id="19159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7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8ABDBB-0371-41C8-BD69-865D5F28B2F5}" type="slidenum">
              <a:rPr lang="en-US" altLang="zh-CN" smtClean="0"/>
              <a:pPr eaLnBrk="1" hangingPunct="1"/>
              <a:t>6</a:t>
            </a:fld>
            <a:endParaRPr lang="en-US" altLang="zh-CN" smtClean="0"/>
          </a:p>
        </p:txBody>
      </p:sp>
      <p:sp>
        <p:nvSpPr>
          <p:cNvPr id="1917954" name="Rectangle 2"/>
          <p:cNvSpPr>
            <a:spLocks noGrp="1" noRot="1" noChangeAspect="1" noChangeArrowheads="1" noTextEdit="1"/>
          </p:cNvSpPr>
          <p:nvPr>
            <p:ph type="sldImg" idx="4294967295"/>
          </p:nvPr>
        </p:nvSpPr>
        <p:spPr>
          <a:ln/>
        </p:spPr>
      </p:sp>
      <p:sp>
        <p:nvSpPr>
          <p:cNvPr id="19179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0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11981B-4082-41F6-8A7B-E82A3397D54A}" type="slidenum">
              <a:rPr lang="en-US" altLang="zh-CN" smtClean="0"/>
              <a:pPr eaLnBrk="1" hangingPunct="1"/>
              <a:t>7</a:t>
            </a:fld>
            <a:endParaRPr lang="en-US" altLang="zh-CN" smtClean="0"/>
          </a:p>
        </p:txBody>
      </p:sp>
      <p:sp>
        <p:nvSpPr>
          <p:cNvPr id="1920002" name="Rectangle 2"/>
          <p:cNvSpPr>
            <a:spLocks noGrp="1" noRot="1" noChangeAspect="1" noChangeArrowheads="1" noTextEdit="1"/>
          </p:cNvSpPr>
          <p:nvPr>
            <p:ph type="sldImg" idx="4294967295"/>
          </p:nvPr>
        </p:nvSpPr>
        <p:spPr>
          <a:ln/>
        </p:spPr>
      </p:sp>
      <p:sp>
        <p:nvSpPr>
          <p:cNvPr id="19200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2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A9D67F-01EF-4E27-9892-6D7972399050}" type="slidenum">
              <a:rPr lang="en-US" altLang="zh-CN" smtClean="0"/>
              <a:pPr eaLnBrk="1" hangingPunct="1"/>
              <a:t>8</a:t>
            </a:fld>
            <a:endParaRPr lang="en-US" altLang="zh-CN" smtClean="0"/>
          </a:p>
        </p:txBody>
      </p:sp>
      <p:sp>
        <p:nvSpPr>
          <p:cNvPr id="1922050" name="Rectangle 2"/>
          <p:cNvSpPr>
            <a:spLocks noGrp="1" noRot="1" noChangeAspect="1" noChangeArrowheads="1" noTextEdit="1"/>
          </p:cNvSpPr>
          <p:nvPr>
            <p:ph type="sldImg" idx="4294967295"/>
          </p:nvPr>
        </p:nvSpPr>
        <p:spPr>
          <a:ln/>
        </p:spPr>
      </p:sp>
      <p:sp>
        <p:nvSpPr>
          <p:cNvPr id="19220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4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4EB24B-BA64-4A54-B37F-26BBB811B8E7}" type="slidenum">
              <a:rPr lang="en-US" altLang="zh-CN" smtClean="0"/>
              <a:pPr eaLnBrk="1" hangingPunct="1"/>
              <a:t>9</a:t>
            </a:fld>
            <a:endParaRPr lang="en-US" altLang="zh-CN" smtClean="0"/>
          </a:p>
        </p:txBody>
      </p:sp>
      <p:sp>
        <p:nvSpPr>
          <p:cNvPr id="1924098" name="Rectangle 2"/>
          <p:cNvSpPr>
            <a:spLocks noGrp="1" noRot="1" noChangeAspect="1" noChangeArrowheads="1" noTextEdit="1"/>
          </p:cNvSpPr>
          <p:nvPr>
            <p:ph type="sldImg" idx="4294967295"/>
          </p:nvPr>
        </p:nvSpPr>
        <p:spPr>
          <a:ln/>
        </p:spPr>
      </p:sp>
      <p:sp>
        <p:nvSpPr>
          <p:cNvPr id="19240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7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3DB68E-5310-40B8-83EC-71A3DE5F4BB5}" type="slidenum">
              <a:rPr lang="en-US" altLang="zh-CN" smtClean="0"/>
              <a:pPr eaLnBrk="1" hangingPunct="1"/>
              <a:t>11</a:t>
            </a:fld>
            <a:endParaRPr lang="en-US" altLang="zh-CN" smtClean="0"/>
          </a:p>
        </p:txBody>
      </p:sp>
      <p:sp>
        <p:nvSpPr>
          <p:cNvPr id="1927170" name="Rectangle 2"/>
          <p:cNvSpPr>
            <a:spLocks noGrp="1" noRot="1" noChangeAspect="1" noChangeArrowheads="1" noTextEdit="1"/>
          </p:cNvSpPr>
          <p:nvPr>
            <p:ph type="sldImg" idx="4294967295"/>
          </p:nvPr>
        </p:nvSpPr>
        <p:spPr>
          <a:ln/>
        </p:spPr>
      </p:sp>
      <p:sp>
        <p:nvSpPr>
          <p:cNvPr id="192717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92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A41FCF-4F9B-490E-9D88-CA93077AB726}" type="slidenum">
              <a:rPr lang="en-US" altLang="zh-CN" smtClean="0"/>
              <a:pPr eaLnBrk="1" hangingPunct="1"/>
              <a:t>12</a:t>
            </a:fld>
            <a:endParaRPr lang="en-US" altLang="zh-CN" smtClean="0"/>
          </a:p>
        </p:txBody>
      </p:sp>
      <p:sp>
        <p:nvSpPr>
          <p:cNvPr id="1929218" name="Rectangle 2"/>
          <p:cNvSpPr>
            <a:spLocks noGrp="1" noRot="1" noChangeAspect="1" noChangeArrowheads="1" noTextEdit="1"/>
          </p:cNvSpPr>
          <p:nvPr>
            <p:ph type="sldImg" idx="4294967295"/>
          </p:nvPr>
        </p:nvSpPr>
        <p:spPr>
          <a:ln/>
        </p:spPr>
      </p:sp>
      <p:sp>
        <p:nvSpPr>
          <p:cNvPr id="192921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B2334A-169F-4A70-8860-137F46FF0B48}" type="slidenum">
              <a:rPr lang="en-US" altLang="zh-CN" smtClean="0"/>
              <a:pPr eaLnBrk="1" hangingPunct="1"/>
              <a:t>18</a:t>
            </a:fld>
            <a:endParaRPr lang="en-US" altLang="zh-CN" smtClean="0"/>
          </a:p>
        </p:txBody>
      </p:sp>
      <p:sp>
        <p:nvSpPr>
          <p:cNvPr id="1936386" name="Rectangle 2"/>
          <p:cNvSpPr>
            <a:spLocks noGrp="1" noRot="1" noChangeAspect="1" noChangeArrowheads="1" noTextEdit="1"/>
          </p:cNvSpPr>
          <p:nvPr>
            <p:ph type="sldImg" idx="4294967295"/>
          </p:nvPr>
        </p:nvSpPr>
        <p:spPr>
          <a:ln/>
        </p:spPr>
      </p:sp>
      <p:sp>
        <p:nvSpPr>
          <p:cNvPr id="193638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8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02BA613-8613-4BA5-A3E3-5E4AFCB495ED}" type="slidenum">
              <a:rPr lang="en-US" altLang="zh-CN" smtClean="0"/>
              <a:pPr eaLnBrk="1" hangingPunct="1"/>
              <a:t>19</a:t>
            </a:fld>
            <a:endParaRPr lang="en-US" altLang="zh-CN" smtClean="0"/>
          </a:p>
        </p:txBody>
      </p:sp>
      <p:sp>
        <p:nvSpPr>
          <p:cNvPr id="1938434" name="Rectangle 2"/>
          <p:cNvSpPr>
            <a:spLocks noGrp="1" noRot="1" noChangeAspect="1" noChangeArrowheads="1" noTextEdit="1"/>
          </p:cNvSpPr>
          <p:nvPr>
            <p:ph type="sldImg" idx="4294967295"/>
          </p:nvPr>
        </p:nvSpPr>
        <p:spPr>
          <a:ln/>
        </p:spPr>
      </p:sp>
      <p:sp>
        <p:nvSpPr>
          <p:cNvPr id="193843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0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665C6D-893F-4850-AFA0-0F362EA9466E}" type="slidenum">
              <a:rPr lang="en-US" altLang="zh-CN" smtClean="0"/>
              <a:pPr eaLnBrk="1" hangingPunct="1"/>
              <a:t>22</a:t>
            </a:fld>
            <a:endParaRPr lang="en-US" altLang="zh-CN" smtClean="0"/>
          </a:p>
        </p:txBody>
      </p:sp>
      <p:sp>
        <p:nvSpPr>
          <p:cNvPr id="1940482" name="Rectangle 2"/>
          <p:cNvSpPr>
            <a:spLocks noGrp="1" noRot="1" noChangeAspect="1" noChangeArrowheads="1" noTextEdit="1"/>
          </p:cNvSpPr>
          <p:nvPr>
            <p:ph type="sldImg" idx="4294967295"/>
          </p:nvPr>
        </p:nvSpPr>
        <p:spPr>
          <a:ln/>
        </p:spPr>
      </p:sp>
      <p:sp>
        <p:nvSpPr>
          <p:cNvPr id="194048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2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9BC38F-BB2B-44B3-B2A9-B33F29AC74C6}" type="slidenum">
              <a:rPr lang="en-US" altLang="zh-CN" smtClean="0"/>
              <a:pPr eaLnBrk="1" hangingPunct="1"/>
              <a:t>23</a:t>
            </a:fld>
            <a:endParaRPr lang="en-US" altLang="zh-CN" smtClean="0"/>
          </a:p>
        </p:txBody>
      </p:sp>
      <p:sp>
        <p:nvSpPr>
          <p:cNvPr id="1942530" name="Rectangle 2"/>
          <p:cNvSpPr>
            <a:spLocks noGrp="1" noRot="1" noChangeAspect="1" noChangeArrowheads="1" noTextEdit="1"/>
          </p:cNvSpPr>
          <p:nvPr>
            <p:ph type="sldImg" idx="4294967295"/>
          </p:nvPr>
        </p:nvSpPr>
        <p:spPr>
          <a:ln/>
        </p:spPr>
      </p:sp>
      <p:sp>
        <p:nvSpPr>
          <p:cNvPr id="194253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5778901-321E-49AD-A1AA-623BFBE3402F}" type="slidenum">
              <a:rPr lang="en-US" altLang="zh-CN" smtClean="0"/>
              <a:pPr eaLnBrk="1" hangingPunct="1"/>
              <a:t>24</a:t>
            </a:fld>
            <a:endParaRPr lang="en-US" altLang="zh-CN" smtClean="0"/>
          </a:p>
        </p:txBody>
      </p:sp>
      <p:sp>
        <p:nvSpPr>
          <p:cNvPr id="1944578" name="Rectangle 2"/>
          <p:cNvSpPr>
            <a:spLocks noGrp="1" noRot="1" noChangeAspect="1" noChangeArrowheads="1" noTextEdit="1"/>
          </p:cNvSpPr>
          <p:nvPr>
            <p:ph type="sldImg" idx="4294967295"/>
          </p:nvPr>
        </p:nvSpPr>
        <p:spPr>
          <a:ln/>
        </p:spPr>
      </p:sp>
      <p:sp>
        <p:nvSpPr>
          <p:cNvPr id="194457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FD517C-2CF9-41AA-85DA-14DA1298C93C}" type="slidenum">
              <a:rPr lang="en-US" altLang="zh-CN" smtClean="0"/>
              <a:pPr eaLnBrk="1" hangingPunct="1"/>
              <a:t>28</a:t>
            </a:fld>
            <a:endParaRPr lang="en-US" altLang="zh-CN" smtClean="0"/>
          </a:p>
        </p:txBody>
      </p:sp>
      <p:sp>
        <p:nvSpPr>
          <p:cNvPr id="1948674" name="Rectangle 2"/>
          <p:cNvSpPr>
            <a:spLocks noGrp="1" noRot="1" noChangeAspect="1" noChangeArrowheads="1" noTextEdit="1"/>
          </p:cNvSpPr>
          <p:nvPr>
            <p:ph type="sldImg" idx="4294967295"/>
          </p:nvPr>
        </p:nvSpPr>
        <p:spPr>
          <a:ln/>
        </p:spPr>
      </p:sp>
      <p:sp>
        <p:nvSpPr>
          <p:cNvPr id="194867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1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9F5AD5-4AC1-4A3B-BC69-20D90F99B159}" type="slidenum">
              <a:rPr lang="en-US" altLang="zh-CN" smtClean="0"/>
              <a:pPr eaLnBrk="1" hangingPunct="1"/>
              <a:t>31</a:t>
            </a:fld>
            <a:endParaRPr lang="en-US" altLang="zh-CN" smtClean="0"/>
          </a:p>
        </p:txBody>
      </p:sp>
      <p:sp>
        <p:nvSpPr>
          <p:cNvPr id="1951746" name="Rectangle 2"/>
          <p:cNvSpPr>
            <a:spLocks noGrp="1" noRot="1" noChangeAspect="1" noChangeArrowheads="1" noTextEdit="1"/>
          </p:cNvSpPr>
          <p:nvPr>
            <p:ph type="sldImg" idx="4294967295"/>
          </p:nvPr>
        </p:nvSpPr>
        <p:spPr>
          <a:ln/>
        </p:spPr>
      </p:sp>
      <p:sp>
        <p:nvSpPr>
          <p:cNvPr id="19517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3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67B7D8-5F3D-4533-A04C-7BE367AACA1A}" type="slidenum">
              <a:rPr lang="en-US" altLang="zh-CN" smtClean="0"/>
              <a:pPr eaLnBrk="1" hangingPunct="1"/>
              <a:t>32</a:t>
            </a:fld>
            <a:endParaRPr lang="en-US" altLang="zh-CN" smtClean="0"/>
          </a:p>
        </p:txBody>
      </p:sp>
      <p:sp>
        <p:nvSpPr>
          <p:cNvPr id="1953794" name="Rectangle 2"/>
          <p:cNvSpPr>
            <a:spLocks noGrp="1" noRot="1" noChangeAspect="1" noChangeArrowheads="1" noTextEdit="1"/>
          </p:cNvSpPr>
          <p:nvPr>
            <p:ph type="sldImg" idx="4294967295"/>
          </p:nvPr>
        </p:nvSpPr>
        <p:spPr>
          <a:ln/>
        </p:spPr>
      </p:sp>
      <p:sp>
        <p:nvSpPr>
          <p:cNvPr id="19537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2E5E60-B29A-492E-A7DA-207B10230E2F}" type="slidenum">
              <a:rPr lang="en-US" altLang="zh-CN" smtClean="0"/>
              <a:pPr eaLnBrk="1" hangingPunct="1"/>
              <a:t>33</a:t>
            </a:fld>
            <a:endParaRPr lang="en-US" altLang="zh-CN" smtClean="0"/>
          </a:p>
        </p:txBody>
      </p:sp>
      <p:sp>
        <p:nvSpPr>
          <p:cNvPr id="1955842" name="Rectangle 2"/>
          <p:cNvSpPr>
            <a:spLocks noGrp="1" noRot="1" noChangeAspect="1" noChangeArrowheads="1" noTextEdit="1"/>
          </p:cNvSpPr>
          <p:nvPr>
            <p:ph type="sldImg" idx="4294967295"/>
          </p:nvPr>
        </p:nvSpPr>
        <p:spPr>
          <a:ln/>
        </p:spPr>
      </p:sp>
      <p:sp>
        <p:nvSpPr>
          <p:cNvPr id="195584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7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54FA74-0F9F-4398-B185-7A0B693A1D7B}" type="slidenum">
              <a:rPr lang="en-US" altLang="zh-CN" smtClean="0"/>
              <a:pPr eaLnBrk="1" hangingPunct="1"/>
              <a:t>34</a:t>
            </a:fld>
            <a:endParaRPr lang="en-US" altLang="zh-CN" smtClean="0"/>
          </a:p>
        </p:txBody>
      </p:sp>
      <p:sp>
        <p:nvSpPr>
          <p:cNvPr id="1957890" name="Rectangle 2"/>
          <p:cNvSpPr>
            <a:spLocks noGrp="1" noRot="1" noChangeAspect="1" noChangeArrowheads="1" noTextEdit="1"/>
          </p:cNvSpPr>
          <p:nvPr>
            <p:ph type="sldImg" idx="4294967295"/>
          </p:nvPr>
        </p:nvSpPr>
        <p:spPr>
          <a:ln/>
        </p:spPr>
      </p:sp>
      <p:sp>
        <p:nvSpPr>
          <p:cNvPr id="195789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9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804FAE-BFF3-45E1-9320-C1B8E6777BD6}" type="slidenum">
              <a:rPr lang="en-US" altLang="zh-CN" smtClean="0"/>
              <a:pPr eaLnBrk="1" hangingPunct="1"/>
              <a:t>35</a:t>
            </a:fld>
            <a:endParaRPr lang="en-US" altLang="zh-CN" smtClean="0"/>
          </a:p>
        </p:txBody>
      </p:sp>
      <p:sp>
        <p:nvSpPr>
          <p:cNvPr id="1959938" name="Rectangle 2"/>
          <p:cNvSpPr>
            <a:spLocks noGrp="1" noRot="1" noChangeAspect="1" noChangeArrowheads="1" noTextEdit="1"/>
          </p:cNvSpPr>
          <p:nvPr>
            <p:ph type="sldImg" idx="4294967295"/>
          </p:nvPr>
        </p:nvSpPr>
        <p:spPr>
          <a:ln/>
        </p:spPr>
      </p:sp>
      <p:sp>
        <p:nvSpPr>
          <p:cNvPr id="195993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3DB51F7-D233-4D96-85E9-CCB68BA4E547}" type="slidenum">
              <a:rPr lang="en-US" altLang="zh-CN" smtClean="0">
                <a:latin typeface="Arial" panose="020B0604020202020204" pitchFamily="34" charset="0"/>
              </a:rPr>
              <a:pPr/>
              <a:t>36</a:t>
            </a:fld>
            <a:endParaRPr lang="en-US" altLang="zh-CN" smtClean="0">
              <a:latin typeface="Arial" panose="020B0604020202020204" pitchFamily="34" charset="0"/>
            </a:endParaRPr>
          </a:p>
        </p:txBody>
      </p:sp>
      <p:sp>
        <p:nvSpPr>
          <p:cNvPr id="1961986" name="Rectangle 2"/>
          <p:cNvSpPr>
            <a:spLocks noGrp="1" noRot="1" noChangeAspect="1" noChangeArrowheads="1" noTextEdit="1"/>
          </p:cNvSpPr>
          <p:nvPr>
            <p:ph type="sldImg" idx="4294967295"/>
          </p:nvPr>
        </p:nvSpPr>
        <p:spPr>
          <a:ln/>
        </p:spPr>
      </p:sp>
      <p:sp>
        <p:nvSpPr>
          <p:cNvPr id="196198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4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CE7D6A-C817-474F-B9F2-EEEC3FA3A30E}" type="slidenum">
              <a:rPr lang="en-US" altLang="zh-CN" smtClean="0"/>
              <a:pPr eaLnBrk="1" hangingPunct="1"/>
              <a:t>37</a:t>
            </a:fld>
            <a:endParaRPr lang="en-US" altLang="zh-CN" smtClean="0"/>
          </a:p>
        </p:txBody>
      </p:sp>
      <p:sp>
        <p:nvSpPr>
          <p:cNvPr id="1964034" name="Rectangle 2"/>
          <p:cNvSpPr>
            <a:spLocks noGrp="1" noRot="1" noChangeAspect="1" noChangeArrowheads="1" noTextEdit="1"/>
          </p:cNvSpPr>
          <p:nvPr>
            <p:ph type="sldImg" idx="4294967295"/>
          </p:nvPr>
        </p:nvSpPr>
        <p:spPr>
          <a:ln/>
        </p:spPr>
      </p:sp>
      <p:sp>
        <p:nvSpPr>
          <p:cNvPr id="196403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B369D3-EDAD-4EDD-8D60-62CCCD1F07E8}" type="slidenum">
              <a:rPr lang="en-US" altLang="zh-CN" smtClean="0"/>
              <a:pPr eaLnBrk="1" hangingPunct="1"/>
              <a:t>38</a:t>
            </a:fld>
            <a:endParaRPr lang="en-US" altLang="zh-CN" smtClean="0"/>
          </a:p>
        </p:txBody>
      </p:sp>
      <p:sp>
        <p:nvSpPr>
          <p:cNvPr id="1966082" name="Rectangle 2"/>
          <p:cNvSpPr>
            <a:spLocks noGrp="1" noRot="1" noChangeAspect="1" noChangeArrowheads="1" noTextEdit="1"/>
          </p:cNvSpPr>
          <p:nvPr>
            <p:ph type="sldImg" idx="4294967295"/>
          </p:nvPr>
        </p:nvSpPr>
        <p:spPr>
          <a:ln/>
        </p:spPr>
      </p:sp>
      <p:sp>
        <p:nvSpPr>
          <p:cNvPr id="196608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70BCA4-E352-4DF9-9478-CB3475FD9A0B}" type="slidenum">
              <a:rPr lang="en-US" altLang="zh-CN" smtClean="0"/>
              <a:pPr eaLnBrk="1" hangingPunct="1"/>
              <a:t>40</a:t>
            </a:fld>
            <a:endParaRPr lang="en-US" altLang="zh-CN" smtClean="0"/>
          </a:p>
        </p:txBody>
      </p:sp>
      <p:sp>
        <p:nvSpPr>
          <p:cNvPr id="1969154" name="Rectangle 2"/>
          <p:cNvSpPr>
            <a:spLocks noGrp="1" noRot="1" noChangeAspect="1" noChangeArrowheads="1" noTextEdit="1"/>
          </p:cNvSpPr>
          <p:nvPr>
            <p:ph type="sldImg" idx="4294967295"/>
          </p:nvPr>
        </p:nvSpPr>
        <p:spPr>
          <a:ln/>
        </p:spPr>
      </p:sp>
      <p:sp>
        <p:nvSpPr>
          <p:cNvPr id="19691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A7D7D11-8D24-4386-9877-439CBBCAF7D2}" type="slidenum">
              <a:rPr lang="en-US" altLang="zh-CN" smtClean="0">
                <a:latin typeface="Arial" panose="020B0604020202020204" pitchFamily="34" charset="0"/>
              </a:rPr>
              <a:pPr/>
              <a:t>41</a:t>
            </a:fld>
            <a:endParaRPr lang="en-US" altLang="zh-CN" smtClean="0">
              <a:latin typeface="Arial" panose="020B0604020202020204" pitchFamily="34" charset="0"/>
            </a:endParaRPr>
          </a:p>
        </p:txBody>
      </p:sp>
      <p:sp>
        <p:nvSpPr>
          <p:cNvPr id="1971202" name="Rectangle 2"/>
          <p:cNvSpPr>
            <a:spLocks noGrp="1" noRot="1" noChangeAspect="1" noChangeArrowheads="1" noTextEdit="1"/>
          </p:cNvSpPr>
          <p:nvPr>
            <p:ph type="sldImg" idx="4294967295"/>
          </p:nvPr>
        </p:nvSpPr>
        <p:spPr>
          <a:ln/>
        </p:spPr>
      </p:sp>
      <p:sp>
        <p:nvSpPr>
          <p:cNvPr id="19712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AD5840-43A6-4A78-94C6-B7D98890E835}" type="slidenum">
              <a:rPr lang="en-US" altLang="zh-CN" smtClean="0"/>
              <a:pPr eaLnBrk="1" hangingPunct="1"/>
              <a:t>42</a:t>
            </a:fld>
            <a:endParaRPr lang="en-US" altLang="zh-CN" smtClean="0"/>
          </a:p>
        </p:txBody>
      </p:sp>
      <p:sp>
        <p:nvSpPr>
          <p:cNvPr id="1973250" name="Rectangle 2"/>
          <p:cNvSpPr>
            <a:spLocks noGrp="1" noRot="1" noChangeAspect="1" noChangeArrowheads="1" noTextEdit="1"/>
          </p:cNvSpPr>
          <p:nvPr>
            <p:ph type="sldImg" idx="4294967295"/>
          </p:nvPr>
        </p:nvSpPr>
        <p:spPr>
          <a:ln/>
        </p:spPr>
      </p:sp>
      <p:sp>
        <p:nvSpPr>
          <p:cNvPr id="19732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B95408-A496-4E61-9665-BCB811F1BAAC}" type="slidenum">
              <a:rPr lang="en-US" altLang="zh-CN" smtClean="0"/>
              <a:pPr eaLnBrk="1" hangingPunct="1"/>
              <a:t>43</a:t>
            </a:fld>
            <a:endParaRPr lang="en-US" altLang="zh-CN" smtClean="0"/>
          </a:p>
        </p:txBody>
      </p:sp>
      <p:sp>
        <p:nvSpPr>
          <p:cNvPr id="1975298" name="Rectangle 2"/>
          <p:cNvSpPr>
            <a:spLocks noGrp="1" noRot="1" noChangeAspect="1" noChangeArrowheads="1" noTextEdit="1"/>
          </p:cNvSpPr>
          <p:nvPr>
            <p:ph type="sldImg" idx="4294967295"/>
          </p:nvPr>
        </p:nvSpPr>
        <p:spPr>
          <a:ln/>
        </p:spPr>
      </p:sp>
      <p:sp>
        <p:nvSpPr>
          <p:cNvPr id="19752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D69E7E-518C-43BC-8104-9B1671AD4057}" type="slidenum">
              <a:rPr lang="en-US" altLang="zh-CN" smtClean="0"/>
              <a:pPr eaLnBrk="1" hangingPunct="1"/>
              <a:t>44</a:t>
            </a:fld>
            <a:endParaRPr lang="en-US" altLang="zh-CN" smtClean="0"/>
          </a:p>
        </p:txBody>
      </p:sp>
      <p:sp>
        <p:nvSpPr>
          <p:cNvPr id="1977346" name="Rectangle 2"/>
          <p:cNvSpPr>
            <a:spLocks noGrp="1" noRot="1" noChangeAspect="1" noChangeArrowheads="1" noTextEdit="1"/>
          </p:cNvSpPr>
          <p:nvPr>
            <p:ph type="sldImg" idx="4294967295"/>
          </p:nvPr>
        </p:nvSpPr>
        <p:spPr>
          <a:ln/>
        </p:spPr>
      </p:sp>
      <p:sp>
        <p:nvSpPr>
          <p:cNvPr id="19773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9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84549E-30FE-4B85-B7D2-DBB89B3E7D78}" type="slidenum">
              <a:rPr lang="en-US" altLang="zh-CN" smtClean="0"/>
              <a:pPr eaLnBrk="1" hangingPunct="1"/>
              <a:t>45</a:t>
            </a:fld>
            <a:endParaRPr lang="en-US" altLang="zh-CN" smtClean="0"/>
          </a:p>
        </p:txBody>
      </p:sp>
      <p:sp>
        <p:nvSpPr>
          <p:cNvPr id="1979394" name="Rectangle 2"/>
          <p:cNvSpPr>
            <a:spLocks noGrp="1" noRot="1" noChangeAspect="1" noChangeArrowheads="1" noTextEdit="1"/>
          </p:cNvSpPr>
          <p:nvPr>
            <p:ph type="sldImg" idx="4294967295"/>
          </p:nvPr>
        </p:nvSpPr>
        <p:spPr>
          <a:ln/>
        </p:spPr>
      </p:sp>
      <p:sp>
        <p:nvSpPr>
          <p:cNvPr id="19793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4280F7-7179-43EB-919B-79C0B09C25CB}" type="slidenum">
              <a:rPr lang="en-US" altLang="zh-CN" smtClean="0"/>
              <a:pPr eaLnBrk="1" hangingPunct="1"/>
              <a:t>47</a:t>
            </a:fld>
            <a:endParaRPr lang="en-US" altLang="zh-CN" smtClean="0"/>
          </a:p>
        </p:txBody>
      </p:sp>
      <p:sp>
        <p:nvSpPr>
          <p:cNvPr id="1982466" name="Rectangle 2"/>
          <p:cNvSpPr>
            <a:spLocks noGrp="1" noRot="1" noChangeAspect="1" noChangeArrowheads="1" noTextEdit="1"/>
          </p:cNvSpPr>
          <p:nvPr>
            <p:ph type="sldImg" idx="4294967295"/>
          </p:nvPr>
        </p:nvSpPr>
        <p:spPr>
          <a:ln/>
        </p:spPr>
      </p:sp>
      <p:sp>
        <p:nvSpPr>
          <p:cNvPr id="198246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7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5EFB44-42A0-46D3-909F-DACC5204BE69}" type="slidenum">
              <a:rPr lang="en-US" altLang="zh-CN" smtClean="0"/>
              <a:pPr eaLnBrk="1" hangingPunct="1"/>
              <a:t>51</a:t>
            </a:fld>
            <a:endParaRPr lang="en-US" altLang="zh-CN" smtClean="0"/>
          </a:p>
        </p:txBody>
      </p:sp>
      <p:sp>
        <p:nvSpPr>
          <p:cNvPr id="1987586" name="Rectangle 2"/>
          <p:cNvSpPr>
            <a:spLocks noGrp="1" noRot="1" noChangeAspect="1" noChangeArrowheads="1" noTextEdit="1"/>
          </p:cNvSpPr>
          <p:nvPr>
            <p:ph type="sldImg" idx="4294967295"/>
          </p:nvPr>
        </p:nvSpPr>
        <p:spPr>
          <a:ln/>
        </p:spPr>
      </p:sp>
      <p:sp>
        <p:nvSpPr>
          <p:cNvPr id="198758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8465" name="标题 1"/>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 </a:t>
            </a:r>
            <a:r>
              <a:rPr lang="en-US" altLang="zh-CN" smtClean="0">
                <a:ea typeface="黑体" panose="02010609060101010101" pitchFamily="49" charset="-122"/>
              </a:rPr>
              <a:t>6 </a:t>
            </a:r>
            <a:r>
              <a:rPr lang="zh-CN" altLang="en-US" smtClean="0">
                <a:ea typeface="黑体" panose="02010609060101010101" pitchFamily="49" charset="-122"/>
              </a:rPr>
              <a:t>章 应用层</a:t>
            </a:r>
          </a:p>
        </p:txBody>
      </p:sp>
      <p:sp>
        <p:nvSpPr>
          <p:cNvPr id="1598466"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ea typeface="黑体" panose="02010609060101010101" pitchFamily="49" charset="-122"/>
              </a:rPr>
              <a:t>6.7  </a:t>
            </a:r>
            <a:r>
              <a:rPr lang="zh-CN" altLang="en-US" dirty="0" smtClean="0">
                <a:ea typeface="黑体" panose="02010609060101010101" pitchFamily="49" charset="-122"/>
              </a:rPr>
              <a:t>简单网络管理协议 </a:t>
            </a:r>
            <a:r>
              <a:rPr lang="en-US" altLang="zh-CN" dirty="0" smtClean="0">
                <a:ea typeface="黑体" panose="02010609060101010101" pitchFamily="49" charset="-122"/>
              </a:rPr>
              <a:t>SNMP</a:t>
            </a:r>
          </a:p>
          <a:p>
            <a:pPr>
              <a:lnSpc>
                <a:spcPct val="100000"/>
              </a:lnSpc>
            </a:pPr>
            <a:r>
              <a:rPr lang="en-US" altLang="zh-CN" dirty="0" smtClean="0">
                <a:ea typeface="黑体" panose="02010609060101010101" pitchFamily="49" charset="-122"/>
              </a:rPr>
              <a:t>6.8  </a:t>
            </a:r>
            <a:r>
              <a:rPr lang="zh-CN" altLang="en-US" dirty="0" smtClean="0">
                <a:ea typeface="黑体" panose="02010609060101010101" pitchFamily="49" charset="-122"/>
              </a:rPr>
              <a:t>应用进程跨越网络的通信</a:t>
            </a:r>
            <a:endParaRPr lang="en-US" altLang="zh-CN" dirty="0" smtClean="0">
              <a:ea typeface="黑体" panose="02010609060101010101" pitchFamily="49" charset="-122"/>
            </a:endParaRPr>
          </a:p>
          <a:p>
            <a:pPr>
              <a:lnSpc>
                <a:spcPct val="100000"/>
              </a:lnSpc>
            </a:pPr>
            <a:r>
              <a:rPr lang="en-US" altLang="zh-CN" dirty="0" smtClean="0">
                <a:ea typeface="黑体" panose="02010609060101010101" pitchFamily="49" charset="-122"/>
              </a:rPr>
              <a:t>6.9  P2P </a:t>
            </a:r>
            <a:r>
              <a:rPr lang="zh-CN" altLang="en-US" dirty="0" smtClean="0">
                <a:ea typeface="黑体" panose="02010609060101010101" pitchFamily="49" charset="-122"/>
              </a:rPr>
              <a:t>应用</a:t>
            </a:r>
          </a:p>
        </p:txBody>
      </p:sp>
      <p:sp>
        <p:nvSpPr>
          <p:cNvPr id="1598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F34E6-6FF2-4929-AAB5-81F5EC4F5FE3}" type="slidenum">
              <a:rPr lang="zh-CN" altLang="en-US" smtClean="0"/>
              <a:pPr eaLnBrk="1" hangingPunct="1"/>
              <a:t>1</a:t>
            </a:fld>
            <a:endParaRPr lang="en-US" altLang="zh-CN" smtClean="0"/>
          </a:p>
        </p:txBody>
      </p:sp>
      <p:sp>
        <p:nvSpPr>
          <p:cNvPr id="1598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976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6.7  </a:t>
            </a:r>
            <a:r>
              <a:rPr lang="zh-CN" altLang="en-US" smtClean="0">
                <a:ea typeface="黑体" panose="02010609060101010101" pitchFamily="49" charset="-122"/>
              </a:rPr>
              <a:t>简单网络管理协议 </a:t>
            </a:r>
            <a:r>
              <a:rPr lang="en-US" altLang="zh-CN" smtClean="0">
                <a:ea typeface="黑体" panose="02010609060101010101" pitchFamily="49" charset="-122"/>
              </a:rPr>
              <a:t>SNMP</a:t>
            </a:r>
            <a:endParaRPr lang="zh-CN" altLang="en-US" smtClean="0">
              <a:ea typeface="黑体" panose="02010609060101010101" pitchFamily="49" charset="-122"/>
            </a:endParaRPr>
          </a:p>
        </p:txBody>
      </p:sp>
      <p:sp>
        <p:nvSpPr>
          <p:cNvPr id="1909762"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6.7.1  </a:t>
            </a:r>
            <a:r>
              <a:rPr lang="zh-CN" altLang="en-US" smtClean="0">
                <a:ea typeface="黑体" panose="02010609060101010101" pitchFamily="49" charset="-122"/>
              </a:rPr>
              <a:t>网络管理的基本概念</a:t>
            </a:r>
            <a:endParaRPr lang="en-US" altLang="zh-CN" smtClean="0">
              <a:ea typeface="黑体" panose="02010609060101010101" pitchFamily="49" charset="-122"/>
            </a:endParaRPr>
          </a:p>
          <a:p>
            <a:r>
              <a:rPr lang="en-US" altLang="zh-CN" smtClean="0">
                <a:ea typeface="黑体" panose="02010609060101010101" pitchFamily="49" charset="-122"/>
              </a:rPr>
              <a:t>6.7.2  </a:t>
            </a:r>
            <a:r>
              <a:rPr lang="zh-CN" altLang="en-US" smtClean="0">
                <a:ea typeface="黑体" panose="02010609060101010101" pitchFamily="49" charset="-122"/>
              </a:rPr>
              <a:t>管理信息结构 </a:t>
            </a:r>
            <a:r>
              <a:rPr lang="en-US" altLang="zh-CN" smtClean="0">
                <a:ea typeface="黑体" panose="02010609060101010101" pitchFamily="49" charset="-122"/>
              </a:rPr>
              <a:t>SMI</a:t>
            </a:r>
          </a:p>
          <a:p>
            <a:r>
              <a:rPr lang="en-US" altLang="zh-CN" smtClean="0">
                <a:ea typeface="黑体" panose="02010609060101010101" pitchFamily="49" charset="-122"/>
              </a:rPr>
              <a:t>6.7.3  </a:t>
            </a:r>
            <a:r>
              <a:rPr lang="zh-CN" altLang="en-US" smtClean="0">
                <a:ea typeface="黑体" panose="02010609060101010101" pitchFamily="49" charset="-122"/>
              </a:rPr>
              <a:t>管理信息库 </a:t>
            </a:r>
            <a:r>
              <a:rPr lang="en-US" altLang="zh-CN" smtClean="0">
                <a:ea typeface="黑体" panose="02010609060101010101" pitchFamily="49" charset="-122"/>
              </a:rPr>
              <a:t>MIB</a:t>
            </a:r>
          </a:p>
          <a:p>
            <a:r>
              <a:rPr lang="en-US" altLang="zh-CN" smtClean="0">
                <a:ea typeface="黑体" panose="02010609060101010101" pitchFamily="49" charset="-122"/>
              </a:rPr>
              <a:t>6.7.4  SNMP </a:t>
            </a:r>
            <a:r>
              <a:rPr lang="zh-CN" altLang="en-US" smtClean="0">
                <a:ea typeface="黑体" panose="02010609060101010101" pitchFamily="49" charset="-122"/>
              </a:rPr>
              <a:t>的协议数据单元和报文</a:t>
            </a:r>
          </a:p>
        </p:txBody>
      </p:sp>
      <p:sp>
        <p:nvSpPr>
          <p:cNvPr id="190976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EEB53B-6AC9-4B04-8398-A61F5D2F3E04}" type="slidenum">
              <a:rPr lang="zh-CN" altLang="en-US" smtClean="0"/>
              <a:pPr eaLnBrk="1" hangingPunct="1"/>
              <a:t>2</a:t>
            </a:fld>
            <a:endParaRPr lang="en-US" altLang="zh-CN" smtClean="0"/>
          </a:p>
        </p:txBody>
      </p:sp>
      <p:sp>
        <p:nvSpPr>
          <p:cNvPr id="190976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078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6.7.1  </a:t>
            </a:r>
            <a:r>
              <a:rPr lang="zh-CN" altLang="en-US" smtClean="0">
                <a:ea typeface="黑体" panose="02010609060101010101" pitchFamily="49" charset="-122"/>
              </a:rPr>
              <a:t>网络管理的基本概念</a:t>
            </a:r>
          </a:p>
        </p:txBody>
      </p:sp>
      <p:sp>
        <p:nvSpPr>
          <p:cNvPr id="1910786"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网络管理</a:t>
            </a:r>
            <a:r>
              <a:rPr lang="zh-CN" altLang="en-US" dirty="0" smtClean="0">
                <a:ea typeface="黑体" panose="02010609060101010101" pitchFamily="49" charset="-122"/>
              </a:rPr>
              <a:t>包括对硬件、软件和人力的使用、综合与协调，以便对网络资源进行监视、测试、配置、分析、评价和控制，这样就能以合理的价格满足网络的一些需求，如实时运行性能，服务质量等。网络管理常简称为</a:t>
            </a:r>
            <a:r>
              <a:rPr lang="zh-CN" altLang="en-US" dirty="0" smtClean="0">
                <a:solidFill>
                  <a:srgbClr val="FF0000"/>
                </a:solidFill>
                <a:ea typeface="黑体" panose="02010609060101010101" pitchFamily="49" charset="-122"/>
              </a:rPr>
              <a:t>网管</a:t>
            </a:r>
            <a:r>
              <a:rPr lang="zh-CN" altLang="en-US" dirty="0" smtClean="0">
                <a:ea typeface="黑体" panose="02010609060101010101" pitchFamily="49" charset="-122"/>
              </a:rPr>
              <a:t>。</a:t>
            </a:r>
          </a:p>
          <a:p>
            <a:r>
              <a:rPr lang="zh-CN" altLang="en-US" dirty="0" smtClean="0">
                <a:ea typeface="黑体" panose="02010609060101010101" pitchFamily="49" charset="-122"/>
              </a:rPr>
              <a:t>网络管理并不是指对网络进行行政上的管理。</a:t>
            </a:r>
          </a:p>
        </p:txBody>
      </p:sp>
      <p:sp>
        <p:nvSpPr>
          <p:cNvPr id="19107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0BD0C5-AC2A-4EFB-BF8A-EFC504B5CD78}" type="slidenum">
              <a:rPr lang="zh-CN" altLang="en-US" smtClean="0"/>
              <a:pPr eaLnBrk="1" hangingPunct="1"/>
              <a:t>3</a:t>
            </a:fld>
            <a:endParaRPr lang="en-US" altLang="zh-CN" smtClean="0"/>
          </a:p>
        </p:txBody>
      </p:sp>
      <p:sp>
        <p:nvSpPr>
          <p:cNvPr id="19107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2833" name="Rectangle 4"/>
          <p:cNvSpPr>
            <a:spLocks noGrp="1" noChangeArrowheads="1"/>
          </p:cNvSpPr>
          <p:nvPr>
            <p:ph type="title"/>
          </p:nvPr>
        </p:nvSpPr>
        <p:spPr/>
        <p:txBody>
          <a:bodyPr/>
          <a:lstStyle/>
          <a:p>
            <a:pPr algn="ctr"/>
            <a:r>
              <a:rPr lang="zh-CN" altLang="en-US" smtClean="0">
                <a:ea typeface="黑体" panose="02010609060101010101" pitchFamily="49" charset="-122"/>
              </a:rPr>
              <a:t>网络管理的一般模型 </a:t>
            </a:r>
          </a:p>
        </p:txBody>
      </p:sp>
      <p:grpSp>
        <p:nvGrpSpPr>
          <p:cNvPr id="1912834" name="Group 5"/>
          <p:cNvGrpSpPr>
            <a:grpSpLocks/>
          </p:cNvGrpSpPr>
          <p:nvPr/>
        </p:nvGrpSpPr>
        <p:grpSpPr bwMode="auto">
          <a:xfrm>
            <a:off x="5946775" y="3779838"/>
            <a:ext cx="1708150" cy="2006600"/>
            <a:chOff x="3072" y="2208"/>
            <a:chExt cx="1056" cy="1056"/>
          </a:xfrm>
        </p:grpSpPr>
        <p:grpSp>
          <p:nvGrpSpPr>
            <p:cNvPr id="1912835" name="Group 6"/>
            <p:cNvGrpSpPr>
              <a:grpSpLocks/>
            </p:cNvGrpSpPr>
            <p:nvPr/>
          </p:nvGrpSpPr>
          <p:grpSpPr bwMode="auto">
            <a:xfrm flipH="1">
              <a:off x="3072" y="2543"/>
              <a:ext cx="888" cy="721"/>
              <a:chOff x="2565" y="2202"/>
              <a:chExt cx="355" cy="297"/>
            </a:xfrm>
          </p:grpSpPr>
          <p:sp>
            <p:nvSpPr>
              <p:cNvPr id="1912836" name="Freeform 7"/>
              <p:cNvSpPr>
                <a:spLocks noChangeArrowheads="1"/>
              </p:cNvSpPr>
              <p:nvPr/>
            </p:nvSpPr>
            <p:spPr bwMode="auto">
              <a:xfrm>
                <a:off x="2646" y="2242"/>
                <a:ext cx="125" cy="189"/>
              </a:xfrm>
              <a:custGeom>
                <a:avLst/>
                <a:gdLst>
                  <a:gd name="T0" fmla="*/ 582 w 876"/>
                  <a:gd name="T1" fmla="*/ 23 h 1326"/>
                  <a:gd name="T2" fmla="*/ 876 w 876"/>
                  <a:gd name="T3" fmla="*/ 1209 h 1326"/>
                  <a:gd name="T4" fmla="*/ 0 w 876"/>
                  <a:gd name="T5" fmla="*/ 1326 h 1326"/>
                  <a:gd name="T6" fmla="*/ 225 w 876"/>
                  <a:gd name="T7" fmla="*/ 0 h 1326"/>
                </a:gdLst>
                <a:ahLst/>
                <a:cxnLst>
                  <a:cxn ang="0">
                    <a:pos x="T0" y="T1"/>
                  </a:cxn>
                  <a:cxn ang="0">
                    <a:pos x="T2" y="T3"/>
                  </a:cxn>
                  <a:cxn ang="0">
                    <a:pos x="T4" y="T5"/>
                  </a:cxn>
                  <a:cxn ang="0">
                    <a:pos x="T6" y="T7"/>
                  </a:cxn>
                </a:cxnLst>
                <a:rect l="0" t="0" r="r" b="b"/>
                <a:pathLst>
                  <a:path w="876" h="1326">
                    <a:moveTo>
                      <a:pt x="582" y="23"/>
                    </a:moveTo>
                    <a:lnTo>
                      <a:pt x="876" y="1209"/>
                    </a:lnTo>
                    <a:lnTo>
                      <a:pt x="0" y="1326"/>
                    </a:lnTo>
                    <a:lnTo>
                      <a:pt x="22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12837" name="Group 8"/>
              <p:cNvGrpSpPr>
                <a:grpSpLocks/>
              </p:cNvGrpSpPr>
              <p:nvPr/>
            </p:nvGrpSpPr>
            <p:grpSpPr bwMode="auto">
              <a:xfrm>
                <a:off x="2565" y="2202"/>
                <a:ext cx="351" cy="78"/>
                <a:chOff x="2565" y="2202"/>
                <a:chExt cx="351" cy="78"/>
              </a:xfrm>
            </p:grpSpPr>
            <p:sp>
              <p:nvSpPr>
                <p:cNvPr id="1912838" name="Freeform 9"/>
                <p:cNvSpPr>
                  <a:spLocks noChangeArrowheads="1"/>
                </p:cNvSpPr>
                <p:nvPr/>
              </p:nvSpPr>
              <p:spPr bwMode="auto">
                <a:xfrm>
                  <a:off x="2565" y="2202"/>
                  <a:ext cx="351" cy="66"/>
                </a:xfrm>
                <a:custGeom>
                  <a:avLst/>
                  <a:gdLst>
                    <a:gd name="T0" fmla="*/ 2454 w 2454"/>
                    <a:gd name="T1" fmla="*/ 242 h 468"/>
                    <a:gd name="T2" fmla="*/ 906 w 2454"/>
                    <a:gd name="T3" fmla="*/ 468 h 468"/>
                    <a:gd name="T4" fmla="*/ 0 w 2454"/>
                    <a:gd name="T5" fmla="*/ 118 h 468"/>
                    <a:gd name="T6" fmla="*/ 1162 w 2454"/>
                    <a:gd name="T7" fmla="*/ 0 h 468"/>
                    <a:gd name="T8" fmla="*/ 2454 w 2454"/>
                    <a:gd name="T9" fmla="*/ 242 h 468"/>
                  </a:gdLst>
                  <a:ahLst/>
                  <a:cxnLst>
                    <a:cxn ang="0">
                      <a:pos x="T0" y="T1"/>
                    </a:cxn>
                    <a:cxn ang="0">
                      <a:pos x="T2" y="T3"/>
                    </a:cxn>
                    <a:cxn ang="0">
                      <a:pos x="T4" y="T5"/>
                    </a:cxn>
                    <a:cxn ang="0">
                      <a:pos x="T6" y="T7"/>
                    </a:cxn>
                    <a:cxn ang="0">
                      <a:pos x="T8" y="T9"/>
                    </a:cxn>
                  </a:cxnLst>
                  <a:rect l="0" t="0" r="r" b="b"/>
                  <a:pathLst>
                    <a:path w="2454" h="468">
                      <a:moveTo>
                        <a:pt x="2454" y="242"/>
                      </a:moveTo>
                      <a:lnTo>
                        <a:pt x="906" y="468"/>
                      </a:lnTo>
                      <a:lnTo>
                        <a:pt x="0" y="118"/>
                      </a:lnTo>
                      <a:lnTo>
                        <a:pt x="1162" y="0"/>
                      </a:lnTo>
                      <a:lnTo>
                        <a:pt x="2454" y="242"/>
                      </a:lnTo>
                      <a:close/>
                    </a:path>
                  </a:pathLst>
                </a:custGeom>
                <a:solidFill>
                  <a:srgbClr val="FFFFFF"/>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39" name="Freeform 10"/>
                <p:cNvSpPr>
                  <a:spLocks noChangeArrowheads="1"/>
                </p:cNvSpPr>
                <p:nvPr/>
              </p:nvSpPr>
              <p:spPr bwMode="auto">
                <a:xfrm>
                  <a:off x="2694" y="2236"/>
                  <a:ext cx="221" cy="44"/>
                </a:xfrm>
                <a:custGeom>
                  <a:avLst/>
                  <a:gdLst>
                    <a:gd name="T0" fmla="*/ 1542 w 1542"/>
                    <a:gd name="T1" fmla="*/ 0 h 303"/>
                    <a:gd name="T2" fmla="*/ 0 w 1542"/>
                    <a:gd name="T3" fmla="*/ 225 h 303"/>
                    <a:gd name="T4" fmla="*/ 0 w 1542"/>
                    <a:gd name="T5" fmla="*/ 303 h 303"/>
                    <a:gd name="T6" fmla="*/ 1542 w 1542"/>
                    <a:gd name="T7" fmla="*/ 79 h 303"/>
                    <a:gd name="T8" fmla="*/ 1542 w 1542"/>
                    <a:gd name="T9" fmla="*/ 0 h 303"/>
                  </a:gdLst>
                  <a:ahLst/>
                  <a:cxnLst>
                    <a:cxn ang="0">
                      <a:pos x="T0" y="T1"/>
                    </a:cxn>
                    <a:cxn ang="0">
                      <a:pos x="T2" y="T3"/>
                    </a:cxn>
                    <a:cxn ang="0">
                      <a:pos x="T4" y="T5"/>
                    </a:cxn>
                    <a:cxn ang="0">
                      <a:pos x="T6" y="T7"/>
                    </a:cxn>
                    <a:cxn ang="0">
                      <a:pos x="T8" y="T9"/>
                    </a:cxn>
                  </a:cxnLst>
                  <a:rect l="0" t="0" r="r" b="b"/>
                  <a:pathLst>
                    <a:path w="1542" h="303">
                      <a:moveTo>
                        <a:pt x="1542" y="0"/>
                      </a:moveTo>
                      <a:lnTo>
                        <a:pt x="0" y="225"/>
                      </a:lnTo>
                      <a:lnTo>
                        <a:pt x="0" y="303"/>
                      </a:lnTo>
                      <a:lnTo>
                        <a:pt x="1542" y="79"/>
                      </a:lnTo>
                      <a:lnTo>
                        <a:pt x="1542" y="0"/>
                      </a:lnTo>
                      <a:close/>
                    </a:path>
                  </a:pathLst>
                </a:custGeom>
                <a:solidFill>
                  <a:srgbClr val="E0E0E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40" name="Freeform 11"/>
                <p:cNvSpPr>
                  <a:spLocks noChangeArrowheads="1"/>
                </p:cNvSpPr>
                <p:nvPr/>
              </p:nvSpPr>
              <p:spPr bwMode="auto">
                <a:xfrm>
                  <a:off x="2565" y="2218"/>
                  <a:ext cx="129" cy="62"/>
                </a:xfrm>
                <a:custGeom>
                  <a:avLst/>
                  <a:gdLst>
                    <a:gd name="T0" fmla="*/ 906 w 906"/>
                    <a:gd name="T1" fmla="*/ 428 h 428"/>
                    <a:gd name="T2" fmla="*/ 906 w 906"/>
                    <a:gd name="T3" fmla="*/ 350 h 428"/>
                    <a:gd name="T4" fmla="*/ 0 w 906"/>
                    <a:gd name="T5" fmla="*/ 0 h 428"/>
                    <a:gd name="T6" fmla="*/ 0 w 906"/>
                    <a:gd name="T7" fmla="*/ 54 h 428"/>
                    <a:gd name="T8" fmla="*/ 906 w 906"/>
                    <a:gd name="T9" fmla="*/ 428 h 428"/>
                  </a:gdLst>
                  <a:ahLst/>
                  <a:cxnLst>
                    <a:cxn ang="0">
                      <a:pos x="T0" y="T1"/>
                    </a:cxn>
                    <a:cxn ang="0">
                      <a:pos x="T2" y="T3"/>
                    </a:cxn>
                    <a:cxn ang="0">
                      <a:pos x="T4" y="T5"/>
                    </a:cxn>
                    <a:cxn ang="0">
                      <a:pos x="T6" y="T7"/>
                    </a:cxn>
                    <a:cxn ang="0">
                      <a:pos x="T8" y="T9"/>
                    </a:cxn>
                  </a:cxnLst>
                  <a:rect l="0" t="0" r="r" b="b"/>
                  <a:pathLst>
                    <a:path w="906" h="428">
                      <a:moveTo>
                        <a:pt x="906" y="428"/>
                      </a:moveTo>
                      <a:lnTo>
                        <a:pt x="906" y="350"/>
                      </a:lnTo>
                      <a:lnTo>
                        <a:pt x="0" y="0"/>
                      </a:lnTo>
                      <a:lnTo>
                        <a:pt x="0" y="54"/>
                      </a:lnTo>
                      <a:lnTo>
                        <a:pt x="906" y="428"/>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1912841" name="Freeform 12"/>
              <p:cNvSpPr>
                <a:spLocks noChangeArrowheads="1"/>
              </p:cNvSpPr>
              <p:nvPr/>
            </p:nvSpPr>
            <p:spPr bwMode="auto">
              <a:xfrm>
                <a:off x="2767" y="2256"/>
                <a:ext cx="153" cy="243"/>
              </a:xfrm>
              <a:custGeom>
                <a:avLst/>
                <a:gdLst>
                  <a:gd name="T0" fmla="*/ 589 w 1066"/>
                  <a:gd name="T1" fmla="*/ 0 h 1700"/>
                  <a:gd name="T2" fmla="*/ 1066 w 1066"/>
                  <a:gd name="T3" fmla="*/ 1569 h 1700"/>
                  <a:gd name="T4" fmla="*/ 0 w 1066"/>
                  <a:gd name="T5" fmla="*/ 1700 h 1700"/>
                  <a:gd name="T6" fmla="*/ 170 w 1066"/>
                  <a:gd name="T7" fmla="*/ 32 h 1700"/>
                </a:gdLst>
                <a:ahLst/>
                <a:cxnLst>
                  <a:cxn ang="0">
                    <a:pos x="T0" y="T1"/>
                  </a:cxn>
                  <a:cxn ang="0">
                    <a:pos x="T2" y="T3"/>
                  </a:cxn>
                  <a:cxn ang="0">
                    <a:pos x="T4" y="T5"/>
                  </a:cxn>
                  <a:cxn ang="0">
                    <a:pos x="T6" y="T7"/>
                  </a:cxn>
                </a:cxnLst>
                <a:rect l="0" t="0" r="r" b="b"/>
                <a:pathLst>
                  <a:path w="1066" h="1700">
                    <a:moveTo>
                      <a:pt x="589" y="0"/>
                    </a:moveTo>
                    <a:lnTo>
                      <a:pt x="1066" y="1569"/>
                    </a:lnTo>
                    <a:lnTo>
                      <a:pt x="0" y="1700"/>
                    </a:lnTo>
                    <a:lnTo>
                      <a:pt x="170" y="3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842" name="Group 13"/>
            <p:cNvGrpSpPr>
              <a:grpSpLocks/>
            </p:cNvGrpSpPr>
            <p:nvPr/>
          </p:nvGrpSpPr>
          <p:grpSpPr bwMode="auto">
            <a:xfrm flipH="1">
              <a:off x="3225" y="2269"/>
              <a:ext cx="610" cy="417"/>
              <a:chOff x="2615" y="2089"/>
              <a:chExt cx="244" cy="172"/>
            </a:xfrm>
          </p:grpSpPr>
          <p:grpSp>
            <p:nvGrpSpPr>
              <p:cNvPr id="1912843" name="Group 14"/>
              <p:cNvGrpSpPr>
                <a:grpSpLocks/>
              </p:cNvGrpSpPr>
              <p:nvPr/>
            </p:nvGrpSpPr>
            <p:grpSpPr bwMode="auto">
              <a:xfrm>
                <a:off x="2671" y="2089"/>
                <a:ext cx="188" cy="156"/>
                <a:chOff x="2671" y="2089"/>
                <a:chExt cx="188" cy="156"/>
              </a:xfrm>
            </p:grpSpPr>
            <p:grpSp>
              <p:nvGrpSpPr>
                <p:cNvPr id="1912844" name="Group 15"/>
                <p:cNvGrpSpPr>
                  <a:grpSpLocks/>
                </p:cNvGrpSpPr>
                <p:nvPr/>
              </p:nvGrpSpPr>
              <p:grpSpPr bwMode="auto">
                <a:xfrm>
                  <a:off x="2671" y="2089"/>
                  <a:ext cx="188" cy="156"/>
                  <a:chOff x="2671" y="2089"/>
                  <a:chExt cx="188" cy="156"/>
                </a:xfrm>
              </p:grpSpPr>
              <p:grpSp>
                <p:nvGrpSpPr>
                  <p:cNvPr id="1912845" name="Group 16"/>
                  <p:cNvGrpSpPr>
                    <a:grpSpLocks/>
                  </p:cNvGrpSpPr>
                  <p:nvPr/>
                </p:nvGrpSpPr>
                <p:grpSpPr bwMode="auto">
                  <a:xfrm>
                    <a:off x="2671" y="2177"/>
                    <a:ext cx="188" cy="68"/>
                    <a:chOff x="2671" y="2177"/>
                    <a:chExt cx="188" cy="68"/>
                  </a:xfrm>
                </p:grpSpPr>
                <p:sp>
                  <p:nvSpPr>
                    <p:cNvPr id="1912846" name="Freeform 17"/>
                    <p:cNvSpPr>
                      <a:spLocks noChangeArrowheads="1"/>
                    </p:cNvSpPr>
                    <p:nvPr/>
                  </p:nvSpPr>
                  <p:spPr bwMode="auto">
                    <a:xfrm>
                      <a:off x="2671" y="2177"/>
                      <a:ext cx="108" cy="68"/>
                    </a:xfrm>
                    <a:custGeom>
                      <a:avLst/>
                      <a:gdLst>
                        <a:gd name="T0" fmla="*/ 758 w 758"/>
                        <a:gd name="T1" fmla="*/ 146 h 475"/>
                        <a:gd name="T2" fmla="*/ 758 w 758"/>
                        <a:gd name="T3" fmla="*/ 475 h 475"/>
                        <a:gd name="T4" fmla="*/ 0 w 758"/>
                        <a:gd name="T5" fmla="*/ 232 h 475"/>
                        <a:gd name="T6" fmla="*/ 0 w 758"/>
                        <a:gd name="T7" fmla="*/ 0 h 475"/>
                        <a:gd name="T8" fmla="*/ 758 w 758"/>
                        <a:gd name="T9" fmla="*/ 146 h 475"/>
                      </a:gdLst>
                      <a:ahLst/>
                      <a:cxnLst>
                        <a:cxn ang="0">
                          <a:pos x="T0" y="T1"/>
                        </a:cxn>
                        <a:cxn ang="0">
                          <a:pos x="T2" y="T3"/>
                        </a:cxn>
                        <a:cxn ang="0">
                          <a:pos x="T4" y="T5"/>
                        </a:cxn>
                        <a:cxn ang="0">
                          <a:pos x="T6" y="T7"/>
                        </a:cxn>
                        <a:cxn ang="0">
                          <a:pos x="T8" y="T9"/>
                        </a:cxn>
                      </a:cxnLst>
                      <a:rect l="0" t="0" r="r" b="b"/>
                      <a:pathLst>
                        <a:path w="758" h="475">
                          <a:moveTo>
                            <a:pt x="758" y="146"/>
                          </a:moveTo>
                          <a:lnTo>
                            <a:pt x="758" y="475"/>
                          </a:lnTo>
                          <a:lnTo>
                            <a:pt x="0" y="232"/>
                          </a:lnTo>
                          <a:lnTo>
                            <a:pt x="0" y="0"/>
                          </a:lnTo>
                          <a:lnTo>
                            <a:pt x="758" y="146"/>
                          </a:lnTo>
                          <a:close/>
                        </a:path>
                      </a:pathLst>
                    </a:custGeom>
                    <a:solidFill>
                      <a:srgbClr val="A0A0A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47" name="Freeform 18"/>
                    <p:cNvSpPr>
                      <a:spLocks noChangeArrowheads="1"/>
                    </p:cNvSpPr>
                    <p:nvPr/>
                  </p:nvSpPr>
                  <p:spPr bwMode="auto">
                    <a:xfrm>
                      <a:off x="2779" y="2193"/>
                      <a:ext cx="80" cy="52"/>
                    </a:xfrm>
                    <a:custGeom>
                      <a:avLst/>
                      <a:gdLst>
                        <a:gd name="T0" fmla="*/ 0 w 563"/>
                        <a:gd name="T1" fmla="*/ 33 h 362"/>
                        <a:gd name="T2" fmla="*/ 0 w 563"/>
                        <a:gd name="T3" fmla="*/ 362 h 362"/>
                        <a:gd name="T4" fmla="*/ 563 w 563"/>
                        <a:gd name="T5" fmla="*/ 280 h 362"/>
                        <a:gd name="T6" fmla="*/ 563 w 563"/>
                        <a:gd name="T7" fmla="*/ 0 h 362"/>
                        <a:gd name="T8" fmla="*/ 0 w 563"/>
                        <a:gd name="T9" fmla="*/ 33 h 362"/>
                      </a:gdLst>
                      <a:ahLst/>
                      <a:cxnLst>
                        <a:cxn ang="0">
                          <a:pos x="T0" y="T1"/>
                        </a:cxn>
                        <a:cxn ang="0">
                          <a:pos x="T2" y="T3"/>
                        </a:cxn>
                        <a:cxn ang="0">
                          <a:pos x="T4" y="T5"/>
                        </a:cxn>
                        <a:cxn ang="0">
                          <a:pos x="T6" y="T7"/>
                        </a:cxn>
                        <a:cxn ang="0">
                          <a:pos x="T8" y="T9"/>
                        </a:cxn>
                      </a:cxnLst>
                      <a:rect l="0" t="0" r="r" b="b"/>
                      <a:pathLst>
                        <a:path w="563" h="362">
                          <a:moveTo>
                            <a:pt x="0" y="33"/>
                          </a:moveTo>
                          <a:lnTo>
                            <a:pt x="0" y="362"/>
                          </a:lnTo>
                          <a:lnTo>
                            <a:pt x="563" y="280"/>
                          </a:lnTo>
                          <a:lnTo>
                            <a:pt x="563" y="0"/>
                          </a:lnTo>
                          <a:lnTo>
                            <a:pt x="0" y="33"/>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48" name="Freeform 19"/>
                    <p:cNvSpPr>
                      <a:spLocks noChangeArrowheads="1"/>
                    </p:cNvSpPr>
                    <p:nvPr/>
                  </p:nvSpPr>
                  <p:spPr bwMode="auto">
                    <a:xfrm>
                      <a:off x="2671" y="2177"/>
                      <a:ext cx="188" cy="21"/>
                    </a:xfrm>
                    <a:custGeom>
                      <a:avLst/>
                      <a:gdLst>
                        <a:gd name="T0" fmla="*/ 1321 w 1321"/>
                        <a:gd name="T1" fmla="*/ 113 h 146"/>
                        <a:gd name="T2" fmla="*/ 752 w 1321"/>
                        <a:gd name="T3" fmla="*/ 146 h 146"/>
                        <a:gd name="T4" fmla="*/ 0 w 1321"/>
                        <a:gd name="T5" fmla="*/ 0 h 146"/>
                        <a:gd name="T6" fmla="*/ 553 w 1321"/>
                        <a:gd name="T7" fmla="*/ 0 h 146"/>
                        <a:gd name="T8" fmla="*/ 1321 w 1321"/>
                        <a:gd name="T9" fmla="*/ 113 h 146"/>
                      </a:gdLst>
                      <a:ahLst/>
                      <a:cxnLst>
                        <a:cxn ang="0">
                          <a:pos x="T0" y="T1"/>
                        </a:cxn>
                        <a:cxn ang="0">
                          <a:pos x="T2" y="T3"/>
                        </a:cxn>
                        <a:cxn ang="0">
                          <a:pos x="T4" y="T5"/>
                        </a:cxn>
                        <a:cxn ang="0">
                          <a:pos x="T6" y="T7"/>
                        </a:cxn>
                        <a:cxn ang="0">
                          <a:pos x="T8" y="T9"/>
                        </a:cxn>
                      </a:cxnLst>
                      <a:rect l="0" t="0" r="r" b="b"/>
                      <a:pathLst>
                        <a:path w="1321" h="146">
                          <a:moveTo>
                            <a:pt x="1321" y="113"/>
                          </a:moveTo>
                          <a:lnTo>
                            <a:pt x="752" y="146"/>
                          </a:lnTo>
                          <a:lnTo>
                            <a:pt x="0" y="0"/>
                          </a:lnTo>
                          <a:lnTo>
                            <a:pt x="553" y="0"/>
                          </a:lnTo>
                          <a:lnTo>
                            <a:pt x="1321" y="113"/>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1912849" name="Freeform 20"/>
                  <p:cNvSpPr>
                    <a:spLocks noChangeArrowheads="1"/>
                  </p:cNvSpPr>
                  <p:nvPr/>
                </p:nvSpPr>
                <p:spPr bwMode="auto">
                  <a:xfrm>
                    <a:off x="2730" y="2171"/>
                    <a:ext cx="68" cy="20"/>
                  </a:xfrm>
                  <a:custGeom>
                    <a:avLst/>
                    <a:gdLst>
                      <a:gd name="T0" fmla="*/ 479 w 479"/>
                      <a:gd name="T1" fmla="*/ 77 h 136"/>
                      <a:gd name="T2" fmla="*/ 479 w 479"/>
                      <a:gd name="T3" fmla="*/ 121 h 136"/>
                      <a:gd name="T4" fmla="*/ 255 w 479"/>
                      <a:gd name="T5" fmla="*/ 136 h 136"/>
                      <a:gd name="T6" fmla="*/ 0 w 479"/>
                      <a:gd name="T7" fmla="*/ 87 h 136"/>
                      <a:gd name="T8" fmla="*/ 0 w 479"/>
                      <a:gd name="T9" fmla="*/ 0 h 136"/>
                      <a:gd name="T10" fmla="*/ 479 w 479"/>
                      <a:gd name="T11" fmla="*/ 77 h 136"/>
                    </a:gdLst>
                    <a:ahLst/>
                    <a:cxnLst>
                      <a:cxn ang="0">
                        <a:pos x="T0" y="T1"/>
                      </a:cxn>
                      <a:cxn ang="0">
                        <a:pos x="T2" y="T3"/>
                      </a:cxn>
                      <a:cxn ang="0">
                        <a:pos x="T4" y="T5"/>
                      </a:cxn>
                      <a:cxn ang="0">
                        <a:pos x="T6" y="T7"/>
                      </a:cxn>
                      <a:cxn ang="0">
                        <a:pos x="T8" y="T9"/>
                      </a:cxn>
                      <a:cxn ang="0">
                        <a:pos x="T10" y="T11"/>
                      </a:cxn>
                    </a:cxnLst>
                    <a:rect l="0" t="0" r="r" b="b"/>
                    <a:pathLst>
                      <a:path w="479" h="136">
                        <a:moveTo>
                          <a:pt x="479" y="77"/>
                        </a:moveTo>
                        <a:lnTo>
                          <a:pt x="479" y="121"/>
                        </a:lnTo>
                        <a:lnTo>
                          <a:pt x="255" y="136"/>
                        </a:lnTo>
                        <a:lnTo>
                          <a:pt x="0" y="87"/>
                        </a:lnTo>
                        <a:lnTo>
                          <a:pt x="0" y="0"/>
                        </a:lnTo>
                        <a:lnTo>
                          <a:pt x="479" y="77"/>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nvGrpSpPr>
                  <p:cNvPr id="1912850" name="Group 21"/>
                  <p:cNvGrpSpPr>
                    <a:grpSpLocks/>
                  </p:cNvGrpSpPr>
                  <p:nvPr/>
                </p:nvGrpSpPr>
                <p:grpSpPr bwMode="auto">
                  <a:xfrm>
                    <a:off x="2692" y="2089"/>
                    <a:ext cx="153" cy="97"/>
                    <a:chOff x="2692" y="2089"/>
                    <a:chExt cx="153" cy="97"/>
                  </a:xfrm>
                </p:grpSpPr>
                <p:sp>
                  <p:nvSpPr>
                    <p:cNvPr id="1912851" name="Freeform 22"/>
                    <p:cNvSpPr>
                      <a:spLocks noChangeArrowheads="1"/>
                    </p:cNvSpPr>
                    <p:nvPr/>
                  </p:nvSpPr>
                  <p:spPr bwMode="auto">
                    <a:xfrm>
                      <a:off x="2692" y="2089"/>
                      <a:ext cx="88" cy="95"/>
                    </a:xfrm>
                    <a:custGeom>
                      <a:avLst/>
                      <a:gdLst>
                        <a:gd name="T0" fmla="*/ 525 w 612"/>
                        <a:gd name="T1" fmla="*/ 664 h 664"/>
                        <a:gd name="T2" fmla="*/ 612 w 612"/>
                        <a:gd name="T3" fmla="*/ 22 h 664"/>
                        <a:gd name="T4" fmla="*/ 85 w 612"/>
                        <a:gd name="T5" fmla="*/ 0 h 664"/>
                        <a:gd name="T6" fmla="*/ 0 w 612"/>
                        <a:gd name="T7" fmla="*/ 572 h 664"/>
                        <a:gd name="T8" fmla="*/ 525 w 612"/>
                        <a:gd name="T9" fmla="*/ 664 h 664"/>
                      </a:gdLst>
                      <a:ahLst/>
                      <a:cxnLst>
                        <a:cxn ang="0">
                          <a:pos x="T0" y="T1"/>
                        </a:cxn>
                        <a:cxn ang="0">
                          <a:pos x="T2" y="T3"/>
                        </a:cxn>
                        <a:cxn ang="0">
                          <a:pos x="T4" y="T5"/>
                        </a:cxn>
                        <a:cxn ang="0">
                          <a:pos x="T6" y="T7"/>
                        </a:cxn>
                        <a:cxn ang="0">
                          <a:pos x="T8" y="T9"/>
                        </a:cxn>
                      </a:cxnLst>
                      <a:rect l="0" t="0" r="r" b="b"/>
                      <a:pathLst>
                        <a:path w="612" h="664">
                          <a:moveTo>
                            <a:pt x="525" y="664"/>
                          </a:moveTo>
                          <a:lnTo>
                            <a:pt x="612" y="22"/>
                          </a:lnTo>
                          <a:lnTo>
                            <a:pt x="85" y="0"/>
                          </a:lnTo>
                          <a:lnTo>
                            <a:pt x="0" y="572"/>
                          </a:lnTo>
                          <a:lnTo>
                            <a:pt x="525" y="664"/>
                          </a:lnTo>
                          <a:close/>
                        </a:path>
                      </a:pathLst>
                    </a:custGeom>
                    <a:solidFill>
                      <a:srgbClr val="A0A0A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52" name="Freeform 23"/>
                    <p:cNvSpPr>
                      <a:spLocks noChangeArrowheads="1"/>
                    </p:cNvSpPr>
                    <p:nvPr/>
                  </p:nvSpPr>
                  <p:spPr bwMode="auto">
                    <a:xfrm>
                      <a:off x="2767" y="2092"/>
                      <a:ext cx="78" cy="94"/>
                    </a:xfrm>
                    <a:custGeom>
                      <a:avLst/>
                      <a:gdLst>
                        <a:gd name="T0" fmla="*/ 87 w 543"/>
                        <a:gd name="T1" fmla="*/ 0 h 660"/>
                        <a:gd name="T2" fmla="*/ 543 w 543"/>
                        <a:gd name="T3" fmla="*/ 146 h 660"/>
                        <a:gd name="T4" fmla="*/ 479 w 543"/>
                        <a:gd name="T5" fmla="*/ 660 h 660"/>
                        <a:gd name="T6" fmla="*/ 0 w 543"/>
                        <a:gd name="T7" fmla="*/ 643 h 660"/>
                        <a:gd name="T8" fmla="*/ 87 w 543"/>
                        <a:gd name="T9" fmla="*/ 0 h 660"/>
                      </a:gdLst>
                      <a:ahLst/>
                      <a:cxnLst>
                        <a:cxn ang="0">
                          <a:pos x="T0" y="T1"/>
                        </a:cxn>
                        <a:cxn ang="0">
                          <a:pos x="T2" y="T3"/>
                        </a:cxn>
                        <a:cxn ang="0">
                          <a:pos x="T4" y="T5"/>
                        </a:cxn>
                        <a:cxn ang="0">
                          <a:pos x="T6" y="T7"/>
                        </a:cxn>
                        <a:cxn ang="0">
                          <a:pos x="T8" y="T9"/>
                        </a:cxn>
                      </a:cxnLst>
                      <a:rect l="0" t="0" r="r" b="b"/>
                      <a:pathLst>
                        <a:path w="543" h="660">
                          <a:moveTo>
                            <a:pt x="87" y="0"/>
                          </a:moveTo>
                          <a:lnTo>
                            <a:pt x="543" y="146"/>
                          </a:lnTo>
                          <a:lnTo>
                            <a:pt x="479" y="660"/>
                          </a:lnTo>
                          <a:lnTo>
                            <a:pt x="0" y="643"/>
                          </a:lnTo>
                          <a:lnTo>
                            <a:pt x="87" y="0"/>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53" name="Freeform 24"/>
                    <p:cNvSpPr>
                      <a:spLocks noChangeArrowheads="1"/>
                    </p:cNvSpPr>
                    <p:nvPr/>
                  </p:nvSpPr>
                  <p:spPr bwMode="auto">
                    <a:xfrm>
                      <a:off x="2702" y="2098"/>
                      <a:ext cx="63" cy="72"/>
                    </a:xfrm>
                    <a:custGeom>
                      <a:avLst/>
                      <a:gdLst>
                        <a:gd name="T0" fmla="*/ 440 w 440"/>
                        <a:gd name="T1" fmla="*/ 22 h 499"/>
                        <a:gd name="T2" fmla="*/ 378 w 440"/>
                        <a:gd name="T3" fmla="*/ 499 h 499"/>
                        <a:gd name="T4" fmla="*/ 0 w 440"/>
                        <a:gd name="T5" fmla="*/ 443 h 499"/>
                        <a:gd name="T6" fmla="*/ 65 w 440"/>
                        <a:gd name="T7" fmla="*/ 0 h 499"/>
                        <a:gd name="T8" fmla="*/ 440 w 440"/>
                        <a:gd name="T9" fmla="*/ 22 h 499"/>
                      </a:gdLst>
                      <a:ahLst/>
                      <a:cxnLst>
                        <a:cxn ang="0">
                          <a:pos x="T0" y="T1"/>
                        </a:cxn>
                        <a:cxn ang="0">
                          <a:pos x="T2" y="T3"/>
                        </a:cxn>
                        <a:cxn ang="0">
                          <a:pos x="T4" y="T5"/>
                        </a:cxn>
                        <a:cxn ang="0">
                          <a:pos x="T6" y="T7"/>
                        </a:cxn>
                        <a:cxn ang="0">
                          <a:pos x="T8" y="T9"/>
                        </a:cxn>
                      </a:cxnLst>
                      <a:rect l="0" t="0" r="r" b="b"/>
                      <a:pathLst>
                        <a:path w="440" h="499">
                          <a:moveTo>
                            <a:pt x="440" y="22"/>
                          </a:moveTo>
                          <a:lnTo>
                            <a:pt x="378" y="499"/>
                          </a:lnTo>
                          <a:lnTo>
                            <a:pt x="0" y="443"/>
                          </a:lnTo>
                          <a:lnTo>
                            <a:pt x="65" y="0"/>
                          </a:lnTo>
                          <a:lnTo>
                            <a:pt x="440" y="22"/>
                          </a:lnTo>
                          <a:close/>
                        </a:path>
                      </a:pathLst>
                    </a:custGeom>
                    <a:solidFill>
                      <a:srgbClr val="0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912854" name="Group 25"/>
                <p:cNvGrpSpPr>
                  <a:grpSpLocks/>
                </p:cNvGrpSpPr>
                <p:nvPr/>
              </p:nvGrpSpPr>
              <p:grpSpPr bwMode="auto">
                <a:xfrm>
                  <a:off x="2678" y="2184"/>
                  <a:ext cx="62" cy="44"/>
                  <a:chOff x="2678" y="2184"/>
                  <a:chExt cx="62" cy="44"/>
                </a:xfrm>
              </p:grpSpPr>
              <p:sp>
                <p:nvSpPr>
                  <p:cNvPr id="1912855" name="Freeform 26"/>
                  <p:cNvSpPr>
                    <a:spLocks noChangeArrowheads="1"/>
                  </p:cNvSpPr>
                  <p:nvPr/>
                </p:nvSpPr>
                <p:spPr bwMode="auto">
                  <a:xfrm>
                    <a:off x="2678" y="2184"/>
                    <a:ext cx="62" cy="44"/>
                  </a:xfrm>
                  <a:custGeom>
                    <a:avLst/>
                    <a:gdLst>
                      <a:gd name="T0" fmla="*/ 0 w 431"/>
                      <a:gd name="T1" fmla="*/ 0 h 311"/>
                      <a:gd name="T2" fmla="*/ 431 w 431"/>
                      <a:gd name="T3" fmla="*/ 94 h 311"/>
                      <a:gd name="T4" fmla="*/ 431 w 431"/>
                      <a:gd name="T5" fmla="*/ 311 h 311"/>
                      <a:gd name="T6" fmla="*/ 0 w 431"/>
                      <a:gd name="T7" fmla="*/ 176 h 311"/>
                      <a:gd name="T8" fmla="*/ 0 w 431"/>
                      <a:gd name="T9" fmla="*/ 0 h 311"/>
                    </a:gdLst>
                    <a:ahLst/>
                    <a:cxnLst>
                      <a:cxn ang="0">
                        <a:pos x="T0" y="T1"/>
                      </a:cxn>
                      <a:cxn ang="0">
                        <a:pos x="T2" y="T3"/>
                      </a:cxn>
                      <a:cxn ang="0">
                        <a:pos x="T4" y="T5"/>
                      </a:cxn>
                      <a:cxn ang="0">
                        <a:pos x="T6" y="T7"/>
                      </a:cxn>
                      <a:cxn ang="0">
                        <a:pos x="T8" y="T9"/>
                      </a:cxn>
                    </a:cxnLst>
                    <a:rect l="0" t="0" r="r" b="b"/>
                    <a:pathLst>
                      <a:path w="431" h="311">
                        <a:moveTo>
                          <a:pt x="0" y="0"/>
                        </a:moveTo>
                        <a:lnTo>
                          <a:pt x="431" y="94"/>
                        </a:lnTo>
                        <a:lnTo>
                          <a:pt x="431" y="311"/>
                        </a:lnTo>
                        <a:lnTo>
                          <a:pt x="0" y="176"/>
                        </a:lnTo>
                        <a:lnTo>
                          <a:pt x="0" y="0"/>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56" name="Line 27"/>
                  <p:cNvSpPr>
                    <a:spLocks noChangeShapeType="1"/>
                  </p:cNvSpPr>
                  <p:nvPr/>
                </p:nvSpPr>
                <p:spPr bwMode="auto">
                  <a:xfrm flipH="1" flipV="1">
                    <a:off x="2684" y="2196"/>
                    <a:ext cx="17" cy="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57" name="Line 28"/>
                  <p:cNvSpPr>
                    <a:spLocks noChangeShapeType="1"/>
                  </p:cNvSpPr>
                  <p:nvPr/>
                </p:nvSpPr>
                <p:spPr bwMode="auto">
                  <a:xfrm>
                    <a:off x="2709" y="2201"/>
                    <a:ext cx="22"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58" name="Line 29"/>
                  <p:cNvSpPr>
                    <a:spLocks noChangeShapeType="1"/>
                  </p:cNvSpPr>
                  <p:nvPr/>
                </p:nvSpPr>
                <p:spPr bwMode="auto">
                  <a:xfrm>
                    <a:off x="2704" y="2189"/>
                    <a:ext cx="1" cy="29"/>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59" name="Line 30"/>
                  <p:cNvSpPr>
                    <a:spLocks noChangeShapeType="1"/>
                  </p:cNvSpPr>
                  <p:nvPr/>
                </p:nvSpPr>
                <p:spPr bwMode="auto">
                  <a:xfrm>
                    <a:off x="2734" y="2196"/>
                    <a:ext cx="1" cy="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60" name="Line 31"/>
                  <p:cNvSpPr>
                    <a:spLocks noChangeShapeType="1"/>
                  </p:cNvSpPr>
                  <p:nvPr/>
                </p:nvSpPr>
                <p:spPr bwMode="auto">
                  <a:xfrm>
                    <a:off x="2679" y="2195"/>
                    <a:ext cx="56" cy="1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61" name="Line 32"/>
                  <p:cNvSpPr>
                    <a:spLocks noChangeShapeType="1"/>
                  </p:cNvSpPr>
                  <p:nvPr/>
                </p:nvSpPr>
                <p:spPr bwMode="auto">
                  <a:xfrm flipH="1" flipV="1">
                    <a:off x="2678" y="2191"/>
                    <a:ext cx="57"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912862" name="Group 33"/>
              <p:cNvGrpSpPr>
                <a:grpSpLocks/>
              </p:cNvGrpSpPr>
              <p:nvPr/>
            </p:nvGrpSpPr>
            <p:grpSpPr bwMode="auto">
              <a:xfrm>
                <a:off x="2615" y="2185"/>
                <a:ext cx="147" cy="76"/>
                <a:chOff x="2615" y="2185"/>
                <a:chExt cx="147" cy="76"/>
              </a:xfrm>
            </p:grpSpPr>
            <p:grpSp>
              <p:nvGrpSpPr>
                <p:cNvPr id="1912863" name="Group 34"/>
                <p:cNvGrpSpPr>
                  <a:grpSpLocks/>
                </p:cNvGrpSpPr>
                <p:nvPr/>
              </p:nvGrpSpPr>
              <p:grpSpPr bwMode="auto">
                <a:xfrm>
                  <a:off x="2729" y="2226"/>
                  <a:ext cx="24" cy="18"/>
                  <a:chOff x="2729" y="2226"/>
                  <a:chExt cx="24" cy="18"/>
                </a:xfrm>
              </p:grpSpPr>
              <p:sp>
                <p:nvSpPr>
                  <p:cNvPr id="1912864" name="Freeform 35"/>
                  <p:cNvSpPr>
                    <a:spLocks noChangeArrowheads="1"/>
                  </p:cNvSpPr>
                  <p:nvPr/>
                </p:nvSpPr>
                <p:spPr bwMode="auto">
                  <a:xfrm>
                    <a:off x="2746" y="2226"/>
                    <a:ext cx="7" cy="18"/>
                  </a:xfrm>
                  <a:custGeom>
                    <a:avLst/>
                    <a:gdLst>
                      <a:gd name="T0" fmla="*/ 33 w 48"/>
                      <a:gd name="T1" fmla="*/ 0 h 126"/>
                      <a:gd name="T2" fmla="*/ 48 w 48"/>
                      <a:gd name="T3" fmla="*/ 118 h 126"/>
                      <a:gd name="T4" fmla="*/ 13 w 48"/>
                      <a:gd name="T5" fmla="*/ 126 h 126"/>
                      <a:gd name="T6" fmla="*/ 0 w 48"/>
                      <a:gd name="T7" fmla="*/ 6 h 126"/>
                      <a:gd name="T8" fmla="*/ 33 w 48"/>
                      <a:gd name="T9" fmla="*/ 0 h 126"/>
                    </a:gdLst>
                    <a:ahLst/>
                    <a:cxnLst>
                      <a:cxn ang="0">
                        <a:pos x="T0" y="T1"/>
                      </a:cxn>
                      <a:cxn ang="0">
                        <a:pos x="T2" y="T3"/>
                      </a:cxn>
                      <a:cxn ang="0">
                        <a:pos x="T4" y="T5"/>
                      </a:cxn>
                      <a:cxn ang="0">
                        <a:pos x="T6" y="T7"/>
                      </a:cxn>
                      <a:cxn ang="0">
                        <a:pos x="T8" y="T9"/>
                      </a:cxn>
                    </a:cxnLst>
                    <a:rect l="0" t="0" r="r" b="b"/>
                    <a:pathLst>
                      <a:path w="48" h="126">
                        <a:moveTo>
                          <a:pt x="33" y="0"/>
                        </a:moveTo>
                        <a:lnTo>
                          <a:pt x="48" y="118"/>
                        </a:lnTo>
                        <a:lnTo>
                          <a:pt x="13" y="126"/>
                        </a:lnTo>
                        <a:lnTo>
                          <a:pt x="0" y="6"/>
                        </a:lnTo>
                        <a:lnTo>
                          <a:pt x="33" y="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65" name="Freeform 36"/>
                  <p:cNvSpPr>
                    <a:spLocks noChangeArrowheads="1"/>
                  </p:cNvSpPr>
                  <p:nvPr/>
                </p:nvSpPr>
                <p:spPr bwMode="auto">
                  <a:xfrm>
                    <a:off x="2729" y="2229"/>
                    <a:ext cx="19" cy="15"/>
                  </a:xfrm>
                  <a:custGeom>
                    <a:avLst/>
                    <a:gdLst>
                      <a:gd name="T0" fmla="*/ 121 w 132"/>
                      <a:gd name="T1" fmla="*/ 4 h 109"/>
                      <a:gd name="T2" fmla="*/ 132 w 132"/>
                      <a:gd name="T3" fmla="*/ 109 h 109"/>
                      <a:gd name="T4" fmla="*/ 0 w 132"/>
                      <a:gd name="T5" fmla="*/ 54 h 109"/>
                      <a:gd name="T6" fmla="*/ 52 w 132"/>
                      <a:gd name="T7" fmla="*/ 38 h 109"/>
                      <a:gd name="T8" fmla="*/ 98 w 132"/>
                      <a:gd name="T9" fmla="*/ 62 h 109"/>
                      <a:gd name="T10" fmla="*/ 83 w 132"/>
                      <a:gd name="T11" fmla="*/ 0 h 109"/>
                      <a:gd name="T12" fmla="*/ 121 w 132"/>
                      <a:gd name="T13" fmla="*/ 4 h 109"/>
                    </a:gdLst>
                    <a:ahLst/>
                    <a:cxnLst>
                      <a:cxn ang="0">
                        <a:pos x="T0" y="T1"/>
                      </a:cxn>
                      <a:cxn ang="0">
                        <a:pos x="T2" y="T3"/>
                      </a:cxn>
                      <a:cxn ang="0">
                        <a:pos x="T4" y="T5"/>
                      </a:cxn>
                      <a:cxn ang="0">
                        <a:pos x="T6" y="T7"/>
                      </a:cxn>
                      <a:cxn ang="0">
                        <a:pos x="T8" y="T9"/>
                      </a:cxn>
                      <a:cxn ang="0">
                        <a:pos x="T10" y="T11"/>
                      </a:cxn>
                      <a:cxn ang="0">
                        <a:pos x="T12" y="T13"/>
                      </a:cxn>
                    </a:cxnLst>
                    <a:rect l="0" t="0" r="r" b="b"/>
                    <a:pathLst>
                      <a:path w="132" h="109">
                        <a:moveTo>
                          <a:pt x="121" y="4"/>
                        </a:moveTo>
                        <a:lnTo>
                          <a:pt x="132" y="109"/>
                        </a:lnTo>
                        <a:lnTo>
                          <a:pt x="0" y="54"/>
                        </a:lnTo>
                        <a:lnTo>
                          <a:pt x="52" y="38"/>
                        </a:lnTo>
                        <a:lnTo>
                          <a:pt x="98" y="62"/>
                        </a:lnTo>
                        <a:lnTo>
                          <a:pt x="83" y="0"/>
                        </a:lnTo>
                        <a:lnTo>
                          <a:pt x="121" y="4"/>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912866" name="Group 37"/>
                <p:cNvGrpSpPr>
                  <a:grpSpLocks/>
                </p:cNvGrpSpPr>
                <p:nvPr/>
              </p:nvGrpSpPr>
              <p:grpSpPr bwMode="auto">
                <a:xfrm>
                  <a:off x="2615" y="2185"/>
                  <a:ext cx="147" cy="76"/>
                  <a:chOff x="2615" y="2185"/>
                  <a:chExt cx="147" cy="76"/>
                </a:xfrm>
              </p:grpSpPr>
              <p:sp>
                <p:nvSpPr>
                  <p:cNvPr id="1912867" name="Freeform 38"/>
                  <p:cNvSpPr>
                    <a:spLocks noChangeArrowheads="1"/>
                  </p:cNvSpPr>
                  <p:nvPr/>
                </p:nvSpPr>
                <p:spPr bwMode="auto">
                  <a:xfrm>
                    <a:off x="2616" y="2185"/>
                    <a:ext cx="144" cy="67"/>
                  </a:xfrm>
                  <a:custGeom>
                    <a:avLst/>
                    <a:gdLst>
                      <a:gd name="T0" fmla="*/ 1009 w 1009"/>
                      <a:gd name="T1" fmla="*/ 199 h 471"/>
                      <a:gd name="T2" fmla="*/ 525 w 1009"/>
                      <a:gd name="T3" fmla="*/ 471 h 471"/>
                      <a:gd name="T4" fmla="*/ 0 w 1009"/>
                      <a:gd name="T5" fmla="*/ 205 h 471"/>
                      <a:gd name="T6" fmla="*/ 403 w 1009"/>
                      <a:gd name="T7" fmla="*/ 0 h 471"/>
                      <a:gd name="T8" fmla="*/ 1009 w 1009"/>
                      <a:gd name="T9" fmla="*/ 199 h 471"/>
                    </a:gdLst>
                    <a:ahLst/>
                    <a:cxnLst>
                      <a:cxn ang="0">
                        <a:pos x="T0" y="T1"/>
                      </a:cxn>
                      <a:cxn ang="0">
                        <a:pos x="T2" y="T3"/>
                      </a:cxn>
                      <a:cxn ang="0">
                        <a:pos x="T4" y="T5"/>
                      </a:cxn>
                      <a:cxn ang="0">
                        <a:pos x="T6" y="T7"/>
                      </a:cxn>
                      <a:cxn ang="0">
                        <a:pos x="T8" y="T9"/>
                      </a:cxn>
                    </a:cxnLst>
                    <a:rect l="0" t="0" r="r" b="b"/>
                    <a:pathLst>
                      <a:path w="1009" h="471">
                        <a:moveTo>
                          <a:pt x="1009" y="199"/>
                        </a:moveTo>
                        <a:lnTo>
                          <a:pt x="525" y="471"/>
                        </a:lnTo>
                        <a:lnTo>
                          <a:pt x="0" y="205"/>
                        </a:lnTo>
                        <a:lnTo>
                          <a:pt x="403" y="0"/>
                        </a:lnTo>
                        <a:lnTo>
                          <a:pt x="1009" y="199"/>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68" name="Freeform 39"/>
                  <p:cNvSpPr>
                    <a:spLocks noChangeArrowheads="1"/>
                  </p:cNvSpPr>
                  <p:nvPr/>
                </p:nvSpPr>
                <p:spPr bwMode="auto">
                  <a:xfrm>
                    <a:off x="2690" y="2213"/>
                    <a:ext cx="72" cy="48"/>
                  </a:xfrm>
                  <a:custGeom>
                    <a:avLst/>
                    <a:gdLst>
                      <a:gd name="T0" fmla="*/ 487 w 505"/>
                      <a:gd name="T1" fmla="*/ 0 h 333"/>
                      <a:gd name="T2" fmla="*/ 0 w 505"/>
                      <a:gd name="T3" fmla="*/ 276 h 333"/>
                      <a:gd name="T4" fmla="*/ 14 w 505"/>
                      <a:gd name="T5" fmla="*/ 333 h 333"/>
                      <a:gd name="T6" fmla="*/ 505 w 505"/>
                      <a:gd name="T7" fmla="*/ 53 h 333"/>
                      <a:gd name="T8" fmla="*/ 487 w 505"/>
                      <a:gd name="T9" fmla="*/ 0 h 333"/>
                    </a:gdLst>
                    <a:ahLst/>
                    <a:cxnLst>
                      <a:cxn ang="0">
                        <a:pos x="T0" y="T1"/>
                      </a:cxn>
                      <a:cxn ang="0">
                        <a:pos x="T2" y="T3"/>
                      </a:cxn>
                      <a:cxn ang="0">
                        <a:pos x="T4" y="T5"/>
                      </a:cxn>
                      <a:cxn ang="0">
                        <a:pos x="T6" y="T7"/>
                      </a:cxn>
                      <a:cxn ang="0">
                        <a:pos x="T8" y="T9"/>
                      </a:cxn>
                    </a:cxnLst>
                    <a:rect l="0" t="0" r="r" b="b"/>
                    <a:pathLst>
                      <a:path w="505" h="333">
                        <a:moveTo>
                          <a:pt x="487" y="0"/>
                        </a:moveTo>
                        <a:lnTo>
                          <a:pt x="0" y="276"/>
                        </a:lnTo>
                        <a:lnTo>
                          <a:pt x="14" y="333"/>
                        </a:lnTo>
                        <a:lnTo>
                          <a:pt x="505" y="53"/>
                        </a:lnTo>
                        <a:lnTo>
                          <a:pt x="487" y="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69" name="Freeform 40"/>
                  <p:cNvSpPr>
                    <a:spLocks noChangeArrowheads="1"/>
                  </p:cNvSpPr>
                  <p:nvPr/>
                </p:nvSpPr>
                <p:spPr bwMode="auto">
                  <a:xfrm>
                    <a:off x="2615" y="2214"/>
                    <a:ext cx="77" cy="47"/>
                  </a:xfrm>
                  <a:custGeom>
                    <a:avLst/>
                    <a:gdLst>
                      <a:gd name="T0" fmla="*/ 540 w 540"/>
                      <a:gd name="T1" fmla="*/ 327 h 327"/>
                      <a:gd name="T2" fmla="*/ 524 w 540"/>
                      <a:gd name="T3" fmla="*/ 266 h 327"/>
                      <a:gd name="T4" fmla="*/ 0 w 540"/>
                      <a:gd name="T5" fmla="*/ 0 h 327"/>
                      <a:gd name="T6" fmla="*/ 19 w 540"/>
                      <a:gd name="T7" fmla="*/ 49 h 327"/>
                      <a:gd name="T8" fmla="*/ 540 w 540"/>
                      <a:gd name="T9" fmla="*/ 327 h 327"/>
                    </a:gdLst>
                    <a:ahLst/>
                    <a:cxnLst>
                      <a:cxn ang="0">
                        <a:pos x="T0" y="T1"/>
                      </a:cxn>
                      <a:cxn ang="0">
                        <a:pos x="T2" y="T3"/>
                      </a:cxn>
                      <a:cxn ang="0">
                        <a:pos x="T4" y="T5"/>
                      </a:cxn>
                      <a:cxn ang="0">
                        <a:pos x="T6" y="T7"/>
                      </a:cxn>
                      <a:cxn ang="0">
                        <a:pos x="T8" y="T9"/>
                      </a:cxn>
                    </a:cxnLst>
                    <a:rect l="0" t="0" r="r" b="b"/>
                    <a:pathLst>
                      <a:path w="540" h="327">
                        <a:moveTo>
                          <a:pt x="540" y="327"/>
                        </a:moveTo>
                        <a:lnTo>
                          <a:pt x="524" y="266"/>
                        </a:lnTo>
                        <a:lnTo>
                          <a:pt x="0" y="0"/>
                        </a:lnTo>
                        <a:lnTo>
                          <a:pt x="19" y="49"/>
                        </a:lnTo>
                        <a:lnTo>
                          <a:pt x="540" y="327"/>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70" name="Freeform 41"/>
                  <p:cNvSpPr>
                    <a:spLocks noChangeArrowheads="1"/>
                  </p:cNvSpPr>
                  <p:nvPr/>
                </p:nvSpPr>
                <p:spPr bwMode="auto">
                  <a:xfrm>
                    <a:off x="2674" y="2217"/>
                    <a:ext cx="57" cy="29"/>
                  </a:xfrm>
                  <a:custGeom>
                    <a:avLst/>
                    <a:gdLst>
                      <a:gd name="T0" fmla="*/ 405 w 405"/>
                      <a:gd name="T1" fmla="*/ 53 h 207"/>
                      <a:gd name="T2" fmla="*/ 264 w 405"/>
                      <a:gd name="T3" fmla="*/ 0 h 207"/>
                      <a:gd name="T4" fmla="*/ 0 w 405"/>
                      <a:gd name="T5" fmla="*/ 144 h 207"/>
                      <a:gd name="T6" fmla="*/ 134 w 405"/>
                      <a:gd name="T7" fmla="*/ 207 h 207"/>
                      <a:gd name="T8" fmla="*/ 405 w 405"/>
                      <a:gd name="T9" fmla="*/ 53 h 207"/>
                    </a:gdLst>
                    <a:ahLst/>
                    <a:cxnLst>
                      <a:cxn ang="0">
                        <a:pos x="T0" y="T1"/>
                      </a:cxn>
                      <a:cxn ang="0">
                        <a:pos x="T2" y="T3"/>
                      </a:cxn>
                      <a:cxn ang="0">
                        <a:pos x="T4" y="T5"/>
                      </a:cxn>
                      <a:cxn ang="0">
                        <a:pos x="T6" y="T7"/>
                      </a:cxn>
                      <a:cxn ang="0">
                        <a:pos x="T8" y="T9"/>
                      </a:cxn>
                    </a:cxnLst>
                    <a:rect l="0" t="0" r="r" b="b"/>
                    <a:pathLst>
                      <a:path w="405" h="207">
                        <a:moveTo>
                          <a:pt x="405" y="53"/>
                        </a:moveTo>
                        <a:lnTo>
                          <a:pt x="264" y="0"/>
                        </a:lnTo>
                        <a:lnTo>
                          <a:pt x="0" y="144"/>
                        </a:lnTo>
                        <a:lnTo>
                          <a:pt x="134" y="207"/>
                        </a:lnTo>
                        <a:lnTo>
                          <a:pt x="405" y="5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871" name="Freeform 42"/>
                  <p:cNvSpPr>
                    <a:spLocks noChangeArrowheads="1"/>
                  </p:cNvSpPr>
                  <p:nvPr/>
                </p:nvSpPr>
                <p:spPr bwMode="auto">
                  <a:xfrm>
                    <a:off x="2622" y="2196"/>
                    <a:ext cx="86" cy="39"/>
                  </a:xfrm>
                  <a:custGeom>
                    <a:avLst/>
                    <a:gdLst>
                      <a:gd name="T0" fmla="*/ 597 w 597"/>
                      <a:gd name="T1" fmla="*/ 136 h 278"/>
                      <a:gd name="T2" fmla="*/ 336 w 597"/>
                      <a:gd name="T3" fmla="*/ 278 h 278"/>
                      <a:gd name="T4" fmla="*/ 0 w 597"/>
                      <a:gd name="T5" fmla="*/ 119 h 278"/>
                      <a:gd name="T6" fmla="*/ 244 w 597"/>
                      <a:gd name="T7" fmla="*/ 0 h 278"/>
                      <a:gd name="T8" fmla="*/ 597 w 597"/>
                      <a:gd name="T9" fmla="*/ 136 h 278"/>
                    </a:gdLst>
                    <a:ahLst/>
                    <a:cxnLst>
                      <a:cxn ang="0">
                        <a:pos x="T0" y="T1"/>
                      </a:cxn>
                      <a:cxn ang="0">
                        <a:pos x="T2" y="T3"/>
                      </a:cxn>
                      <a:cxn ang="0">
                        <a:pos x="T4" y="T5"/>
                      </a:cxn>
                      <a:cxn ang="0">
                        <a:pos x="T6" y="T7"/>
                      </a:cxn>
                      <a:cxn ang="0">
                        <a:pos x="T8" y="T9"/>
                      </a:cxn>
                    </a:cxnLst>
                    <a:rect l="0" t="0" r="r" b="b"/>
                    <a:pathLst>
                      <a:path w="597" h="278">
                        <a:moveTo>
                          <a:pt x="597" y="136"/>
                        </a:moveTo>
                        <a:lnTo>
                          <a:pt x="336" y="278"/>
                        </a:lnTo>
                        <a:lnTo>
                          <a:pt x="0" y="119"/>
                        </a:lnTo>
                        <a:lnTo>
                          <a:pt x="244" y="0"/>
                        </a:lnTo>
                        <a:lnTo>
                          <a:pt x="597" y="136"/>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872" name="Freeform 43"/>
                  <p:cNvSpPr>
                    <a:spLocks noChangeArrowheads="1"/>
                  </p:cNvSpPr>
                  <p:nvPr/>
                </p:nvSpPr>
                <p:spPr bwMode="auto">
                  <a:xfrm>
                    <a:off x="2659" y="2187"/>
                    <a:ext cx="94" cy="36"/>
                  </a:xfrm>
                  <a:custGeom>
                    <a:avLst/>
                    <a:gdLst>
                      <a:gd name="T0" fmla="*/ 521 w 658"/>
                      <a:gd name="T1" fmla="*/ 254 h 254"/>
                      <a:gd name="T2" fmla="*/ 658 w 658"/>
                      <a:gd name="T3" fmla="*/ 183 h 254"/>
                      <a:gd name="T4" fmla="*/ 106 w 658"/>
                      <a:gd name="T5" fmla="*/ 0 h 254"/>
                      <a:gd name="T6" fmla="*/ 0 w 658"/>
                      <a:gd name="T7" fmla="*/ 53 h 254"/>
                      <a:gd name="T8" fmla="*/ 521 w 658"/>
                      <a:gd name="T9" fmla="*/ 254 h 254"/>
                    </a:gdLst>
                    <a:ahLst/>
                    <a:cxnLst>
                      <a:cxn ang="0">
                        <a:pos x="T0" y="T1"/>
                      </a:cxn>
                      <a:cxn ang="0">
                        <a:pos x="T2" y="T3"/>
                      </a:cxn>
                      <a:cxn ang="0">
                        <a:pos x="T4" y="T5"/>
                      </a:cxn>
                      <a:cxn ang="0">
                        <a:pos x="T6" y="T7"/>
                      </a:cxn>
                      <a:cxn ang="0">
                        <a:pos x="T8" y="T9"/>
                      </a:cxn>
                    </a:cxnLst>
                    <a:rect l="0" t="0" r="r" b="b"/>
                    <a:pathLst>
                      <a:path w="658" h="254">
                        <a:moveTo>
                          <a:pt x="521" y="254"/>
                        </a:moveTo>
                        <a:lnTo>
                          <a:pt x="658" y="183"/>
                        </a:lnTo>
                        <a:lnTo>
                          <a:pt x="106" y="0"/>
                        </a:lnTo>
                        <a:lnTo>
                          <a:pt x="0" y="53"/>
                        </a:lnTo>
                        <a:lnTo>
                          <a:pt x="521" y="25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873" name="Line 44"/>
                  <p:cNvSpPr>
                    <a:spLocks noChangeShapeType="1"/>
                  </p:cNvSpPr>
                  <p:nvPr/>
                </p:nvSpPr>
                <p:spPr bwMode="auto">
                  <a:xfrm flipH="1" flipV="1">
                    <a:off x="2670" y="2189"/>
                    <a:ext cx="81" cy="2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4" name="Line 45"/>
                  <p:cNvSpPr>
                    <a:spLocks noChangeShapeType="1"/>
                  </p:cNvSpPr>
                  <p:nvPr/>
                </p:nvSpPr>
                <p:spPr bwMode="auto">
                  <a:xfrm flipH="1" flipV="1">
                    <a:off x="2665" y="2191"/>
                    <a:ext cx="80" cy="2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5" name="Line 46"/>
                  <p:cNvSpPr>
                    <a:spLocks noChangeShapeType="1"/>
                  </p:cNvSpPr>
                  <p:nvPr/>
                </p:nvSpPr>
                <p:spPr bwMode="auto">
                  <a:xfrm flipH="1" flipV="1">
                    <a:off x="2662" y="2193"/>
                    <a:ext cx="78"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6" name="Line 47"/>
                  <p:cNvSpPr>
                    <a:spLocks noChangeShapeType="1"/>
                  </p:cNvSpPr>
                  <p:nvPr/>
                </p:nvSpPr>
                <p:spPr bwMode="auto">
                  <a:xfrm flipH="1" flipV="1">
                    <a:off x="2652" y="2198"/>
                    <a:ext cx="76"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7" name="Line 48"/>
                  <p:cNvSpPr>
                    <a:spLocks noChangeShapeType="1"/>
                  </p:cNvSpPr>
                  <p:nvPr/>
                </p:nvSpPr>
                <p:spPr bwMode="auto">
                  <a:xfrm flipH="1" flipV="1">
                    <a:off x="2647" y="2202"/>
                    <a:ext cx="75"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8" name="Line 49"/>
                  <p:cNvSpPr>
                    <a:spLocks noChangeShapeType="1"/>
                  </p:cNvSpPr>
                  <p:nvPr/>
                </p:nvSpPr>
                <p:spPr bwMode="auto">
                  <a:xfrm flipH="1" flipV="1">
                    <a:off x="2641" y="2204"/>
                    <a:ext cx="75"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9" name="Line 50"/>
                  <p:cNvSpPr>
                    <a:spLocks noChangeShapeType="1"/>
                  </p:cNvSpPr>
                  <p:nvPr/>
                </p:nvSpPr>
                <p:spPr bwMode="auto">
                  <a:xfrm flipH="1" flipV="1">
                    <a:off x="2636" y="2208"/>
                    <a:ext cx="73"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0" name="Line 51"/>
                  <p:cNvSpPr>
                    <a:spLocks noChangeShapeType="1"/>
                  </p:cNvSpPr>
                  <p:nvPr/>
                </p:nvSpPr>
                <p:spPr bwMode="auto">
                  <a:xfrm flipH="1" flipV="1">
                    <a:off x="2629" y="2210"/>
                    <a:ext cx="73" cy="33"/>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1" name="Line 52"/>
                  <p:cNvSpPr>
                    <a:spLocks noChangeShapeType="1"/>
                  </p:cNvSpPr>
                  <p:nvPr/>
                </p:nvSpPr>
                <p:spPr bwMode="auto">
                  <a:xfrm flipH="1">
                    <a:off x="2687" y="2222"/>
                    <a:ext cx="38" cy="2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2" name="Line 53"/>
                  <p:cNvSpPr>
                    <a:spLocks noChangeShapeType="1"/>
                  </p:cNvSpPr>
                  <p:nvPr/>
                </p:nvSpPr>
                <p:spPr bwMode="auto">
                  <a:xfrm flipH="1">
                    <a:off x="2679" y="2219"/>
                    <a:ext cx="38" cy="21"/>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3" name="Line 54"/>
                  <p:cNvSpPr>
                    <a:spLocks noChangeShapeType="1"/>
                  </p:cNvSpPr>
                  <p:nvPr/>
                </p:nvSpPr>
                <p:spPr bwMode="auto">
                  <a:xfrm flipH="1">
                    <a:off x="2663" y="2212"/>
                    <a:ext cx="37" cy="2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4" name="Line 55"/>
                  <p:cNvSpPr>
                    <a:spLocks noChangeShapeType="1"/>
                  </p:cNvSpPr>
                  <p:nvPr/>
                </p:nvSpPr>
                <p:spPr bwMode="auto">
                  <a:xfrm flipH="1">
                    <a:off x="2655" y="2209"/>
                    <a:ext cx="36" cy="1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5" name="Line 56"/>
                  <p:cNvSpPr>
                    <a:spLocks noChangeShapeType="1"/>
                  </p:cNvSpPr>
                  <p:nvPr/>
                </p:nvSpPr>
                <p:spPr bwMode="auto">
                  <a:xfrm flipH="1">
                    <a:off x="2647" y="2206"/>
                    <a:ext cx="34"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6" name="Line 57"/>
                  <p:cNvSpPr>
                    <a:spLocks noChangeShapeType="1"/>
                  </p:cNvSpPr>
                  <p:nvPr/>
                </p:nvSpPr>
                <p:spPr bwMode="auto">
                  <a:xfrm flipH="1">
                    <a:off x="2640" y="2203"/>
                    <a:ext cx="33"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7" name="Line 58"/>
                  <p:cNvSpPr>
                    <a:spLocks noChangeShapeType="1"/>
                  </p:cNvSpPr>
                  <p:nvPr/>
                </p:nvSpPr>
                <p:spPr bwMode="auto">
                  <a:xfrm flipH="1">
                    <a:off x="2632" y="2199"/>
                    <a:ext cx="35"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8" name="Line 59"/>
                  <p:cNvSpPr>
                    <a:spLocks noChangeShapeType="1"/>
                  </p:cNvSpPr>
                  <p:nvPr/>
                </p:nvSpPr>
                <p:spPr bwMode="auto">
                  <a:xfrm flipH="1">
                    <a:off x="2723" y="2210"/>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9" name="Line 60"/>
                  <p:cNvSpPr>
                    <a:spLocks noChangeShapeType="1"/>
                  </p:cNvSpPr>
                  <p:nvPr/>
                </p:nvSpPr>
                <p:spPr bwMode="auto">
                  <a:xfrm flipH="1">
                    <a:off x="2712" y="2205"/>
                    <a:ext cx="18" cy="1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90" name="Line 61"/>
                  <p:cNvSpPr>
                    <a:spLocks noChangeShapeType="1"/>
                  </p:cNvSpPr>
                  <p:nvPr/>
                </p:nvSpPr>
                <p:spPr bwMode="auto">
                  <a:xfrm flipH="1">
                    <a:off x="2701" y="2202"/>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91" name="Line 62"/>
                  <p:cNvSpPr>
                    <a:spLocks noChangeShapeType="1"/>
                  </p:cNvSpPr>
                  <p:nvPr/>
                </p:nvSpPr>
                <p:spPr bwMode="auto">
                  <a:xfrm flipH="1">
                    <a:off x="2690" y="2198"/>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92" name="Line 63"/>
                  <p:cNvSpPr>
                    <a:spLocks noChangeShapeType="1"/>
                  </p:cNvSpPr>
                  <p:nvPr/>
                </p:nvSpPr>
                <p:spPr bwMode="auto">
                  <a:xfrm flipH="1">
                    <a:off x="2680" y="2194"/>
                    <a:ext cx="17"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93" name="Line 64"/>
                  <p:cNvSpPr>
                    <a:spLocks noChangeShapeType="1"/>
                  </p:cNvSpPr>
                  <p:nvPr/>
                </p:nvSpPr>
                <p:spPr bwMode="auto">
                  <a:xfrm flipH="1">
                    <a:off x="2668" y="2190"/>
                    <a:ext cx="16"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grpSp>
          <p:nvGrpSpPr>
            <p:cNvPr id="1912894" name="Group 65"/>
            <p:cNvGrpSpPr>
              <a:grpSpLocks/>
            </p:cNvGrpSpPr>
            <p:nvPr/>
          </p:nvGrpSpPr>
          <p:grpSpPr bwMode="auto">
            <a:xfrm flipH="1">
              <a:off x="3808" y="2431"/>
              <a:ext cx="87" cy="168"/>
              <a:chOff x="2591" y="2156"/>
              <a:chExt cx="35" cy="69"/>
            </a:xfrm>
          </p:grpSpPr>
          <p:sp>
            <p:nvSpPr>
              <p:cNvPr id="1912895" name="Freeform 66"/>
              <p:cNvSpPr>
                <a:spLocks noChangeArrowheads="1"/>
              </p:cNvSpPr>
              <p:nvPr/>
            </p:nvSpPr>
            <p:spPr bwMode="auto">
              <a:xfrm>
                <a:off x="2591" y="2156"/>
                <a:ext cx="35" cy="69"/>
              </a:xfrm>
              <a:custGeom>
                <a:avLst/>
                <a:gdLst>
                  <a:gd name="T0" fmla="*/ 0 w 246"/>
                  <a:gd name="T1" fmla="*/ 173 h 485"/>
                  <a:gd name="T2" fmla="*/ 46 w 246"/>
                  <a:gd name="T3" fmla="*/ 108 h 485"/>
                  <a:gd name="T4" fmla="*/ 92 w 246"/>
                  <a:gd name="T5" fmla="*/ 76 h 485"/>
                  <a:gd name="T6" fmla="*/ 111 w 246"/>
                  <a:gd name="T7" fmla="*/ 28 h 485"/>
                  <a:gd name="T8" fmla="*/ 122 w 246"/>
                  <a:gd name="T9" fmla="*/ 6 h 485"/>
                  <a:gd name="T10" fmla="*/ 174 w 246"/>
                  <a:gd name="T11" fmla="*/ 0 h 485"/>
                  <a:gd name="T12" fmla="*/ 246 w 246"/>
                  <a:gd name="T13" fmla="*/ 41 h 485"/>
                  <a:gd name="T14" fmla="*/ 227 w 246"/>
                  <a:gd name="T15" fmla="*/ 129 h 485"/>
                  <a:gd name="T16" fmla="*/ 206 w 246"/>
                  <a:gd name="T17" fmla="*/ 178 h 485"/>
                  <a:gd name="T18" fmla="*/ 159 w 246"/>
                  <a:gd name="T19" fmla="*/ 328 h 485"/>
                  <a:gd name="T20" fmla="*/ 81 w 246"/>
                  <a:gd name="T21" fmla="*/ 485 h 485"/>
                  <a:gd name="T22" fmla="*/ 0 w 246"/>
                  <a:gd name="T23" fmla="*/ 173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6" h="485">
                    <a:moveTo>
                      <a:pt x="0" y="173"/>
                    </a:moveTo>
                    <a:lnTo>
                      <a:pt x="46" y="108"/>
                    </a:lnTo>
                    <a:lnTo>
                      <a:pt x="92" y="76"/>
                    </a:lnTo>
                    <a:lnTo>
                      <a:pt x="111" y="28"/>
                    </a:lnTo>
                    <a:lnTo>
                      <a:pt x="122" y="6"/>
                    </a:lnTo>
                    <a:lnTo>
                      <a:pt x="174" y="0"/>
                    </a:lnTo>
                    <a:lnTo>
                      <a:pt x="246" y="41"/>
                    </a:lnTo>
                    <a:lnTo>
                      <a:pt x="227" y="129"/>
                    </a:lnTo>
                    <a:lnTo>
                      <a:pt x="206" y="178"/>
                    </a:lnTo>
                    <a:lnTo>
                      <a:pt x="159" y="328"/>
                    </a:lnTo>
                    <a:lnTo>
                      <a:pt x="81" y="485"/>
                    </a:lnTo>
                    <a:lnTo>
                      <a:pt x="0" y="173"/>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96" name="Freeform 67"/>
              <p:cNvSpPr>
                <a:spLocks noChangeArrowheads="1"/>
              </p:cNvSpPr>
              <p:nvPr/>
            </p:nvSpPr>
            <p:spPr bwMode="auto">
              <a:xfrm>
                <a:off x="2596" y="2162"/>
                <a:ext cx="28" cy="49"/>
              </a:xfrm>
              <a:custGeom>
                <a:avLst/>
                <a:gdLst>
                  <a:gd name="T0" fmla="*/ 81 w 193"/>
                  <a:gd name="T1" fmla="*/ 0 h 346"/>
                  <a:gd name="T2" fmla="*/ 102 w 193"/>
                  <a:gd name="T3" fmla="*/ 22 h 346"/>
                  <a:gd name="T4" fmla="*/ 147 w 193"/>
                  <a:gd name="T5" fmla="*/ 41 h 346"/>
                  <a:gd name="T6" fmla="*/ 193 w 193"/>
                  <a:gd name="T7" fmla="*/ 40 h 346"/>
                  <a:gd name="T8" fmla="*/ 165 w 193"/>
                  <a:gd name="T9" fmla="*/ 119 h 346"/>
                  <a:gd name="T10" fmla="*/ 131 w 193"/>
                  <a:gd name="T11" fmla="*/ 115 h 346"/>
                  <a:gd name="T12" fmla="*/ 105 w 193"/>
                  <a:gd name="T13" fmla="*/ 100 h 346"/>
                  <a:gd name="T14" fmla="*/ 119 w 193"/>
                  <a:gd name="T15" fmla="*/ 124 h 346"/>
                  <a:gd name="T16" fmla="*/ 158 w 193"/>
                  <a:gd name="T17" fmla="*/ 131 h 346"/>
                  <a:gd name="T18" fmla="*/ 130 w 193"/>
                  <a:gd name="T19" fmla="*/ 217 h 346"/>
                  <a:gd name="T20" fmla="*/ 110 w 193"/>
                  <a:gd name="T21" fmla="*/ 280 h 346"/>
                  <a:gd name="T22" fmla="*/ 102 w 193"/>
                  <a:gd name="T23" fmla="*/ 244 h 346"/>
                  <a:gd name="T24" fmla="*/ 92 w 193"/>
                  <a:gd name="T25" fmla="*/ 177 h 346"/>
                  <a:gd name="T26" fmla="*/ 91 w 193"/>
                  <a:gd name="T27" fmla="*/ 139 h 346"/>
                  <a:gd name="T28" fmla="*/ 84 w 193"/>
                  <a:gd name="T29" fmla="*/ 155 h 346"/>
                  <a:gd name="T30" fmla="*/ 84 w 193"/>
                  <a:gd name="T31" fmla="*/ 200 h 346"/>
                  <a:gd name="T32" fmla="*/ 92 w 193"/>
                  <a:gd name="T33" fmla="*/ 260 h 346"/>
                  <a:gd name="T34" fmla="*/ 98 w 193"/>
                  <a:gd name="T35" fmla="*/ 299 h 346"/>
                  <a:gd name="T36" fmla="*/ 81 w 193"/>
                  <a:gd name="T37" fmla="*/ 346 h 346"/>
                  <a:gd name="T38" fmla="*/ 49 w 193"/>
                  <a:gd name="T39" fmla="*/ 224 h 346"/>
                  <a:gd name="T40" fmla="*/ 35 w 193"/>
                  <a:gd name="T41" fmla="*/ 183 h 346"/>
                  <a:gd name="T42" fmla="*/ 11 w 193"/>
                  <a:gd name="T43" fmla="*/ 121 h 346"/>
                  <a:gd name="T44" fmla="*/ 0 w 193"/>
                  <a:gd name="T45" fmla="*/ 103 h 346"/>
                  <a:gd name="T46" fmla="*/ 15 w 193"/>
                  <a:gd name="T47" fmla="*/ 79 h 346"/>
                  <a:gd name="T48" fmla="*/ 57 w 193"/>
                  <a:gd name="T49" fmla="*/ 57 h 346"/>
                  <a:gd name="T50" fmla="*/ 73 w 193"/>
                  <a:gd name="T51" fmla="*/ 78 h 346"/>
                  <a:gd name="T52" fmla="*/ 63 w 193"/>
                  <a:gd name="T53" fmla="*/ 41 h 346"/>
                  <a:gd name="T54" fmla="*/ 81 w 19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3" h="346">
                    <a:moveTo>
                      <a:pt x="81" y="0"/>
                    </a:moveTo>
                    <a:lnTo>
                      <a:pt x="102" y="22"/>
                    </a:lnTo>
                    <a:lnTo>
                      <a:pt x="147" y="41"/>
                    </a:lnTo>
                    <a:lnTo>
                      <a:pt x="193" y="40"/>
                    </a:lnTo>
                    <a:lnTo>
                      <a:pt x="165" y="119"/>
                    </a:lnTo>
                    <a:lnTo>
                      <a:pt x="131" y="115"/>
                    </a:lnTo>
                    <a:lnTo>
                      <a:pt x="105" y="100"/>
                    </a:lnTo>
                    <a:lnTo>
                      <a:pt x="119" y="124"/>
                    </a:lnTo>
                    <a:lnTo>
                      <a:pt x="158" y="131"/>
                    </a:lnTo>
                    <a:lnTo>
                      <a:pt x="130" y="217"/>
                    </a:lnTo>
                    <a:lnTo>
                      <a:pt x="110" y="280"/>
                    </a:lnTo>
                    <a:lnTo>
                      <a:pt x="102" y="244"/>
                    </a:lnTo>
                    <a:lnTo>
                      <a:pt x="92" y="177"/>
                    </a:lnTo>
                    <a:lnTo>
                      <a:pt x="91" y="139"/>
                    </a:lnTo>
                    <a:lnTo>
                      <a:pt x="84" y="155"/>
                    </a:lnTo>
                    <a:lnTo>
                      <a:pt x="84" y="200"/>
                    </a:lnTo>
                    <a:lnTo>
                      <a:pt x="92" y="260"/>
                    </a:lnTo>
                    <a:lnTo>
                      <a:pt x="98" y="299"/>
                    </a:lnTo>
                    <a:lnTo>
                      <a:pt x="81" y="346"/>
                    </a:lnTo>
                    <a:lnTo>
                      <a:pt x="49" y="224"/>
                    </a:lnTo>
                    <a:lnTo>
                      <a:pt x="35" y="183"/>
                    </a:lnTo>
                    <a:lnTo>
                      <a:pt x="11" y="121"/>
                    </a:lnTo>
                    <a:lnTo>
                      <a:pt x="0" y="103"/>
                    </a:lnTo>
                    <a:lnTo>
                      <a:pt x="15" y="79"/>
                    </a:lnTo>
                    <a:lnTo>
                      <a:pt x="57" y="57"/>
                    </a:lnTo>
                    <a:lnTo>
                      <a:pt x="73" y="78"/>
                    </a:lnTo>
                    <a:lnTo>
                      <a:pt x="63" y="41"/>
                    </a:lnTo>
                    <a:lnTo>
                      <a:pt x="8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897" name="Group 68"/>
            <p:cNvGrpSpPr>
              <a:grpSpLocks/>
            </p:cNvGrpSpPr>
            <p:nvPr/>
          </p:nvGrpSpPr>
          <p:grpSpPr bwMode="auto">
            <a:xfrm flipH="1">
              <a:off x="3798" y="2334"/>
              <a:ext cx="112" cy="119"/>
              <a:chOff x="2585" y="2116"/>
              <a:chExt cx="45" cy="49"/>
            </a:xfrm>
          </p:grpSpPr>
          <p:sp>
            <p:nvSpPr>
              <p:cNvPr id="1912898" name="Freeform 69"/>
              <p:cNvSpPr>
                <a:spLocks noChangeArrowheads="1"/>
              </p:cNvSpPr>
              <p:nvPr/>
            </p:nvSpPr>
            <p:spPr bwMode="auto">
              <a:xfrm>
                <a:off x="2597" y="2120"/>
                <a:ext cx="33" cy="45"/>
              </a:xfrm>
              <a:custGeom>
                <a:avLst/>
                <a:gdLst>
                  <a:gd name="T0" fmla="*/ 2 w 228"/>
                  <a:gd name="T1" fmla="*/ 117 h 319"/>
                  <a:gd name="T2" fmla="*/ 10 w 228"/>
                  <a:gd name="T3" fmla="*/ 139 h 319"/>
                  <a:gd name="T4" fmla="*/ 23 w 228"/>
                  <a:gd name="T5" fmla="*/ 151 h 319"/>
                  <a:gd name="T6" fmla="*/ 31 w 228"/>
                  <a:gd name="T7" fmla="*/ 168 h 319"/>
                  <a:gd name="T8" fmla="*/ 40 w 228"/>
                  <a:gd name="T9" fmla="*/ 182 h 319"/>
                  <a:gd name="T10" fmla="*/ 54 w 228"/>
                  <a:gd name="T11" fmla="*/ 196 h 319"/>
                  <a:gd name="T12" fmla="*/ 66 w 228"/>
                  <a:gd name="T13" fmla="*/ 204 h 319"/>
                  <a:gd name="T14" fmla="*/ 83 w 228"/>
                  <a:gd name="T15" fmla="*/ 214 h 319"/>
                  <a:gd name="T16" fmla="*/ 86 w 228"/>
                  <a:gd name="T17" fmla="*/ 226 h 319"/>
                  <a:gd name="T18" fmla="*/ 86 w 228"/>
                  <a:gd name="T19" fmla="*/ 243 h 319"/>
                  <a:gd name="T20" fmla="*/ 81 w 228"/>
                  <a:gd name="T21" fmla="*/ 283 h 319"/>
                  <a:gd name="T22" fmla="*/ 113 w 228"/>
                  <a:gd name="T23" fmla="*/ 306 h 319"/>
                  <a:gd name="T24" fmla="*/ 140 w 228"/>
                  <a:gd name="T25" fmla="*/ 318 h 319"/>
                  <a:gd name="T26" fmla="*/ 162 w 228"/>
                  <a:gd name="T27" fmla="*/ 319 h 319"/>
                  <a:gd name="T28" fmla="*/ 185 w 228"/>
                  <a:gd name="T29" fmla="*/ 318 h 319"/>
                  <a:gd name="T30" fmla="*/ 193 w 228"/>
                  <a:gd name="T31" fmla="*/ 292 h 319"/>
                  <a:gd name="T32" fmla="*/ 198 w 228"/>
                  <a:gd name="T33" fmla="*/ 233 h 319"/>
                  <a:gd name="T34" fmla="*/ 211 w 228"/>
                  <a:gd name="T35" fmla="*/ 213 h 319"/>
                  <a:gd name="T36" fmla="*/ 221 w 228"/>
                  <a:gd name="T37" fmla="*/ 183 h 319"/>
                  <a:gd name="T38" fmla="*/ 223 w 228"/>
                  <a:gd name="T39" fmla="*/ 156 h 319"/>
                  <a:gd name="T40" fmla="*/ 227 w 228"/>
                  <a:gd name="T41" fmla="*/ 118 h 319"/>
                  <a:gd name="T42" fmla="*/ 228 w 228"/>
                  <a:gd name="T43" fmla="*/ 96 h 319"/>
                  <a:gd name="T44" fmla="*/ 227 w 228"/>
                  <a:gd name="T45" fmla="*/ 83 h 319"/>
                  <a:gd name="T46" fmla="*/ 221 w 228"/>
                  <a:gd name="T47" fmla="*/ 59 h 319"/>
                  <a:gd name="T48" fmla="*/ 209 w 228"/>
                  <a:gd name="T49" fmla="*/ 47 h 319"/>
                  <a:gd name="T50" fmla="*/ 192 w 228"/>
                  <a:gd name="T51" fmla="*/ 43 h 319"/>
                  <a:gd name="T52" fmla="*/ 186 w 228"/>
                  <a:gd name="T53" fmla="*/ 30 h 319"/>
                  <a:gd name="T54" fmla="*/ 170 w 228"/>
                  <a:gd name="T55" fmla="*/ 21 h 319"/>
                  <a:gd name="T56" fmla="*/ 154 w 228"/>
                  <a:gd name="T57" fmla="*/ 30 h 319"/>
                  <a:gd name="T58" fmla="*/ 143 w 228"/>
                  <a:gd name="T59" fmla="*/ 11 h 319"/>
                  <a:gd name="T60" fmla="*/ 125 w 228"/>
                  <a:gd name="T61" fmla="*/ 5 h 319"/>
                  <a:gd name="T62" fmla="*/ 105 w 228"/>
                  <a:gd name="T63" fmla="*/ 22 h 319"/>
                  <a:gd name="T64" fmla="*/ 96 w 228"/>
                  <a:gd name="T65" fmla="*/ 0 h 319"/>
                  <a:gd name="T66" fmla="*/ 70 w 228"/>
                  <a:gd name="T67" fmla="*/ 3 h 319"/>
                  <a:gd name="T68" fmla="*/ 56 w 228"/>
                  <a:gd name="T69" fmla="*/ 38 h 319"/>
                  <a:gd name="T70" fmla="*/ 53 w 228"/>
                  <a:gd name="T71" fmla="*/ 57 h 319"/>
                  <a:gd name="T72" fmla="*/ 51 w 228"/>
                  <a:gd name="T73" fmla="*/ 84 h 319"/>
                  <a:gd name="T74" fmla="*/ 45 w 228"/>
                  <a:gd name="T75" fmla="*/ 118 h 319"/>
                  <a:gd name="T76" fmla="*/ 38 w 228"/>
                  <a:gd name="T77" fmla="*/ 105 h 319"/>
                  <a:gd name="T78" fmla="*/ 35 w 228"/>
                  <a:gd name="T79" fmla="*/ 80 h 319"/>
                  <a:gd name="T80" fmla="*/ 30 w 228"/>
                  <a:gd name="T81" fmla="*/ 64 h 319"/>
                  <a:gd name="T82" fmla="*/ 24 w 228"/>
                  <a:gd name="T83" fmla="*/ 55 h 319"/>
                  <a:gd name="T84" fmla="*/ 11 w 228"/>
                  <a:gd name="T85" fmla="*/ 49 h 319"/>
                  <a:gd name="T86" fmla="*/ 4 w 228"/>
                  <a:gd name="T87" fmla="*/ 51 h 319"/>
                  <a:gd name="T88" fmla="*/ 0 w 228"/>
                  <a:gd name="T89" fmla="*/ 59 h 319"/>
                  <a:gd name="T90" fmla="*/ 5 w 228"/>
                  <a:gd name="T91" fmla="*/ 72 h 319"/>
                  <a:gd name="T92" fmla="*/ 7 w 228"/>
                  <a:gd name="T93" fmla="*/ 96 h 319"/>
                  <a:gd name="T94" fmla="*/ 2 w 228"/>
                  <a:gd name="T95" fmla="*/ 11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8" h="319">
                    <a:moveTo>
                      <a:pt x="2" y="117"/>
                    </a:moveTo>
                    <a:lnTo>
                      <a:pt x="10" y="139"/>
                    </a:lnTo>
                    <a:lnTo>
                      <a:pt x="23" y="151"/>
                    </a:lnTo>
                    <a:lnTo>
                      <a:pt x="31" y="168"/>
                    </a:lnTo>
                    <a:lnTo>
                      <a:pt x="40" y="182"/>
                    </a:lnTo>
                    <a:lnTo>
                      <a:pt x="54" y="196"/>
                    </a:lnTo>
                    <a:lnTo>
                      <a:pt x="66" y="204"/>
                    </a:lnTo>
                    <a:lnTo>
                      <a:pt x="83" y="214"/>
                    </a:lnTo>
                    <a:lnTo>
                      <a:pt x="86" y="226"/>
                    </a:lnTo>
                    <a:lnTo>
                      <a:pt x="86" y="243"/>
                    </a:lnTo>
                    <a:lnTo>
                      <a:pt x="81" y="283"/>
                    </a:lnTo>
                    <a:lnTo>
                      <a:pt x="113" y="306"/>
                    </a:lnTo>
                    <a:lnTo>
                      <a:pt x="140" y="318"/>
                    </a:lnTo>
                    <a:lnTo>
                      <a:pt x="162" y="319"/>
                    </a:lnTo>
                    <a:lnTo>
                      <a:pt x="185" y="318"/>
                    </a:lnTo>
                    <a:lnTo>
                      <a:pt x="193" y="292"/>
                    </a:lnTo>
                    <a:lnTo>
                      <a:pt x="198" y="233"/>
                    </a:lnTo>
                    <a:lnTo>
                      <a:pt x="211" y="213"/>
                    </a:lnTo>
                    <a:lnTo>
                      <a:pt x="221" y="183"/>
                    </a:lnTo>
                    <a:lnTo>
                      <a:pt x="223" y="156"/>
                    </a:lnTo>
                    <a:lnTo>
                      <a:pt x="227" y="118"/>
                    </a:lnTo>
                    <a:lnTo>
                      <a:pt x="228" y="96"/>
                    </a:lnTo>
                    <a:lnTo>
                      <a:pt x="227" y="83"/>
                    </a:lnTo>
                    <a:lnTo>
                      <a:pt x="221" y="59"/>
                    </a:lnTo>
                    <a:lnTo>
                      <a:pt x="209" y="47"/>
                    </a:lnTo>
                    <a:lnTo>
                      <a:pt x="192" y="43"/>
                    </a:lnTo>
                    <a:lnTo>
                      <a:pt x="186" y="30"/>
                    </a:lnTo>
                    <a:lnTo>
                      <a:pt x="170" y="21"/>
                    </a:lnTo>
                    <a:lnTo>
                      <a:pt x="154" y="30"/>
                    </a:lnTo>
                    <a:lnTo>
                      <a:pt x="143" y="11"/>
                    </a:lnTo>
                    <a:lnTo>
                      <a:pt x="125" y="5"/>
                    </a:lnTo>
                    <a:lnTo>
                      <a:pt x="105" y="22"/>
                    </a:lnTo>
                    <a:lnTo>
                      <a:pt x="96" y="0"/>
                    </a:lnTo>
                    <a:lnTo>
                      <a:pt x="70" y="3"/>
                    </a:lnTo>
                    <a:lnTo>
                      <a:pt x="56" y="38"/>
                    </a:lnTo>
                    <a:lnTo>
                      <a:pt x="53" y="57"/>
                    </a:lnTo>
                    <a:lnTo>
                      <a:pt x="51" y="84"/>
                    </a:lnTo>
                    <a:lnTo>
                      <a:pt x="45" y="118"/>
                    </a:lnTo>
                    <a:lnTo>
                      <a:pt x="38" y="105"/>
                    </a:lnTo>
                    <a:lnTo>
                      <a:pt x="35" y="80"/>
                    </a:lnTo>
                    <a:lnTo>
                      <a:pt x="30" y="64"/>
                    </a:lnTo>
                    <a:lnTo>
                      <a:pt x="24" y="55"/>
                    </a:lnTo>
                    <a:lnTo>
                      <a:pt x="11" y="49"/>
                    </a:lnTo>
                    <a:lnTo>
                      <a:pt x="4" y="51"/>
                    </a:lnTo>
                    <a:lnTo>
                      <a:pt x="0" y="59"/>
                    </a:lnTo>
                    <a:lnTo>
                      <a:pt x="5" y="72"/>
                    </a:lnTo>
                    <a:lnTo>
                      <a:pt x="7" y="96"/>
                    </a:lnTo>
                    <a:lnTo>
                      <a:pt x="2" y="117"/>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99" name="Freeform 70"/>
              <p:cNvSpPr>
                <a:spLocks noChangeArrowheads="1"/>
              </p:cNvSpPr>
              <p:nvPr/>
            </p:nvSpPr>
            <p:spPr bwMode="auto">
              <a:xfrm>
                <a:off x="2612" y="2123"/>
                <a:ext cx="16" cy="17"/>
              </a:xfrm>
              <a:custGeom>
                <a:avLst/>
                <a:gdLst>
                  <a:gd name="T0" fmla="*/ 5 w 115"/>
                  <a:gd name="T1" fmla="*/ 2 h 120"/>
                  <a:gd name="T2" fmla="*/ 11 w 115"/>
                  <a:gd name="T3" fmla="*/ 27 h 120"/>
                  <a:gd name="T4" fmla="*/ 20 w 115"/>
                  <a:gd name="T5" fmla="*/ 44 h 120"/>
                  <a:gd name="T6" fmla="*/ 9 w 115"/>
                  <a:gd name="T7" fmla="*/ 81 h 120"/>
                  <a:gd name="T8" fmla="*/ 15 w 115"/>
                  <a:gd name="T9" fmla="*/ 90 h 120"/>
                  <a:gd name="T10" fmla="*/ 25 w 115"/>
                  <a:gd name="T11" fmla="*/ 94 h 120"/>
                  <a:gd name="T12" fmla="*/ 37 w 115"/>
                  <a:gd name="T13" fmla="*/ 92 h 120"/>
                  <a:gd name="T14" fmla="*/ 45 w 115"/>
                  <a:gd name="T15" fmla="*/ 71 h 120"/>
                  <a:gd name="T16" fmla="*/ 53 w 115"/>
                  <a:gd name="T17" fmla="*/ 55 h 120"/>
                  <a:gd name="T18" fmla="*/ 49 w 115"/>
                  <a:gd name="T19" fmla="*/ 32 h 120"/>
                  <a:gd name="T20" fmla="*/ 47 w 115"/>
                  <a:gd name="T21" fmla="*/ 8 h 120"/>
                  <a:gd name="T22" fmla="*/ 53 w 115"/>
                  <a:gd name="T23" fmla="*/ 11 h 120"/>
                  <a:gd name="T24" fmla="*/ 55 w 115"/>
                  <a:gd name="T25" fmla="*/ 33 h 120"/>
                  <a:gd name="T26" fmla="*/ 58 w 115"/>
                  <a:gd name="T27" fmla="*/ 49 h 120"/>
                  <a:gd name="T28" fmla="*/ 58 w 115"/>
                  <a:gd name="T29" fmla="*/ 61 h 120"/>
                  <a:gd name="T30" fmla="*/ 50 w 115"/>
                  <a:gd name="T31" fmla="*/ 74 h 120"/>
                  <a:gd name="T32" fmla="*/ 42 w 115"/>
                  <a:gd name="T33" fmla="*/ 90 h 120"/>
                  <a:gd name="T34" fmla="*/ 41 w 115"/>
                  <a:gd name="T35" fmla="*/ 104 h 120"/>
                  <a:gd name="T36" fmla="*/ 50 w 115"/>
                  <a:gd name="T37" fmla="*/ 110 h 120"/>
                  <a:gd name="T38" fmla="*/ 66 w 115"/>
                  <a:gd name="T39" fmla="*/ 108 h 120"/>
                  <a:gd name="T40" fmla="*/ 77 w 115"/>
                  <a:gd name="T41" fmla="*/ 95 h 120"/>
                  <a:gd name="T42" fmla="*/ 93 w 115"/>
                  <a:gd name="T43" fmla="*/ 75 h 120"/>
                  <a:gd name="T44" fmla="*/ 92 w 115"/>
                  <a:gd name="T45" fmla="*/ 63 h 120"/>
                  <a:gd name="T46" fmla="*/ 90 w 115"/>
                  <a:gd name="T47" fmla="*/ 41 h 120"/>
                  <a:gd name="T48" fmla="*/ 95 w 115"/>
                  <a:gd name="T49" fmla="*/ 58 h 120"/>
                  <a:gd name="T50" fmla="*/ 96 w 115"/>
                  <a:gd name="T51" fmla="*/ 75 h 120"/>
                  <a:gd name="T52" fmla="*/ 84 w 115"/>
                  <a:gd name="T53" fmla="*/ 93 h 120"/>
                  <a:gd name="T54" fmla="*/ 83 w 115"/>
                  <a:gd name="T55" fmla="*/ 105 h 120"/>
                  <a:gd name="T56" fmla="*/ 86 w 115"/>
                  <a:gd name="T57" fmla="*/ 115 h 120"/>
                  <a:gd name="T58" fmla="*/ 93 w 115"/>
                  <a:gd name="T59" fmla="*/ 117 h 120"/>
                  <a:gd name="T60" fmla="*/ 101 w 115"/>
                  <a:gd name="T61" fmla="*/ 112 h 120"/>
                  <a:gd name="T62" fmla="*/ 115 w 115"/>
                  <a:gd name="T63" fmla="*/ 98 h 120"/>
                  <a:gd name="T64" fmla="*/ 103 w 115"/>
                  <a:gd name="T65" fmla="*/ 114 h 120"/>
                  <a:gd name="T66" fmla="*/ 99 w 115"/>
                  <a:gd name="T67" fmla="*/ 120 h 120"/>
                  <a:gd name="T68" fmla="*/ 87 w 115"/>
                  <a:gd name="T69" fmla="*/ 120 h 120"/>
                  <a:gd name="T70" fmla="*/ 81 w 115"/>
                  <a:gd name="T71" fmla="*/ 113 h 120"/>
                  <a:gd name="T72" fmla="*/ 78 w 115"/>
                  <a:gd name="T73" fmla="*/ 102 h 120"/>
                  <a:gd name="T74" fmla="*/ 70 w 115"/>
                  <a:gd name="T75" fmla="*/ 112 h 120"/>
                  <a:gd name="T76" fmla="*/ 56 w 115"/>
                  <a:gd name="T77" fmla="*/ 114 h 120"/>
                  <a:gd name="T78" fmla="*/ 44 w 115"/>
                  <a:gd name="T79" fmla="*/ 114 h 120"/>
                  <a:gd name="T80" fmla="*/ 38 w 115"/>
                  <a:gd name="T81" fmla="*/ 104 h 120"/>
                  <a:gd name="T82" fmla="*/ 37 w 115"/>
                  <a:gd name="T83" fmla="*/ 95 h 120"/>
                  <a:gd name="T84" fmla="*/ 31 w 115"/>
                  <a:gd name="T85" fmla="*/ 98 h 120"/>
                  <a:gd name="T86" fmla="*/ 22 w 115"/>
                  <a:gd name="T87" fmla="*/ 98 h 120"/>
                  <a:gd name="T88" fmla="*/ 9 w 115"/>
                  <a:gd name="T89" fmla="*/ 91 h 120"/>
                  <a:gd name="T90" fmla="*/ 7 w 115"/>
                  <a:gd name="T91" fmla="*/ 77 h 120"/>
                  <a:gd name="T92" fmla="*/ 15 w 115"/>
                  <a:gd name="T93" fmla="*/ 46 h 120"/>
                  <a:gd name="T94" fmla="*/ 6 w 115"/>
                  <a:gd name="T95" fmla="*/ 26 h 120"/>
                  <a:gd name="T96" fmla="*/ 0 w 115"/>
                  <a:gd name="T97" fmla="*/ 0 h 120"/>
                  <a:gd name="T98" fmla="*/ 5 w 115"/>
                  <a:gd name="T9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5" h="120">
                    <a:moveTo>
                      <a:pt x="5" y="2"/>
                    </a:moveTo>
                    <a:lnTo>
                      <a:pt x="11" y="27"/>
                    </a:lnTo>
                    <a:lnTo>
                      <a:pt x="20" y="44"/>
                    </a:lnTo>
                    <a:lnTo>
                      <a:pt x="9" y="81"/>
                    </a:lnTo>
                    <a:lnTo>
                      <a:pt x="15" y="90"/>
                    </a:lnTo>
                    <a:lnTo>
                      <a:pt x="25" y="94"/>
                    </a:lnTo>
                    <a:lnTo>
                      <a:pt x="37" y="92"/>
                    </a:lnTo>
                    <a:lnTo>
                      <a:pt x="45" y="71"/>
                    </a:lnTo>
                    <a:lnTo>
                      <a:pt x="53" y="55"/>
                    </a:lnTo>
                    <a:lnTo>
                      <a:pt x="49" y="32"/>
                    </a:lnTo>
                    <a:lnTo>
                      <a:pt x="47" y="8"/>
                    </a:lnTo>
                    <a:lnTo>
                      <a:pt x="53" y="11"/>
                    </a:lnTo>
                    <a:lnTo>
                      <a:pt x="55" y="33"/>
                    </a:lnTo>
                    <a:lnTo>
                      <a:pt x="58" y="49"/>
                    </a:lnTo>
                    <a:lnTo>
                      <a:pt x="58" y="61"/>
                    </a:lnTo>
                    <a:lnTo>
                      <a:pt x="50" y="74"/>
                    </a:lnTo>
                    <a:lnTo>
                      <a:pt x="42" y="90"/>
                    </a:lnTo>
                    <a:lnTo>
                      <a:pt x="41" y="104"/>
                    </a:lnTo>
                    <a:lnTo>
                      <a:pt x="50" y="110"/>
                    </a:lnTo>
                    <a:lnTo>
                      <a:pt x="66" y="108"/>
                    </a:lnTo>
                    <a:lnTo>
                      <a:pt x="77" y="95"/>
                    </a:lnTo>
                    <a:lnTo>
                      <a:pt x="93" y="75"/>
                    </a:lnTo>
                    <a:lnTo>
                      <a:pt x="92" y="63"/>
                    </a:lnTo>
                    <a:lnTo>
                      <a:pt x="90" y="41"/>
                    </a:lnTo>
                    <a:lnTo>
                      <a:pt x="95" y="58"/>
                    </a:lnTo>
                    <a:lnTo>
                      <a:pt x="96" y="75"/>
                    </a:lnTo>
                    <a:lnTo>
                      <a:pt x="84" y="93"/>
                    </a:lnTo>
                    <a:lnTo>
                      <a:pt x="83" y="105"/>
                    </a:lnTo>
                    <a:lnTo>
                      <a:pt x="86" y="115"/>
                    </a:lnTo>
                    <a:lnTo>
                      <a:pt x="93" y="117"/>
                    </a:lnTo>
                    <a:lnTo>
                      <a:pt x="101" y="112"/>
                    </a:lnTo>
                    <a:lnTo>
                      <a:pt x="115" y="98"/>
                    </a:lnTo>
                    <a:lnTo>
                      <a:pt x="103" y="114"/>
                    </a:lnTo>
                    <a:lnTo>
                      <a:pt x="99" y="120"/>
                    </a:lnTo>
                    <a:lnTo>
                      <a:pt x="87" y="120"/>
                    </a:lnTo>
                    <a:lnTo>
                      <a:pt x="81" y="113"/>
                    </a:lnTo>
                    <a:lnTo>
                      <a:pt x="78" y="102"/>
                    </a:lnTo>
                    <a:lnTo>
                      <a:pt x="70" y="112"/>
                    </a:lnTo>
                    <a:lnTo>
                      <a:pt x="56" y="114"/>
                    </a:lnTo>
                    <a:lnTo>
                      <a:pt x="44" y="114"/>
                    </a:lnTo>
                    <a:lnTo>
                      <a:pt x="38" y="104"/>
                    </a:lnTo>
                    <a:lnTo>
                      <a:pt x="37" y="95"/>
                    </a:lnTo>
                    <a:lnTo>
                      <a:pt x="31" y="98"/>
                    </a:lnTo>
                    <a:lnTo>
                      <a:pt x="22" y="98"/>
                    </a:lnTo>
                    <a:lnTo>
                      <a:pt x="9" y="91"/>
                    </a:lnTo>
                    <a:lnTo>
                      <a:pt x="7" y="77"/>
                    </a:lnTo>
                    <a:lnTo>
                      <a:pt x="15" y="46"/>
                    </a:lnTo>
                    <a:lnTo>
                      <a:pt x="6" y="26"/>
                    </a:lnTo>
                    <a:lnTo>
                      <a:pt x="0" y="0"/>
                    </a:lnTo>
                    <a:lnTo>
                      <a:pt x="5"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0" name="Freeform 71"/>
              <p:cNvSpPr>
                <a:spLocks noChangeArrowheads="1"/>
              </p:cNvSpPr>
              <p:nvPr/>
            </p:nvSpPr>
            <p:spPr bwMode="auto">
              <a:xfrm>
                <a:off x="2615" y="2132"/>
                <a:ext cx="3" cy="1"/>
              </a:xfrm>
              <a:custGeom>
                <a:avLst/>
                <a:gdLst>
                  <a:gd name="T0" fmla="*/ 0 w 18"/>
                  <a:gd name="T1" fmla="*/ 5 h 5"/>
                  <a:gd name="T2" fmla="*/ 6 w 18"/>
                  <a:gd name="T3" fmla="*/ 4 h 5"/>
                  <a:gd name="T4" fmla="*/ 18 w 18"/>
                  <a:gd name="T5" fmla="*/ 4 h 5"/>
                  <a:gd name="T6" fmla="*/ 5 w 18"/>
                  <a:gd name="T7" fmla="*/ 0 h 5"/>
                  <a:gd name="T8" fmla="*/ 0 w 18"/>
                  <a:gd name="T9" fmla="*/ 5 h 5"/>
                </a:gdLst>
                <a:ahLst/>
                <a:cxnLst>
                  <a:cxn ang="0">
                    <a:pos x="T0" y="T1"/>
                  </a:cxn>
                  <a:cxn ang="0">
                    <a:pos x="T2" y="T3"/>
                  </a:cxn>
                  <a:cxn ang="0">
                    <a:pos x="T4" y="T5"/>
                  </a:cxn>
                  <a:cxn ang="0">
                    <a:pos x="T6" y="T7"/>
                  </a:cxn>
                  <a:cxn ang="0">
                    <a:pos x="T8" y="T9"/>
                  </a:cxn>
                </a:cxnLst>
                <a:rect l="0" t="0" r="r" b="b"/>
                <a:pathLst>
                  <a:path w="18" h="5">
                    <a:moveTo>
                      <a:pt x="0" y="5"/>
                    </a:moveTo>
                    <a:lnTo>
                      <a:pt x="6" y="4"/>
                    </a:lnTo>
                    <a:lnTo>
                      <a:pt x="18"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1" name="Freeform 72"/>
              <p:cNvSpPr>
                <a:spLocks noChangeArrowheads="1"/>
              </p:cNvSpPr>
              <p:nvPr/>
            </p:nvSpPr>
            <p:spPr bwMode="auto">
              <a:xfrm>
                <a:off x="2619" y="2135"/>
                <a:ext cx="3" cy="1"/>
              </a:xfrm>
              <a:custGeom>
                <a:avLst/>
                <a:gdLst>
                  <a:gd name="T0" fmla="*/ 24 w 24"/>
                  <a:gd name="T1" fmla="*/ 6 h 8"/>
                  <a:gd name="T2" fmla="*/ 20 w 24"/>
                  <a:gd name="T3" fmla="*/ 3 h 8"/>
                  <a:gd name="T4" fmla="*/ 15 w 24"/>
                  <a:gd name="T5" fmla="*/ 1 h 8"/>
                  <a:gd name="T6" fmla="*/ 5 w 24"/>
                  <a:gd name="T7" fmla="*/ 0 h 8"/>
                  <a:gd name="T8" fmla="*/ 0 w 24"/>
                  <a:gd name="T9" fmla="*/ 8 h 8"/>
                  <a:gd name="T10" fmla="*/ 7 w 24"/>
                  <a:gd name="T11" fmla="*/ 3 h 8"/>
                  <a:gd name="T12" fmla="*/ 13 w 24"/>
                  <a:gd name="T13" fmla="*/ 2 h 8"/>
                  <a:gd name="T14" fmla="*/ 24 w 24"/>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8">
                    <a:moveTo>
                      <a:pt x="24" y="6"/>
                    </a:moveTo>
                    <a:lnTo>
                      <a:pt x="20" y="3"/>
                    </a:lnTo>
                    <a:lnTo>
                      <a:pt x="15" y="1"/>
                    </a:lnTo>
                    <a:lnTo>
                      <a:pt x="5" y="0"/>
                    </a:lnTo>
                    <a:lnTo>
                      <a:pt x="0" y="8"/>
                    </a:lnTo>
                    <a:lnTo>
                      <a:pt x="7" y="3"/>
                    </a:lnTo>
                    <a:lnTo>
                      <a:pt x="13" y="2"/>
                    </a:lnTo>
                    <a:lnTo>
                      <a:pt x="24"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2" name="Freeform 73"/>
              <p:cNvSpPr>
                <a:spLocks noChangeArrowheads="1"/>
              </p:cNvSpPr>
              <p:nvPr/>
            </p:nvSpPr>
            <p:spPr bwMode="auto">
              <a:xfrm>
                <a:off x="2625" y="2137"/>
                <a:ext cx="2" cy="1"/>
              </a:xfrm>
              <a:custGeom>
                <a:avLst/>
                <a:gdLst>
                  <a:gd name="T0" fmla="*/ 0 w 18"/>
                  <a:gd name="T1" fmla="*/ 2 h 4"/>
                  <a:gd name="T2" fmla="*/ 4 w 18"/>
                  <a:gd name="T3" fmla="*/ 0 h 4"/>
                  <a:gd name="T4" fmla="*/ 10 w 18"/>
                  <a:gd name="T5" fmla="*/ 0 h 4"/>
                  <a:gd name="T6" fmla="*/ 18 w 18"/>
                  <a:gd name="T7" fmla="*/ 4 h 4"/>
                  <a:gd name="T8" fmla="*/ 13 w 18"/>
                  <a:gd name="T9" fmla="*/ 3 h 4"/>
                  <a:gd name="T10" fmla="*/ 10 w 18"/>
                  <a:gd name="T11" fmla="*/ 1 h 4"/>
                  <a:gd name="T12" fmla="*/ 0 w 18"/>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8" h="4">
                    <a:moveTo>
                      <a:pt x="0" y="2"/>
                    </a:moveTo>
                    <a:lnTo>
                      <a:pt x="4" y="0"/>
                    </a:lnTo>
                    <a:lnTo>
                      <a:pt x="10" y="0"/>
                    </a:lnTo>
                    <a:lnTo>
                      <a:pt x="18" y="4"/>
                    </a:lnTo>
                    <a:lnTo>
                      <a:pt x="13" y="3"/>
                    </a:lnTo>
                    <a:lnTo>
                      <a:pt x="10"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3" name="Freeform 74"/>
              <p:cNvSpPr>
                <a:spLocks noChangeArrowheads="1"/>
              </p:cNvSpPr>
              <p:nvPr/>
            </p:nvSpPr>
            <p:spPr bwMode="auto">
              <a:xfrm>
                <a:off x="2614" y="2139"/>
                <a:ext cx="4" cy="10"/>
              </a:xfrm>
              <a:custGeom>
                <a:avLst/>
                <a:gdLst>
                  <a:gd name="T0" fmla="*/ 0 w 28"/>
                  <a:gd name="T1" fmla="*/ 0 h 67"/>
                  <a:gd name="T2" fmla="*/ 16 w 28"/>
                  <a:gd name="T3" fmla="*/ 17 h 67"/>
                  <a:gd name="T4" fmla="*/ 23 w 28"/>
                  <a:gd name="T5" fmla="*/ 38 h 67"/>
                  <a:gd name="T6" fmla="*/ 24 w 28"/>
                  <a:gd name="T7" fmla="*/ 67 h 67"/>
                  <a:gd name="T8" fmla="*/ 28 w 28"/>
                  <a:gd name="T9" fmla="*/ 44 h 67"/>
                  <a:gd name="T10" fmla="*/ 26 w 28"/>
                  <a:gd name="T11" fmla="*/ 26 h 67"/>
                  <a:gd name="T12" fmla="*/ 22 w 28"/>
                  <a:gd name="T13" fmla="*/ 18 h 67"/>
                  <a:gd name="T14" fmla="*/ 0 w 28"/>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67">
                    <a:moveTo>
                      <a:pt x="0" y="0"/>
                    </a:moveTo>
                    <a:lnTo>
                      <a:pt x="16" y="17"/>
                    </a:lnTo>
                    <a:lnTo>
                      <a:pt x="23" y="38"/>
                    </a:lnTo>
                    <a:lnTo>
                      <a:pt x="24" y="67"/>
                    </a:lnTo>
                    <a:lnTo>
                      <a:pt x="28" y="44"/>
                    </a:lnTo>
                    <a:lnTo>
                      <a:pt x="26" y="26"/>
                    </a:lnTo>
                    <a:lnTo>
                      <a:pt x="22" y="1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4" name="Freeform 75"/>
              <p:cNvSpPr>
                <a:spLocks noChangeArrowheads="1"/>
              </p:cNvSpPr>
              <p:nvPr/>
            </p:nvSpPr>
            <p:spPr bwMode="auto">
              <a:xfrm>
                <a:off x="2604" y="2135"/>
                <a:ext cx="7" cy="4"/>
              </a:xfrm>
              <a:custGeom>
                <a:avLst/>
                <a:gdLst>
                  <a:gd name="T0" fmla="*/ 0 w 45"/>
                  <a:gd name="T1" fmla="*/ 10 h 22"/>
                  <a:gd name="T2" fmla="*/ 18 w 45"/>
                  <a:gd name="T3" fmla="*/ 12 h 22"/>
                  <a:gd name="T4" fmla="*/ 45 w 45"/>
                  <a:gd name="T5" fmla="*/ 22 h 22"/>
                  <a:gd name="T6" fmla="*/ 26 w 45"/>
                  <a:gd name="T7" fmla="*/ 8 h 22"/>
                  <a:gd name="T8" fmla="*/ 1 w 45"/>
                  <a:gd name="T9" fmla="*/ 0 h 22"/>
                  <a:gd name="T10" fmla="*/ 0 w 45"/>
                  <a:gd name="T11" fmla="*/ 10 h 22"/>
                </a:gdLst>
                <a:ahLst/>
                <a:cxnLst>
                  <a:cxn ang="0">
                    <a:pos x="T0" y="T1"/>
                  </a:cxn>
                  <a:cxn ang="0">
                    <a:pos x="T2" y="T3"/>
                  </a:cxn>
                  <a:cxn ang="0">
                    <a:pos x="T4" y="T5"/>
                  </a:cxn>
                  <a:cxn ang="0">
                    <a:pos x="T6" y="T7"/>
                  </a:cxn>
                  <a:cxn ang="0">
                    <a:pos x="T8" y="T9"/>
                  </a:cxn>
                  <a:cxn ang="0">
                    <a:pos x="T10" y="T11"/>
                  </a:cxn>
                </a:cxnLst>
                <a:rect l="0" t="0" r="r" b="b"/>
                <a:pathLst>
                  <a:path w="45" h="22">
                    <a:moveTo>
                      <a:pt x="0" y="10"/>
                    </a:moveTo>
                    <a:lnTo>
                      <a:pt x="18" y="12"/>
                    </a:lnTo>
                    <a:lnTo>
                      <a:pt x="45" y="22"/>
                    </a:lnTo>
                    <a:lnTo>
                      <a:pt x="26" y="8"/>
                    </a:lnTo>
                    <a:lnTo>
                      <a:pt x="1" y="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5" name="Freeform 76"/>
              <p:cNvSpPr>
                <a:spLocks noChangeArrowheads="1"/>
              </p:cNvSpPr>
              <p:nvPr/>
            </p:nvSpPr>
            <p:spPr bwMode="auto">
              <a:xfrm>
                <a:off x="2612" y="2150"/>
                <a:ext cx="5" cy="4"/>
              </a:xfrm>
              <a:custGeom>
                <a:avLst/>
                <a:gdLst>
                  <a:gd name="T0" fmla="*/ 35 w 35"/>
                  <a:gd name="T1" fmla="*/ 0 h 30"/>
                  <a:gd name="T2" fmla="*/ 19 w 35"/>
                  <a:gd name="T3" fmla="*/ 19 h 30"/>
                  <a:gd name="T4" fmla="*/ 0 w 35"/>
                  <a:gd name="T5" fmla="*/ 30 h 30"/>
                  <a:gd name="T6" fmla="*/ 24 w 35"/>
                  <a:gd name="T7" fmla="*/ 22 h 30"/>
                  <a:gd name="T8" fmla="*/ 35 w 35"/>
                  <a:gd name="T9" fmla="*/ 0 h 30"/>
                </a:gdLst>
                <a:ahLst/>
                <a:cxnLst>
                  <a:cxn ang="0">
                    <a:pos x="T0" y="T1"/>
                  </a:cxn>
                  <a:cxn ang="0">
                    <a:pos x="T2" y="T3"/>
                  </a:cxn>
                  <a:cxn ang="0">
                    <a:pos x="T4" y="T5"/>
                  </a:cxn>
                  <a:cxn ang="0">
                    <a:pos x="T6" y="T7"/>
                  </a:cxn>
                  <a:cxn ang="0">
                    <a:pos x="T8" y="T9"/>
                  </a:cxn>
                </a:cxnLst>
                <a:rect l="0" t="0" r="r" b="b"/>
                <a:pathLst>
                  <a:path w="35" h="30">
                    <a:moveTo>
                      <a:pt x="35" y="0"/>
                    </a:moveTo>
                    <a:lnTo>
                      <a:pt x="19" y="19"/>
                    </a:lnTo>
                    <a:lnTo>
                      <a:pt x="0" y="30"/>
                    </a:lnTo>
                    <a:lnTo>
                      <a:pt x="24" y="22"/>
                    </a:lnTo>
                    <a:lnTo>
                      <a:pt x="3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6" name="Freeform 77"/>
              <p:cNvSpPr>
                <a:spLocks noChangeArrowheads="1"/>
              </p:cNvSpPr>
              <p:nvPr/>
            </p:nvSpPr>
            <p:spPr bwMode="auto">
              <a:xfrm>
                <a:off x="2619" y="2147"/>
                <a:ext cx="5" cy="5"/>
              </a:xfrm>
              <a:custGeom>
                <a:avLst/>
                <a:gdLst>
                  <a:gd name="T0" fmla="*/ 0 w 35"/>
                  <a:gd name="T1" fmla="*/ 0 h 31"/>
                  <a:gd name="T2" fmla="*/ 3 w 35"/>
                  <a:gd name="T3" fmla="*/ 11 h 31"/>
                  <a:gd name="T4" fmla="*/ 20 w 35"/>
                  <a:gd name="T5" fmla="*/ 25 h 31"/>
                  <a:gd name="T6" fmla="*/ 35 w 35"/>
                  <a:gd name="T7" fmla="*/ 31 h 31"/>
                  <a:gd name="T8" fmla="*/ 11 w 35"/>
                  <a:gd name="T9" fmla="*/ 28 h 31"/>
                  <a:gd name="T10" fmla="*/ 3 w 35"/>
                  <a:gd name="T11" fmla="*/ 18 h 31"/>
                  <a:gd name="T12" fmla="*/ 2 w 35"/>
                  <a:gd name="T13" fmla="*/ 8 h 31"/>
                  <a:gd name="T14" fmla="*/ 0 w 35"/>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31">
                    <a:moveTo>
                      <a:pt x="0" y="0"/>
                    </a:moveTo>
                    <a:lnTo>
                      <a:pt x="3" y="11"/>
                    </a:lnTo>
                    <a:lnTo>
                      <a:pt x="20" y="25"/>
                    </a:lnTo>
                    <a:lnTo>
                      <a:pt x="35" y="31"/>
                    </a:lnTo>
                    <a:lnTo>
                      <a:pt x="11" y="28"/>
                    </a:lnTo>
                    <a:lnTo>
                      <a:pt x="3" y="18"/>
                    </a:lnTo>
                    <a:lnTo>
                      <a:pt x="2" y="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7" name="Freeform 78"/>
              <p:cNvSpPr>
                <a:spLocks noChangeArrowheads="1"/>
              </p:cNvSpPr>
              <p:nvPr/>
            </p:nvSpPr>
            <p:spPr bwMode="auto">
              <a:xfrm>
                <a:off x="2585" y="2116"/>
                <a:ext cx="26" cy="21"/>
              </a:xfrm>
              <a:custGeom>
                <a:avLst/>
                <a:gdLst>
                  <a:gd name="T0" fmla="*/ 148 w 179"/>
                  <a:gd name="T1" fmla="*/ 141 h 141"/>
                  <a:gd name="T2" fmla="*/ 179 w 179"/>
                  <a:gd name="T3" fmla="*/ 67 h 141"/>
                  <a:gd name="T4" fmla="*/ 118 w 179"/>
                  <a:gd name="T5" fmla="*/ 27 h 141"/>
                  <a:gd name="T6" fmla="*/ 26 w 179"/>
                  <a:gd name="T7" fmla="*/ 0 h 141"/>
                  <a:gd name="T8" fmla="*/ 0 w 179"/>
                  <a:gd name="T9" fmla="*/ 77 h 141"/>
                  <a:gd name="T10" fmla="*/ 84 w 179"/>
                  <a:gd name="T11" fmla="*/ 102 h 141"/>
                  <a:gd name="T12" fmla="*/ 148 w 179"/>
                  <a:gd name="T13" fmla="*/ 141 h 141"/>
                </a:gdLst>
                <a:ahLst/>
                <a:cxnLst>
                  <a:cxn ang="0">
                    <a:pos x="T0" y="T1"/>
                  </a:cxn>
                  <a:cxn ang="0">
                    <a:pos x="T2" y="T3"/>
                  </a:cxn>
                  <a:cxn ang="0">
                    <a:pos x="T4" y="T5"/>
                  </a:cxn>
                  <a:cxn ang="0">
                    <a:pos x="T6" y="T7"/>
                  </a:cxn>
                  <a:cxn ang="0">
                    <a:pos x="T8" y="T9"/>
                  </a:cxn>
                  <a:cxn ang="0">
                    <a:pos x="T10" y="T11"/>
                  </a:cxn>
                  <a:cxn ang="0">
                    <a:pos x="T12" y="T13"/>
                  </a:cxn>
                </a:cxnLst>
                <a:rect l="0" t="0" r="r" b="b"/>
                <a:pathLst>
                  <a:path w="179" h="141">
                    <a:moveTo>
                      <a:pt x="148" y="141"/>
                    </a:moveTo>
                    <a:lnTo>
                      <a:pt x="179" y="67"/>
                    </a:lnTo>
                    <a:lnTo>
                      <a:pt x="118" y="27"/>
                    </a:lnTo>
                    <a:lnTo>
                      <a:pt x="26" y="0"/>
                    </a:lnTo>
                    <a:lnTo>
                      <a:pt x="0" y="77"/>
                    </a:lnTo>
                    <a:lnTo>
                      <a:pt x="84" y="102"/>
                    </a:lnTo>
                    <a:lnTo>
                      <a:pt x="148" y="141"/>
                    </a:lnTo>
                    <a:close/>
                  </a:path>
                </a:pathLst>
              </a:custGeom>
              <a:solidFill>
                <a:srgbClr val="FFFFFF"/>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08" name="Oval 79"/>
              <p:cNvSpPr>
                <a:spLocks noChangeArrowheads="1"/>
              </p:cNvSpPr>
              <p:nvPr/>
            </p:nvSpPr>
            <p:spPr bwMode="auto">
              <a:xfrm>
                <a:off x="2601" y="2125"/>
                <a:ext cx="6" cy="7"/>
              </a:xfrm>
              <a:prstGeom prst="ellipse">
                <a:avLst/>
              </a:prstGeom>
              <a:solidFill>
                <a:srgbClr val="FFFFFF"/>
              </a:solidFill>
              <a:ln w="1588">
                <a:solidFill>
                  <a:srgbClr val="000000"/>
                </a:solidFill>
                <a:round/>
                <a:headEnd/>
                <a:tailEnd/>
              </a:ln>
            </p:spPr>
            <p:txBody>
              <a:bodyPr/>
              <a:lstStyle/>
              <a:p>
                <a:endParaRPr lang="zh-CN" altLang="en-US" b="1">
                  <a:solidFill>
                    <a:srgbClr val="000099"/>
                  </a:solidFill>
                  <a:ea typeface="宋体" panose="02010600030101010101" pitchFamily="2" charset="-122"/>
                </a:endParaRPr>
              </a:p>
            </p:txBody>
          </p:sp>
          <p:sp>
            <p:nvSpPr>
              <p:cNvPr id="1912909" name="Freeform 80"/>
              <p:cNvSpPr>
                <a:spLocks noChangeArrowheads="1"/>
              </p:cNvSpPr>
              <p:nvPr/>
            </p:nvSpPr>
            <p:spPr bwMode="auto">
              <a:xfrm>
                <a:off x="2597" y="2127"/>
                <a:ext cx="7" cy="14"/>
              </a:xfrm>
              <a:custGeom>
                <a:avLst/>
                <a:gdLst>
                  <a:gd name="T0" fmla="*/ 3 w 46"/>
                  <a:gd name="T1" fmla="*/ 67 h 100"/>
                  <a:gd name="T2" fmla="*/ 7 w 46"/>
                  <a:gd name="T3" fmla="*/ 49 h 100"/>
                  <a:gd name="T4" fmla="*/ 5 w 46"/>
                  <a:gd name="T5" fmla="*/ 32 h 100"/>
                  <a:gd name="T6" fmla="*/ 3 w 46"/>
                  <a:gd name="T7" fmla="*/ 21 h 100"/>
                  <a:gd name="T8" fmla="*/ 0 w 46"/>
                  <a:gd name="T9" fmla="*/ 11 h 100"/>
                  <a:gd name="T10" fmla="*/ 3 w 46"/>
                  <a:gd name="T11" fmla="*/ 3 h 100"/>
                  <a:gd name="T12" fmla="*/ 10 w 46"/>
                  <a:gd name="T13" fmla="*/ 0 h 100"/>
                  <a:gd name="T14" fmla="*/ 24 w 46"/>
                  <a:gd name="T15" fmla="*/ 5 h 100"/>
                  <a:gd name="T16" fmla="*/ 30 w 46"/>
                  <a:gd name="T17" fmla="*/ 15 h 100"/>
                  <a:gd name="T18" fmla="*/ 33 w 46"/>
                  <a:gd name="T19" fmla="*/ 24 h 100"/>
                  <a:gd name="T20" fmla="*/ 35 w 46"/>
                  <a:gd name="T21" fmla="*/ 35 h 100"/>
                  <a:gd name="T22" fmla="*/ 36 w 46"/>
                  <a:gd name="T23" fmla="*/ 52 h 100"/>
                  <a:gd name="T24" fmla="*/ 46 w 46"/>
                  <a:gd name="T25" fmla="*/ 71 h 100"/>
                  <a:gd name="T26" fmla="*/ 21 w 46"/>
                  <a:gd name="T27" fmla="*/ 100 h 100"/>
                  <a:gd name="T28" fmla="*/ 10 w 46"/>
                  <a:gd name="T29" fmla="*/ 92 h 100"/>
                  <a:gd name="T30" fmla="*/ 3 w 46"/>
                  <a:gd name="T31" fmla="*/ 6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100">
                    <a:moveTo>
                      <a:pt x="3" y="67"/>
                    </a:moveTo>
                    <a:lnTo>
                      <a:pt x="7" y="49"/>
                    </a:lnTo>
                    <a:lnTo>
                      <a:pt x="5" y="32"/>
                    </a:lnTo>
                    <a:lnTo>
                      <a:pt x="3" y="21"/>
                    </a:lnTo>
                    <a:lnTo>
                      <a:pt x="0" y="11"/>
                    </a:lnTo>
                    <a:lnTo>
                      <a:pt x="3" y="3"/>
                    </a:lnTo>
                    <a:lnTo>
                      <a:pt x="10" y="0"/>
                    </a:lnTo>
                    <a:lnTo>
                      <a:pt x="24" y="5"/>
                    </a:lnTo>
                    <a:lnTo>
                      <a:pt x="30" y="15"/>
                    </a:lnTo>
                    <a:lnTo>
                      <a:pt x="33" y="24"/>
                    </a:lnTo>
                    <a:lnTo>
                      <a:pt x="35" y="35"/>
                    </a:lnTo>
                    <a:lnTo>
                      <a:pt x="36" y="52"/>
                    </a:lnTo>
                    <a:lnTo>
                      <a:pt x="46" y="71"/>
                    </a:lnTo>
                    <a:lnTo>
                      <a:pt x="21" y="100"/>
                    </a:lnTo>
                    <a:lnTo>
                      <a:pt x="10" y="92"/>
                    </a:lnTo>
                    <a:lnTo>
                      <a:pt x="3" y="67"/>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10" name="Freeform 81"/>
              <p:cNvSpPr>
                <a:spLocks noChangeArrowheads="1"/>
              </p:cNvSpPr>
              <p:nvPr/>
            </p:nvSpPr>
            <p:spPr bwMode="auto">
              <a:xfrm>
                <a:off x="2600" y="2137"/>
                <a:ext cx="4" cy="4"/>
              </a:xfrm>
              <a:custGeom>
                <a:avLst/>
                <a:gdLst>
                  <a:gd name="T0" fmla="*/ 21 w 31"/>
                  <a:gd name="T1" fmla="*/ 0 h 31"/>
                  <a:gd name="T2" fmla="*/ 31 w 31"/>
                  <a:gd name="T3" fmla="*/ 4 h 31"/>
                  <a:gd name="T4" fmla="*/ 8 w 31"/>
                  <a:gd name="T5" fmla="*/ 31 h 31"/>
                  <a:gd name="T6" fmla="*/ 0 w 31"/>
                  <a:gd name="T7" fmla="*/ 23 h 31"/>
                  <a:gd name="T8" fmla="*/ 21 w 31"/>
                  <a:gd name="T9" fmla="*/ 0 h 31"/>
                </a:gdLst>
                <a:ahLst/>
                <a:cxnLst>
                  <a:cxn ang="0">
                    <a:pos x="T0" y="T1"/>
                  </a:cxn>
                  <a:cxn ang="0">
                    <a:pos x="T2" y="T3"/>
                  </a:cxn>
                  <a:cxn ang="0">
                    <a:pos x="T4" y="T5"/>
                  </a:cxn>
                  <a:cxn ang="0">
                    <a:pos x="T6" y="T7"/>
                  </a:cxn>
                  <a:cxn ang="0">
                    <a:pos x="T8" y="T9"/>
                  </a:cxn>
                </a:cxnLst>
                <a:rect l="0" t="0" r="r" b="b"/>
                <a:pathLst>
                  <a:path w="31" h="31">
                    <a:moveTo>
                      <a:pt x="21" y="0"/>
                    </a:moveTo>
                    <a:lnTo>
                      <a:pt x="31" y="4"/>
                    </a:lnTo>
                    <a:lnTo>
                      <a:pt x="8" y="31"/>
                    </a:lnTo>
                    <a:lnTo>
                      <a:pt x="0" y="23"/>
                    </a:lnTo>
                    <a:lnTo>
                      <a:pt x="21"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11" name="Freeform 82"/>
              <p:cNvSpPr>
                <a:spLocks noChangeArrowheads="1"/>
              </p:cNvSpPr>
              <p:nvPr/>
            </p:nvSpPr>
            <p:spPr bwMode="auto">
              <a:xfrm>
                <a:off x="2607" y="2120"/>
                <a:ext cx="6" cy="12"/>
              </a:xfrm>
              <a:custGeom>
                <a:avLst/>
                <a:gdLst>
                  <a:gd name="T0" fmla="*/ 0 w 42"/>
                  <a:gd name="T1" fmla="*/ 21 h 87"/>
                  <a:gd name="T2" fmla="*/ 3 w 42"/>
                  <a:gd name="T3" fmla="*/ 39 h 87"/>
                  <a:gd name="T4" fmla="*/ 5 w 42"/>
                  <a:gd name="T5" fmla="*/ 46 h 87"/>
                  <a:gd name="T6" fmla="*/ 6 w 42"/>
                  <a:gd name="T7" fmla="*/ 57 h 87"/>
                  <a:gd name="T8" fmla="*/ 4 w 42"/>
                  <a:gd name="T9" fmla="*/ 66 h 87"/>
                  <a:gd name="T10" fmla="*/ 6 w 42"/>
                  <a:gd name="T11" fmla="*/ 76 h 87"/>
                  <a:gd name="T12" fmla="*/ 12 w 42"/>
                  <a:gd name="T13" fmla="*/ 85 h 87"/>
                  <a:gd name="T14" fmla="*/ 18 w 42"/>
                  <a:gd name="T15" fmla="*/ 86 h 87"/>
                  <a:gd name="T16" fmla="*/ 29 w 42"/>
                  <a:gd name="T17" fmla="*/ 87 h 87"/>
                  <a:gd name="T18" fmla="*/ 37 w 42"/>
                  <a:gd name="T19" fmla="*/ 82 h 87"/>
                  <a:gd name="T20" fmla="*/ 40 w 42"/>
                  <a:gd name="T21" fmla="*/ 79 h 87"/>
                  <a:gd name="T22" fmla="*/ 42 w 42"/>
                  <a:gd name="T23" fmla="*/ 70 h 87"/>
                  <a:gd name="T24" fmla="*/ 42 w 42"/>
                  <a:gd name="T25" fmla="*/ 53 h 87"/>
                  <a:gd name="T26" fmla="*/ 42 w 42"/>
                  <a:gd name="T27" fmla="*/ 43 h 87"/>
                  <a:gd name="T28" fmla="*/ 40 w 42"/>
                  <a:gd name="T29" fmla="*/ 29 h 87"/>
                  <a:gd name="T30" fmla="*/ 38 w 42"/>
                  <a:gd name="T31" fmla="*/ 20 h 87"/>
                  <a:gd name="T32" fmla="*/ 31 w 42"/>
                  <a:gd name="T33" fmla="*/ 0 h 87"/>
                  <a:gd name="T34" fmla="*/ 6 w 42"/>
                  <a:gd name="T35" fmla="*/ 1 h 87"/>
                  <a:gd name="T36" fmla="*/ 0 w 42"/>
                  <a:gd name="T37" fmla="*/ 2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87">
                    <a:moveTo>
                      <a:pt x="0" y="21"/>
                    </a:moveTo>
                    <a:lnTo>
                      <a:pt x="3" y="39"/>
                    </a:lnTo>
                    <a:lnTo>
                      <a:pt x="5" y="46"/>
                    </a:lnTo>
                    <a:lnTo>
                      <a:pt x="6" y="57"/>
                    </a:lnTo>
                    <a:lnTo>
                      <a:pt x="4" y="66"/>
                    </a:lnTo>
                    <a:lnTo>
                      <a:pt x="6" y="76"/>
                    </a:lnTo>
                    <a:lnTo>
                      <a:pt x="12" y="85"/>
                    </a:lnTo>
                    <a:lnTo>
                      <a:pt x="18" y="86"/>
                    </a:lnTo>
                    <a:lnTo>
                      <a:pt x="29" y="87"/>
                    </a:lnTo>
                    <a:lnTo>
                      <a:pt x="37" y="82"/>
                    </a:lnTo>
                    <a:lnTo>
                      <a:pt x="40" y="79"/>
                    </a:lnTo>
                    <a:lnTo>
                      <a:pt x="42" y="70"/>
                    </a:lnTo>
                    <a:lnTo>
                      <a:pt x="42" y="53"/>
                    </a:lnTo>
                    <a:lnTo>
                      <a:pt x="42" y="43"/>
                    </a:lnTo>
                    <a:lnTo>
                      <a:pt x="40" y="29"/>
                    </a:lnTo>
                    <a:lnTo>
                      <a:pt x="38" y="20"/>
                    </a:lnTo>
                    <a:lnTo>
                      <a:pt x="31" y="0"/>
                    </a:lnTo>
                    <a:lnTo>
                      <a:pt x="6" y="1"/>
                    </a:lnTo>
                    <a:lnTo>
                      <a:pt x="0" y="21"/>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12" name="Freeform 83"/>
              <p:cNvSpPr>
                <a:spLocks noChangeArrowheads="1"/>
              </p:cNvSpPr>
              <p:nvPr/>
            </p:nvSpPr>
            <p:spPr bwMode="auto">
              <a:xfrm>
                <a:off x="2609" y="2128"/>
                <a:ext cx="3" cy="3"/>
              </a:xfrm>
              <a:custGeom>
                <a:avLst/>
                <a:gdLst>
                  <a:gd name="T0" fmla="*/ 21 w 21"/>
                  <a:gd name="T1" fmla="*/ 6 h 19"/>
                  <a:gd name="T2" fmla="*/ 11 w 21"/>
                  <a:gd name="T3" fmla="*/ 0 h 19"/>
                  <a:gd name="T4" fmla="*/ 3 w 21"/>
                  <a:gd name="T5" fmla="*/ 1 h 19"/>
                  <a:gd name="T6" fmla="*/ 0 w 21"/>
                  <a:gd name="T7" fmla="*/ 6 h 19"/>
                  <a:gd name="T8" fmla="*/ 1 w 21"/>
                  <a:gd name="T9" fmla="*/ 19 h 19"/>
                  <a:gd name="T10" fmla="*/ 3 w 21"/>
                  <a:gd name="T11" fmla="*/ 8 h 19"/>
                  <a:gd name="T12" fmla="*/ 5 w 21"/>
                  <a:gd name="T13" fmla="*/ 5 h 19"/>
                  <a:gd name="T14" fmla="*/ 21 w 21"/>
                  <a:gd name="T15" fmla="*/ 6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19">
                    <a:moveTo>
                      <a:pt x="21" y="6"/>
                    </a:moveTo>
                    <a:lnTo>
                      <a:pt x="11" y="0"/>
                    </a:lnTo>
                    <a:lnTo>
                      <a:pt x="3" y="1"/>
                    </a:lnTo>
                    <a:lnTo>
                      <a:pt x="0" y="6"/>
                    </a:lnTo>
                    <a:lnTo>
                      <a:pt x="1" y="19"/>
                    </a:lnTo>
                    <a:lnTo>
                      <a:pt x="3" y="8"/>
                    </a:lnTo>
                    <a:lnTo>
                      <a:pt x="5" y="5"/>
                    </a:lnTo>
                    <a:lnTo>
                      <a:pt x="21"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13" name="Group 84"/>
            <p:cNvGrpSpPr>
              <a:grpSpLocks/>
            </p:cNvGrpSpPr>
            <p:nvPr/>
          </p:nvGrpSpPr>
          <p:grpSpPr bwMode="auto">
            <a:xfrm flipH="1">
              <a:off x="3535" y="3121"/>
              <a:ext cx="220" cy="111"/>
              <a:chOff x="2647" y="2440"/>
              <a:chExt cx="88" cy="46"/>
            </a:xfrm>
          </p:grpSpPr>
          <p:sp>
            <p:nvSpPr>
              <p:cNvPr id="1912914" name="Freeform 85"/>
              <p:cNvSpPr>
                <a:spLocks noChangeArrowheads="1"/>
              </p:cNvSpPr>
              <p:nvPr/>
            </p:nvSpPr>
            <p:spPr bwMode="auto">
              <a:xfrm>
                <a:off x="2647" y="2440"/>
                <a:ext cx="88" cy="46"/>
              </a:xfrm>
              <a:custGeom>
                <a:avLst/>
                <a:gdLst>
                  <a:gd name="T0" fmla="*/ 249 w 616"/>
                  <a:gd name="T1" fmla="*/ 10 h 319"/>
                  <a:gd name="T2" fmla="*/ 244 w 616"/>
                  <a:gd name="T3" fmla="*/ 93 h 319"/>
                  <a:gd name="T4" fmla="*/ 406 w 616"/>
                  <a:gd name="T5" fmla="*/ 170 h 319"/>
                  <a:gd name="T6" fmla="*/ 541 w 616"/>
                  <a:gd name="T7" fmla="*/ 203 h 319"/>
                  <a:gd name="T8" fmla="*/ 616 w 616"/>
                  <a:gd name="T9" fmla="*/ 237 h 319"/>
                  <a:gd name="T10" fmla="*/ 612 w 616"/>
                  <a:gd name="T11" fmla="*/ 281 h 319"/>
                  <a:gd name="T12" fmla="*/ 515 w 616"/>
                  <a:gd name="T13" fmla="*/ 308 h 319"/>
                  <a:gd name="T14" fmla="*/ 368 w 616"/>
                  <a:gd name="T15" fmla="*/ 319 h 319"/>
                  <a:gd name="T16" fmla="*/ 244 w 616"/>
                  <a:gd name="T17" fmla="*/ 297 h 319"/>
                  <a:gd name="T18" fmla="*/ 167 w 616"/>
                  <a:gd name="T19" fmla="*/ 276 h 319"/>
                  <a:gd name="T20" fmla="*/ 163 w 616"/>
                  <a:gd name="T21" fmla="*/ 300 h 319"/>
                  <a:gd name="T22" fmla="*/ 66 w 616"/>
                  <a:gd name="T23" fmla="*/ 297 h 319"/>
                  <a:gd name="T24" fmla="*/ 6 w 616"/>
                  <a:gd name="T25" fmla="*/ 286 h 319"/>
                  <a:gd name="T26" fmla="*/ 6 w 616"/>
                  <a:gd name="T27" fmla="*/ 243 h 319"/>
                  <a:gd name="T28" fmla="*/ 0 w 616"/>
                  <a:gd name="T29" fmla="*/ 217 h 319"/>
                  <a:gd name="T30" fmla="*/ 0 w 616"/>
                  <a:gd name="T31" fmla="*/ 156 h 319"/>
                  <a:gd name="T32" fmla="*/ 16 w 616"/>
                  <a:gd name="T33" fmla="*/ 121 h 319"/>
                  <a:gd name="T34" fmla="*/ 47 w 616"/>
                  <a:gd name="T35" fmla="*/ 82 h 319"/>
                  <a:gd name="T36" fmla="*/ 53 w 616"/>
                  <a:gd name="T37" fmla="*/ 0 h 319"/>
                  <a:gd name="T38" fmla="*/ 249 w 616"/>
                  <a:gd name="T39" fmla="*/ 1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6" h="319">
                    <a:moveTo>
                      <a:pt x="249" y="10"/>
                    </a:moveTo>
                    <a:lnTo>
                      <a:pt x="244" y="93"/>
                    </a:lnTo>
                    <a:lnTo>
                      <a:pt x="406" y="170"/>
                    </a:lnTo>
                    <a:lnTo>
                      <a:pt x="541" y="203"/>
                    </a:lnTo>
                    <a:lnTo>
                      <a:pt x="616" y="237"/>
                    </a:lnTo>
                    <a:lnTo>
                      <a:pt x="612" y="281"/>
                    </a:lnTo>
                    <a:lnTo>
                      <a:pt x="515" y="308"/>
                    </a:lnTo>
                    <a:lnTo>
                      <a:pt x="368" y="319"/>
                    </a:lnTo>
                    <a:lnTo>
                      <a:pt x="244" y="297"/>
                    </a:lnTo>
                    <a:lnTo>
                      <a:pt x="167" y="276"/>
                    </a:lnTo>
                    <a:lnTo>
                      <a:pt x="163" y="300"/>
                    </a:lnTo>
                    <a:lnTo>
                      <a:pt x="66" y="297"/>
                    </a:lnTo>
                    <a:lnTo>
                      <a:pt x="6" y="286"/>
                    </a:lnTo>
                    <a:lnTo>
                      <a:pt x="6" y="243"/>
                    </a:lnTo>
                    <a:lnTo>
                      <a:pt x="0" y="217"/>
                    </a:lnTo>
                    <a:lnTo>
                      <a:pt x="0" y="156"/>
                    </a:lnTo>
                    <a:lnTo>
                      <a:pt x="16" y="121"/>
                    </a:lnTo>
                    <a:lnTo>
                      <a:pt x="47" y="82"/>
                    </a:lnTo>
                    <a:lnTo>
                      <a:pt x="53" y="0"/>
                    </a:lnTo>
                    <a:lnTo>
                      <a:pt x="249" y="1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15" name="Freeform 86"/>
              <p:cNvSpPr>
                <a:spLocks noChangeArrowheads="1"/>
              </p:cNvSpPr>
              <p:nvPr/>
            </p:nvSpPr>
            <p:spPr bwMode="auto">
              <a:xfrm>
                <a:off x="2677" y="2457"/>
                <a:ext cx="26" cy="14"/>
              </a:xfrm>
              <a:custGeom>
                <a:avLst/>
                <a:gdLst>
                  <a:gd name="T0" fmla="*/ 47 w 185"/>
                  <a:gd name="T1" fmla="*/ 0 h 99"/>
                  <a:gd name="T2" fmla="*/ 0 w 185"/>
                  <a:gd name="T3" fmla="*/ 52 h 99"/>
                  <a:gd name="T4" fmla="*/ 166 w 185"/>
                  <a:gd name="T5" fmla="*/ 99 h 99"/>
                  <a:gd name="T6" fmla="*/ 185 w 185"/>
                  <a:gd name="T7" fmla="*/ 63 h 99"/>
                  <a:gd name="T8" fmla="*/ 47 w 185"/>
                  <a:gd name="T9" fmla="*/ 0 h 99"/>
                </a:gdLst>
                <a:ahLst/>
                <a:cxnLst>
                  <a:cxn ang="0">
                    <a:pos x="T0" y="T1"/>
                  </a:cxn>
                  <a:cxn ang="0">
                    <a:pos x="T2" y="T3"/>
                  </a:cxn>
                  <a:cxn ang="0">
                    <a:pos x="T4" y="T5"/>
                  </a:cxn>
                  <a:cxn ang="0">
                    <a:pos x="T6" y="T7"/>
                  </a:cxn>
                  <a:cxn ang="0">
                    <a:pos x="T8" y="T9"/>
                  </a:cxn>
                </a:cxnLst>
                <a:rect l="0" t="0" r="r" b="b"/>
                <a:pathLst>
                  <a:path w="185" h="99">
                    <a:moveTo>
                      <a:pt x="47" y="0"/>
                    </a:moveTo>
                    <a:lnTo>
                      <a:pt x="0" y="52"/>
                    </a:lnTo>
                    <a:lnTo>
                      <a:pt x="166" y="99"/>
                    </a:lnTo>
                    <a:lnTo>
                      <a:pt x="185"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16" name="Freeform 87"/>
              <p:cNvSpPr>
                <a:spLocks noChangeArrowheads="1"/>
              </p:cNvSpPr>
              <p:nvPr/>
            </p:nvSpPr>
            <p:spPr bwMode="auto">
              <a:xfrm>
                <a:off x="2703" y="2467"/>
                <a:ext cx="30" cy="8"/>
              </a:xfrm>
              <a:custGeom>
                <a:avLst/>
                <a:gdLst>
                  <a:gd name="T0" fmla="*/ 25 w 209"/>
                  <a:gd name="T1" fmla="*/ 0 h 61"/>
                  <a:gd name="T2" fmla="*/ 0 w 209"/>
                  <a:gd name="T3" fmla="*/ 29 h 61"/>
                  <a:gd name="T4" fmla="*/ 103 w 209"/>
                  <a:gd name="T5" fmla="*/ 56 h 61"/>
                  <a:gd name="T6" fmla="*/ 151 w 209"/>
                  <a:gd name="T7" fmla="*/ 61 h 61"/>
                  <a:gd name="T8" fmla="*/ 209 w 209"/>
                  <a:gd name="T9" fmla="*/ 58 h 61"/>
                  <a:gd name="T10" fmla="*/ 148 w 209"/>
                  <a:gd name="T11" fmla="*/ 27 h 61"/>
                  <a:gd name="T12" fmla="*/ 25 w 209"/>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209" h="61">
                    <a:moveTo>
                      <a:pt x="25" y="0"/>
                    </a:moveTo>
                    <a:lnTo>
                      <a:pt x="0" y="29"/>
                    </a:lnTo>
                    <a:lnTo>
                      <a:pt x="103" y="56"/>
                    </a:lnTo>
                    <a:lnTo>
                      <a:pt x="151" y="61"/>
                    </a:lnTo>
                    <a:lnTo>
                      <a:pt x="209" y="58"/>
                    </a:lnTo>
                    <a:lnTo>
                      <a:pt x="148" y="27"/>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17" name="Freeform 88"/>
              <p:cNvSpPr>
                <a:spLocks noChangeArrowheads="1"/>
              </p:cNvSpPr>
              <p:nvPr/>
            </p:nvSpPr>
            <p:spPr bwMode="auto">
              <a:xfrm>
                <a:off x="2648" y="2457"/>
                <a:ext cx="85" cy="27"/>
              </a:xfrm>
              <a:custGeom>
                <a:avLst/>
                <a:gdLst>
                  <a:gd name="T0" fmla="*/ 597 w 597"/>
                  <a:gd name="T1" fmla="*/ 160 h 188"/>
                  <a:gd name="T2" fmla="*/ 597 w 597"/>
                  <a:gd name="T3" fmla="*/ 131 h 188"/>
                  <a:gd name="T4" fmla="*/ 519 w 597"/>
                  <a:gd name="T5" fmla="*/ 139 h 188"/>
                  <a:gd name="T6" fmla="*/ 394 w 597"/>
                  <a:gd name="T7" fmla="*/ 121 h 188"/>
                  <a:gd name="T8" fmla="*/ 321 w 597"/>
                  <a:gd name="T9" fmla="*/ 104 h 188"/>
                  <a:gd name="T10" fmla="*/ 183 w 597"/>
                  <a:gd name="T11" fmla="*/ 59 h 188"/>
                  <a:gd name="T12" fmla="*/ 124 w 597"/>
                  <a:gd name="T13" fmla="*/ 52 h 188"/>
                  <a:gd name="T14" fmla="*/ 65 w 597"/>
                  <a:gd name="T15" fmla="*/ 31 h 188"/>
                  <a:gd name="T16" fmla="*/ 35 w 597"/>
                  <a:gd name="T17" fmla="*/ 0 h 188"/>
                  <a:gd name="T18" fmla="*/ 0 w 597"/>
                  <a:gd name="T19" fmla="*/ 39 h 188"/>
                  <a:gd name="T20" fmla="*/ 0 w 597"/>
                  <a:gd name="T21" fmla="*/ 119 h 188"/>
                  <a:gd name="T22" fmla="*/ 43 w 597"/>
                  <a:gd name="T23" fmla="*/ 131 h 188"/>
                  <a:gd name="T24" fmla="*/ 151 w 597"/>
                  <a:gd name="T25" fmla="*/ 145 h 188"/>
                  <a:gd name="T26" fmla="*/ 194 w 597"/>
                  <a:gd name="T27" fmla="*/ 150 h 188"/>
                  <a:gd name="T28" fmla="*/ 265 w 597"/>
                  <a:gd name="T29" fmla="*/ 176 h 188"/>
                  <a:gd name="T30" fmla="*/ 346 w 597"/>
                  <a:gd name="T31" fmla="*/ 188 h 188"/>
                  <a:gd name="T32" fmla="*/ 403 w 597"/>
                  <a:gd name="T33" fmla="*/ 188 h 188"/>
                  <a:gd name="T34" fmla="*/ 492 w 597"/>
                  <a:gd name="T35" fmla="*/ 188 h 188"/>
                  <a:gd name="T36" fmla="*/ 597 w 597"/>
                  <a:gd name="T37" fmla="*/ 16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7" h="188">
                    <a:moveTo>
                      <a:pt x="597" y="160"/>
                    </a:moveTo>
                    <a:lnTo>
                      <a:pt x="597" y="131"/>
                    </a:lnTo>
                    <a:lnTo>
                      <a:pt x="519" y="139"/>
                    </a:lnTo>
                    <a:lnTo>
                      <a:pt x="394" y="121"/>
                    </a:lnTo>
                    <a:lnTo>
                      <a:pt x="321" y="104"/>
                    </a:lnTo>
                    <a:lnTo>
                      <a:pt x="183" y="59"/>
                    </a:lnTo>
                    <a:lnTo>
                      <a:pt x="124" y="52"/>
                    </a:lnTo>
                    <a:lnTo>
                      <a:pt x="65" y="31"/>
                    </a:lnTo>
                    <a:lnTo>
                      <a:pt x="35" y="0"/>
                    </a:lnTo>
                    <a:lnTo>
                      <a:pt x="0" y="39"/>
                    </a:lnTo>
                    <a:lnTo>
                      <a:pt x="0" y="119"/>
                    </a:lnTo>
                    <a:lnTo>
                      <a:pt x="43" y="131"/>
                    </a:lnTo>
                    <a:lnTo>
                      <a:pt x="151" y="145"/>
                    </a:lnTo>
                    <a:lnTo>
                      <a:pt x="194" y="150"/>
                    </a:lnTo>
                    <a:lnTo>
                      <a:pt x="265" y="176"/>
                    </a:lnTo>
                    <a:lnTo>
                      <a:pt x="346" y="188"/>
                    </a:lnTo>
                    <a:lnTo>
                      <a:pt x="403" y="188"/>
                    </a:lnTo>
                    <a:lnTo>
                      <a:pt x="492" y="188"/>
                    </a:lnTo>
                    <a:lnTo>
                      <a:pt x="597"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18" name="Freeform 89"/>
              <p:cNvSpPr>
                <a:spLocks noChangeArrowheads="1"/>
              </p:cNvSpPr>
              <p:nvPr/>
            </p:nvSpPr>
            <p:spPr bwMode="auto">
              <a:xfrm>
                <a:off x="2654" y="2441"/>
                <a:ext cx="28" cy="22"/>
              </a:xfrm>
              <a:custGeom>
                <a:avLst/>
                <a:gdLst>
                  <a:gd name="T0" fmla="*/ 191 w 196"/>
                  <a:gd name="T1" fmla="*/ 11 h 154"/>
                  <a:gd name="T2" fmla="*/ 185 w 196"/>
                  <a:gd name="T3" fmla="*/ 86 h 154"/>
                  <a:gd name="T4" fmla="*/ 196 w 196"/>
                  <a:gd name="T5" fmla="*/ 103 h 154"/>
                  <a:gd name="T6" fmla="*/ 152 w 196"/>
                  <a:gd name="T7" fmla="*/ 154 h 154"/>
                  <a:gd name="T8" fmla="*/ 92 w 196"/>
                  <a:gd name="T9" fmla="*/ 154 h 154"/>
                  <a:gd name="T10" fmla="*/ 24 w 196"/>
                  <a:gd name="T11" fmla="*/ 131 h 154"/>
                  <a:gd name="T12" fmla="*/ 0 w 196"/>
                  <a:gd name="T13" fmla="*/ 101 h 154"/>
                  <a:gd name="T14" fmla="*/ 14 w 196"/>
                  <a:gd name="T15" fmla="*/ 80 h 154"/>
                  <a:gd name="T16" fmla="*/ 18 w 196"/>
                  <a:gd name="T17" fmla="*/ 0 h 154"/>
                  <a:gd name="T18" fmla="*/ 191 w 196"/>
                  <a:gd name="T19" fmla="*/ 1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6" h="154">
                    <a:moveTo>
                      <a:pt x="191" y="11"/>
                    </a:moveTo>
                    <a:lnTo>
                      <a:pt x="185" y="86"/>
                    </a:lnTo>
                    <a:lnTo>
                      <a:pt x="196" y="103"/>
                    </a:lnTo>
                    <a:lnTo>
                      <a:pt x="152" y="154"/>
                    </a:lnTo>
                    <a:lnTo>
                      <a:pt x="92" y="154"/>
                    </a:lnTo>
                    <a:lnTo>
                      <a:pt x="24" y="131"/>
                    </a:lnTo>
                    <a:lnTo>
                      <a:pt x="0" y="101"/>
                    </a:lnTo>
                    <a:lnTo>
                      <a:pt x="14" y="80"/>
                    </a:lnTo>
                    <a:lnTo>
                      <a:pt x="18" y="0"/>
                    </a:lnTo>
                    <a:lnTo>
                      <a:pt x="191"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19" name="Group 90"/>
            <p:cNvGrpSpPr>
              <a:grpSpLocks/>
            </p:cNvGrpSpPr>
            <p:nvPr/>
          </p:nvGrpSpPr>
          <p:grpSpPr bwMode="auto">
            <a:xfrm flipH="1">
              <a:off x="3658" y="2929"/>
              <a:ext cx="92" cy="221"/>
              <a:chOff x="2649" y="2361"/>
              <a:chExt cx="37" cy="91"/>
            </a:xfrm>
          </p:grpSpPr>
          <p:sp>
            <p:nvSpPr>
              <p:cNvPr id="1912920" name="Freeform 91"/>
              <p:cNvSpPr>
                <a:spLocks noChangeArrowheads="1"/>
              </p:cNvSpPr>
              <p:nvPr/>
            </p:nvSpPr>
            <p:spPr bwMode="auto">
              <a:xfrm>
                <a:off x="2649" y="2361"/>
                <a:ext cx="37" cy="91"/>
              </a:xfrm>
              <a:custGeom>
                <a:avLst/>
                <a:gdLst>
                  <a:gd name="T0" fmla="*/ 21 w 260"/>
                  <a:gd name="T1" fmla="*/ 14 h 637"/>
                  <a:gd name="T2" fmla="*/ 5 w 260"/>
                  <a:gd name="T3" fmla="*/ 230 h 637"/>
                  <a:gd name="T4" fmla="*/ 9 w 260"/>
                  <a:gd name="T5" fmla="*/ 408 h 637"/>
                  <a:gd name="T6" fmla="*/ 0 w 260"/>
                  <a:gd name="T7" fmla="*/ 608 h 637"/>
                  <a:gd name="T8" fmla="*/ 128 w 260"/>
                  <a:gd name="T9" fmla="*/ 637 h 637"/>
                  <a:gd name="T10" fmla="*/ 252 w 260"/>
                  <a:gd name="T11" fmla="*/ 637 h 637"/>
                  <a:gd name="T12" fmla="*/ 260 w 260"/>
                  <a:gd name="T13" fmla="*/ 0 h 637"/>
                  <a:gd name="T14" fmla="*/ 21 w 260"/>
                  <a:gd name="T15" fmla="*/ 14 h 6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0" h="637">
                    <a:moveTo>
                      <a:pt x="21" y="14"/>
                    </a:moveTo>
                    <a:lnTo>
                      <a:pt x="5" y="230"/>
                    </a:lnTo>
                    <a:lnTo>
                      <a:pt x="9" y="408"/>
                    </a:lnTo>
                    <a:lnTo>
                      <a:pt x="0" y="608"/>
                    </a:lnTo>
                    <a:lnTo>
                      <a:pt x="128" y="637"/>
                    </a:lnTo>
                    <a:lnTo>
                      <a:pt x="252" y="637"/>
                    </a:lnTo>
                    <a:lnTo>
                      <a:pt x="260" y="0"/>
                    </a:lnTo>
                    <a:lnTo>
                      <a:pt x="21" y="14"/>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21" name="Freeform 92"/>
              <p:cNvSpPr>
                <a:spLocks noChangeArrowheads="1"/>
              </p:cNvSpPr>
              <p:nvPr/>
            </p:nvSpPr>
            <p:spPr bwMode="auto">
              <a:xfrm>
                <a:off x="2652" y="2362"/>
                <a:ext cx="32" cy="87"/>
              </a:xfrm>
              <a:custGeom>
                <a:avLst/>
                <a:gdLst>
                  <a:gd name="T0" fmla="*/ 20 w 225"/>
                  <a:gd name="T1" fmla="*/ 20 h 612"/>
                  <a:gd name="T2" fmla="*/ 0 w 225"/>
                  <a:gd name="T3" fmla="*/ 201 h 612"/>
                  <a:gd name="T4" fmla="*/ 4 w 225"/>
                  <a:gd name="T5" fmla="*/ 346 h 612"/>
                  <a:gd name="T6" fmla="*/ 4 w 225"/>
                  <a:gd name="T7" fmla="*/ 569 h 612"/>
                  <a:gd name="T8" fmla="*/ 114 w 225"/>
                  <a:gd name="T9" fmla="*/ 612 h 612"/>
                  <a:gd name="T10" fmla="*/ 212 w 225"/>
                  <a:gd name="T11" fmla="*/ 612 h 612"/>
                  <a:gd name="T12" fmla="*/ 225 w 225"/>
                  <a:gd name="T13" fmla="*/ 0 h 612"/>
                  <a:gd name="T14" fmla="*/ 20 w 225"/>
                  <a:gd name="T15" fmla="*/ 20 h 6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612">
                    <a:moveTo>
                      <a:pt x="20" y="20"/>
                    </a:moveTo>
                    <a:lnTo>
                      <a:pt x="0" y="201"/>
                    </a:lnTo>
                    <a:lnTo>
                      <a:pt x="4" y="346"/>
                    </a:lnTo>
                    <a:lnTo>
                      <a:pt x="4" y="569"/>
                    </a:lnTo>
                    <a:lnTo>
                      <a:pt x="114" y="612"/>
                    </a:lnTo>
                    <a:lnTo>
                      <a:pt x="212" y="612"/>
                    </a:lnTo>
                    <a:lnTo>
                      <a:pt x="225" y="0"/>
                    </a:lnTo>
                    <a:lnTo>
                      <a:pt x="20"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22" name="Group 93"/>
            <p:cNvGrpSpPr>
              <a:grpSpLocks/>
            </p:cNvGrpSpPr>
            <p:nvPr/>
          </p:nvGrpSpPr>
          <p:grpSpPr bwMode="auto">
            <a:xfrm flipH="1">
              <a:off x="3477" y="3152"/>
              <a:ext cx="226" cy="112"/>
              <a:chOff x="2668" y="2453"/>
              <a:chExt cx="90" cy="46"/>
            </a:xfrm>
          </p:grpSpPr>
          <p:sp>
            <p:nvSpPr>
              <p:cNvPr id="1912923" name="Freeform 94"/>
              <p:cNvSpPr>
                <a:spLocks noChangeArrowheads="1"/>
              </p:cNvSpPr>
              <p:nvPr/>
            </p:nvSpPr>
            <p:spPr bwMode="auto">
              <a:xfrm>
                <a:off x="2668" y="2453"/>
                <a:ext cx="90" cy="46"/>
              </a:xfrm>
              <a:custGeom>
                <a:avLst/>
                <a:gdLst>
                  <a:gd name="T0" fmla="*/ 255 w 627"/>
                  <a:gd name="T1" fmla="*/ 12 h 320"/>
                  <a:gd name="T2" fmla="*/ 249 w 627"/>
                  <a:gd name="T3" fmla="*/ 93 h 320"/>
                  <a:gd name="T4" fmla="*/ 413 w 627"/>
                  <a:gd name="T5" fmla="*/ 171 h 320"/>
                  <a:gd name="T6" fmla="*/ 551 w 627"/>
                  <a:gd name="T7" fmla="*/ 204 h 320"/>
                  <a:gd name="T8" fmla="*/ 627 w 627"/>
                  <a:gd name="T9" fmla="*/ 237 h 320"/>
                  <a:gd name="T10" fmla="*/ 623 w 627"/>
                  <a:gd name="T11" fmla="*/ 282 h 320"/>
                  <a:gd name="T12" fmla="*/ 524 w 627"/>
                  <a:gd name="T13" fmla="*/ 309 h 320"/>
                  <a:gd name="T14" fmla="*/ 375 w 627"/>
                  <a:gd name="T15" fmla="*/ 320 h 320"/>
                  <a:gd name="T16" fmla="*/ 249 w 627"/>
                  <a:gd name="T17" fmla="*/ 298 h 320"/>
                  <a:gd name="T18" fmla="*/ 173 w 627"/>
                  <a:gd name="T19" fmla="*/ 276 h 320"/>
                  <a:gd name="T20" fmla="*/ 168 w 627"/>
                  <a:gd name="T21" fmla="*/ 300 h 320"/>
                  <a:gd name="T22" fmla="*/ 68 w 627"/>
                  <a:gd name="T23" fmla="*/ 298 h 320"/>
                  <a:gd name="T24" fmla="*/ 7 w 627"/>
                  <a:gd name="T25" fmla="*/ 287 h 320"/>
                  <a:gd name="T26" fmla="*/ 7 w 627"/>
                  <a:gd name="T27" fmla="*/ 243 h 320"/>
                  <a:gd name="T28" fmla="*/ 0 w 627"/>
                  <a:gd name="T29" fmla="*/ 218 h 320"/>
                  <a:gd name="T30" fmla="*/ 0 w 627"/>
                  <a:gd name="T31" fmla="*/ 156 h 320"/>
                  <a:gd name="T32" fmla="*/ 19 w 627"/>
                  <a:gd name="T33" fmla="*/ 122 h 320"/>
                  <a:gd name="T34" fmla="*/ 50 w 627"/>
                  <a:gd name="T35" fmla="*/ 84 h 320"/>
                  <a:gd name="T36" fmla="*/ 57 w 627"/>
                  <a:gd name="T37" fmla="*/ 0 h 320"/>
                  <a:gd name="T38" fmla="*/ 255 w 627"/>
                  <a:gd name="T39" fmla="*/ 1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27" h="320">
                    <a:moveTo>
                      <a:pt x="255" y="12"/>
                    </a:moveTo>
                    <a:lnTo>
                      <a:pt x="249" y="93"/>
                    </a:lnTo>
                    <a:lnTo>
                      <a:pt x="413" y="171"/>
                    </a:lnTo>
                    <a:lnTo>
                      <a:pt x="551" y="204"/>
                    </a:lnTo>
                    <a:lnTo>
                      <a:pt x="627" y="237"/>
                    </a:lnTo>
                    <a:lnTo>
                      <a:pt x="623" y="282"/>
                    </a:lnTo>
                    <a:lnTo>
                      <a:pt x="524" y="309"/>
                    </a:lnTo>
                    <a:lnTo>
                      <a:pt x="375" y="320"/>
                    </a:lnTo>
                    <a:lnTo>
                      <a:pt x="249" y="298"/>
                    </a:lnTo>
                    <a:lnTo>
                      <a:pt x="173" y="276"/>
                    </a:lnTo>
                    <a:lnTo>
                      <a:pt x="168" y="300"/>
                    </a:lnTo>
                    <a:lnTo>
                      <a:pt x="68" y="298"/>
                    </a:lnTo>
                    <a:lnTo>
                      <a:pt x="7" y="287"/>
                    </a:lnTo>
                    <a:lnTo>
                      <a:pt x="7" y="243"/>
                    </a:lnTo>
                    <a:lnTo>
                      <a:pt x="0" y="218"/>
                    </a:lnTo>
                    <a:lnTo>
                      <a:pt x="0" y="156"/>
                    </a:lnTo>
                    <a:lnTo>
                      <a:pt x="19" y="122"/>
                    </a:lnTo>
                    <a:lnTo>
                      <a:pt x="50" y="84"/>
                    </a:lnTo>
                    <a:lnTo>
                      <a:pt x="57" y="0"/>
                    </a:lnTo>
                    <a:lnTo>
                      <a:pt x="255" y="12"/>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24" name="Freeform 95"/>
              <p:cNvSpPr>
                <a:spLocks noChangeArrowheads="1"/>
              </p:cNvSpPr>
              <p:nvPr/>
            </p:nvSpPr>
            <p:spPr bwMode="auto">
              <a:xfrm>
                <a:off x="2698" y="2470"/>
                <a:ext cx="27" cy="14"/>
              </a:xfrm>
              <a:custGeom>
                <a:avLst/>
                <a:gdLst>
                  <a:gd name="T0" fmla="*/ 47 w 187"/>
                  <a:gd name="T1" fmla="*/ 0 h 99"/>
                  <a:gd name="T2" fmla="*/ 0 w 187"/>
                  <a:gd name="T3" fmla="*/ 54 h 99"/>
                  <a:gd name="T4" fmla="*/ 167 w 187"/>
                  <a:gd name="T5" fmla="*/ 99 h 99"/>
                  <a:gd name="T6" fmla="*/ 187 w 187"/>
                  <a:gd name="T7" fmla="*/ 63 h 99"/>
                  <a:gd name="T8" fmla="*/ 47 w 187"/>
                  <a:gd name="T9" fmla="*/ 0 h 99"/>
                </a:gdLst>
                <a:ahLst/>
                <a:cxnLst>
                  <a:cxn ang="0">
                    <a:pos x="T0" y="T1"/>
                  </a:cxn>
                  <a:cxn ang="0">
                    <a:pos x="T2" y="T3"/>
                  </a:cxn>
                  <a:cxn ang="0">
                    <a:pos x="T4" y="T5"/>
                  </a:cxn>
                  <a:cxn ang="0">
                    <a:pos x="T6" y="T7"/>
                  </a:cxn>
                  <a:cxn ang="0">
                    <a:pos x="T8" y="T9"/>
                  </a:cxn>
                </a:cxnLst>
                <a:rect l="0" t="0" r="r" b="b"/>
                <a:pathLst>
                  <a:path w="187" h="99">
                    <a:moveTo>
                      <a:pt x="47" y="0"/>
                    </a:moveTo>
                    <a:lnTo>
                      <a:pt x="0" y="54"/>
                    </a:lnTo>
                    <a:lnTo>
                      <a:pt x="167" y="99"/>
                    </a:lnTo>
                    <a:lnTo>
                      <a:pt x="187"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25" name="Freeform 96"/>
              <p:cNvSpPr>
                <a:spLocks noChangeArrowheads="1"/>
              </p:cNvSpPr>
              <p:nvPr/>
            </p:nvSpPr>
            <p:spPr bwMode="auto">
              <a:xfrm>
                <a:off x="2725" y="2480"/>
                <a:ext cx="30" cy="8"/>
              </a:xfrm>
              <a:custGeom>
                <a:avLst/>
                <a:gdLst>
                  <a:gd name="T0" fmla="*/ 24 w 212"/>
                  <a:gd name="T1" fmla="*/ 0 h 59"/>
                  <a:gd name="T2" fmla="*/ 0 w 212"/>
                  <a:gd name="T3" fmla="*/ 27 h 59"/>
                  <a:gd name="T4" fmla="*/ 104 w 212"/>
                  <a:gd name="T5" fmla="*/ 53 h 59"/>
                  <a:gd name="T6" fmla="*/ 153 w 212"/>
                  <a:gd name="T7" fmla="*/ 59 h 59"/>
                  <a:gd name="T8" fmla="*/ 212 w 212"/>
                  <a:gd name="T9" fmla="*/ 55 h 59"/>
                  <a:gd name="T10" fmla="*/ 150 w 212"/>
                  <a:gd name="T11" fmla="*/ 25 h 59"/>
                  <a:gd name="T12" fmla="*/ 24 w 212"/>
                  <a:gd name="T13" fmla="*/ 0 h 59"/>
                </a:gdLst>
                <a:ahLst/>
                <a:cxnLst>
                  <a:cxn ang="0">
                    <a:pos x="T0" y="T1"/>
                  </a:cxn>
                  <a:cxn ang="0">
                    <a:pos x="T2" y="T3"/>
                  </a:cxn>
                  <a:cxn ang="0">
                    <a:pos x="T4" y="T5"/>
                  </a:cxn>
                  <a:cxn ang="0">
                    <a:pos x="T6" y="T7"/>
                  </a:cxn>
                  <a:cxn ang="0">
                    <a:pos x="T8" y="T9"/>
                  </a:cxn>
                  <a:cxn ang="0">
                    <a:pos x="T10" y="T11"/>
                  </a:cxn>
                  <a:cxn ang="0">
                    <a:pos x="T12" y="T13"/>
                  </a:cxn>
                </a:cxnLst>
                <a:rect l="0" t="0" r="r" b="b"/>
                <a:pathLst>
                  <a:path w="212" h="59">
                    <a:moveTo>
                      <a:pt x="24" y="0"/>
                    </a:moveTo>
                    <a:lnTo>
                      <a:pt x="0" y="27"/>
                    </a:lnTo>
                    <a:lnTo>
                      <a:pt x="104" y="53"/>
                    </a:lnTo>
                    <a:lnTo>
                      <a:pt x="153" y="59"/>
                    </a:lnTo>
                    <a:lnTo>
                      <a:pt x="212" y="55"/>
                    </a:lnTo>
                    <a:lnTo>
                      <a:pt x="150" y="25"/>
                    </a:lnTo>
                    <a:lnTo>
                      <a:pt x="2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26" name="Freeform 97"/>
              <p:cNvSpPr>
                <a:spLocks noChangeArrowheads="1"/>
              </p:cNvSpPr>
              <p:nvPr/>
            </p:nvSpPr>
            <p:spPr bwMode="auto">
              <a:xfrm>
                <a:off x="2669" y="2470"/>
                <a:ext cx="87" cy="27"/>
              </a:xfrm>
              <a:custGeom>
                <a:avLst/>
                <a:gdLst>
                  <a:gd name="T0" fmla="*/ 605 w 605"/>
                  <a:gd name="T1" fmla="*/ 160 h 189"/>
                  <a:gd name="T2" fmla="*/ 605 w 605"/>
                  <a:gd name="T3" fmla="*/ 132 h 189"/>
                  <a:gd name="T4" fmla="*/ 526 w 605"/>
                  <a:gd name="T5" fmla="*/ 140 h 189"/>
                  <a:gd name="T6" fmla="*/ 398 w 605"/>
                  <a:gd name="T7" fmla="*/ 122 h 189"/>
                  <a:gd name="T8" fmla="*/ 326 w 605"/>
                  <a:gd name="T9" fmla="*/ 105 h 189"/>
                  <a:gd name="T10" fmla="*/ 187 w 605"/>
                  <a:gd name="T11" fmla="*/ 59 h 189"/>
                  <a:gd name="T12" fmla="*/ 125 w 605"/>
                  <a:gd name="T13" fmla="*/ 54 h 189"/>
                  <a:gd name="T14" fmla="*/ 66 w 605"/>
                  <a:gd name="T15" fmla="*/ 32 h 189"/>
                  <a:gd name="T16" fmla="*/ 35 w 605"/>
                  <a:gd name="T17" fmla="*/ 0 h 189"/>
                  <a:gd name="T18" fmla="*/ 0 w 605"/>
                  <a:gd name="T19" fmla="*/ 40 h 189"/>
                  <a:gd name="T20" fmla="*/ 0 w 605"/>
                  <a:gd name="T21" fmla="*/ 120 h 189"/>
                  <a:gd name="T22" fmla="*/ 45 w 605"/>
                  <a:gd name="T23" fmla="*/ 132 h 189"/>
                  <a:gd name="T24" fmla="*/ 153 w 605"/>
                  <a:gd name="T25" fmla="*/ 145 h 189"/>
                  <a:gd name="T26" fmla="*/ 197 w 605"/>
                  <a:gd name="T27" fmla="*/ 152 h 189"/>
                  <a:gd name="T28" fmla="*/ 268 w 605"/>
                  <a:gd name="T29" fmla="*/ 177 h 189"/>
                  <a:gd name="T30" fmla="*/ 350 w 605"/>
                  <a:gd name="T31" fmla="*/ 189 h 189"/>
                  <a:gd name="T32" fmla="*/ 408 w 605"/>
                  <a:gd name="T33" fmla="*/ 189 h 189"/>
                  <a:gd name="T34" fmla="*/ 500 w 605"/>
                  <a:gd name="T35" fmla="*/ 189 h 189"/>
                  <a:gd name="T36" fmla="*/ 605 w 605"/>
                  <a:gd name="T37" fmla="*/ 16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05" h="189">
                    <a:moveTo>
                      <a:pt x="605" y="160"/>
                    </a:moveTo>
                    <a:lnTo>
                      <a:pt x="605" y="132"/>
                    </a:lnTo>
                    <a:lnTo>
                      <a:pt x="526" y="140"/>
                    </a:lnTo>
                    <a:lnTo>
                      <a:pt x="398" y="122"/>
                    </a:lnTo>
                    <a:lnTo>
                      <a:pt x="326" y="105"/>
                    </a:lnTo>
                    <a:lnTo>
                      <a:pt x="187" y="59"/>
                    </a:lnTo>
                    <a:lnTo>
                      <a:pt x="125" y="54"/>
                    </a:lnTo>
                    <a:lnTo>
                      <a:pt x="66" y="32"/>
                    </a:lnTo>
                    <a:lnTo>
                      <a:pt x="35" y="0"/>
                    </a:lnTo>
                    <a:lnTo>
                      <a:pt x="0" y="40"/>
                    </a:lnTo>
                    <a:lnTo>
                      <a:pt x="0" y="120"/>
                    </a:lnTo>
                    <a:lnTo>
                      <a:pt x="45" y="132"/>
                    </a:lnTo>
                    <a:lnTo>
                      <a:pt x="153" y="145"/>
                    </a:lnTo>
                    <a:lnTo>
                      <a:pt x="197" y="152"/>
                    </a:lnTo>
                    <a:lnTo>
                      <a:pt x="268" y="177"/>
                    </a:lnTo>
                    <a:lnTo>
                      <a:pt x="350" y="189"/>
                    </a:lnTo>
                    <a:lnTo>
                      <a:pt x="408" y="189"/>
                    </a:lnTo>
                    <a:lnTo>
                      <a:pt x="500" y="189"/>
                    </a:lnTo>
                    <a:lnTo>
                      <a:pt x="605"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27" name="Freeform 98"/>
              <p:cNvSpPr>
                <a:spLocks noChangeArrowheads="1"/>
              </p:cNvSpPr>
              <p:nvPr/>
            </p:nvSpPr>
            <p:spPr bwMode="auto">
              <a:xfrm>
                <a:off x="2675" y="2454"/>
                <a:ext cx="29" cy="22"/>
              </a:xfrm>
              <a:custGeom>
                <a:avLst/>
                <a:gdLst>
                  <a:gd name="T0" fmla="*/ 193 w 200"/>
                  <a:gd name="T1" fmla="*/ 11 h 153"/>
                  <a:gd name="T2" fmla="*/ 187 w 200"/>
                  <a:gd name="T3" fmla="*/ 85 h 153"/>
                  <a:gd name="T4" fmla="*/ 200 w 200"/>
                  <a:gd name="T5" fmla="*/ 103 h 153"/>
                  <a:gd name="T6" fmla="*/ 155 w 200"/>
                  <a:gd name="T7" fmla="*/ 153 h 153"/>
                  <a:gd name="T8" fmla="*/ 94 w 200"/>
                  <a:gd name="T9" fmla="*/ 153 h 153"/>
                  <a:gd name="T10" fmla="*/ 25 w 200"/>
                  <a:gd name="T11" fmla="*/ 130 h 153"/>
                  <a:gd name="T12" fmla="*/ 0 w 200"/>
                  <a:gd name="T13" fmla="*/ 101 h 153"/>
                  <a:gd name="T14" fmla="*/ 14 w 200"/>
                  <a:gd name="T15" fmla="*/ 80 h 153"/>
                  <a:gd name="T16" fmla="*/ 18 w 200"/>
                  <a:gd name="T17" fmla="*/ 0 h 153"/>
                  <a:gd name="T18" fmla="*/ 193 w 200"/>
                  <a:gd name="T19" fmla="*/ 1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 h="153">
                    <a:moveTo>
                      <a:pt x="193" y="11"/>
                    </a:moveTo>
                    <a:lnTo>
                      <a:pt x="187" y="85"/>
                    </a:lnTo>
                    <a:lnTo>
                      <a:pt x="200" y="103"/>
                    </a:lnTo>
                    <a:lnTo>
                      <a:pt x="155" y="153"/>
                    </a:lnTo>
                    <a:lnTo>
                      <a:pt x="94" y="153"/>
                    </a:lnTo>
                    <a:lnTo>
                      <a:pt x="25" y="130"/>
                    </a:lnTo>
                    <a:lnTo>
                      <a:pt x="0" y="101"/>
                    </a:lnTo>
                    <a:lnTo>
                      <a:pt x="14" y="80"/>
                    </a:lnTo>
                    <a:lnTo>
                      <a:pt x="18" y="0"/>
                    </a:lnTo>
                    <a:lnTo>
                      <a:pt x="193"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12928" name="Rectangle 99"/>
            <p:cNvSpPr>
              <a:spLocks noChangeArrowheads="1"/>
            </p:cNvSpPr>
            <p:nvPr/>
          </p:nvSpPr>
          <p:spPr bwMode="auto">
            <a:xfrm flipH="1">
              <a:off x="3868" y="2951"/>
              <a:ext cx="75" cy="233"/>
            </a:xfrm>
            <a:prstGeom prst="rect">
              <a:avLst/>
            </a:prstGeom>
            <a:solidFill>
              <a:srgbClr val="606060"/>
            </a:solidFill>
            <a:ln w="1588">
              <a:solidFill>
                <a:srgbClr val="000000"/>
              </a:solidFill>
              <a:miter lim="800000"/>
              <a:headEnd/>
              <a:tailEnd/>
            </a:ln>
          </p:spPr>
          <p:txBody>
            <a:bodyPr/>
            <a:lstStyle/>
            <a:p>
              <a:endParaRPr lang="zh-CN" altLang="en-US" b="1">
                <a:solidFill>
                  <a:srgbClr val="000099"/>
                </a:solidFill>
                <a:ea typeface="宋体" panose="02010600030101010101" pitchFamily="2" charset="-122"/>
              </a:endParaRPr>
            </a:p>
          </p:txBody>
        </p:sp>
        <p:grpSp>
          <p:nvGrpSpPr>
            <p:cNvPr id="1912929" name="Group 100"/>
            <p:cNvGrpSpPr>
              <a:grpSpLocks/>
            </p:cNvGrpSpPr>
            <p:nvPr/>
          </p:nvGrpSpPr>
          <p:grpSpPr bwMode="auto">
            <a:xfrm flipH="1">
              <a:off x="3710" y="2866"/>
              <a:ext cx="353" cy="121"/>
              <a:chOff x="2524" y="2335"/>
              <a:chExt cx="141" cy="50"/>
            </a:xfrm>
          </p:grpSpPr>
          <p:sp>
            <p:nvSpPr>
              <p:cNvPr id="1912930" name="Freeform 101"/>
              <p:cNvSpPr>
                <a:spLocks noChangeArrowheads="1"/>
              </p:cNvSpPr>
              <p:nvPr/>
            </p:nvSpPr>
            <p:spPr bwMode="auto">
              <a:xfrm>
                <a:off x="2524" y="2335"/>
                <a:ext cx="141" cy="50"/>
              </a:xfrm>
              <a:custGeom>
                <a:avLst/>
                <a:gdLst>
                  <a:gd name="T0" fmla="*/ 987 w 987"/>
                  <a:gd name="T1" fmla="*/ 181 h 347"/>
                  <a:gd name="T2" fmla="*/ 981 w 987"/>
                  <a:gd name="T3" fmla="*/ 289 h 347"/>
                  <a:gd name="T4" fmla="*/ 656 w 987"/>
                  <a:gd name="T5" fmla="*/ 347 h 347"/>
                  <a:gd name="T6" fmla="*/ 298 w 987"/>
                  <a:gd name="T7" fmla="*/ 347 h 347"/>
                  <a:gd name="T8" fmla="*/ 17 w 987"/>
                  <a:gd name="T9" fmla="*/ 259 h 347"/>
                  <a:gd name="T10" fmla="*/ 0 w 987"/>
                  <a:gd name="T11" fmla="*/ 9 h 347"/>
                  <a:gd name="T12" fmla="*/ 557 w 987"/>
                  <a:gd name="T13" fmla="*/ 0 h 347"/>
                  <a:gd name="T14" fmla="*/ 987 w 987"/>
                  <a:gd name="T15" fmla="*/ 181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7" h="347">
                    <a:moveTo>
                      <a:pt x="987" y="181"/>
                    </a:moveTo>
                    <a:lnTo>
                      <a:pt x="981" y="289"/>
                    </a:lnTo>
                    <a:lnTo>
                      <a:pt x="656" y="347"/>
                    </a:lnTo>
                    <a:lnTo>
                      <a:pt x="298" y="347"/>
                    </a:lnTo>
                    <a:lnTo>
                      <a:pt x="17" y="259"/>
                    </a:lnTo>
                    <a:lnTo>
                      <a:pt x="0" y="9"/>
                    </a:lnTo>
                    <a:lnTo>
                      <a:pt x="557" y="0"/>
                    </a:lnTo>
                    <a:lnTo>
                      <a:pt x="987" y="181"/>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31" name="Freeform 102"/>
              <p:cNvSpPr>
                <a:spLocks noChangeArrowheads="1"/>
              </p:cNvSpPr>
              <p:nvPr/>
            </p:nvSpPr>
            <p:spPr bwMode="auto">
              <a:xfrm>
                <a:off x="2527" y="2354"/>
                <a:ext cx="135" cy="28"/>
              </a:xfrm>
              <a:custGeom>
                <a:avLst/>
                <a:gdLst>
                  <a:gd name="T0" fmla="*/ 940 w 940"/>
                  <a:gd name="T1" fmla="*/ 68 h 199"/>
                  <a:gd name="T2" fmla="*/ 935 w 940"/>
                  <a:gd name="T3" fmla="*/ 146 h 199"/>
                  <a:gd name="T4" fmla="*/ 643 w 940"/>
                  <a:gd name="T5" fmla="*/ 199 h 199"/>
                  <a:gd name="T6" fmla="*/ 263 w 940"/>
                  <a:gd name="T7" fmla="*/ 199 h 199"/>
                  <a:gd name="T8" fmla="*/ 0 w 940"/>
                  <a:gd name="T9" fmla="*/ 107 h 199"/>
                  <a:gd name="T10" fmla="*/ 0 w 940"/>
                  <a:gd name="T11" fmla="*/ 0 h 199"/>
                  <a:gd name="T12" fmla="*/ 252 w 940"/>
                  <a:gd name="T13" fmla="*/ 107 h 199"/>
                  <a:gd name="T14" fmla="*/ 638 w 940"/>
                  <a:gd name="T15" fmla="*/ 112 h 199"/>
                  <a:gd name="T16" fmla="*/ 940 w 940"/>
                  <a:gd name="T17" fmla="*/ 6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0" h="199">
                    <a:moveTo>
                      <a:pt x="940" y="68"/>
                    </a:moveTo>
                    <a:lnTo>
                      <a:pt x="935" y="146"/>
                    </a:lnTo>
                    <a:lnTo>
                      <a:pt x="643" y="199"/>
                    </a:lnTo>
                    <a:lnTo>
                      <a:pt x="263" y="199"/>
                    </a:lnTo>
                    <a:lnTo>
                      <a:pt x="0" y="107"/>
                    </a:lnTo>
                    <a:lnTo>
                      <a:pt x="0" y="0"/>
                    </a:lnTo>
                    <a:lnTo>
                      <a:pt x="252" y="107"/>
                    </a:lnTo>
                    <a:lnTo>
                      <a:pt x="638" y="112"/>
                    </a:lnTo>
                    <a:lnTo>
                      <a:pt x="940"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12932" name="Freeform 103"/>
            <p:cNvSpPr>
              <a:spLocks noChangeArrowheads="1"/>
            </p:cNvSpPr>
            <p:nvPr/>
          </p:nvSpPr>
          <p:spPr bwMode="auto">
            <a:xfrm flipH="1">
              <a:off x="3592" y="2740"/>
              <a:ext cx="481" cy="437"/>
            </a:xfrm>
            <a:custGeom>
              <a:avLst/>
              <a:gdLst>
                <a:gd name="T0" fmla="*/ 1338 w 1344"/>
                <a:gd name="T1" fmla="*/ 708 h 1258"/>
                <a:gd name="T2" fmla="*/ 1331 w 1344"/>
                <a:gd name="T3" fmla="*/ 582 h 1258"/>
                <a:gd name="T4" fmla="*/ 1333 w 1344"/>
                <a:gd name="T5" fmla="*/ 448 h 1258"/>
                <a:gd name="T6" fmla="*/ 1328 w 1344"/>
                <a:gd name="T7" fmla="*/ 346 h 1258"/>
                <a:gd name="T8" fmla="*/ 1270 w 1344"/>
                <a:gd name="T9" fmla="*/ 284 h 1258"/>
                <a:gd name="T10" fmla="*/ 1200 w 1344"/>
                <a:gd name="T11" fmla="*/ 249 h 1258"/>
                <a:gd name="T12" fmla="*/ 1040 w 1344"/>
                <a:gd name="T13" fmla="*/ 191 h 1258"/>
                <a:gd name="T14" fmla="*/ 805 w 1344"/>
                <a:gd name="T15" fmla="*/ 134 h 1258"/>
                <a:gd name="T16" fmla="*/ 760 w 1344"/>
                <a:gd name="T17" fmla="*/ 130 h 1258"/>
                <a:gd name="T18" fmla="*/ 729 w 1344"/>
                <a:gd name="T19" fmla="*/ 134 h 1258"/>
                <a:gd name="T20" fmla="*/ 722 w 1344"/>
                <a:gd name="T21" fmla="*/ 121 h 1258"/>
                <a:gd name="T22" fmla="*/ 708 w 1344"/>
                <a:gd name="T23" fmla="*/ 109 h 1258"/>
                <a:gd name="T24" fmla="*/ 693 w 1344"/>
                <a:gd name="T25" fmla="*/ 112 h 1258"/>
                <a:gd name="T26" fmla="*/ 673 w 1344"/>
                <a:gd name="T27" fmla="*/ 113 h 1258"/>
                <a:gd name="T28" fmla="*/ 665 w 1344"/>
                <a:gd name="T29" fmla="*/ 90 h 1258"/>
                <a:gd name="T30" fmla="*/ 647 w 1344"/>
                <a:gd name="T31" fmla="*/ 76 h 1258"/>
                <a:gd name="T32" fmla="*/ 628 w 1344"/>
                <a:gd name="T33" fmla="*/ 73 h 1258"/>
                <a:gd name="T34" fmla="*/ 605 w 1344"/>
                <a:gd name="T35" fmla="*/ 73 h 1258"/>
                <a:gd name="T36" fmla="*/ 608 w 1344"/>
                <a:gd name="T37" fmla="*/ 53 h 1258"/>
                <a:gd name="T38" fmla="*/ 580 w 1344"/>
                <a:gd name="T39" fmla="*/ 0 h 1258"/>
                <a:gd name="T40" fmla="*/ 32 w 1344"/>
                <a:gd name="T41" fmla="*/ 14 h 1258"/>
                <a:gd name="T42" fmla="*/ 35 w 1344"/>
                <a:gd name="T43" fmla="*/ 71 h 1258"/>
                <a:gd name="T44" fmla="*/ 24 w 1344"/>
                <a:gd name="T45" fmla="*/ 121 h 1258"/>
                <a:gd name="T46" fmla="*/ 16 w 1344"/>
                <a:gd name="T47" fmla="*/ 157 h 1258"/>
                <a:gd name="T48" fmla="*/ 7 w 1344"/>
                <a:gd name="T49" fmla="*/ 202 h 1258"/>
                <a:gd name="T50" fmla="*/ 0 w 1344"/>
                <a:gd name="T51" fmla="*/ 275 h 1258"/>
                <a:gd name="T52" fmla="*/ 8 w 1344"/>
                <a:gd name="T53" fmla="*/ 318 h 1258"/>
                <a:gd name="T54" fmla="*/ 24 w 1344"/>
                <a:gd name="T55" fmla="*/ 358 h 1258"/>
                <a:gd name="T56" fmla="*/ 44 w 1344"/>
                <a:gd name="T57" fmla="*/ 393 h 1258"/>
                <a:gd name="T58" fmla="*/ 69 w 1344"/>
                <a:gd name="T59" fmla="*/ 405 h 1258"/>
                <a:gd name="T60" fmla="*/ 109 w 1344"/>
                <a:gd name="T61" fmla="*/ 416 h 1258"/>
                <a:gd name="T62" fmla="*/ 161 w 1344"/>
                <a:gd name="T63" fmla="*/ 434 h 1258"/>
                <a:gd name="T64" fmla="*/ 185 w 1344"/>
                <a:gd name="T65" fmla="*/ 461 h 1258"/>
                <a:gd name="T66" fmla="*/ 214 w 1344"/>
                <a:gd name="T67" fmla="*/ 486 h 1258"/>
                <a:gd name="T68" fmla="*/ 257 w 1344"/>
                <a:gd name="T69" fmla="*/ 506 h 1258"/>
                <a:gd name="T70" fmla="*/ 310 w 1344"/>
                <a:gd name="T71" fmla="*/ 523 h 1258"/>
                <a:gd name="T72" fmla="*/ 393 w 1344"/>
                <a:gd name="T73" fmla="*/ 533 h 1258"/>
                <a:gd name="T74" fmla="*/ 464 w 1344"/>
                <a:gd name="T75" fmla="*/ 533 h 1258"/>
                <a:gd name="T76" fmla="*/ 518 w 1344"/>
                <a:gd name="T77" fmla="*/ 527 h 1258"/>
                <a:gd name="T78" fmla="*/ 568 w 1344"/>
                <a:gd name="T79" fmla="*/ 523 h 1258"/>
                <a:gd name="T80" fmla="*/ 605 w 1344"/>
                <a:gd name="T81" fmla="*/ 542 h 1258"/>
                <a:gd name="T82" fmla="*/ 676 w 1344"/>
                <a:gd name="T83" fmla="*/ 538 h 1258"/>
                <a:gd name="T84" fmla="*/ 962 w 1344"/>
                <a:gd name="T85" fmla="*/ 579 h 1258"/>
                <a:gd name="T86" fmla="*/ 1039 w 1344"/>
                <a:gd name="T87" fmla="*/ 588 h 1258"/>
                <a:gd name="T88" fmla="*/ 1011 w 1344"/>
                <a:gd name="T89" fmla="*/ 758 h 1258"/>
                <a:gd name="T90" fmla="*/ 1008 w 1344"/>
                <a:gd name="T91" fmla="*/ 845 h 1258"/>
                <a:gd name="T92" fmla="*/ 1025 w 1344"/>
                <a:gd name="T93" fmla="*/ 957 h 1258"/>
                <a:gd name="T94" fmla="*/ 1042 w 1344"/>
                <a:gd name="T95" fmla="*/ 1088 h 1258"/>
                <a:gd name="T96" fmla="*/ 1042 w 1344"/>
                <a:gd name="T97" fmla="*/ 1223 h 1258"/>
                <a:gd name="T98" fmla="*/ 1109 w 1344"/>
                <a:gd name="T99" fmla="*/ 1243 h 1258"/>
                <a:gd name="T100" fmla="*/ 1194 w 1344"/>
                <a:gd name="T101" fmla="*/ 1252 h 1258"/>
                <a:gd name="T102" fmla="*/ 1266 w 1344"/>
                <a:gd name="T103" fmla="*/ 1258 h 1258"/>
                <a:gd name="T104" fmla="*/ 1344 w 1344"/>
                <a:gd name="T105" fmla="*/ 1249 h 1258"/>
                <a:gd name="T106" fmla="*/ 1338 w 1344"/>
                <a:gd name="T107" fmla="*/ 1124 h 1258"/>
                <a:gd name="T108" fmla="*/ 1338 w 1344"/>
                <a:gd name="T109" fmla="*/ 919 h 1258"/>
                <a:gd name="T110" fmla="*/ 1338 w 1344"/>
                <a:gd name="T111" fmla="*/ 740 h 1258"/>
                <a:gd name="T112" fmla="*/ 1338 w 1344"/>
                <a:gd name="T113" fmla="*/ 70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44" h="1258">
                  <a:moveTo>
                    <a:pt x="1338" y="708"/>
                  </a:moveTo>
                  <a:lnTo>
                    <a:pt x="1331" y="582"/>
                  </a:lnTo>
                  <a:lnTo>
                    <a:pt x="1333" y="448"/>
                  </a:lnTo>
                  <a:lnTo>
                    <a:pt x="1328" y="346"/>
                  </a:lnTo>
                  <a:lnTo>
                    <a:pt x="1270" y="284"/>
                  </a:lnTo>
                  <a:lnTo>
                    <a:pt x="1200" y="249"/>
                  </a:lnTo>
                  <a:lnTo>
                    <a:pt x="1040" y="191"/>
                  </a:lnTo>
                  <a:lnTo>
                    <a:pt x="805" y="134"/>
                  </a:lnTo>
                  <a:lnTo>
                    <a:pt x="760" y="130"/>
                  </a:lnTo>
                  <a:lnTo>
                    <a:pt x="729" y="134"/>
                  </a:lnTo>
                  <a:lnTo>
                    <a:pt x="722" y="121"/>
                  </a:lnTo>
                  <a:lnTo>
                    <a:pt x="708" y="109"/>
                  </a:lnTo>
                  <a:lnTo>
                    <a:pt x="693" y="112"/>
                  </a:lnTo>
                  <a:lnTo>
                    <a:pt x="673" y="113"/>
                  </a:lnTo>
                  <a:lnTo>
                    <a:pt x="665" y="90"/>
                  </a:lnTo>
                  <a:lnTo>
                    <a:pt x="647" y="76"/>
                  </a:lnTo>
                  <a:lnTo>
                    <a:pt x="628" y="73"/>
                  </a:lnTo>
                  <a:lnTo>
                    <a:pt x="605" y="73"/>
                  </a:lnTo>
                  <a:lnTo>
                    <a:pt x="608" y="53"/>
                  </a:lnTo>
                  <a:lnTo>
                    <a:pt x="580" y="0"/>
                  </a:lnTo>
                  <a:lnTo>
                    <a:pt x="32" y="14"/>
                  </a:lnTo>
                  <a:lnTo>
                    <a:pt x="35" y="71"/>
                  </a:lnTo>
                  <a:lnTo>
                    <a:pt x="24" y="121"/>
                  </a:lnTo>
                  <a:lnTo>
                    <a:pt x="16" y="157"/>
                  </a:lnTo>
                  <a:lnTo>
                    <a:pt x="7" y="202"/>
                  </a:lnTo>
                  <a:lnTo>
                    <a:pt x="0" y="275"/>
                  </a:lnTo>
                  <a:lnTo>
                    <a:pt x="8" y="318"/>
                  </a:lnTo>
                  <a:lnTo>
                    <a:pt x="24" y="358"/>
                  </a:lnTo>
                  <a:lnTo>
                    <a:pt x="44" y="393"/>
                  </a:lnTo>
                  <a:lnTo>
                    <a:pt x="69" y="405"/>
                  </a:lnTo>
                  <a:lnTo>
                    <a:pt x="109" y="416"/>
                  </a:lnTo>
                  <a:lnTo>
                    <a:pt x="161" y="434"/>
                  </a:lnTo>
                  <a:lnTo>
                    <a:pt x="185" y="461"/>
                  </a:lnTo>
                  <a:lnTo>
                    <a:pt x="214" y="486"/>
                  </a:lnTo>
                  <a:lnTo>
                    <a:pt x="257" y="506"/>
                  </a:lnTo>
                  <a:lnTo>
                    <a:pt x="310" y="523"/>
                  </a:lnTo>
                  <a:lnTo>
                    <a:pt x="393" y="533"/>
                  </a:lnTo>
                  <a:lnTo>
                    <a:pt x="464" y="533"/>
                  </a:lnTo>
                  <a:lnTo>
                    <a:pt x="518" y="527"/>
                  </a:lnTo>
                  <a:lnTo>
                    <a:pt x="568" y="523"/>
                  </a:lnTo>
                  <a:lnTo>
                    <a:pt x="605" y="542"/>
                  </a:lnTo>
                  <a:lnTo>
                    <a:pt x="676" y="538"/>
                  </a:lnTo>
                  <a:lnTo>
                    <a:pt x="962" y="579"/>
                  </a:lnTo>
                  <a:lnTo>
                    <a:pt x="1039" y="588"/>
                  </a:lnTo>
                  <a:lnTo>
                    <a:pt x="1011" y="758"/>
                  </a:lnTo>
                  <a:lnTo>
                    <a:pt x="1008" y="845"/>
                  </a:lnTo>
                  <a:lnTo>
                    <a:pt x="1025" y="957"/>
                  </a:lnTo>
                  <a:lnTo>
                    <a:pt x="1042" y="1088"/>
                  </a:lnTo>
                  <a:lnTo>
                    <a:pt x="1042" y="1223"/>
                  </a:lnTo>
                  <a:lnTo>
                    <a:pt x="1109" y="1243"/>
                  </a:lnTo>
                  <a:lnTo>
                    <a:pt x="1194" y="1252"/>
                  </a:lnTo>
                  <a:lnTo>
                    <a:pt x="1266" y="1258"/>
                  </a:lnTo>
                  <a:lnTo>
                    <a:pt x="1344" y="1249"/>
                  </a:lnTo>
                  <a:lnTo>
                    <a:pt x="1338" y="1124"/>
                  </a:lnTo>
                  <a:lnTo>
                    <a:pt x="1338" y="919"/>
                  </a:lnTo>
                  <a:lnTo>
                    <a:pt x="1338" y="740"/>
                  </a:lnTo>
                  <a:lnTo>
                    <a:pt x="1338" y="708"/>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33" name="Freeform 104"/>
            <p:cNvSpPr>
              <a:spLocks noChangeArrowheads="1"/>
            </p:cNvSpPr>
            <p:nvPr/>
          </p:nvSpPr>
          <p:spPr bwMode="auto">
            <a:xfrm flipH="1">
              <a:off x="3597" y="2759"/>
              <a:ext cx="471" cy="410"/>
            </a:xfrm>
            <a:custGeom>
              <a:avLst/>
              <a:gdLst>
                <a:gd name="T0" fmla="*/ 41 w 1314"/>
                <a:gd name="T1" fmla="*/ 59 h 1188"/>
                <a:gd name="T2" fmla="*/ 8 w 1314"/>
                <a:gd name="T3" fmla="*/ 129 h 1188"/>
                <a:gd name="T4" fmla="*/ 35 w 1314"/>
                <a:gd name="T5" fmla="*/ 329 h 1188"/>
                <a:gd name="T6" fmla="*/ 107 w 1314"/>
                <a:gd name="T7" fmla="*/ 329 h 1188"/>
                <a:gd name="T8" fmla="*/ 189 w 1314"/>
                <a:gd name="T9" fmla="*/ 403 h 1188"/>
                <a:gd name="T10" fmla="*/ 376 w 1314"/>
                <a:gd name="T11" fmla="*/ 452 h 1188"/>
                <a:gd name="T12" fmla="*/ 553 w 1314"/>
                <a:gd name="T13" fmla="*/ 452 h 1188"/>
                <a:gd name="T14" fmla="*/ 487 w 1314"/>
                <a:gd name="T15" fmla="*/ 380 h 1188"/>
                <a:gd name="T16" fmla="*/ 571 w 1314"/>
                <a:gd name="T17" fmla="*/ 449 h 1188"/>
                <a:gd name="T18" fmla="*/ 658 w 1314"/>
                <a:gd name="T19" fmla="*/ 467 h 1188"/>
                <a:gd name="T20" fmla="*/ 600 w 1314"/>
                <a:gd name="T21" fmla="*/ 421 h 1188"/>
                <a:gd name="T22" fmla="*/ 692 w 1314"/>
                <a:gd name="T23" fmla="*/ 473 h 1188"/>
                <a:gd name="T24" fmla="*/ 994 w 1314"/>
                <a:gd name="T25" fmla="*/ 514 h 1188"/>
                <a:gd name="T26" fmla="*/ 1001 w 1314"/>
                <a:gd name="T27" fmla="*/ 747 h 1188"/>
                <a:gd name="T28" fmla="*/ 1033 w 1314"/>
                <a:gd name="T29" fmla="*/ 1156 h 1188"/>
                <a:gd name="T30" fmla="*/ 1213 w 1314"/>
                <a:gd name="T31" fmla="*/ 1188 h 1188"/>
                <a:gd name="T32" fmla="*/ 1309 w 1314"/>
                <a:gd name="T33" fmla="*/ 896 h 1188"/>
                <a:gd name="T34" fmla="*/ 1294 w 1314"/>
                <a:gd name="T35" fmla="*/ 520 h 1188"/>
                <a:gd name="T36" fmla="*/ 1298 w 1314"/>
                <a:gd name="T37" fmla="*/ 342 h 1188"/>
                <a:gd name="T38" fmla="*/ 1208 w 1314"/>
                <a:gd name="T39" fmla="*/ 234 h 1188"/>
                <a:gd name="T40" fmla="*/ 943 w 1314"/>
                <a:gd name="T41" fmla="*/ 135 h 1188"/>
                <a:gd name="T42" fmla="*/ 722 w 1314"/>
                <a:gd name="T43" fmla="*/ 88 h 1188"/>
                <a:gd name="T44" fmla="*/ 591 w 1314"/>
                <a:gd name="T45" fmla="*/ 184 h 1188"/>
                <a:gd name="T46" fmla="*/ 684 w 1314"/>
                <a:gd name="T47" fmla="*/ 118 h 1188"/>
                <a:gd name="T48" fmla="*/ 692 w 1314"/>
                <a:gd name="T49" fmla="*/ 70 h 1188"/>
                <a:gd name="T50" fmla="*/ 647 w 1314"/>
                <a:gd name="T51" fmla="*/ 88 h 1188"/>
                <a:gd name="T52" fmla="*/ 585 w 1314"/>
                <a:gd name="T53" fmla="*/ 123 h 1188"/>
                <a:gd name="T54" fmla="*/ 643 w 1314"/>
                <a:gd name="T55" fmla="*/ 61 h 1188"/>
                <a:gd name="T56" fmla="*/ 597 w 1314"/>
                <a:gd name="T57" fmla="*/ 33 h 1188"/>
                <a:gd name="T58" fmla="*/ 507 w 1314"/>
                <a:gd name="T59" fmla="*/ 100 h 1188"/>
                <a:gd name="T60" fmla="*/ 576 w 1314"/>
                <a:gd name="T61" fmla="*/ 18 h 1188"/>
                <a:gd name="T62" fmla="*/ 533 w 1314"/>
                <a:gd name="T63" fmla="*/ 6 h 1188"/>
                <a:gd name="T64" fmla="*/ 466 w 1314"/>
                <a:gd name="T65" fmla="*/ 56 h 1188"/>
                <a:gd name="T66" fmla="*/ 344 w 1314"/>
                <a:gd name="T67" fmla="*/ 36 h 1188"/>
                <a:gd name="T68" fmla="*/ 308 w 1314"/>
                <a:gd name="T69" fmla="*/ 64 h 1188"/>
                <a:gd name="T70" fmla="*/ 189 w 1314"/>
                <a:gd name="T71" fmla="*/ 85 h 1188"/>
                <a:gd name="T72" fmla="*/ 165 w 1314"/>
                <a:gd name="T73" fmla="*/ 41 h 1188"/>
                <a:gd name="T74" fmla="*/ 116 w 1314"/>
                <a:gd name="T75" fmla="*/ 82 h 1188"/>
                <a:gd name="T76" fmla="*/ 64 w 1314"/>
                <a:gd name="T77" fmla="*/ 36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4" h="1188">
                  <a:moveTo>
                    <a:pt x="44" y="20"/>
                  </a:moveTo>
                  <a:lnTo>
                    <a:pt x="41" y="59"/>
                  </a:lnTo>
                  <a:lnTo>
                    <a:pt x="26" y="44"/>
                  </a:lnTo>
                  <a:lnTo>
                    <a:pt x="8" y="129"/>
                  </a:lnTo>
                  <a:lnTo>
                    <a:pt x="0" y="228"/>
                  </a:lnTo>
                  <a:lnTo>
                    <a:pt x="35" y="329"/>
                  </a:lnTo>
                  <a:lnTo>
                    <a:pt x="116" y="353"/>
                  </a:lnTo>
                  <a:lnTo>
                    <a:pt x="107" y="329"/>
                  </a:lnTo>
                  <a:lnTo>
                    <a:pt x="151" y="364"/>
                  </a:lnTo>
                  <a:lnTo>
                    <a:pt x="189" y="403"/>
                  </a:lnTo>
                  <a:lnTo>
                    <a:pt x="273" y="443"/>
                  </a:lnTo>
                  <a:lnTo>
                    <a:pt x="376" y="452"/>
                  </a:lnTo>
                  <a:lnTo>
                    <a:pt x="501" y="458"/>
                  </a:lnTo>
                  <a:lnTo>
                    <a:pt x="553" y="452"/>
                  </a:lnTo>
                  <a:lnTo>
                    <a:pt x="507" y="432"/>
                  </a:lnTo>
                  <a:lnTo>
                    <a:pt x="487" y="380"/>
                  </a:lnTo>
                  <a:lnTo>
                    <a:pt x="524" y="423"/>
                  </a:lnTo>
                  <a:lnTo>
                    <a:pt x="571" y="449"/>
                  </a:lnTo>
                  <a:lnTo>
                    <a:pt x="614" y="473"/>
                  </a:lnTo>
                  <a:lnTo>
                    <a:pt x="658" y="467"/>
                  </a:lnTo>
                  <a:lnTo>
                    <a:pt x="629" y="446"/>
                  </a:lnTo>
                  <a:lnTo>
                    <a:pt x="600" y="421"/>
                  </a:lnTo>
                  <a:lnTo>
                    <a:pt x="647" y="438"/>
                  </a:lnTo>
                  <a:lnTo>
                    <a:pt x="692" y="473"/>
                  </a:lnTo>
                  <a:lnTo>
                    <a:pt x="844" y="490"/>
                  </a:lnTo>
                  <a:lnTo>
                    <a:pt x="994" y="514"/>
                  </a:lnTo>
                  <a:lnTo>
                    <a:pt x="1039" y="525"/>
                  </a:lnTo>
                  <a:lnTo>
                    <a:pt x="1001" y="747"/>
                  </a:lnTo>
                  <a:lnTo>
                    <a:pt x="1030" y="954"/>
                  </a:lnTo>
                  <a:lnTo>
                    <a:pt x="1033" y="1156"/>
                  </a:lnTo>
                  <a:lnTo>
                    <a:pt x="1129" y="1176"/>
                  </a:lnTo>
                  <a:lnTo>
                    <a:pt x="1213" y="1188"/>
                  </a:lnTo>
                  <a:lnTo>
                    <a:pt x="1314" y="1185"/>
                  </a:lnTo>
                  <a:lnTo>
                    <a:pt x="1309" y="896"/>
                  </a:lnTo>
                  <a:lnTo>
                    <a:pt x="1309" y="654"/>
                  </a:lnTo>
                  <a:lnTo>
                    <a:pt x="1294" y="520"/>
                  </a:lnTo>
                  <a:lnTo>
                    <a:pt x="1307" y="435"/>
                  </a:lnTo>
                  <a:lnTo>
                    <a:pt x="1298" y="342"/>
                  </a:lnTo>
                  <a:lnTo>
                    <a:pt x="1281" y="281"/>
                  </a:lnTo>
                  <a:lnTo>
                    <a:pt x="1208" y="234"/>
                  </a:lnTo>
                  <a:lnTo>
                    <a:pt x="1118" y="193"/>
                  </a:lnTo>
                  <a:lnTo>
                    <a:pt x="943" y="135"/>
                  </a:lnTo>
                  <a:lnTo>
                    <a:pt x="800" y="94"/>
                  </a:lnTo>
                  <a:lnTo>
                    <a:pt x="722" y="88"/>
                  </a:lnTo>
                  <a:lnTo>
                    <a:pt x="689" y="135"/>
                  </a:lnTo>
                  <a:lnTo>
                    <a:pt x="591" y="184"/>
                  </a:lnTo>
                  <a:lnTo>
                    <a:pt x="643" y="141"/>
                  </a:lnTo>
                  <a:lnTo>
                    <a:pt x="684" y="118"/>
                  </a:lnTo>
                  <a:lnTo>
                    <a:pt x="698" y="85"/>
                  </a:lnTo>
                  <a:lnTo>
                    <a:pt x="692" y="70"/>
                  </a:lnTo>
                  <a:lnTo>
                    <a:pt x="664" y="70"/>
                  </a:lnTo>
                  <a:lnTo>
                    <a:pt x="647" y="88"/>
                  </a:lnTo>
                  <a:lnTo>
                    <a:pt x="629" y="105"/>
                  </a:lnTo>
                  <a:lnTo>
                    <a:pt x="585" y="123"/>
                  </a:lnTo>
                  <a:lnTo>
                    <a:pt x="626" y="88"/>
                  </a:lnTo>
                  <a:lnTo>
                    <a:pt x="643" y="61"/>
                  </a:lnTo>
                  <a:lnTo>
                    <a:pt x="631" y="44"/>
                  </a:lnTo>
                  <a:lnTo>
                    <a:pt x="597" y="33"/>
                  </a:lnTo>
                  <a:lnTo>
                    <a:pt x="551" y="74"/>
                  </a:lnTo>
                  <a:lnTo>
                    <a:pt x="507" y="100"/>
                  </a:lnTo>
                  <a:lnTo>
                    <a:pt x="559" y="41"/>
                  </a:lnTo>
                  <a:lnTo>
                    <a:pt x="576" y="18"/>
                  </a:lnTo>
                  <a:lnTo>
                    <a:pt x="576" y="0"/>
                  </a:lnTo>
                  <a:lnTo>
                    <a:pt x="533" y="6"/>
                  </a:lnTo>
                  <a:lnTo>
                    <a:pt x="493" y="36"/>
                  </a:lnTo>
                  <a:lnTo>
                    <a:pt x="466" y="56"/>
                  </a:lnTo>
                  <a:lnTo>
                    <a:pt x="341" y="67"/>
                  </a:lnTo>
                  <a:lnTo>
                    <a:pt x="344" y="36"/>
                  </a:lnTo>
                  <a:lnTo>
                    <a:pt x="308" y="23"/>
                  </a:lnTo>
                  <a:lnTo>
                    <a:pt x="308" y="64"/>
                  </a:lnTo>
                  <a:lnTo>
                    <a:pt x="270" y="74"/>
                  </a:lnTo>
                  <a:lnTo>
                    <a:pt x="189" y="85"/>
                  </a:lnTo>
                  <a:lnTo>
                    <a:pt x="195" y="41"/>
                  </a:lnTo>
                  <a:lnTo>
                    <a:pt x="165" y="41"/>
                  </a:lnTo>
                  <a:lnTo>
                    <a:pt x="162" y="85"/>
                  </a:lnTo>
                  <a:lnTo>
                    <a:pt x="116" y="82"/>
                  </a:lnTo>
                  <a:lnTo>
                    <a:pt x="66" y="70"/>
                  </a:lnTo>
                  <a:lnTo>
                    <a:pt x="64" y="36"/>
                  </a:lnTo>
                  <a:lnTo>
                    <a:pt x="44"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4" name="Freeform 105"/>
            <p:cNvSpPr>
              <a:spLocks noChangeArrowheads="1"/>
            </p:cNvSpPr>
            <p:nvPr/>
          </p:nvSpPr>
          <p:spPr bwMode="auto">
            <a:xfrm flipH="1">
              <a:off x="3938" y="2827"/>
              <a:ext cx="65" cy="10"/>
            </a:xfrm>
            <a:custGeom>
              <a:avLst/>
              <a:gdLst>
                <a:gd name="T0" fmla="*/ 0 w 179"/>
                <a:gd name="T1" fmla="*/ 0 h 30"/>
                <a:gd name="T2" fmla="*/ 84 w 179"/>
                <a:gd name="T3" fmla="*/ 30 h 30"/>
                <a:gd name="T4" fmla="*/ 179 w 179"/>
                <a:gd name="T5" fmla="*/ 23 h 30"/>
                <a:gd name="T6" fmla="*/ 0 w 179"/>
                <a:gd name="T7" fmla="*/ 0 h 30"/>
              </a:gdLst>
              <a:ahLst/>
              <a:cxnLst>
                <a:cxn ang="0">
                  <a:pos x="T0" y="T1"/>
                </a:cxn>
                <a:cxn ang="0">
                  <a:pos x="T2" y="T3"/>
                </a:cxn>
                <a:cxn ang="0">
                  <a:pos x="T4" y="T5"/>
                </a:cxn>
                <a:cxn ang="0">
                  <a:pos x="T6" y="T7"/>
                </a:cxn>
              </a:cxnLst>
              <a:rect l="0" t="0" r="r" b="b"/>
              <a:pathLst>
                <a:path w="179" h="30">
                  <a:moveTo>
                    <a:pt x="0" y="0"/>
                  </a:moveTo>
                  <a:lnTo>
                    <a:pt x="84" y="30"/>
                  </a:lnTo>
                  <a:lnTo>
                    <a:pt x="179" y="2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5" name="Freeform 106"/>
            <p:cNvSpPr>
              <a:spLocks noChangeArrowheads="1"/>
            </p:cNvSpPr>
            <p:nvPr/>
          </p:nvSpPr>
          <p:spPr bwMode="auto">
            <a:xfrm flipH="1">
              <a:off x="4028" y="2808"/>
              <a:ext cx="37" cy="14"/>
            </a:xfrm>
            <a:custGeom>
              <a:avLst/>
              <a:gdLst>
                <a:gd name="T0" fmla="*/ 0 w 109"/>
                <a:gd name="T1" fmla="*/ 0 h 36"/>
                <a:gd name="T2" fmla="*/ 29 w 109"/>
                <a:gd name="T3" fmla="*/ 23 h 36"/>
                <a:gd name="T4" fmla="*/ 109 w 109"/>
                <a:gd name="T5" fmla="*/ 34 h 36"/>
                <a:gd name="T6" fmla="*/ 27 w 109"/>
                <a:gd name="T7" fmla="*/ 36 h 36"/>
                <a:gd name="T8" fmla="*/ 0 w 109"/>
                <a:gd name="T9" fmla="*/ 0 h 36"/>
              </a:gdLst>
              <a:ahLst/>
              <a:cxnLst>
                <a:cxn ang="0">
                  <a:pos x="T0" y="T1"/>
                </a:cxn>
                <a:cxn ang="0">
                  <a:pos x="T2" y="T3"/>
                </a:cxn>
                <a:cxn ang="0">
                  <a:pos x="T4" y="T5"/>
                </a:cxn>
                <a:cxn ang="0">
                  <a:pos x="T6" y="T7"/>
                </a:cxn>
                <a:cxn ang="0">
                  <a:pos x="T8" y="T9"/>
                </a:cxn>
              </a:cxnLst>
              <a:rect l="0" t="0" r="r" b="b"/>
              <a:pathLst>
                <a:path w="109" h="36">
                  <a:moveTo>
                    <a:pt x="0" y="0"/>
                  </a:moveTo>
                  <a:lnTo>
                    <a:pt x="29" y="23"/>
                  </a:lnTo>
                  <a:lnTo>
                    <a:pt x="109" y="34"/>
                  </a:lnTo>
                  <a:lnTo>
                    <a:pt x="27" y="3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6" name="Freeform 107"/>
            <p:cNvSpPr>
              <a:spLocks noChangeArrowheads="1"/>
            </p:cNvSpPr>
            <p:nvPr/>
          </p:nvSpPr>
          <p:spPr bwMode="auto">
            <a:xfrm flipH="1">
              <a:off x="3843" y="2798"/>
              <a:ext cx="60" cy="31"/>
            </a:xfrm>
            <a:custGeom>
              <a:avLst/>
              <a:gdLst>
                <a:gd name="T0" fmla="*/ 0 w 167"/>
                <a:gd name="T1" fmla="*/ 0 h 91"/>
                <a:gd name="T2" fmla="*/ 75 w 167"/>
                <a:gd name="T3" fmla="*/ 8 h 91"/>
                <a:gd name="T4" fmla="*/ 90 w 167"/>
                <a:gd name="T5" fmla="*/ 20 h 91"/>
                <a:gd name="T6" fmla="*/ 90 w 167"/>
                <a:gd name="T7" fmla="*/ 48 h 91"/>
                <a:gd name="T8" fmla="*/ 95 w 167"/>
                <a:gd name="T9" fmla="*/ 79 h 91"/>
                <a:gd name="T10" fmla="*/ 167 w 167"/>
                <a:gd name="T11" fmla="*/ 91 h 91"/>
                <a:gd name="T12" fmla="*/ 81 w 167"/>
                <a:gd name="T13" fmla="*/ 88 h 91"/>
                <a:gd name="T14" fmla="*/ 66 w 167"/>
                <a:gd name="T15" fmla="*/ 30 h 91"/>
                <a:gd name="T16" fmla="*/ 0 w 167"/>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 h="91">
                  <a:moveTo>
                    <a:pt x="0" y="0"/>
                  </a:moveTo>
                  <a:lnTo>
                    <a:pt x="75" y="8"/>
                  </a:lnTo>
                  <a:lnTo>
                    <a:pt x="90" y="20"/>
                  </a:lnTo>
                  <a:lnTo>
                    <a:pt x="90" y="48"/>
                  </a:lnTo>
                  <a:lnTo>
                    <a:pt x="95" y="79"/>
                  </a:lnTo>
                  <a:lnTo>
                    <a:pt x="167" y="91"/>
                  </a:lnTo>
                  <a:lnTo>
                    <a:pt x="81" y="88"/>
                  </a:lnTo>
                  <a:lnTo>
                    <a:pt x="66" y="3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7" name="Freeform 108"/>
            <p:cNvSpPr>
              <a:spLocks noChangeArrowheads="1"/>
            </p:cNvSpPr>
            <p:nvPr/>
          </p:nvSpPr>
          <p:spPr bwMode="auto">
            <a:xfrm flipH="1">
              <a:off x="3648" y="2871"/>
              <a:ext cx="195" cy="48"/>
            </a:xfrm>
            <a:custGeom>
              <a:avLst/>
              <a:gdLst>
                <a:gd name="T0" fmla="*/ 0 w 544"/>
                <a:gd name="T1" fmla="*/ 0 h 136"/>
                <a:gd name="T2" fmla="*/ 138 w 544"/>
                <a:gd name="T3" fmla="*/ 7 h 136"/>
                <a:gd name="T4" fmla="*/ 280 w 544"/>
                <a:gd name="T5" fmla="*/ 40 h 136"/>
                <a:gd name="T6" fmla="*/ 385 w 544"/>
                <a:gd name="T7" fmla="*/ 46 h 136"/>
                <a:gd name="T8" fmla="*/ 470 w 544"/>
                <a:gd name="T9" fmla="*/ 64 h 136"/>
                <a:gd name="T10" fmla="*/ 503 w 544"/>
                <a:gd name="T11" fmla="*/ 110 h 136"/>
                <a:gd name="T12" fmla="*/ 544 w 544"/>
                <a:gd name="T13" fmla="*/ 136 h 136"/>
                <a:gd name="T14" fmla="*/ 503 w 544"/>
                <a:gd name="T15" fmla="*/ 127 h 136"/>
                <a:gd name="T16" fmla="*/ 465 w 544"/>
                <a:gd name="T17" fmla="*/ 76 h 136"/>
                <a:gd name="T18" fmla="*/ 350 w 544"/>
                <a:gd name="T19" fmla="*/ 53 h 136"/>
                <a:gd name="T20" fmla="*/ 280 w 544"/>
                <a:gd name="T21" fmla="*/ 53 h 136"/>
                <a:gd name="T22" fmla="*/ 225 w 544"/>
                <a:gd name="T23" fmla="*/ 40 h 136"/>
                <a:gd name="T24" fmla="*/ 131 w 544"/>
                <a:gd name="T25" fmla="*/ 16 h 136"/>
                <a:gd name="T26" fmla="*/ 0 w 544"/>
                <a:gd name="T27"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4" h="136">
                  <a:moveTo>
                    <a:pt x="0" y="0"/>
                  </a:moveTo>
                  <a:lnTo>
                    <a:pt x="138" y="7"/>
                  </a:lnTo>
                  <a:lnTo>
                    <a:pt x="280" y="40"/>
                  </a:lnTo>
                  <a:lnTo>
                    <a:pt x="385" y="46"/>
                  </a:lnTo>
                  <a:lnTo>
                    <a:pt x="470" y="64"/>
                  </a:lnTo>
                  <a:lnTo>
                    <a:pt x="503" y="110"/>
                  </a:lnTo>
                  <a:lnTo>
                    <a:pt x="544" y="136"/>
                  </a:lnTo>
                  <a:lnTo>
                    <a:pt x="503" y="127"/>
                  </a:lnTo>
                  <a:lnTo>
                    <a:pt x="465" y="76"/>
                  </a:lnTo>
                  <a:lnTo>
                    <a:pt x="350" y="53"/>
                  </a:lnTo>
                  <a:lnTo>
                    <a:pt x="280" y="53"/>
                  </a:lnTo>
                  <a:lnTo>
                    <a:pt x="225" y="40"/>
                  </a:lnTo>
                  <a:lnTo>
                    <a:pt x="131" y="1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8" name="Freeform 109"/>
            <p:cNvSpPr>
              <a:spLocks noChangeArrowheads="1"/>
            </p:cNvSpPr>
            <p:nvPr/>
          </p:nvSpPr>
          <p:spPr bwMode="auto">
            <a:xfrm flipH="1">
              <a:off x="3868" y="2235"/>
              <a:ext cx="170" cy="179"/>
            </a:xfrm>
            <a:custGeom>
              <a:avLst/>
              <a:gdLst>
                <a:gd name="T0" fmla="*/ 318 w 472"/>
                <a:gd name="T1" fmla="*/ 17 h 520"/>
                <a:gd name="T2" fmla="*/ 359 w 472"/>
                <a:gd name="T3" fmla="*/ 47 h 520"/>
                <a:gd name="T4" fmla="*/ 381 w 472"/>
                <a:gd name="T5" fmla="*/ 84 h 520"/>
                <a:gd name="T6" fmla="*/ 402 w 472"/>
                <a:gd name="T7" fmla="*/ 124 h 520"/>
                <a:gd name="T8" fmla="*/ 414 w 472"/>
                <a:gd name="T9" fmla="*/ 144 h 520"/>
                <a:gd name="T10" fmla="*/ 414 w 472"/>
                <a:gd name="T11" fmla="*/ 167 h 520"/>
                <a:gd name="T12" fmla="*/ 404 w 472"/>
                <a:gd name="T13" fmla="*/ 193 h 520"/>
                <a:gd name="T14" fmla="*/ 424 w 472"/>
                <a:gd name="T15" fmla="*/ 214 h 520"/>
                <a:gd name="T16" fmla="*/ 456 w 472"/>
                <a:gd name="T17" fmla="*/ 270 h 520"/>
                <a:gd name="T18" fmla="*/ 472 w 472"/>
                <a:gd name="T19" fmla="*/ 300 h 520"/>
                <a:gd name="T20" fmla="*/ 472 w 472"/>
                <a:gd name="T21" fmla="*/ 310 h 520"/>
                <a:gd name="T22" fmla="*/ 469 w 472"/>
                <a:gd name="T23" fmla="*/ 320 h 520"/>
                <a:gd name="T24" fmla="*/ 455 w 472"/>
                <a:gd name="T25" fmla="*/ 323 h 520"/>
                <a:gd name="T26" fmla="*/ 434 w 472"/>
                <a:gd name="T27" fmla="*/ 324 h 520"/>
                <a:gd name="T28" fmla="*/ 423 w 472"/>
                <a:gd name="T29" fmla="*/ 328 h 520"/>
                <a:gd name="T30" fmla="*/ 424 w 472"/>
                <a:gd name="T31" fmla="*/ 351 h 520"/>
                <a:gd name="T32" fmla="*/ 430 w 472"/>
                <a:gd name="T33" fmla="*/ 377 h 520"/>
                <a:gd name="T34" fmla="*/ 418 w 472"/>
                <a:gd name="T35" fmla="*/ 392 h 520"/>
                <a:gd name="T36" fmla="*/ 422 w 472"/>
                <a:gd name="T37" fmla="*/ 411 h 520"/>
                <a:gd name="T38" fmla="*/ 412 w 472"/>
                <a:gd name="T39" fmla="*/ 424 h 520"/>
                <a:gd name="T40" fmla="*/ 403 w 472"/>
                <a:gd name="T41" fmla="*/ 458 h 520"/>
                <a:gd name="T42" fmla="*/ 388 w 472"/>
                <a:gd name="T43" fmla="*/ 469 h 520"/>
                <a:gd name="T44" fmla="*/ 366 w 472"/>
                <a:gd name="T45" fmla="*/ 469 h 520"/>
                <a:gd name="T46" fmla="*/ 335 w 472"/>
                <a:gd name="T47" fmla="*/ 463 h 520"/>
                <a:gd name="T48" fmla="*/ 302 w 472"/>
                <a:gd name="T49" fmla="*/ 458 h 520"/>
                <a:gd name="T50" fmla="*/ 305 w 472"/>
                <a:gd name="T51" fmla="*/ 520 h 520"/>
                <a:gd name="T52" fmla="*/ 54 w 472"/>
                <a:gd name="T53" fmla="*/ 438 h 520"/>
                <a:gd name="T54" fmla="*/ 74 w 472"/>
                <a:gd name="T55" fmla="*/ 390 h 520"/>
                <a:gd name="T56" fmla="*/ 69 w 472"/>
                <a:gd name="T57" fmla="*/ 353 h 520"/>
                <a:gd name="T58" fmla="*/ 0 w 472"/>
                <a:gd name="T59" fmla="*/ 283 h 520"/>
                <a:gd name="T60" fmla="*/ 0 w 472"/>
                <a:gd name="T61" fmla="*/ 99 h 520"/>
                <a:gd name="T62" fmla="*/ 46 w 472"/>
                <a:gd name="T63" fmla="*/ 49 h 520"/>
                <a:gd name="T64" fmla="*/ 105 w 472"/>
                <a:gd name="T65" fmla="*/ 22 h 520"/>
                <a:gd name="T66" fmla="*/ 166 w 472"/>
                <a:gd name="T67" fmla="*/ 0 h 520"/>
                <a:gd name="T68" fmla="*/ 246 w 472"/>
                <a:gd name="T69" fmla="*/ 11 h 520"/>
                <a:gd name="T70" fmla="*/ 318 w 472"/>
                <a:gd name="T71" fmla="*/ 17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2" h="520">
                  <a:moveTo>
                    <a:pt x="318" y="17"/>
                  </a:moveTo>
                  <a:lnTo>
                    <a:pt x="359" y="47"/>
                  </a:lnTo>
                  <a:lnTo>
                    <a:pt x="381" y="84"/>
                  </a:lnTo>
                  <a:lnTo>
                    <a:pt x="402" y="124"/>
                  </a:lnTo>
                  <a:lnTo>
                    <a:pt x="414" y="144"/>
                  </a:lnTo>
                  <a:lnTo>
                    <a:pt x="414" y="167"/>
                  </a:lnTo>
                  <a:lnTo>
                    <a:pt x="404" y="193"/>
                  </a:lnTo>
                  <a:lnTo>
                    <a:pt x="424" y="214"/>
                  </a:lnTo>
                  <a:lnTo>
                    <a:pt x="456" y="270"/>
                  </a:lnTo>
                  <a:lnTo>
                    <a:pt x="472" y="300"/>
                  </a:lnTo>
                  <a:lnTo>
                    <a:pt x="472" y="310"/>
                  </a:lnTo>
                  <a:lnTo>
                    <a:pt x="469" y="320"/>
                  </a:lnTo>
                  <a:lnTo>
                    <a:pt x="455" y="323"/>
                  </a:lnTo>
                  <a:lnTo>
                    <a:pt x="434" y="324"/>
                  </a:lnTo>
                  <a:lnTo>
                    <a:pt x="423" y="328"/>
                  </a:lnTo>
                  <a:lnTo>
                    <a:pt x="424" y="351"/>
                  </a:lnTo>
                  <a:lnTo>
                    <a:pt x="430" y="377"/>
                  </a:lnTo>
                  <a:lnTo>
                    <a:pt x="418" y="392"/>
                  </a:lnTo>
                  <a:lnTo>
                    <a:pt x="422" y="411"/>
                  </a:lnTo>
                  <a:lnTo>
                    <a:pt x="412" y="424"/>
                  </a:lnTo>
                  <a:lnTo>
                    <a:pt x="403" y="458"/>
                  </a:lnTo>
                  <a:lnTo>
                    <a:pt x="388" y="469"/>
                  </a:lnTo>
                  <a:lnTo>
                    <a:pt x="366" y="469"/>
                  </a:lnTo>
                  <a:lnTo>
                    <a:pt x="335" y="463"/>
                  </a:lnTo>
                  <a:lnTo>
                    <a:pt x="302" y="458"/>
                  </a:lnTo>
                  <a:lnTo>
                    <a:pt x="305" y="520"/>
                  </a:lnTo>
                  <a:lnTo>
                    <a:pt x="54" y="438"/>
                  </a:lnTo>
                  <a:lnTo>
                    <a:pt x="74" y="390"/>
                  </a:lnTo>
                  <a:lnTo>
                    <a:pt x="69" y="353"/>
                  </a:lnTo>
                  <a:lnTo>
                    <a:pt x="0" y="283"/>
                  </a:lnTo>
                  <a:lnTo>
                    <a:pt x="0" y="99"/>
                  </a:lnTo>
                  <a:lnTo>
                    <a:pt x="46" y="49"/>
                  </a:lnTo>
                  <a:lnTo>
                    <a:pt x="105" y="22"/>
                  </a:lnTo>
                  <a:lnTo>
                    <a:pt x="166" y="0"/>
                  </a:lnTo>
                  <a:lnTo>
                    <a:pt x="246" y="11"/>
                  </a:lnTo>
                  <a:lnTo>
                    <a:pt x="318" y="17"/>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39" name="Freeform 110"/>
            <p:cNvSpPr>
              <a:spLocks noChangeArrowheads="1"/>
            </p:cNvSpPr>
            <p:nvPr/>
          </p:nvSpPr>
          <p:spPr bwMode="auto">
            <a:xfrm flipH="1">
              <a:off x="3878" y="2342"/>
              <a:ext cx="10" cy="2"/>
            </a:xfrm>
            <a:custGeom>
              <a:avLst/>
              <a:gdLst>
                <a:gd name="T0" fmla="*/ 26 w 26"/>
                <a:gd name="T1" fmla="*/ 2 h 5"/>
                <a:gd name="T2" fmla="*/ 20 w 26"/>
                <a:gd name="T3" fmla="*/ 5 h 5"/>
                <a:gd name="T4" fmla="*/ 7 w 26"/>
                <a:gd name="T5" fmla="*/ 4 h 5"/>
                <a:gd name="T6" fmla="*/ 2 w 26"/>
                <a:gd name="T7" fmla="*/ 5 h 5"/>
                <a:gd name="T8" fmla="*/ 0 w 26"/>
                <a:gd name="T9" fmla="*/ 1 h 5"/>
                <a:gd name="T10" fmla="*/ 8 w 26"/>
                <a:gd name="T11" fmla="*/ 0 h 5"/>
                <a:gd name="T12" fmla="*/ 26 w 2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26" h="5">
                  <a:moveTo>
                    <a:pt x="26" y="2"/>
                  </a:moveTo>
                  <a:lnTo>
                    <a:pt x="20" y="5"/>
                  </a:lnTo>
                  <a:lnTo>
                    <a:pt x="7" y="4"/>
                  </a:lnTo>
                  <a:lnTo>
                    <a:pt x="2" y="5"/>
                  </a:lnTo>
                  <a:lnTo>
                    <a:pt x="0" y="1"/>
                  </a:lnTo>
                  <a:lnTo>
                    <a:pt x="8" y="0"/>
                  </a:lnTo>
                  <a:lnTo>
                    <a:pt x="2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0" name="Freeform 111"/>
            <p:cNvSpPr>
              <a:spLocks noChangeArrowheads="1"/>
            </p:cNvSpPr>
            <p:nvPr/>
          </p:nvSpPr>
          <p:spPr bwMode="auto">
            <a:xfrm flipH="1">
              <a:off x="3888" y="2334"/>
              <a:ext cx="2" cy="8"/>
            </a:xfrm>
            <a:custGeom>
              <a:avLst/>
              <a:gdLst>
                <a:gd name="T0" fmla="*/ 10 w 10"/>
                <a:gd name="T1" fmla="*/ 0 h 19"/>
                <a:gd name="T2" fmla="*/ 3 w 10"/>
                <a:gd name="T3" fmla="*/ 5 h 19"/>
                <a:gd name="T4" fmla="*/ 3 w 10"/>
                <a:gd name="T5" fmla="*/ 10 h 19"/>
                <a:gd name="T6" fmla="*/ 2 w 10"/>
                <a:gd name="T7" fmla="*/ 19 h 19"/>
                <a:gd name="T8" fmla="*/ 0 w 10"/>
                <a:gd name="T9" fmla="*/ 7 h 19"/>
                <a:gd name="T10" fmla="*/ 0 w 10"/>
                <a:gd name="T11" fmla="*/ 1 h 19"/>
                <a:gd name="T12" fmla="*/ 10 w 10"/>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0" h="19">
                  <a:moveTo>
                    <a:pt x="10" y="0"/>
                  </a:moveTo>
                  <a:lnTo>
                    <a:pt x="3" y="5"/>
                  </a:lnTo>
                  <a:lnTo>
                    <a:pt x="3" y="10"/>
                  </a:lnTo>
                  <a:lnTo>
                    <a:pt x="2" y="19"/>
                  </a:lnTo>
                  <a:lnTo>
                    <a:pt x="0" y="7"/>
                  </a:lnTo>
                  <a:lnTo>
                    <a:pt x="0" y="1"/>
                  </a:lnTo>
                  <a:lnTo>
                    <a:pt x="1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1" name="Freeform 112"/>
            <p:cNvSpPr>
              <a:spLocks noChangeArrowheads="1"/>
            </p:cNvSpPr>
            <p:nvPr/>
          </p:nvSpPr>
          <p:spPr bwMode="auto">
            <a:xfrm flipH="1">
              <a:off x="3893" y="2312"/>
              <a:ext cx="5" cy="15"/>
            </a:xfrm>
            <a:custGeom>
              <a:avLst/>
              <a:gdLst>
                <a:gd name="T0" fmla="*/ 0 w 11"/>
                <a:gd name="T1" fmla="*/ 0 h 38"/>
                <a:gd name="T2" fmla="*/ 8 w 11"/>
                <a:gd name="T3" fmla="*/ 22 h 38"/>
                <a:gd name="T4" fmla="*/ 11 w 11"/>
                <a:gd name="T5" fmla="*/ 38 h 38"/>
                <a:gd name="T6" fmla="*/ 5 w 11"/>
                <a:gd name="T7" fmla="*/ 28 h 38"/>
                <a:gd name="T8" fmla="*/ 0 w 11"/>
                <a:gd name="T9" fmla="*/ 0 h 38"/>
              </a:gdLst>
              <a:ahLst/>
              <a:cxnLst>
                <a:cxn ang="0">
                  <a:pos x="T0" y="T1"/>
                </a:cxn>
                <a:cxn ang="0">
                  <a:pos x="T2" y="T3"/>
                </a:cxn>
                <a:cxn ang="0">
                  <a:pos x="T4" y="T5"/>
                </a:cxn>
                <a:cxn ang="0">
                  <a:pos x="T6" y="T7"/>
                </a:cxn>
                <a:cxn ang="0">
                  <a:pos x="T8" y="T9"/>
                </a:cxn>
              </a:cxnLst>
              <a:rect l="0" t="0" r="r" b="b"/>
              <a:pathLst>
                <a:path w="11" h="38">
                  <a:moveTo>
                    <a:pt x="0" y="0"/>
                  </a:moveTo>
                  <a:lnTo>
                    <a:pt x="8" y="22"/>
                  </a:lnTo>
                  <a:lnTo>
                    <a:pt x="11" y="38"/>
                  </a:lnTo>
                  <a:lnTo>
                    <a:pt x="5" y="2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2" name="Freeform 113"/>
            <p:cNvSpPr>
              <a:spLocks noChangeArrowheads="1"/>
            </p:cNvSpPr>
            <p:nvPr/>
          </p:nvSpPr>
          <p:spPr bwMode="auto">
            <a:xfrm flipH="1">
              <a:off x="3898" y="2300"/>
              <a:ext cx="17" cy="10"/>
            </a:xfrm>
            <a:custGeom>
              <a:avLst/>
              <a:gdLst>
                <a:gd name="T0" fmla="*/ 50 w 50"/>
                <a:gd name="T1" fmla="*/ 0 h 32"/>
                <a:gd name="T2" fmla="*/ 39 w 50"/>
                <a:gd name="T3" fmla="*/ 18 h 32"/>
                <a:gd name="T4" fmla="*/ 41 w 50"/>
                <a:gd name="T5" fmla="*/ 23 h 32"/>
                <a:gd name="T6" fmla="*/ 41 w 50"/>
                <a:gd name="T7" fmla="*/ 26 h 32"/>
                <a:gd name="T8" fmla="*/ 44 w 50"/>
                <a:gd name="T9" fmla="*/ 32 h 32"/>
                <a:gd name="T10" fmla="*/ 37 w 50"/>
                <a:gd name="T11" fmla="*/ 22 h 32"/>
                <a:gd name="T12" fmla="*/ 28 w 50"/>
                <a:gd name="T13" fmla="*/ 22 h 32"/>
                <a:gd name="T14" fmla="*/ 17 w 50"/>
                <a:gd name="T15" fmla="*/ 18 h 32"/>
                <a:gd name="T16" fmla="*/ 0 w 50"/>
                <a:gd name="T17" fmla="*/ 17 h 32"/>
                <a:gd name="T18" fmla="*/ 17 w 50"/>
                <a:gd name="T19" fmla="*/ 6 h 32"/>
                <a:gd name="T20" fmla="*/ 50 w 50"/>
                <a:gd name="T2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32">
                  <a:moveTo>
                    <a:pt x="50" y="0"/>
                  </a:moveTo>
                  <a:lnTo>
                    <a:pt x="39" y="18"/>
                  </a:lnTo>
                  <a:lnTo>
                    <a:pt x="41" y="23"/>
                  </a:lnTo>
                  <a:lnTo>
                    <a:pt x="41" y="26"/>
                  </a:lnTo>
                  <a:lnTo>
                    <a:pt x="44" y="32"/>
                  </a:lnTo>
                  <a:lnTo>
                    <a:pt x="37" y="22"/>
                  </a:lnTo>
                  <a:lnTo>
                    <a:pt x="28" y="22"/>
                  </a:lnTo>
                  <a:lnTo>
                    <a:pt x="17" y="18"/>
                  </a:lnTo>
                  <a:lnTo>
                    <a:pt x="0" y="17"/>
                  </a:lnTo>
                  <a:lnTo>
                    <a:pt x="17" y="6"/>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3" name="Freeform 114"/>
            <p:cNvSpPr>
              <a:spLocks noChangeArrowheads="1"/>
            </p:cNvSpPr>
            <p:nvPr/>
          </p:nvSpPr>
          <p:spPr bwMode="auto">
            <a:xfrm flipH="1">
              <a:off x="3893" y="2283"/>
              <a:ext cx="30" cy="10"/>
            </a:xfrm>
            <a:custGeom>
              <a:avLst/>
              <a:gdLst>
                <a:gd name="T0" fmla="*/ 86 w 86"/>
                <a:gd name="T1" fmla="*/ 15 h 31"/>
                <a:gd name="T2" fmla="*/ 82 w 86"/>
                <a:gd name="T3" fmla="*/ 27 h 31"/>
                <a:gd name="T4" fmla="*/ 73 w 86"/>
                <a:gd name="T5" fmla="*/ 31 h 31"/>
                <a:gd name="T6" fmla="*/ 59 w 86"/>
                <a:gd name="T7" fmla="*/ 22 h 31"/>
                <a:gd name="T8" fmla="*/ 42 w 86"/>
                <a:gd name="T9" fmla="*/ 15 h 31"/>
                <a:gd name="T10" fmla="*/ 14 w 86"/>
                <a:gd name="T11" fmla="*/ 15 h 31"/>
                <a:gd name="T12" fmla="*/ 0 w 86"/>
                <a:gd name="T13" fmla="*/ 16 h 31"/>
                <a:gd name="T14" fmla="*/ 22 w 86"/>
                <a:gd name="T15" fmla="*/ 8 h 31"/>
                <a:gd name="T16" fmla="*/ 37 w 86"/>
                <a:gd name="T17" fmla="*/ 4 h 31"/>
                <a:gd name="T18" fmla="*/ 35 w 86"/>
                <a:gd name="T19" fmla="*/ 0 h 31"/>
                <a:gd name="T20" fmla="*/ 50 w 86"/>
                <a:gd name="T21" fmla="*/ 6 h 31"/>
                <a:gd name="T22" fmla="*/ 48 w 86"/>
                <a:gd name="T23" fmla="*/ 2 h 31"/>
                <a:gd name="T24" fmla="*/ 60 w 86"/>
                <a:gd name="T25" fmla="*/ 8 h 31"/>
                <a:gd name="T26" fmla="*/ 71 w 86"/>
                <a:gd name="T27" fmla="*/ 8 h 31"/>
                <a:gd name="T28" fmla="*/ 86 w 86"/>
                <a:gd name="T2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31">
                  <a:moveTo>
                    <a:pt x="86" y="15"/>
                  </a:moveTo>
                  <a:lnTo>
                    <a:pt x="82" y="27"/>
                  </a:lnTo>
                  <a:lnTo>
                    <a:pt x="73" y="31"/>
                  </a:lnTo>
                  <a:lnTo>
                    <a:pt x="59" y="22"/>
                  </a:lnTo>
                  <a:lnTo>
                    <a:pt x="42" y="15"/>
                  </a:lnTo>
                  <a:lnTo>
                    <a:pt x="14" y="15"/>
                  </a:lnTo>
                  <a:lnTo>
                    <a:pt x="0" y="16"/>
                  </a:lnTo>
                  <a:lnTo>
                    <a:pt x="22" y="8"/>
                  </a:lnTo>
                  <a:lnTo>
                    <a:pt x="37" y="4"/>
                  </a:lnTo>
                  <a:lnTo>
                    <a:pt x="35" y="0"/>
                  </a:lnTo>
                  <a:lnTo>
                    <a:pt x="50" y="6"/>
                  </a:lnTo>
                  <a:lnTo>
                    <a:pt x="48" y="2"/>
                  </a:lnTo>
                  <a:lnTo>
                    <a:pt x="60" y="8"/>
                  </a:lnTo>
                  <a:lnTo>
                    <a:pt x="71" y="8"/>
                  </a:lnTo>
                  <a:lnTo>
                    <a:pt x="86" y="1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4" name="Freeform 115"/>
            <p:cNvSpPr>
              <a:spLocks noChangeArrowheads="1"/>
            </p:cNvSpPr>
            <p:nvPr/>
          </p:nvSpPr>
          <p:spPr bwMode="auto">
            <a:xfrm flipH="1">
              <a:off x="3963" y="2298"/>
              <a:ext cx="17" cy="34"/>
            </a:xfrm>
            <a:custGeom>
              <a:avLst/>
              <a:gdLst>
                <a:gd name="T0" fmla="*/ 49 w 49"/>
                <a:gd name="T1" fmla="*/ 19 h 101"/>
                <a:gd name="T2" fmla="*/ 34 w 49"/>
                <a:gd name="T3" fmla="*/ 7 h 101"/>
                <a:gd name="T4" fmla="*/ 16 w 49"/>
                <a:gd name="T5" fmla="*/ 10 h 101"/>
                <a:gd name="T6" fmla="*/ 7 w 49"/>
                <a:gd name="T7" fmla="*/ 27 h 101"/>
                <a:gd name="T8" fmla="*/ 5 w 49"/>
                <a:gd name="T9" fmla="*/ 50 h 101"/>
                <a:gd name="T10" fmla="*/ 7 w 49"/>
                <a:gd name="T11" fmla="*/ 68 h 101"/>
                <a:gd name="T12" fmla="*/ 13 w 49"/>
                <a:gd name="T13" fmla="*/ 82 h 101"/>
                <a:gd name="T14" fmla="*/ 21 w 49"/>
                <a:gd name="T15" fmla="*/ 59 h 101"/>
                <a:gd name="T16" fmla="*/ 30 w 49"/>
                <a:gd name="T17" fmla="*/ 47 h 101"/>
                <a:gd name="T18" fmla="*/ 46 w 49"/>
                <a:gd name="T19" fmla="*/ 38 h 101"/>
                <a:gd name="T20" fmla="*/ 33 w 49"/>
                <a:gd name="T21" fmla="*/ 56 h 101"/>
                <a:gd name="T22" fmla="*/ 19 w 49"/>
                <a:gd name="T23" fmla="*/ 72 h 101"/>
                <a:gd name="T24" fmla="*/ 18 w 49"/>
                <a:gd name="T25" fmla="*/ 86 h 101"/>
                <a:gd name="T26" fmla="*/ 24 w 49"/>
                <a:gd name="T27" fmla="*/ 99 h 101"/>
                <a:gd name="T28" fmla="*/ 32 w 49"/>
                <a:gd name="T29" fmla="*/ 101 h 101"/>
                <a:gd name="T30" fmla="*/ 12 w 49"/>
                <a:gd name="T31" fmla="*/ 96 h 101"/>
                <a:gd name="T32" fmla="*/ 1 w 49"/>
                <a:gd name="T33" fmla="*/ 75 h 101"/>
                <a:gd name="T34" fmla="*/ 0 w 49"/>
                <a:gd name="T35" fmla="*/ 47 h 101"/>
                <a:gd name="T36" fmla="*/ 1 w 49"/>
                <a:gd name="T37" fmla="*/ 22 h 101"/>
                <a:gd name="T38" fmla="*/ 13 w 49"/>
                <a:gd name="T39" fmla="*/ 5 h 101"/>
                <a:gd name="T40" fmla="*/ 28 w 49"/>
                <a:gd name="T41" fmla="*/ 0 h 101"/>
                <a:gd name="T42" fmla="*/ 42 w 49"/>
                <a:gd name="T43" fmla="*/ 3 h 101"/>
                <a:gd name="T44" fmla="*/ 49 w 49"/>
                <a:gd name="T45" fmla="*/ 1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101">
                  <a:moveTo>
                    <a:pt x="49" y="19"/>
                  </a:moveTo>
                  <a:lnTo>
                    <a:pt x="34" y="7"/>
                  </a:lnTo>
                  <a:lnTo>
                    <a:pt x="16" y="10"/>
                  </a:lnTo>
                  <a:lnTo>
                    <a:pt x="7" y="27"/>
                  </a:lnTo>
                  <a:lnTo>
                    <a:pt x="5" y="50"/>
                  </a:lnTo>
                  <a:lnTo>
                    <a:pt x="7" y="68"/>
                  </a:lnTo>
                  <a:lnTo>
                    <a:pt x="13" y="82"/>
                  </a:lnTo>
                  <a:lnTo>
                    <a:pt x="21" y="59"/>
                  </a:lnTo>
                  <a:lnTo>
                    <a:pt x="30" y="47"/>
                  </a:lnTo>
                  <a:lnTo>
                    <a:pt x="46" y="38"/>
                  </a:lnTo>
                  <a:lnTo>
                    <a:pt x="33" y="56"/>
                  </a:lnTo>
                  <a:lnTo>
                    <a:pt x="19" y="72"/>
                  </a:lnTo>
                  <a:lnTo>
                    <a:pt x="18" y="86"/>
                  </a:lnTo>
                  <a:lnTo>
                    <a:pt x="24" y="99"/>
                  </a:lnTo>
                  <a:lnTo>
                    <a:pt x="32" y="101"/>
                  </a:lnTo>
                  <a:lnTo>
                    <a:pt x="12" y="96"/>
                  </a:lnTo>
                  <a:lnTo>
                    <a:pt x="1" y="75"/>
                  </a:lnTo>
                  <a:lnTo>
                    <a:pt x="0" y="47"/>
                  </a:lnTo>
                  <a:lnTo>
                    <a:pt x="1" y="22"/>
                  </a:lnTo>
                  <a:lnTo>
                    <a:pt x="13" y="5"/>
                  </a:lnTo>
                  <a:lnTo>
                    <a:pt x="28" y="0"/>
                  </a:lnTo>
                  <a:lnTo>
                    <a:pt x="42" y="3"/>
                  </a:lnTo>
                  <a:lnTo>
                    <a:pt x="49" y="19"/>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5" name="Freeform 116"/>
            <p:cNvSpPr>
              <a:spLocks noChangeArrowheads="1"/>
            </p:cNvSpPr>
            <p:nvPr/>
          </p:nvSpPr>
          <p:spPr bwMode="auto">
            <a:xfrm flipH="1">
              <a:off x="3958" y="2293"/>
              <a:ext cx="27" cy="46"/>
            </a:xfrm>
            <a:custGeom>
              <a:avLst/>
              <a:gdLst>
                <a:gd name="T0" fmla="*/ 82 w 82"/>
                <a:gd name="T1" fmla="*/ 33 h 137"/>
                <a:gd name="T2" fmla="*/ 68 w 82"/>
                <a:gd name="T3" fmla="*/ 11 h 137"/>
                <a:gd name="T4" fmla="*/ 48 w 82"/>
                <a:gd name="T5" fmla="*/ 6 h 137"/>
                <a:gd name="T6" fmla="*/ 22 w 82"/>
                <a:gd name="T7" fmla="*/ 10 h 137"/>
                <a:gd name="T8" fmla="*/ 12 w 82"/>
                <a:gd name="T9" fmla="*/ 22 h 137"/>
                <a:gd name="T10" fmla="*/ 6 w 82"/>
                <a:gd name="T11" fmla="*/ 43 h 137"/>
                <a:gd name="T12" fmla="*/ 6 w 82"/>
                <a:gd name="T13" fmla="*/ 59 h 137"/>
                <a:gd name="T14" fmla="*/ 10 w 82"/>
                <a:gd name="T15" fmla="*/ 70 h 137"/>
                <a:gd name="T16" fmla="*/ 10 w 82"/>
                <a:gd name="T17" fmla="*/ 88 h 137"/>
                <a:gd name="T18" fmla="*/ 13 w 82"/>
                <a:gd name="T19" fmla="*/ 107 h 137"/>
                <a:gd name="T20" fmla="*/ 31 w 82"/>
                <a:gd name="T21" fmla="*/ 127 h 137"/>
                <a:gd name="T22" fmla="*/ 42 w 82"/>
                <a:gd name="T23" fmla="*/ 127 h 137"/>
                <a:gd name="T24" fmla="*/ 56 w 82"/>
                <a:gd name="T25" fmla="*/ 127 h 137"/>
                <a:gd name="T26" fmla="*/ 56 w 82"/>
                <a:gd name="T27" fmla="*/ 129 h 137"/>
                <a:gd name="T28" fmla="*/ 46 w 82"/>
                <a:gd name="T29" fmla="*/ 137 h 137"/>
                <a:gd name="T30" fmla="*/ 33 w 82"/>
                <a:gd name="T31" fmla="*/ 135 h 137"/>
                <a:gd name="T32" fmla="*/ 18 w 82"/>
                <a:gd name="T33" fmla="*/ 129 h 137"/>
                <a:gd name="T34" fmla="*/ 5 w 82"/>
                <a:gd name="T35" fmla="*/ 108 h 137"/>
                <a:gd name="T36" fmla="*/ 4 w 82"/>
                <a:gd name="T37" fmla="*/ 76 h 137"/>
                <a:gd name="T38" fmla="*/ 0 w 82"/>
                <a:gd name="T39" fmla="*/ 55 h 137"/>
                <a:gd name="T40" fmla="*/ 0 w 82"/>
                <a:gd name="T41" fmla="*/ 36 h 137"/>
                <a:gd name="T42" fmla="*/ 8 w 82"/>
                <a:gd name="T43" fmla="*/ 20 h 137"/>
                <a:gd name="T44" fmla="*/ 16 w 82"/>
                <a:gd name="T45" fmla="*/ 6 h 137"/>
                <a:gd name="T46" fmla="*/ 38 w 82"/>
                <a:gd name="T47" fmla="*/ 0 h 137"/>
                <a:gd name="T48" fmla="*/ 68 w 82"/>
                <a:gd name="T49" fmla="*/ 4 h 137"/>
                <a:gd name="T50" fmla="*/ 80 w 82"/>
                <a:gd name="T51" fmla="*/ 11 h 137"/>
                <a:gd name="T52" fmla="*/ 82 w 82"/>
                <a:gd name="T53" fmla="*/ 33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137">
                  <a:moveTo>
                    <a:pt x="82" y="33"/>
                  </a:moveTo>
                  <a:lnTo>
                    <a:pt x="68" y="11"/>
                  </a:lnTo>
                  <a:lnTo>
                    <a:pt x="48" y="6"/>
                  </a:lnTo>
                  <a:lnTo>
                    <a:pt x="22" y="10"/>
                  </a:lnTo>
                  <a:lnTo>
                    <a:pt x="12" y="22"/>
                  </a:lnTo>
                  <a:lnTo>
                    <a:pt x="6" y="43"/>
                  </a:lnTo>
                  <a:lnTo>
                    <a:pt x="6" y="59"/>
                  </a:lnTo>
                  <a:lnTo>
                    <a:pt x="10" y="70"/>
                  </a:lnTo>
                  <a:lnTo>
                    <a:pt x="10" y="88"/>
                  </a:lnTo>
                  <a:lnTo>
                    <a:pt x="13" y="107"/>
                  </a:lnTo>
                  <a:lnTo>
                    <a:pt x="31" y="127"/>
                  </a:lnTo>
                  <a:lnTo>
                    <a:pt x="42" y="127"/>
                  </a:lnTo>
                  <a:lnTo>
                    <a:pt x="56" y="127"/>
                  </a:lnTo>
                  <a:lnTo>
                    <a:pt x="56" y="129"/>
                  </a:lnTo>
                  <a:lnTo>
                    <a:pt x="46" y="137"/>
                  </a:lnTo>
                  <a:lnTo>
                    <a:pt x="33" y="135"/>
                  </a:lnTo>
                  <a:lnTo>
                    <a:pt x="18" y="129"/>
                  </a:lnTo>
                  <a:lnTo>
                    <a:pt x="5" y="108"/>
                  </a:lnTo>
                  <a:lnTo>
                    <a:pt x="4" y="76"/>
                  </a:lnTo>
                  <a:lnTo>
                    <a:pt x="0" y="55"/>
                  </a:lnTo>
                  <a:lnTo>
                    <a:pt x="0" y="36"/>
                  </a:lnTo>
                  <a:lnTo>
                    <a:pt x="8" y="20"/>
                  </a:lnTo>
                  <a:lnTo>
                    <a:pt x="16" y="6"/>
                  </a:lnTo>
                  <a:lnTo>
                    <a:pt x="38" y="0"/>
                  </a:lnTo>
                  <a:lnTo>
                    <a:pt x="68" y="4"/>
                  </a:lnTo>
                  <a:lnTo>
                    <a:pt x="80" y="11"/>
                  </a:lnTo>
                  <a:lnTo>
                    <a:pt x="82" y="3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6" name="Freeform 117"/>
            <p:cNvSpPr>
              <a:spLocks noChangeArrowheads="1"/>
            </p:cNvSpPr>
            <p:nvPr/>
          </p:nvSpPr>
          <p:spPr bwMode="auto">
            <a:xfrm flipH="1">
              <a:off x="3943" y="2344"/>
              <a:ext cx="25" cy="39"/>
            </a:xfrm>
            <a:custGeom>
              <a:avLst/>
              <a:gdLst>
                <a:gd name="T0" fmla="*/ 0 w 74"/>
                <a:gd name="T1" fmla="*/ 0 h 115"/>
                <a:gd name="T2" fmla="*/ 9 w 74"/>
                <a:gd name="T3" fmla="*/ 25 h 115"/>
                <a:gd name="T4" fmla="*/ 24 w 74"/>
                <a:gd name="T5" fmla="*/ 51 h 115"/>
                <a:gd name="T6" fmla="*/ 41 w 74"/>
                <a:gd name="T7" fmla="*/ 75 h 115"/>
                <a:gd name="T8" fmla="*/ 63 w 74"/>
                <a:gd name="T9" fmla="*/ 105 h 115"/>
                <a:gd name="T10" fmla="*/ 74 w 74"/>
                <a:gd name="T11" fmla="*/ 115 h 115"/>
                <a:gd name="T12" fmla="*/ 49 w 74"/>
                <a:gd name="T13" fmla="*/ 101 h 115"/>
                <a:gd name="T14" fmla="*/ 30 w 74"/>
                <a:gd name="T15" fmla="*/ 74 h 115"/>
                <a:gd name="T16" fmla="*/ 11 w 74"/>
                <a:gd name="T17" fmla="*/ 42 h 115"/>
                <a:gd name="T18" fmla="*/ 0 w 74"/>
                <a:gd name="T1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15">
                  <a:moveTo>
                    <a:pt x="0" y="0"/>
                  </a:moveTo>
                  <a:lnTo>
                    <a:pt x="9" y="25"/>
                  </a:lnTo>
                  <a:lnTo>
                    <a:pt x="24" y="51"/>
                  </a:lnTo>
                  <a:lnTo>
                    <a:pt x="41" y="75"/>
                  </a:lnTo>
                  <a:lnTo>
                    <a:pt x="63" y="105"/>
                  </a:lnTo>
                  <a:lnTo>
                    <a:pt x="74" y="115"/>
                  </a:lnTo>
                  <a:lnTo>
                    <a:pt x="49" y="101"/>
                  </a:lnTo>
                  <a:lnTo>
                    <a:pt x="30" y="74"/>
                  </a:lnTo>
                  <a:lnTo>
                    <a:pt x="11"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7" name="Freeform 118"/>
            <p:cNvSpPr>
              <a:spLocks noChangeArrowheads="1"/>
            </p:cNvSpPr>
            <p:nvPr/>
          </p:nvSpPr>
          <p:spPr bwMode="auto">
            <a:xfrm flipH="1">
              <a:off x="3898" y="2208"/>
              <a:ext cx="152" cy="151"/>
            </a:xfrm>
            <a:custGeom>
              <a:avLst/>
              <a:gdLst>
                <a:gd name="T0" fmla="*/ 393 w 427"/>
                <a:gd name="T1" fmla="*/ 124 h 431"/>
                <a:gd name="T2" fmla="*/ 328 w 427"/>
                <a:gd name="T3" fmla="*/ 114 h 431"/>
                <a:gd name="T4" fmla="*/ 285 w 427"/>
                <a:gd name="T5" fmla="*/ 120 h 431"/>
                <a:gd name="T6" fmla="*/ 259 w 427"/>
                <a:gd name="T7" fmla="*/ 150 h 431"/>
                <a:gd name="T8" fmla="*/ 275 w 427"/>
                <a:gd name="T9" fmla="*/ 187 h 431"/>
                <a:gd name="T10" fmla="*/ 295 w 427"/>
                <a:gd name="T11" fmla="*/ 201 h 431"/>
                <a:gd name="T12" fmla="*/ 301 w 427"/>
                <a:gd name="T13" fmla="*/ 235 h 431"/>
                <a:gd name="T14" fmla="*/ 289 w 427"/>
                <a:gd name="T15" fmla="*/ 258 h 431"/>
                <a:gd name="T16" fmla="*/ 299 w 427"/>
                <a:gd name="T17" fmla="*/ 292 h 431"/>
                <a:gd name="T18" fmla="*/ 273 w 427"/>
                <a:gd name="T19" fmla="*/ 292 h 431"/>
                <a:gd name="T20" fmla="*/ 266 w 427"/>
                <a:gd name="T21" fmla="*/ 253 h 431"/>
                <a:gd name="T22" fmla="*/ 249 w 427"/>
                <a:gd name="T23" fmla="*/ 235 h 431"/>
                <a:gd name="T24" fmla="*/ 217 w 427"/>
                <a:gd name="T25" fmla="*/ 235 h 431"/>
                <a:gd name="T26" fmla="*/ 186 w 427"/>
                <a:gd name="T27" fmla="*/ 244 h 431"/>
                <a:gd name="T28" fmla="*/ 176 w 427"/>
                <a:gd name="T29" fmla="*/ 270 h 431"/>
                <a:gd name="T30" fmla="*/ 172 w 427"/>
                <a:gd name="T31" fmla="*/ 306 h 431"/>
                <a:gd name="T32" fmla="*/ 176 w 427"/>
                <a:gd name="T33" fmla="*/ 332 h 431"/>
                <a:gd name="T34" fmla="*/ 176 w 427"/>
                <a:gd name="T35" fmla="*/ 351 h 431"/>
                <a:gd name="T36" fmla="*/ 174 w 427"/>
                <a:gd name="T37" fmla="*/ 374 h 431"/>
                <a:gd name="T38" fmla="*/ 154 w 427"/>
                <a:gd name="T39" fmla="*/ 394 h 431"/>
                <a:gd name="T40" fmla="*/ 139 w 427"/>
                <a:gd name="T41" fmla="*/ 406 h 431"/>
                <a:gd name="T42" fmla="*/ 103 w 427"/>
                <a:gd name="T43" fmla="*/ 431 h 431"/>
                <a:gd name="T44" fmla="*/ 33 w 427"/>
                <a:gd name="T45" fmla="*/ 358 h 431"/>
                <a:gd name="T46" fmla="*/ 12 w 427"/>
                <a:gd name="T47" fmla="*/ 300 h 431"/>
                <a:gd name="T48" fmla="*/ 4 w 427"/>
                <a:gd name="T49" fmla="*/ 206 h 431"/>
                <a:gd name="T50" fmla="*/ 0 w 427"/>
                <a:gd name="T51" fmla="*/ 138 h 431"/>
                <a:gd name="T52" fmla="*/ 8 w 427"/>
                <a:gd name="T53" fmla="*/ 74 h 431"/>
                <a:gd name="T54" fmla="*/ 27 w 427"/>
                <a:gd name="T55" fmla="*/ 38 h 431"/>
                <a:gd name="T56" fmla="*/ 69 w 427"/>
                <a:gd name="T57" fmla="*/ 13 h 431"/>
                <a:gd name="T58" fmla="*/ 108 w 427"/>
                <a:gd name="T59" fmla="*/ 6 h 431"/>
                <a:gd name="T60" fmla="*/ 182 w 427"/>
                <a:gd name="T61" fmla="*/ 0 h 431"/>
                <a:gd name="T62" fmla="*/ 255 w 427"/>
                <a:gd name="T63" fmla="*/ 4 h 431"/>
                <a:gd name="T64" fmla="*/ 345 w 427"/>
                <a:gd name="T65" fmla="*/ 19 h 431"/>
                <a:gd name="T66" fmla="*/ 386 w 427"/>
                <a:gd name="T67" fmla="*/ 40 h 431"/>
                <a:gd name="T68" fmla="*/ 406 w 427"/>
                <a:gd name="T69" fmla="*/ 60 h 431"/>
                <a:gd name="T70" fmla="*/ 427 w 427"/>
                <a:gd name="T71" fmla="*/ 91 h 431"/>
                <a:gd name="T72" fmla="*/ 423 w 427"/>
                <a:gd name="T73" fmla="*/ 107 h 431"/>
                <a:gd name="T74" fmla="*/ 393 w 427"/>
                <a:gd name="T75" fmla="*/ 124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7" h="431">
                  <a:moveTo>
                    <a:pt x="393" y="124"/>
                  </a:moveTo>
                  <a:lnTo>
                    <a:pt x="328" y="114"/>
                  </a:lnTo>
                  <a:lnTo>
                    <a:pt x="285" y="120"/>
                  </a:lnTo>
                  <a:lnTo>
                    <a:pt x="259" y="150"/>
                  </a:lnTo>
                  <a:lnTo>
                    <a:pt x="275" y="187"/>
                  </a:lnTo>
                  <a:lnTo>
                    <a:pt x="295" y="201"/>
                  </a:lnTo>
                  <a:lnTo>
                    <a:pt x="301" y="235"/>
                  </a:lnTo>
                  <a:lnTo>
                    <a:pt x="289" y="258"/>
                  </a:lnTo>
                  <a:lnTo>
                    <a:pt x="299" y="292"/>
                  </a:lnTo>
                  <a:lnTo>
                    <a:pt x="273" y="292"/>
                  </a:lnTo>
                  <a:lnTo>
                    <a:pt x="266" y="253"/>
                  </a:lnTo>
                  <a:lnTo>
                    <a:pt x="249" y="235"/>
                  </a:lnTo>
                  <a:lnTo>
                    <a:pt x="217" y="235"/>
                  </a:lnTo>
                  <a:lnTo>
                    <a:pt x="186" y="244"/>
                  </a:lnTo>
                  <a:lnTo>
                    <a:pt x="176" y="270"/>
                  </a:lnTo>
                  <a:lnTo>
                    <a:pt x="172" y="306"/>
                  </a:lnTo>
                  <a:lnTo>
                    <a:pt x="176" y="332"/>
                  </a:lnTo>
                  <a:lnTo>
                    <a:pt x="176" y="351"/>
                  </a:lnTo>
                  <a:lnTo>
                    <a:pt x="174" y="374"/>
                  </a:lnTo>
                  <a:lnTo>
                    <a:pt x="154" y="394"/>
                  </a:lnTo>
                  <a:lnTo>
                    <a:pt x="139" y="406"/>
                  </a:lnTo>
                  <a:lnTo>
                    <a:pt x="103" y="431"/>
                  </a:lnTo>
                  <a:lnTo>
                    <a:pt x="33" y="358"/>
                  </a:lnTo>
                  <a:lnTo>
                    <a:pt x="12" y="300"/>
                  </a:lnTo>
                  <a:lnTo>
                    <a:pt x="4" y="206"/>
                  </a:lnTo>
                  <a:lnTo>
                    <a:pt x="0" y="138"/>
                  </a:lnTo>
                  <a:lnTo>
                    <a:pt x="8" y="74"/>
                  </a:lnTo>
                  <a:lnTo>
                    <a:pt x="27" y="38"/>
                  </a:lnTo>
                  <a:lnTo>
                    <a:pt x="69" y="13"/>
                  </a:lnTo>
                  <a:lnTo>
                    <a:pt x="108" y="6"/>
                  </a:lnTo>
                  <a:lnTo>
                    <a:pt x="182" y="0"/>
                  </a:lnTo>
                  <a:lnTo>
                    <a:pt x="255" y="4"/>
                  </a:lnTo>
                  <a:lnTo>
                    <a:pt x="345" y="19"/>
                  </a:lnTo>
                  <a:lnTo>
                    <a:pt x="386" y="40"/>
                  </a:lnTo>
                  <a:lnTo>
                    <a:pt x="406" y="60"/>
                  </a:lnTo>
                  <a:lnTo>
                    <a:pt x="427" y="91"/>
                  </a:lnTo>
                  <a:lnTo>
                    <a:pt x="423" y="107"/>
                  </a:lnTo>
                  <a:lnTo>
                    <a:pt x="393" y="124"/>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8" name="Freeform 119"/>
            <p:cNvSpPr>
              <a:spLocks noChangeArrowheads="1"/>
            </p:cNvSpPr>
            <p:nvPr/>
          </p:nvSpPr>
          <p:spPr bwMode="auto">
            <a:xfrm flipH="1">
              <a:off x="3903" y="2210"/>
              <a:ext cx="145" cy="144"/>
            </a:xfrm>
            <a:custGeom>
              <a:avLst/>
              <a:gdLst>
                <a:gd name="T0" fmla="*/ 389 w 405"/>
                <a:gd name="T1" fmla="*/ 63 h 413"/>
                <a:gd name="T2" fmla="*/ 396 w 405"/>
                <a:gd name="T3" fmla="*/ 97 h 413"/>
                <a:gd name="T4" fmla="*/ 303 w 405"/>
                <a:gd name="T5" fmla="*/ 101 h 413"/>
                <a:gd name="T6" fmla="*/ 220 w 405"/>
                <a:gd name="T7" fmla="*/ 81 h 413"/>
                <a:gd name="T8" fmla="*/ 260 w 405"/>
                <a:gd name="T9" fmla="*/ 94 h 413"/>
                <a:gd name="T10" fmla="*/ 269 w 405"/>
                <a:gd name="T11" fmla="*/ 108 h 413"/>
                <a:gd name="T12" fmla="*/ 228 w 405"/>
                <a:gd name="T13" fmla="*/ 105 h 413"/>
                <a:gd name="T14" fmla="*/ 219 w 405"/>
                <a:gd name="T15" fmla="*/ 110 h 413"/>
                <a:gd name="T16" fmla="*/ 242 w 405"/>
                <a:gd name="T17" fmla="*/ 138 h 413"/>
                <a:gd name="T18" fmla="*/ 235 w 405"/>
                <a:gd name="T19" fmla="*/ 144 h 413"/>
                <a:gd name="T20" fmla="*/ 258 w 405"/>
                <a:gd name="T21" fmla="*/ 179 h 413"/>
                <a:gd name="T22" fmla="*/ 182 w 405"/>
                <a:gd name="T23" fmla="*/ 163 h 413"/>
                <a:gd name="T24" fmla="*/ 281 w 405"/>
                <a:gd name="T25" fmla="*/ 200 h 413"/>
                <a:gd name="T26" fmla="*/ 226 w 405"/>
                <a:gd name="T27" fmla="*/ 193 h 413"/>
                <a:gd name="T28" fmla="*/ 275 w 405"/>
                <a:gd name="T29" fmla="*/ 217 h 413"/>
                <a:gd name="T30" fmla="*/ 260 w 405"/>
                <a:gd name="T31" fmla="*/ 229 h 413"/>
                <a:gd name="T32" fmla="*/ 180 w 405"/>
                <a:gd name="T33" fmla="*/ 221 h 413"/>
                <a:gd name="T34" fmla="*/ 122 w 405"/>
                <a:gd name="T35" fmla="*/ 227 h 413"/>
                <a:gd name="T36" fmla="*/ 125 w 405"/>
                <a:gd name="T37" fmla="*/ 244 h 413"/>
                <a:gd name="T38" fmla="*/ 112 w 405"/>
                <a:gd name="T39" fmla="*/ 252 h 413"/>
                <a:gd name="T40" fmla="*/ 159 w 405"/>
                <a:gd name="T41" fmla="*/ 285 h 413"/>
                <a:gd name="T42" fmla="*/ 116 w 405"/>
                <a:gd name="T43" fmla="*/ 283 h 413"/>
                <a:gd name="T44" fmla="*/ 159 w 405"/>
                <a:gd name="T45" fmla="*/ 328 h 413"/>
                <a:gd name="T46" fmla="*/ 129 w 405"/>
                <a:gd name="T47" fmla="*/ 326 h 413"/>
                <a:gd name="T48" fmla="*/ 142 w 405"/>
                <a:gd name="T49" fmla="*/ 376 h 413"/>
                <a:gd name="T50" fmla="*/ 89 w 405"/>
                <a:gd name="T51" fmla="*/ 303 h 413"/>
                <a:gd name="T52" fmla="*/ 139 w 405"/>
                <a:gd name="T53" fmla="*/ 385 h 413"/>
                <a:gd name="T54" fmla="*/ 79 w 405"/>
                <a:gd name="T55" fmla="*/ 354 h 413"/>
                <a:gd name="T56" fmla="*/ 93 w 405"/>
                <a:gd name="T57" fmla="*/ 386 h 413"/>
                <a:gd name="T58" fmla="*/ 61 w 405"/>
                <a:gd name="T59" fmla="*/ 385 h 413"/>
                <a:gd name="T60" fmla="*/ 10 w 405"/>
                <a:gd name="T61" fmla="*/ 247 h 413"/>
                <a:gd name="T62" fmla="*/ 35 w 405"/>
                <a:gd name="T63" fmla="*/ 163 h 413"/>
                <a:gd name="T64" fmla="*/ 79 w 405"/>
                <a:gd name="T65" fmla="*/ 170 h 413"/>
                <a:gd name="T66" fmla="*/ 4 w 405"/>
                <a:gd name="T67" fmla="*/ 142 h 413"/>
                <a:gd name="T68" fmla="*/ 54 w 405"/>
                <a:gd name="T69" fmla="*/ 90 h 413"/>
                <a:gd name="T70" fmla="*/ 87 w 405"/>
                <a:gd name="T71" fmla="*/ 90 h 413"/>
                <a:gd name="T72" fmla="*/ 19 w 405"/>
                <a:gd name="T73" fmla="*/ 44 h 413"/>
                <a:gd name="T74" fmla="*/ 99 w 405"/>
                <a:gd name="T75" fmla="*/ 26 h 413"/>
                <a:gd name="T76" fmla="*/ 77 w 405"/>
                <a:gd name="T77" fmla="*/ 9 h 413"/>
                <a:gd name="T78" fmla="*/ 176 w 405"/>
                <a:gd name="T79" fmla="*/ 7 h 413"/>
                <a:gd name="T80" fmla="*/ 215 w 405"/>
                <a:gd name="T81" fmla="*/ 21 h 413"/>
                <a:gd name="T82" fmla="*/ 222 w 405"/>
                <a:gd name="T83" fmla="*/ 2 h 413"/>
                <a:gd name="T84" fmla="*/ 300 w 405"/>
                <a:gd name="T85" fmla="*/ 34 h 413"/>
                <a:gd name="T86" fmla="*/ 287 w 405"/>
                <a:gd name="T87" fmla="*/ 9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5" h="413">
                  <a:moveTo>
                    <a:pt x="338" y="26"/>
                  </a:moveTo>
                  <a:lnTo>
                    <a:pt x="373" y="40"/>
                  </a:lnTo>
                  <a:lnTo>
                    <a:pt x="389" y="63"/>
                  </a:lnTo>
                  <a:lnTo>
                    <a:pt x="398" y="77"/>
                  </a:lnTo>
                  <a:lnTo>
                    <a:pt x="405" y="88"/>
                  </a:lnTo>
                  <a:lnTo>
                    <a:pt x="396" y="97"/>
                  </a:lnTo>
                  <a:lnTo>
                    <a:pt x="379" y="108"/>
                  </a:lnTo>
                  <a:lnTo>
                    <a:pt x="335" y="101"/>
                  </a:lnTo>
                  <a:lnTo>
                    <a:pt x="303" y="101"/>
                  </a:lnTo>
                  <a:lnTo>
                    <a:pt x="281" y="90"/>
                  </a:lnTo>
                  <a:lnTo>
                    <a:pt x="249" y="83"/>
                  </a:lnTo>
                  <a:lnTo>
                    <a:pt x="220" y="81"/>
                  </a:lnTo>
                  <a:lnTo>
                    <a:pt x="186" y="83"/>
                  </a:lnTo>
                  <a:lnTo>
                    <a:pt x="235" y="88"/>
                  </a:lnTo>
                  <a:lnTo>
                    <a:pt x="260" y="94"/>
                  </a:lnTo>
                  <a:lnTo>
                    <a:pt x="277" y="101"/>
                  </a:lnTo>
                  <a:lnTo>
                    <a:pt x="281" y="104"/>
                  </a:lnTo>
                  <a:lnTo>
                    <a:pt x="269" y="108"/>
                  </a:lnTo>
                  <a:lnTo>
                    <a:pt x="260" y="118"/>
                  </a:lnTo>
                  <a:lnTo>
                    <a:pt x="242" y="108"/>
                  </a:lnTo>
                  <a:lnTo>
                    <a:pt x="228" y="105"/>
                  </a:lnTo>
                  <a:lnTo>
                    <a:pt x="199" y="99"/>
                  </a:lnTo>
                  <a:lnTo>
                    <a:pt x="189" y="99"/>
                  </a:lnTo>
                  <a:lnTo>
                    <a:pt x="219" y="110"/>
                  </a:lnTo>
                  <a:lnTo>
                    <a:pt x="240" y="120"/>
                  </a:lnTo>
                  <a:lnTo>
                    <a:pt x="253" y="128"/>
                  </a:lnTo>
                  <a:lnTo>
                    <a:pt x="242" y="138"/>
                  </a:lnTo>
                  <a:lnTo>
                    <a:pt x="219" y="130"/>
                  </a:lnTo>
                  <a:lnTo>
                    <a:pt x="199" y="126"/>
                  </a:lnTo>
                  <a:lnTo>
                    <a:pt x="235" y="144"/>
                  </a:lnTo>
                  <a:lnTo>
                    <a:pt x="247" y="153"/>
                  </a:lnTo>
                  <a:lnTo>
                    <a:pt x="251" y="170"/>
                  </a:lnTo>
                  <a:lnTo>
                    <a:pt x="258" y="179"/>
                  </a:lnTo>
                  <a:lnTo>
                    <a:pt x="235" y="168"/>
                  </a:lnTo>
                  <a:lnTo>
                    <a:pt x="215" y="165"/>
                  </a:lnTo>
                  <a:lnTo>
                    <a:pt x="182" y="163"/>
                  </a:lnTo>
                  <a:lnTo>
                    <a:pt x="231" y="177"/>
                  </a:lnTo>
                  <a:lnTo>
                    <a:pt x="261" y="189"/>
                  </a:lnTo>
                  <a:lnTo>
                    <a:pt x="281" y="200"/>
                  </a:lnTo>
                  <a:lnTo>
                    <a:pt x="283" y="215"/>
                  </a:lnTo>
                  <a:lnTo>
                    <a:pt x="260" y="204"/>
                  </a:lnTo>
                  <a:lnTo>
                    <a:pt x="226" y="193"/>
                  </a:lnTo>
                  <a:lnTo>
                    <a:pt x="211" y="193"/>
                  </a:lnTo>
                  <a:lnTo>
                    <a:pt x="247" y="205"/>
                  </a:lnTo>
                  <a:lnTo>
                    <a:pt x="275" y="217"/>
                  </a:lnTo>
                  <a:lnTo>
                    <a:pt x="285" y="227"/>
                  </a:lnTo>
                  <a:lnTo>
                    <a:pt x="281" y="238"/>
                  </a:lnTo>
                  <a:lnTo>
                    <a:pt x="260" y="229"/>
                  </a:lnTo>
                  <a:lnTo>
                    <a:pt x="239" y="221"/>
                  </a:lnTo>
                  <a:lnTo>
                    <a:pt x="197" y="219"/>
                  </a:lnTo>
                  <a:lnTo>
                    <a:pt x="180" y="221"/>
                  </a:lnTo>
                  <a:lnTo>
                    <a:pt x="141" y="223"/>
                  </a:lnTo>
                  <a:lnTo>
                    <a:pt x="95" y="217"/>
                  </a:lnTo>
                  <a:lnTo>
                    <a:pt x="122" y="227"/>
                  </a:lnTo>
                  <a:lnTo>
                    <a:pt x="170" y="236"/>
                  </a:lnTo>
                  <a:lnTo>
                    <a:pt x="161" y="252"/>
                  </a:lnTo>
                  <a:lnTo>
                    <a:pt x="125" y="244"/>
                  </a:lnTo>
                  <a:lnTo>
                    <a:pt x="93" y="232"/>
                  </a:lnTo>
                  <a:lnTo>
                    <a:pt x="70" y="221"/>
                  </a:lnTo>
                  <a:lnTo>
                    <a:pt x="112" y="252"/>
                  </a:lnTo>
                  <a:lnTo>
                    <a:pt x="139" y="260"/>
                  </a:lnTo>
                  <a:lnTo>
                    <a:pt x="161" y="267"/>
                  </a:lnTo>
                  <a:lnTo>
                    <a:pt x="159" y="285"/>
                  </a:lnTo>
                  <a:lnTo>
                    <a:pt x="125" y="279"/>
                  </a:lnTo>
                  <a:lnTo>
                    <a:pt x="101" y="271"/>
                  </a:lnTo>
                  <a:lnTo>
                    <a:pt x="116" y="283"/>
                  </a:lnTo>
                  <a:lnTo>
                    <a:pt x="144" y="290"/>
                  </a:lnTo>
                  <a:lnTo>
                    <a:pt x="159" y="292"/>
                  </a:lnTo>
                  <a:lnTo>
                    <a:pt x="159" y="328"/>
                  </a:lnTo>
                  <a:lnTo>
                    <a:pt x="127" y="315"/>
                  </a:lnTo>
                  <a:lnTo>
                    <a:pt x="103" y="306"/>
                  </a:lnTo>
                  <a:lnTo>
                    <a:pt x="129" y="326"/>
                  </a:lnTo>
                  <a:lnTo>
                    <a:pt x="162" y="340"/>
                  </a:lnTo>
                  <a:lnTo>
                    <a:pt x="161" y="356"/>
                  </a:lnTo>
                  <a:lnTo>
                    <a:pt x="142" y="376"/>
                  </a:lnTo>
                  <a:lnTo>
                    <a:pt x="125" y="354"/>
                  </a:lnTo>
                  <a:lnTo>
                    <a:pt x="103" y="328"/>
                  </a:lnTo>
                  <a:lnTo>
                    <a:pt x="89" y="303"/>
                  </a:lnTo>
                  <a:lnTo>
                    <a:pt x="103" y="342"/>
                  </a:lnTo>
                  <a:lnTo>
                    <a:pt x="116" y="356"/>
                  </a:lnTo>
                  <a:lnTo>
                    <a:pt x="139" y="385"/>
                  </a:lnTo>
                  <a:lnTo>
                    <a:pt x="122" y="404"/>
                  </a:lnTo>
                  <a:lnTo>
                    <a:pt x="97" y="381"/>
                  </a:lnTo>
                  <a:lnTo>
                    <a:pt x="79" y="354"/>
                  </a:lnTo>
                  <a:lnTo>
                    <a:pt x="61" y="326"/>
                  </a:lnTo>
                  <a:lnTo>
                    <a:pt x="77" y="368"/>
                  </a:lnTo>
                  <a:lnTo>
                    <a:pt x="93" y="386"/>
                  </a:lnTo>
                  <a:lnTo>
                    <a:pt x="108" y="406"/>
                  </a:lnTo>
                  <a:lnTo>
                    <a:pt x="95" y="413"/>
                  </a:lnTo>
                  <a:lnTo>
                    <a:pt x="61" y="385"/>
                  </a:lnTo>
                  <a:lnTo>
                    <a:pt x="30" y="340"/>
                  </a:lnTo>
                  <a:lnTo>
                    <a:pt x="19" y="306"/>
                  </a:lnTo>
                  <a:lnTo>
                    <a:pt x="10" y="247"/>
                  </a:lnTo>
                  <a:lnTo>
                    <a:pt x="6" y="204"/>
                  </a:lnTo>
                  <a:lnTo>
                    <a:pt x="0" y="153"/>
                  </a:lnTo>
                  <a:lnTo>
                    <a:pt x="35" y="163"/>
                  </a:lnTo>
                  <a:lnTo>
                    <a:pt x="72" y="177"/>
                  </a:lnTo>
                  <a:lnTo>
                    <a:pt x="129" y="191"/>
                  </a:lnTo>
                  <a:lnTo>
                    <a:pt x="79" y="170"/>
                  </a:lnTo>
                  <a:lnTo>
                    <a:pt x="59" y="159"/>
                  </a:lnTo>
                  <a:lnTo>
                    <a:pt x="23" y="146"/>
                  </a:lnTo>
                  <a:lnTo>
                    <a:pt x="4" y="142"/>
                  </a:lnTo>
                  <a:lnTo>
                    <a:pt x="4" y="116"/>
                  </a:lnTo>
                  <a:lnTo>
                    <a:pt x="8" y="83"/>
                  </a:lnTo>
                  <a:lnTo>
                    <a:pt x="54" y="90"/>
                  </a:lnTo>
                  <a:lnTo>
                    <a:pt x="84" y="99"/>
                  </a:lnTo>
                  <a:lnTo>
                    <a:pt x="120" y="116"/>
                  </a:lnTo>
                  <a:lnTo>
                    <a:pt x="87" y="90"/>
                  </a:lnTo>
                  <a:lnTo>
                    <a:pt x="48" y="79"/>
                  </a:lnTo>
                  <a:lnTo>
                    <a:pt x="10" y="70"/>
                  </a:lnTo>
                  <a:lnTo>
                    <a:pt x="19" y="44"/>
                  </a:lnTo>
                  <a:lnTo>
                    <a:pt x="30" y="28"/>
                  </a:lnTo>
                  <a:lnTo>
                    <a:pt x="65" y="18"/>
                  </a:lnTo>
                  <a:lnTo>
                    <a:pt x="99" y="26"/>
                  </a:lnTo>
                  <a:lnTo>
                    <a:pt x="129" y="48"/>
                  </a:lnTo>
                  <a:lnTo>
                    <a:pt x="108" y="23"/>
                  </a:lnTo>
                  <a:lnTo>
                    <a:pt x="77" y="9"/>
                  </a:lnTo>
                  <a:lnTo>
                    <a:pt x="112" y="4"/>
                  </a:lnTo>
                  <a:lnTo>
                    <a:pt x="139" y="2"/>
                  </a:lnTo>
                  <a:lnTo>
                    <a:pt x="176" y="7"/>
                  </a:lnTo>
                  <a:lnTo>
                    <a:pt x="202" y="25"/>
                  </a:lnTo>
                  <a:lnTo>
                    <a:pt x="242" y="32"/>
                  </a:lnTo>
                  <a:lnTo>
                    <a:pt x="215" y="21"/>
                  </a:lnTo>
                  <a:lnTo>
                    <a:pt x="195" y="7"/>
                  </a:lnTo>
                  <a:lnTo>
                    <a:pt x="182" y="0"/>
                  </a:lnTo>
                  <a:lnTo>
                    <a:pt x="222" y="2"/>
                  </a:lnTo>
                  <a:lnTo>
                    <a:pt x="258" y="4"/>
                  </a:lnTo>
                  <a:lnTo>
                    <a:pt x="279" y="13"/>
                  </a:lnTo>
                  <a:lnTo>
                    <a:pt x="300" y="34"/>
                  </a:lnTo>
                  <a:lnTo>
                    <a:pt x="318" y="61"/>
                  </a:lnTo>
                  <a:lnTo>
                    <a:pt x="309" y="30"/>
                  </a:lnTo>
                  <a:lnTo>
                    <a:pt x="287" y="9"/>
                  </a:lnTo>
                  <a:lnTo>
                    <a:pt x="338"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12949" name="Group 120"/>
            <p:cNvGrpSpPr>
              <a:grpSpLocks/>
            </p:cNvGrpSpPr>
            <p:nvPr/>
          </p:nvGrpSpPr>
          <p:grpSpPr bwMode="auto">
            <a:xfrm flipH="1">
              <a:off x="3595" y="2572"/>
              <a:ext cx="158" cy="95"/>
              <a:chOff x="2648" y="2214"/>
              <a:chExt cx="63" cy="39"/>
            </a:xfrm>
          </p:grpSpPr>
          <p:sp>
            <p:nvSpPr>
              <p:cNvPr id="1912950" name="Freeform 121"/>
              <p:cNvSpPr>
                <a:spLocks noChangeArrowheads="1"/>
              </p:cNvSpPr>
              <p:nvPr/>
            </p:nvSpPr>
            <p:spPr bwMode="auto">
              <a:xfrm>
                <a:off x="2648" y="2214"/>
                <a:ext cx="63" cy="39"/>
              </a:xfrm>
              <a:custGeom>
                <a:avLst/>
                <a:gdLst>
                  <a:gd name="T0" fmla="*/ 0 w 443"/>
                  <a:gd name="T1" fmla="*/ 163 h 274"/>
                  <a:gd name="T2" fmla="*/ 55 w 443"/>
                  <a:gd name="T3" fmla="*/ 151 h 274"/>
                  <a:gd name="T4" fmla="*/ 75 w 443"/>
                  <a:gd name="T5" fmla="*/ 147 h 274"/>
                  <a:gd name="T6" fmla="*/ 87 w 443"/>
                  <a:gd name="T7" fmla="*/ 135 h 274"/>
                  <a:gd name="T8" fmla="*/ 100 w 443"/>
                  <a:gd name="T9" fmla="*/ 117 h 274"/>
                  <a:gd name="T10" fmla="*/ 127 w 443"/>
                  <a:gd name="T11" fmla="*/ 92 h 274"/>
                  <a:gd name="T12" fmla="*/ 176 w 443"/>
                  <a:gd name="T13" fmla="*/ 51 h 274"/>
                  <a:gd name="T14" fmla="*/ 184 w 443"/>
                  <a:gd name="T15" fmla="*/ 37 h 274"/>
                  <a:gd name="T16" fmla="*/ 197 w 443"/>
                  <a:gd name="T17" fmla="*/ 25 h 274"/>
                  <a:gd name="T18" fmla="*/ 223 w 443"/>
                  <a:gd name="T19" fmla="*/ 21 h 274"/>
                  <a:gd name="T20" fmla="*/ 300 w 443"/>
                  <a:gd name="T21" fmla="*/ 8 h 274"/>
                  <a:gd name="T22" fmla="*/ 321 w 443"/>
                  <a:gd name="T23" fmla="*/ 0 h 274"/>
                  <a:gd name="T24" fmla="*/ 341 w 443"/>
                  <a:gd name="T25" fmla="*/ 10 h 274"/>
                  <a:gd name="T26" fmla="*/ 351 w 443"/>
                  <a:gd name="T27" fmla="*/ 18 h 274"/>
                  <a:gd name="T28" fmla="*/ 396 w 443"/>
                  <a:gd name="T29" fmla="*/ 33 h 274"/>
                  <a:gd name="T30" fmla="*/ 414 w 443"/>
                  <a:gd name="T31" fmla="*/ 40 h 274"/>
                  <a:gd name="T32" fmla="*/ 420 w 443"/>
                  <a:gd name="T33" fmla="*/ 47 h 274"/>
                  <a:gd name="T34" fmla="*/ 429 w 443"/>
                  <a:gd name="T35" fmla="*/ 73 h 274"/>
                  <a:gd name="T36" fmla="*/ 433 w 443"/>
                  <a:gd name="T37" fmla="*/ 86 h 274"/>
                  <a:gd name="T38" fmla="*/ 437 w 443"/>
                  <a:gd name="T39" fmla="*/ 94 h 274"/>
                  <a:gd name="T40" fmla="*/ 443 w 443"/>
                  <a:gd name="T41" fmla="*/ 107 h 274"/>
                  <a:gd name="T42" fmla="*/ 443 w 443"/>
                  <a:gd name="T43" fmla="*/ 116 h 274"/>
                  <a:gd name="T44" fmla="*/ 434 w 443"/>
                  <a:gd name="T45" fmla="*/ 123 h 274"/>
                  <a:gd name="T46" fmla="*/ 416 w 443"/>
                  <a:gd name="T47" fmla="*/ 122 h 274"/>
                  <a:gd name="T48" fmla="*/ 387 w 443"/>
                  <a:gd name="T49" fmla="*/ 109 h 274"/>
                  <a:gd name="T50" fmla="*/ 351 w 443"/>
                  <a:gd name="T51" fmla="*/ 102 h 274"/>
                  <a:gd name="T52" fmla="*/ 317 w 443"/>
                  <a:gd name="T53" fmla="*/ 107 h 274"/>
                  <a:gd name="T54" fmla="*/ 353 w 443"/>
                  <a:gd name="T55" fmla="*/ 115 h 274"/>
                  <a:gd name="T56" fmla="*/ 376 w 443"/>
                  <a:gd name="T57" fmla="*/ 123 h 274"/>
                  <a:gd name="T58" fmla="*/ 405 w 443"/>
                  <a:gd name="T59" fmla="*/ 135 h 274"/>
                  <a:gd name="T60" fmla="*/ 412 w 443"/>
                  <a:gd name="T61" fmla="*/ 145 h 274"/>
                  <a:gd name="T62" fmla="*/ 412 w 443"/>
                  <a:gd name="T63" fmla="*/ 155 h 274"/>
                  <a:gd name="T64" fmla="*/ 401 w 443"/>
                  <a:gd name="T65" fmla="*/ 163 h 274"/>
                  <a:gd name="T66" fmla="*/ 388 w 443"/>
                  <a:gd name="T67" fmla="*/ 161 h 274"/>
                  <a:gd name="T68" fmla="*/ 349 w 443"/>
                  <a:gd name="T69" fmla="*/ 151 h 274"/>
                  <a:gd name="T70" fmla="*/ 313 w 443"/>
                  <a:gd name="T71" fmla="*/ 149 h 274"/>
                  <a:gd name="T72" fmla="*/ 286 w 443"/>
                  <a:gd name="T73" fmla="*/ 151 h 274"/>
                  <a:gd name="T74" fmla="*/ 270 w 443"/>
                  <a:gd name="T75" fmla="*/ 161 h 274"/>
                  <a:gd name="T76" fmla="*/ 252 w 443"/>
                  <a:gd name="T77" fmla="*/ 180 h 274"/>
                  <a:gd name="T78" fmla="*/ 238 w 443"/>
                  <a:gd name="T79" fmla="*/ 200 h 274"/>
                  <a:gd name="T80" fmla="*/ 224 w 443"/>
                  <a:gd name="T81" fmla="*/ 220 h 274"/>
                  <a:gd name="T82" fmla="*/ 211 w 443"/>
                  <a:gd name="T83" fmla="*/ 236 h 274"/>
                  <a:gd name="T84" fmla="*/ 190 w 443"/>
                  <a:gd name="T85" fmla="*/ 251 h 274"/>
                  <a:gd name="T86" fmla="*/ 170 w 443"/>
                  <a:gd name="T87" fmla="*/ 255 h 274"/>
                  <a:gd name="T88" fmla="*/ 147 w 443"/>
                  <a:gd name="T89" fmla="*/ 257 h 274"/>
                  <a:gd name="T90" fmla="*/ 121 w 443"/>
                  <a:gd name="T91" fmla="*/ 255 h 274"/>
                  <a:gd name="T92" fmla="*/ 100 w 443"/>
                  <a:gd name="T93" fmla="*/ 253 h 274"/>
                  <a:gd name="T94" fmla="*/ 73 w 443"/>
                  <a:gd name="T95" fmla="*/ 260 h 274"/>
                  <a:gd name="T96" fmla="*/ 0 w 443"/>
                  <a:gd name="T97" fmla="*/ 274 h 274"/>
                  <a:gd name="T98" fmla="*/ 0 w 443"/>
                  <a:gd name="T99" fmla="*/ 163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43" h="274">
                    <a:moveTo>
                      <a:pt x="0" y="163"/>
                    </a:moveTo>
                    <a:lnTo>
                      <a:pt x="55" y="151"/>
                    </a:lnTo>
                    <a:lnTo>
                      <a:pt x="75" y="147"/>
                    </a:lnTo>
                    <a:lnTo>
                      <a:pt x="87" y="135"/>
                    </a:lnTo>
                    <a:lnTo>
                      <a:pt x="100" y="117"/>
                    </a:lnTo>
                    <a:lnTo>
                      <a:pt x="127" y="92"/>
                    </a:lnTo>
                    <a:lnTo>
                      <a:pt x="176" y="51"/>
                    </a:lnTo>
                    <a:lnTo>
                      <a:pt x="184" y="37"/>
                    </a:lnTo>
                    <a:lnTo>
                      <a:pt x="197" y="25"/>
                    </a:lnTo>
                    <a:lnTo>
                      <a:pt x="223" y="21"/>
                    </a:lnTo>
                    <a:lnTo>
                      <a:pt x="300" y="8"/>
                    </a:lnTo>
                    <a:lnTo>
                      <a:pt x="321" y="0"/>
                    </a:lnTo>
                    <a:lnTo>
                      <a:pt x="341" y="10"/>
                    </a:lnTo>
                    <a:lnTo>
                      <a:pt x="351" y="18"/>
                    </a:lnTo>
                    <a:lnTo>
                      <a:pt x="396" y="33"/>
                    </a:lnTo>
                    <a:lnTo>
                      <a:pt x="414" y="40"/>
                    </a:lnTo>
                    <a:lnTo>
                      <a:pt x="420" y="47"/>
                    </a:lnTo>
                    <a:lnTo>
                      <a:pt x="429" y="73"/>
                    </a:lnTo>
                    <a:lnTo>
                      <a:pt x="433" y="86"/>
                    </a:lnTo>
                    <a:lnTo>
                      <a:pt x="437" y="94"/>
                    </a:lnTo>
                    <a:lnTo>
                      <a:pt x="443" y="107"/>
                    </a:lnTo>
                    <a:lnTo>
                      <a:pt x="443" y="116"/>
                    </a:lnTo>
                    <a:lnTo>
                      <a:pt x="434" y="123"/>
                    </a:lnTo>
                    <a:lnTo>
                      <a:pt x="416" y="122"/>
                    </a:lnTo>
                    <a:lnTo>
                      <a:pt x="387" y="109"/>
                    </a:lnTo>
                    <a:lnTo>
                      <a:pt x="351" y="102"/>
                    </a:lnTo>
                    <a:lnTo>
                      <a:pt x="317" y="107"/>
                    </a:lnTo>
                    <a:lnTo>
                      <a:pt x="353" y="115"/>
                    </a:lnTo>
                    <a:lnTo>
                      <a:pt x="376" y="123"/>
                    </a:lnTo>
                    <a:lnTo>
                      <a:pt x="405" y="135"/>
                    </a:lnTo>
                    <a:lnTo>
                      <a:pt x="412" y="145"/>
                    </a:lnTo>
                    <a:lnTo>
                      <a:pt x="412" y="155"/>
                    </a:lnTo>
                    <a:lnTo>
                      <a:pt x="401" y="163"/>
                    </a:lnTo>
                    <a:lnTo>
                      <a:pt x="388" y="161"/>
                    </a:lnTo>
                    <a:lnTo>
                      <a:pt x="349" y="151"/>
                    </a:lnTo>
                    <a:lnTo>
                      <a:pt x="313" y="149"/>
                    </a:lnTo>
                    <a:lnTo>
                      <a:pt x="286" y="151"/>
                    </a:lnTo>
                    <a:lnTo>
                      <a:pt x="270" y="161"/>
                    </a:lnTo>
                    <a:lnTo>
                      <a:pt x="252" y="180"/>
                    </a:lnTo>
                    <a:lnTo>
                      <a:pt x="238" y="200"/>
                    </a:lnTo>
                    <a:lnTo>
                      <a:pt x="224" y="220"/>
                    </a:lnTo>
                    <a:lnTo>
                      <a:pt x="211" y="236"/>
                    </a:lnTo>
                    <a:lnTo>
                      <a:pt x="190" y="251"/>
                    </a:lnTo>
                    <a:lnTo>
                      <a:pt x="170" y="255"/>
                    </a:lnTo>
                    <a:lnTo>
                      <a:pt x="147" y="257"/>
                    </a:lnTo>
                    <a:lnTo>
                      <a:pt x="121" y="255"/>
                    </a:lnTo>
                    <a:lnTo>
                      <a:pt x="100" y="253"/>
                    </a:lnTo>
                    <a:lnTo>
                      <a:pt x="73" y="260"/>
                    </a:lnTo>
                    <a:lnTo>
                      <a:pt x="0" y="274"/>
                    </a:lnTo>
                    <a:lnTo>
                      <a:pt x="0" y="163"/>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51" name="Freeform 122"/>
              <p:cNvSpPr>
                <a:spLocks noChangeArrowheads="1"/>
              </p:cNvSpPr>
              <p:nvPr/>
            </p:nvSpPr>
            <p:spPr bwMode="auto">
              <a:xfrm>
                <a:off x="2688" y="2221"/>
                <a:ext cx="20" cy="5"/>
              </a:xfrm>
              <a:custGeom>
                <a:avLst/>
                <a:gdLst>
                  <a:gd name="T0" fmla="*/ 141 w 141"/>
                  <a:gd name="T1" fmla="*/ 32 h 32"/>
                  <a:gd name="T2" fmla="*/ 117 w 141"/>
                  <a:gd name="T3" fmla="*/ 21 h 32"/>
                  <a:gd name="T4" fmla="*/ 97 w 141"/>
                  <a:gd name="T5" fmla="*/ 18 h 32"/>
                  <a:gd name="T6" fmla="*/ 74 w 141"/>
                  <a:gd name="T7" fmla="*/ 11 h 32"/>
                  <a:gd name="T8" fmla="*/ 54 w 141"/>
                  <a:gd name="T9" fmla="*/ 6 h 32"/>
                  <a:gd name="T10" fmla="*/ 22 w 141"/>
                  <a:gd name="T11" fmla="*/ 9 h 32"/>
                  <a:gd name="T12" fmla="*/ 0 w 141"/>
                  <a:gd name="T13" fmla="*/ 11 h 32"/>
                  <a:gd name="T14" fmla="*/ 33 w 141"/>
                  <a:gd name="T15" fmla="*/ 4 h 32"/>
                  <a:gd name="T16" fmla="*/ 61 w 141"/>
                  <a:gd name="T17" fmla="*/ 0 h 32"/>
                  <a:gd name="T18" fmla="*/ 97 w 141"/>
                  <a:gd name="T19" fmla="*/ 15 h 32"/>
                  <a:gd name="T20" fmla="*/ 117 w 141"/>
                  <a:gd name="T21" fmla="*/ 17 h 32"/>
                  <a:gd name="T22" fmla="*/ 139 w 141"/>
                  <a:gd name="T23" fmla="*/ 27 h 32"/>
                  <a:gd name="T24" fmla="*/ 141 w 141"/>
                  <a:gd name="T25"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1" h="32">
                    <a:moveTo>
                      <a:pt x="141" y="32"/>
                    </a:moveTo>
                    <a:lnTo>
                      <a:pt x="117" y="21"/>
                    </a:lnTo>
                    <a:lnTo>
                      <a:pt x="97" y="18"/>
                    </a:lnTo>
                    <a:lnTo>
                      <a:pt x="74" y="11"/>
                    </a:lnTo>
                    <a:lnTo>
                      <a:pt x="54" y="6"/>
                    </a:lnTo>
                    <a:lnTo>
                      <a:pt x="22" y="9"/>
                    </a:lnTo>
                    <a:lnTo>
                      <a:pt x="0" y="11"/>
                    </a:lnTo>
                    <a:lnTo>
                      <a:pt x="33" y="4"/>
                    </a:lnTo>
                    <a:lnTo>
                      <a:pt x="61" y="0"/>
                    </a:lnTo>
                    <a:lnTo>
                      <a:pt x="97" y="15"/>
                    </a:lnTo>
                    <a:lnTo>
                      <a:pt x="117" y="17"/>
                    </a:lnTo>
                    <a:lnTo>
                      <a:pt x="139" y="27"/>
                    </a:lnTo>
                    <a:lnTo>
                      <a:pt x="141" y="3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2" name="Freeform 123"/>
              <p:cNvSpPr>
                <a:spLocks noChangeArrowheads="1"/>
              </p:cNvSpPr>
              <p:nvPr/>
            </p:nvSpPr>
            <p:spPr bwMode="auto">
              <a:xfrm>
                <a:off x="2680" y="2216"/>
                <a:ext cx="17" cy="3"/>
              </a:xfrm>
              <a:custGeom>
                <a:avLst/>
                <a:gdLst>
                  <a:gd name="T0" fmla="*/ 86 w 119"/>
                  <a:gd name="T1" fmla="*/ 0 h 22"/>
                  <a:gd name="T2" fmla="*/ 100 w 119"/>
                  <a:gd name="T3" fmla="*/ 1 h 22"/>
                  <a:gd name="T4" fmla="*/ 119 w 119"/>
                  <a:gd name="T5" fmla="*/ 7 h 22"/>
                  <a:gd name="T6" fmla="*/ 106 w 119"/>
                  <a:gd name="T7" fmla="*/ 6 h 22"/>
                  <a:gd name="T8" fmla="*/ 88 w 119"/>
                  <a:gd name="T9" fmla="*/ 3 h 22"/>
                  <a:gd name="T10" fmla="*/ 49 w 119"/>
                  <a:gd name="T11" fmla="*/ 13 h 22"/>
                  <a:gd name="T12" fmla="*/ 28 w 119"/>
                  <a:gd name="T13" fmla="*/ 18 h 22"/>
                  <a:gd name="T14" fmla="*/ 4 w 119"/>
                  <a:gd name="T15" fmla="*/ 22 h 22"/>
                  <a:gd name="T16" fmla="*/ 0 w 119"/>
                  <a:gd name="T17" fmla="*/ 18 h 22"/>
                  <a:gd name="T18" fmla="*/ 26 w 119"/>
                  <a:gd name="T19" fmla="*/ 14 h 22"/>
                  <a:gd name="T20" fmla="*/ 57 w 119"/>
                  <a:gd name="T21" fmla="*/ 7 h 22"/>
                  <a:gd name="T22" fmla="*/ 86 w 119"/>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 h="22">
                    <a:moveTo>
                      <a:pt x="86" y="0"/>
                    </a:moveTo>
                    <a:lnTo>
                      <a:pt x="100" y="1"/>
                    </a:lnTo>
                    <a:lnTo>
                      <a:pt x="119" y="7"/>
                    </a:lnTo>
                    <a:lnTo>
                      <a:pt x="106" y="6"/>
                    </a:lnTo>
                    <a:lnTo>
                      <a:pt x="88" y="3"/>
                    </a:lnTo>
                    <a:lnTo>
                      <a:pt x="49" y="13"/>
                    </a:lnTo>
                    <a:lnTo>
                      <a:pt x="28" y="18"/>
                    </a:lnTo>
                    <a:lnTo>
                      <a:pt x="4" y="22"/>
                    </a:lnTo>
                    <a:lnTo>
                      <a:pt x="0" y="18"/>
                    </a:lnTo>
                    <a:lnTo>
                      <a:pt x="26" y="14"/>
                    </a:lnTo>
                    <a:lnTo>
                      <a:pt x="57" y="7"/>
                    </a:lnTo>
                    <a:lnTo>
                      <a:pt x="8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3" name="Freeform 124"/>
              <p:cNvSpPr>
                <a:spLocks noChangeArrowheads="1"/>
              </p:cNvSpPr>
              <p:nvPr/>
            </p:nvSpPr>
            <p:spPr bwMode="auto">
              <a:xfrm>
                <a:off x="2687" y="2228"/>
                <a:ext cx="7" cy="2"/>
              </a:xfrm>
              <a:custGeom>
                <a:avLst/>
                <a:gdLst>
                  <a:gd name="T0" fmla="*/ 48 w 48"/>
                  <a:gd name="T1" fmla="*/ 5 h 11"/>
                  <a:gd name="T2" fmla="*/ 42 w 48"/>
                  <a:gd name="T3" fmla="*/ 11 h 11"/>
                  <a:gd name="T4" fmla="*/ 25 w 48"/>
                  <a:gd name="T5" fmla="*/ 8 h 11"/>
                  <a:gd name="T6" fmla="*/ 6 w 48"/>
                  <a:gd name="T7" fmla="*/ 8 h 11"/>
                  <a:gd name="T8" fmla="*/ 0 w 48"/>
                  <a:gd name="T9" fmla="*/ 0 h 11"/>
                  <a:gd name="T10" fmla="*/ 14 w 48"/>
                  <a:gd name="T11" fmla="*/ 3 h 11"/>
                  <a:gd name="T12" fmla="*/ 48 w 48"/>
                  <a:gd name="T13" fmla="*/ 5 h 11"/>
                </a:gdLst>
                <a:ahLst/>
                <a:cxnLst>
                  <a:cxn ang="0">
                    <a:pos x="T0" y="T1"/>
                  </a:cxn>
                  <a:cxn ang="0">
                    <a:pos x="T2" y="T3"/>
                  </a:cxn>
                  <a:cxn ang="0">
                    <a:pos x="T4" y="T5"/>
                  </a:cxn>
                  <a:cxn ang="0">
                    <a:pos x="T6" y="T7"/>
                  </a:cxn>
                  <a:cxn ang="0">
                    <a:pos x="T8" y="T9"/>
                  </a:cxn>
                  <a:cxn ang="0">
                    <a:pos x="T10" y="T11"/>
                  </a:cxn>
                  <a:cxn ang="0">
                    <a:pos x="T12" y="T13"/>
                  </a:cxn>
                </a:cxnLst>
                <a:rect l="0" t="0" r="r" b="b"/>
                <a:pathLst>
                  <a:path w="48" h="11">
                    <a:moveTo>
                      <a:pt x="48" y="5"/>
                    </a:moveTo>
                    <a:lnTo>
                      <a:pt x="42" y="11"/>
                    </a:lnTo>
                    <a:lnTo>
                      <a:pt x="25" y="8"/>
                    </a:lnTo>
                    <a:lnTo>
                      <a:pt x="6" y="8"/>
                    </a:lnTo>
                    <a:lnTo>
                      <a:pt x="0" y="0"/>
                    </a:lnTo>
                    <a:lnTo>
                      <a:pt x="14" y="3"/>
                    </a:lnTo>
                    <a:lnTo>
                      <a:pt x="48"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4" name="Freeform 125"/>
              <p:cNvSpPr>
                <a:spLocks noChangeArrowheads="1"/>
              </p:cNvSpPr>
              <p:nvPr/>
            </p:nvSpPr>
            <p:spPr bwMode="auto">
              <a:xfrm>
                <a:off x="2707" y="2227"/>
                <a:ext cx="2" cy="3"/>
              </a:xfrm>
              <a:custGeom>
                <a:avLst/>
                <a:gdLst>
                  <a:gd name="T0" fmla="*/ 0 w 10"/>
                  <a:gd name="T1" fmla="*/ 0 h 21"/>
                  <a:gd name="T2" fmla="*/ 0 w 10"/>
                  <a:gd name="T3" fmla="*/ 6 h 21"/>
                  <a:gd name="T4" fmla="*/ 2 w 10"/>
                  <a:gd name="T5" fmla="*/ 16 h 21"/>
                  <a:gd name="T6" fmla="*/ 10 w 10"/>
                  <a:gd name="T7" fmla="*/ 21 h 21"/>
                  <a:gd name="T8" fmla="*/ 0 w 10"/>
                  <a:gd name="T9" fmla="*/ 0 h 21"/>
                </a:gdLst>
                <a:ahLst/>
                <a:cxnLst>
                  <a:cxn ang="0">
                    <a:pos x="T0" y="T1"/>
                  </a:cxn>
                  <a:cxn ang="0">
                    <a:pos x="T2" y="T3"/>
                  </a:cxn>
                  <a:cxn ang="0">
                    <a:pos x="T4" y="T5"/>
                  </a:cxn>
                  <a:cxn ang="0">
                    <a:pos x="T6" y="T7"/>
                  </a:cxn>
                  <a:cxn ang="0">
                    <a:pos x="T8" y="T9"/>
                  </a:cxn>
                </a:cxnLst>
                <a:rect l="0" t="0" r="r" b="b"/>
                <a:pathLst>
                  <a:path w="10" h="21">
                    <a:moveTo>
                      <a:pt x="0" y="0"/>
                    </a:moveTo>
                    <a:lnTo>
                      <a:pt x="0" y="6"/>
                    </a:lnTo>
                    <a:lnTo>
                      <a:pt x="2" y="16"/>
                    </a:lnTo>
                    <a:lnTo>
                      <a:pt x="10" y="2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5" name="Freeform 126"/>
              <p:cNvSpPr>
                <a:spLocks noChangeArrowheads="1"/>
              </p:cNvSpPr>
              <p:nvPr/>
            </p:nvSpPr>
            <p:spPr bwMode="auto">
              <a:xfrm>
                <a:off x="2702" y="2234"/>
                <a:ext cx="2" cy="1"/>
              </a:xfrm>
              <a:custGeom>
                <a:avLst/>
                <a:gdLst>
                  <a:gd name="T0" fmla="*/ 0 w 9"/>
                  <a:gd name="T1" fmla="*/ 0 h 11"/>
                  <a:gd name="T2" fmla="*/ 2 w 9"/>
                  <a:gd name="T3" fmla="*/ 6 h 11"/>
                  <a:gd name="T4" fmla="*/ 9 w 9"/>
                  <a:gd name="T5" fmla="*/ 11 h 11"/>
                  <a:gd name="T6" fmla="*/ 0 w 9"/>
                  <a:gd name="T7" fmla="*/ 0 h 11"/>
                </a:gdLst>
                <a:ahLst/>
                <a:cxnLst>
                  <a:cxn ang="0">
                    <a:pos x="T0" y="T1"/>
                  </a:cxn>
                  <a:cxn ang="0">
                    <a:pos x="T2" y="T3"/>
                  </a:cxn>
                  <a:cxn ang="0">
                    <a:pos x="T4" y="T5"/>
                  </a:cxn>
                  <a:cxn ang="0">
                    <a:pos x="T6" y="T7"/>
                  </a:cxn>
                </a:cxnLst>
                <a:rect l="0" t="0" r="r" b="b"/>
                <a:pathLst>
                  <a:path w="9" h="11">
                    <a:moveTo>
                      <a:pt x="0" y="0"/>
                    </a:moveTo>
                    <a:lnTo>
                      <a:pt x="2" y="6"/>
                    </a:lnTo>
                    <a:lnTo>
                      <a:pt x="9" y="1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6" name="Freeform 127"/>
              <p:cNvSpPr>
                <a:spLocks noChangeArrowheads="1"/>
              </p:cNvSpPr>
              <p:nvPr/>
            </p:nvSpPr>
            <p:spPr bwMode="auto">
              <a:xfrm>
                <a:off x="2678" y="2224"/>
                <a:ext cx="3" cy="4"/>
              </a:xfrm>
              <a:custGeom>
                <a:avLst/>
                <a:gdLst>
                  <a:gd name="T0" fmla="*/ 23 w 23"/>
                  <a:gd name="T1" fmla="*/ 0 h 27"/>
                  <a:gd name="T2" fmla="*/ 19 w 23"/>
                  <a:gd name="T3" fmla="*/ 8 h 27"/>
                  <a:gd name="T4" fmla="*/ 19 w 23"/>
                  <a:gd name="T5" fmla="*/ 15 h 27"/>
                  <a:gd name="T6" fmla="*/ 0 w 23"/>
                  <a:gd name="T7" fmla="*/ 27 h 27"/>
                  <a:gd name="T8" fmla="*/ 23 w 23"/>
                  <a:gd name="T9" fmla="*/ 0 h 27"/>
                </a:gdLst>
                <a:ahLst/>
                <a:cxnLst>
                  <a:cxn ang="0">
                    <a:pos x="T0" y="T1"/>
                  </a:cxn>
                  <a:cxn ang="0">
                    <a:pos x="T2" y="T3"/>
                  </a:cxn>
                  <a:cxn ang="0">
                    <a:pos x="T4" y="T5"/>
                  </a:cxn>
                  <a:cxn ang="0">
                    <a:pos x="T6" y="T7"/>
                  </a:cxn>
                  <a:cxn ang="0">
                    <a:pos x="T8" y="T9"/>
                  </a:cxn>
                </a:cxnLst>
                <a:rect l="0" t="0" r="r" b="b"/>
                <a:pathLst>
                  <a:path w="23" h="27">
                    <a:moveTo>
                      <a:pt x="23" y="0"/>
                    </a:moveTo>
                    <a:lnTo>
                      <a:pt x="19" y="8"/>
                    </a:lnTo>
                    <a:lnTo>
                      <a:pt x="19" y="15"/>
                    </a:lnTo>
                    <a:lnTo>
                      <a:pt x="0" y="27"/>
                    </a:lnTo>
                    <a:lnTo>
                      <a:pt x="23"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7" name="Freeform 128"/>
              <p:cNvSpPr>
                <a:spLocks noChangeArrowheads="1"/>
              </p:cNvSpPr>
              <p:nvPr/>
            </p:nvSpPr>
            <p:spPr bwMode="auto">
              <a:xfrm>
                <a:off x="2665" y="2224"/>
                <a:ext cx="10" cy="10"/>
              </a:xfrm>
              <a:custGeom>
                <a:avLst/>
                <a:gdLst>
                  <a:gd name="T0" fmla="*/ 71 w 71"/>
                  <a:gd name="T1" fmla="*/ 0 h 73"/>
                  <a:gd name="T2" fmla="*/ 59 w 71"/>
                  <a:gd name="T3" fmla="*/ 22 h 73"/>
                  <a:gd name="T4" fmla="*/ 44 w 71"/>
                  <a:gd name="T5" fmla="*/ 41 h 73"/>
                  <a:gd name="T6" fmla="*/ 0 w 71"/>
                  <a:gd name="T7" fmla="*/ 73 h 73"/>
                  <a:gd name="T8" fmla="*/ 41 w 71"/>
                  <a:gd name="T9" fmla="*/ 34 h 73"/>
                  <a:gd name="T10" fmla="*/ 71 w 71"/>
                  <a:gd name="T11" fmla="*/ 0 h 73"/>
                </a:gdLst>
                <a:ahLst/>
                <a:cxnLst>
                  <a:cxn ang="0">
                    <a:pos x="T0" y="T1"/>
                  </a:cxn>
                  <a:cxn ang="0">
                    <a:pos x="T2" y="T3"/>
                  </a:cxn>
                  <a:cxn ang="0">
                    <a:pos x="T4" y="T5"/>
                  </a:cxn>
                  <a:cxn ang="0">
                    <a:pos x="T6" y="T7"/>
                  </a:cxn>
                  <a:cxn ang="0">
                    <a:pos x="T8" y="T9"/>
                  </a:cxn>
                  <a:cxn ang="0">
                    <a:pos x="T10" y="T11"/>
                  </a:cxn>
                </a:cxnLst>
                <a:rect l="0" t="0" r="r" b="b"/>
                <a:pathLst>
                  <a:path w="71" h="73">
                    <a:moveTo>
                      <a:pt x="71" y="0"/>
                    </a:moveTo>
                    <a:lnTo>
                      <a:pt x="59" y="22"/>
                    </a:lnTo>
                    <a:lnTo>
                      <a:pt x="44" y="41"/>
                    </a:lnTo>
                    <a:lnTo>
                      <a:pt x="0" y="73"/>
                    </a:lnTo>
                    <a:lnTo>
                      <a:pt x="41" y="34"/>
                    </a:lnTo>
                    <a:lnTo>
                      <a:pt x="7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8" name="Freeform 129"/>
              <p:cNvSpPr>
                <a:spLocks noChangeArrowheads="1"/>
              </p:cNvSpPr>
              <p:nvPr/>
            </p:nvSpPr>
            <p:spPr bwMode="auto">
              <a:xfrm>
                <a:off x="2660" y="2238"/>
                <a:ext cx="2" cy="8"/>
              </a:xfrm>
              <a:custGeom>
                <a:avLst/>
                <a:gdLst>
                  <a:gd name="T0" fmla="*/ 0 w 16"/>
                  <a:gd name="T1" fmla="*/ 0 h 53"/>
                  <a:gd name="T2" fmla="*/ 10 w 16"/>
                  <a:gd name="T3" fmla="*/ 19 h 53"/>
                  <a:gd name="T4" fmla="*/ 13 w 16"/>
                  <a:gd name="T5" fmla="*/ 37 h 53"/>
                  <a:gd name="T6" fmla="*/ 14 w 16"/>
                  <a:gd name="T7" fmla="*/ 53 h 53"/>
                  <a:gd name="T8" fmla="*/ 16 w 16"/>
                  <a:gd name="T9" fmla="*/ 30 h 53"/>
                  <a:gd name="T10" fmla="*/ 14 w 16"/>
                  <a:gd name="T11" fmla="*/ 14 h 53"/>
                  <a:gd name="T12" fmla="*/ 0 w 16"/>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16" h="53">
                    <a:moveTo>
                      <a:pt x="0" y="0"/>
                    </a:moveTo>
                    <a:lnTo>
                      <a:pt x="10" y="19"/>
                    </a:lnTo>
                    <a:lnTo>
                      <a:pt x="13" y="37"/>
                    </a:lnTo>
                    <a:lnTo>
                      <a:pt x="14" y="53"/>
                    </a:lnTo>
                    <a:lnTo>
                      <a:pt x="16" y="30"/>
                    </a:lnTo>
                    <a:lnTo>
                      <a:pt x="14"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9" name="Freeform 130"/>
              <p:cNvSpPr>
                <a:spLocks noChangeArrowheads="1"/>
              </p:cNvSpPr>
              <p:nvPr/>
            </p:nvSpPr>
            <p:spPr bwMode="auto">
              <a:xfrm>
                <a:off x="2684" y="2231"/>
                <a:ext cx="1" cy="2"/>
              </a:xfrm>
              <a:custGeom>
                <a:avLst/>
                <a:gdLst>
                  <a:gd name="T0" fmla="*/ 2 w 8"/>
                  <a:gd name="T1" fmla="*/ 0 h 19"/>
                  <a:gd name="T2" fmla="*/ 0 w 8"/>
                  <a:gd name="T3" fmla="*/ 8 h 19"/>
                  <a:gd name="T4" fmla="*/ 8 w 8"/>
                  <a:gd name="T5" fmla="*/ 19 h 19"/>
                  <a:gd name="T6" fmla="*/ 2 w 8"/>
                  <a:gd name="T7" fmla="*/ 0 h 19"/>
                </a:gdLst>
                <a:ahLst/>
                <a:cxnLst>
                  <a:cxn ang="0">
                    <a:pos x="T0" y="T1"/>
                  </a:cxn>
                  <a:cxn ang="0">
                    <a:pos x="T2" y="T3"/>
                  </a:cxn>
                  <a:cxn ang="0">
                    <a:pos x="T4" y="T5"/>
                  </a:cxn>
                  <a:cxn ang="0">
                    <a:pos x="T6" y="T7"/>
                  </a:cxn>
                </a:cxnLst>
                <a:rect l="0" t="0" r="r" b="b"/>
                <a:pathLst>
                  <a:path w="8" h="19">
                    <a:moveTo>
                      <a:pt x="2" y="0"/>
                    </a:moveTo>
                    <a:lnTo>
                      <a:pt x="0" y="8"/>
                    </a:lnTo>
                    <a:lnTo>
                      <a:pt x="8" y="19"/>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60" name="Group 131"/>
            <p:cNvGrpSpPr>
              <a:grpSpLocks/>
            </p:cNvGrpSpPr>
            <p:nvPr/>
          </p:nvGrpSpPr>
          <p:grpSpPr bwMode="auto">
            <a:xfrm flipH="1">
              <a:off x="3730" y="2363"/>
              <a:ext cx="365" cy="408"/>
              <a:chOff x="2511" y="2128"/>
              <a:chExt cx="146" cy="168"/>
            </a:xfrm>
          </p:grpSpPr>
          <p:sp>
            <p:nvSpPr>
              <p:cNvPr id="1912961" name="Freeform 132"/>
              <p:cNvSpPr>
                <a:spLocks noChangeArrowheads="1"/>
              </p:cNvSpPr>
              <p:nvPr/>
            </p:nvSpPr>
            <p:spPr bwMode="auto">
              <a:xfrm>
                <a:off x="2590" y="2128"/>
                <a:ext cx="5" cy="4"/>
              </a:xfrm>
              <a:custGeom>
                <a:avLst/>
                <a:gdLst>
                  <a:gd name="T0" fmla="*/ 32 w 32"/>
                  <a:gd name="T1" fmla="*/ 0 h 23"/>
                  <a:gd name="T2" fmla="*/ 23 w 32"/>
                  <a:gd name="T3" fmla="*/ 7 h 23"/>
                  <a:gd name="T4" fmla="*/ 14 w 32"/>
                  <a:gd name="T5" fmla="*/ 10 h 23"/>
                  <a:gd name="T6" fmla="*/ 5 w 32"/>
                  <a:gd name="T7" fmla="*/ 15 h 23"/>
                  <a:gd name="T8" fmla="*/ 0 w 32"/>
                  <a:gd name="T9" fmla="*/ 23 h 23"/>
                  <a:gd name="T10" fmla="*/ 8 w 32"/>
                  <a:gd name="T11" fmla="*/ 20 h 23"/>
                  <a:gd name="T12" fmla="*/ 23 w 32"/>
                  <a:gd name="T13" fmla="*/ 16 h 23"/>
                  <a:gd name="T14" fmla="*/ 32 w 32"/>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23">
                    <a:moveTo>
                      <a:pt x="32" y="0"/>
                    </a:moveTo>
                    <a:lnTo>
                      <a:pt x="23" y="7"/>
                    </a:lnTo>
                    <a:lnTo>
                      <a:pt x="14" y="10"/>
                    </a:lnTo>
                    <a:lnTo>
                      <a:pt x="5" y="15"/>
                    </a:lnTo>
                    <a:lnTo>
                      <a:pt x="0" y="23"/>
                    </a:lnTo>
                    <a:lnTo>
                      <a:pt x="8" y="20"/>
                    </a:lnTo>
                    <a:lnTo>
                      <a:pt x="23" y="16"/>
                    </a:lnTo>
                    <a:lnTo>
                      <a:pt x="3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2" name="Freeform 133"/>
              <p:cNvSpPr>
                <a:spLocks noChangeArrowheads="1"/>
              </p:cNvSpPr>
              <p:nvPr/>
            </p:nvSpPr>
            <p:spPr bwMode="auto">
              <a:xfrm>
                <a:off x="2592" y="2134"/>
                <a:ext cx="2" cy="2"/>
              </a:xfrm>
              <a:custGeom>
                <a:avLst/>
                <a:gdLst>
                  <a:gd name="T0" fmla="*/ 8 w 8"/>
                  <a:gd name="T1" fmla="*/ 0 h 15"/>
                  <a:gd name="T2" fmla="*/ 0 w 8"/>
                  <a:gd name="T3" fmla="*/ 0 h 15"/>
                  <a:gd name="T4" fmla="*/ 0 w 8"/>
                  <a:gd name="T5" fmla="*/ 15 h 15"/>
                  <a:gd name="T6" fmla="*/ 8 w 8"/>
                  <a:gd name="T7" fmla="*/ 0 h 15"/>
                </a:gdLst>
                <a:ahLst/>
                <a:cxnLst>
                  <a:cxn ang="0">
                    <a:pos x="T0" y="T1"/>
                  </a:cxn>
                  <a:cxn ang="0">
                    <a:pos x="T2" y="T3"/>
                  </a:cxn>
                  <a:cxn ang="0">
                    <a:pos x="T4" y="T5"/>
                  </a:cxn>
                  <a:cxn ang="0">
                    <a:pos x="T6" y="T7"/>
                  </a:cxn>
                </a:cxnLst>
                <a:rect l="0" t="0" r="r" b="b"/>
                <a:pathLst>
                  <a:path w="8" h="15">
                    <a:moveTo>
                      <a:pt x="8" y="0"/>
                    </a:moveTo>
                    <a:lnTo>
                      <a:pt x="0" y="0"/>
                    </a:lnTo>
                    <a:lnTo>
                      <a:pt x="0" y="15"/>
                    </a:lnTo>
                    <a:lnTo>
                      <a:pt x="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3" name="Freeform 134"/>
              <p:cNvSpPr>
                <a:spLocks noChangeArrowheads="1"/>
              </p:cNvSpPr>
              <p:nvPr/>
            </p:nvSpPr>
            <p:spPr bwMode="auto">
              <a:xfrm>
                <a:off x="2574" y="2150"/>
                <a:ext cx="39" cy="99"/>
              </a:xfrm>
              <a:custGeom>
                <a:avLst/>
                <a:gdLst>
                  <a:gd name="T0" fmla="*/ 40 w 274"/>
                  <a:gd name="T1" fmla="*/ 0 h 693"/>
                  <a:gd name="T2" fmla="*/ 66 w 274"/>
                  <a:gd name="T3" fmla="*/ 29 h 693"/>
                  <a:gd name="T4" fmla="*/ 74 w 274"/>
                  <a:gd name="T5" fmla="*/ 70 h 693"/>
                  <a:gd name="T6" fmla="*/ 113 w 274"/>
                  <a:gd name="T7" fmla="*/ 110 h 693"/>
                  <a:gd name="T8" fmla="*/ 194 w 274"/>
                  <a:gd name="T9" fmla="*/ 296 h 693"/>
                  <a:gd name="T10" fmla="*/ 239 w 274"/>
                  <a:gd name="T11" fmla="*/ 466 h 693"/>
                  <a:gd name="T12" fmla="*/ 274 w 274"/>
                  <a:gd name="T13" fmla="*/ 693 h 693"/>
                  <a:gd name="T14" fmla="*/ 161 w 274"/>
                  <a:gd name="T15" fmla="*/ 592 h 693"/>
                  <a:gd name="T16" fmla="*/ 0 w 274"/>
                  <a:gd name="T17" fmla="*/ 90 h 693"/>
                  <a:gd name="T18" fmla="*/ 40 w 274"/>
                  <a:gd name="T19" fmla="*/ 0 h 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4" h="693">
                    <a:moveTo>
                      <a:pt x="40" y="0"/>
                    </a:moveTo>
                    <a:lnTo>
                      <a:pt x="66" y="29"/>
                    </a:lnTo>
                    <a:lnTo>
                      <a:pt x="74" y="70"/>
                    </a:lnTo>
                    <a:lnTo>
                      <a:pt x="113" y="110"/>
                    </a:lnTo>
                    <a:lnTo>
                      <a:pt x="194" y="296"/>
                    </a:lnTo>
                    <a:lnTo>
                      <a:pt x="239" y="466"/>
                    </a:lnTo>
                    <a:lnTo>
                      <a:pt x="274" y="693"/>
                    </a:lnTo>
                    <a:lnTo>
                      <a:pt x="161" y="592"/>
                    </a:lnTo>
                    <a:lnTo>
                      <a:pt x="0" y="90"/>
                    </a:lnTo>
                    <a:lnTo>
                      <a:pt x="40" y="0"/>
                    </a:lnTo>
                    <a:close/>
                  </a:path>
                </a:pathLst>
              </a:custGeom>
              <a:solidFill>
                <a:srgbClr val="40000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64" name="Freeform 135"/>
              <p:cNvSpPr>
                <a:spLocks noChangeArrowheads="1"/>
              </p:cNvSpPr>
              <p:nvPr/>
            </p:nvSpPr>
            <p:spPr bwMode="auto">
              <a:xfrm>
                <a:off x="2511" y="2131"/>
                <a:ext cx="146" cy="165"/>
              </a:xfrm>
              <a:custGeom>
                <a:avLst/>
                <a:gdLst>
                  <a:gd name="T0" fmla="*/ 189 w 1023"/>
                  <a:gd name="T1" fmla="*/ 60 h 1154"/>
                  <a:gd name="T2" fmla="*/ 221 w 1023"/>
                  <a:gd name="T3" fmla="*/ 0 h 1154"/>
                  <a:gd name="T4" fmla="*/ 471 w 1023"/>
                  <a:gd name="T5" fmla="*/ 104 h 1154"/>
                  <a:gd name="T6" fmla="*/ 482 w 1023"/>
                  <a:gd name="T7" fmla="*/ 185 h 1154"/>
                  <a:gd name="T8" fmla="*/ 503 w 1023"/>
                  <a:gd name="T9" fmla="*/ 214 h 1154"/>
                  <a:gd name="T10" fmla="*/ 531 w 1023"/>
                  <a:gd name="T11" fmla="*/ 246 h 1154"/>
                  <a:gd name="T12" fmla="*/ 547 w 1023"/>
                  <a:gd name="T13" fmla="*/ 304 h 1154"/>
                  <a:gd name="T14" fmla="*/ 603 w 1023"/>
                  <a:gd name="T15" fmla="*/ 437 h 1154"/>
                  <a:gd name="T16" fmla="*/ 648 w 1023"/>
                  <a:gd name="T17" fmla="*/ 595 h 1154"/>
                  <a:gd name="T18" fmla="*/ 668 w 1023"/>
                  <a:gd name="T19" fmla="*/ 700 h 1154"/>
                  <a:gd name="T20" fmla="*/ 869 w 1023"/>
                  <a:gd name="T21" fmla="*/ 704 h 1154"/>
                  <a:gd name="T22" fmla="*/ 902 w 1023"/>
                  <a:gd name="T23" fmla="*/ 725 h 1154"/>
                  <a:gd name="T24" fmla="*/ 994 w 1023"/>
                  <a:gd name="T25" fmla="*/ 725 h 1154"/>
                  <a:gd name="T26" fmla="*/ 1020 w 1023"/>
                  <a:gd name="T27" fmla="*/ 766 h 1154"/>
                  <a:gd name="T28" fmla="*/ 1023 w 1023"/>
                  <a:gd name="T29" fmla="*/ 814 h 1154"/>
                  <a:gd name="T30" fmla="*/ 1015 w 1023"/>
                  <a:gd name="T31" fmla="*/ 858 h 1154"/>
                  <a:gd name="T32" fmla="*/ 929 w 1023"/>
                  <a:gd name="T33" fmla="*/ 874 h 1154"/>
                  <a:gd name="T34" fmla="*/ 889 w 1023"/>
                  <a:gd name="T35" fmla="*/ 935 h 1154"/>
                  <a:gd name="T36" fmla="*/ 809 w 1023"/>
                  <a:gd name="T37" fmla="*/ 955 h 1154"/>
                  <a:gd name="T38" fmla="*/ 749 w 1023"/>
                  <a:gd name="T39" fmla="*/ 955 h 1154"/>
                  <a:gd name="T40" fmla="*/ 681 w 1023"/>
                  <a:gd name="T41" fmla="*/ 968 h 1154"/>
                  <a:gd name="T42" fmla="*/ 677 w 1023"/>
                  <a:gd name="T43" fmla="*/ 996 h 1154"/>
                  <a:gd name="T44" fmla="*/ 681 w 1023"/>
                  <a:gd name="T45" fmla="*/ 1056 h 1154"/>
                  <a:gd name="T46" fmla="*/ 673 w 1023"/>
                  <a:gd name="T47" fmla="*/ 1097 h 1154"/>
                  <a:gd name="T48" fmla="*/ 636 w 1023"/>
                  <a:gd name="T49" fmla="*/ 1102 h 1154"/>
                  <a:gd name="T50" fmla="*/ 591 w 1023"/>
                  <a:gd name="T51" fmla="*/ 1110 h 1154"/>
                  <a:gd name="T52" fmla="*/ 547 w 1023"/>
                  <a:gd name="T53" fmla="*/ 1151 h 1154"/>
                  <a:gd name="T54" fmla="*/ 495 w 1023"/>
                  <a:gd name="T55" fmla="*/ 1151 h 1154"/>
                  <a:gd name="T56" fmla="*/ 447 w 1023"/>
                  <a:gd name="T57" fmla="*/ 1146 h 1154"/>
                  <a:gd name="T58" fmla="*/ 374 w 1023"/>
                  <a:gd name="T59" fmla="*/ 1122 h 1154"/>
                  <a:gd name="T60" fmla="*/ 294 w 1023"/>
                  <a:gd name="T61" fmla="*/ 1130 h 1154"/>
                  <a:gd name="T62" fmla="*/ 213 w 1023"/>
                  <a:gd name="T63" fmla="*/ 1154 h 1154"/>
                  <a:gd name="T64" fmla="*/ 136 w 1023"/>
                  <a:gd name="T65" fmla="*/ 1137 h 1154"/>
                  <a:gd name="T66" fmla="*/ 84 w 1023"/>
                  <a:gd name="T67" fmla="*/ 1077 h 1154"/>
                  <a:gd name="T68" fmla="*/ 88 w 1023"/>
                  <a:gd name="T69" fmla="*/ 1012 h 1154"/>
                  <a:gd name="T70" fmla="*/ 68 w 1023"/>
                  <a:gd name="T71" fmla="*/ 932 h 1154"/>
                  <a:gd name="T72" fmla="*/ 57 w 1023"/>
                  <a:gd name="T73" fmla="*/ 826 h 1154"/>
                  <a:gd name="T74" fmla="*/ 32 w 1023"/>
                  <a:gd name="T75" fmla="*/ 729 h 1154"/>
                  <a:gd name="T76" fmla="*/ 0 w 1023"/>
                  <a:gd name="T77" fmla="*/ 584 h 1154"/>
                  <a:gd name="T78" fmla="*/ 4 w 1023"/>
                  <a:gd name="T79" fmla="*/ 437 h 1154"/>
                  <a:gd name="T80" fmla="*/ 4 w 1023"/>
                  <a:gd name="T81" fmla="*/ 307 h 1154"/>
                  <a:gd name="T82" fmla="*/ 12 w 1023"/>
                  <a:gd name="T83" fmla="*/ 218 h 1154"/>
                  <a:gd name="T84" fmla="*/ 32 w 1023"/>
                  <a:gd name="T85" fmla="*/ 178 h 1154"/>
                  <a:gd name="T86" fmla="*/ 77 w 1023"/>
                  <a:gd name="T87" fmla="*/ 145 h 1154"/>
                  <a:gd name="T88" fmla="*/ 129 w 1023"/>
                  <a:gd name="T89" fmla="*/ 92 h 1154"/>
                  <a:gd name="T90" fmla="*/ 189 w 1023"/>
                  <a:gd name="T91" fmla="*/ 60 h 1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23" h="1154">
                    <a:moveTo>
                      <a:pt x="189" y="60"/>
                    </a:moveTo>
                    <a:lnTo>
                      <a:pt x="221" y="0"/>
                    </a:lnTo>
                    <a:lnTo>
                      <a:pt x="471" y="104"/>
                    </a:lnTo>
                    <a:lnTo>
                      <a:pt x="482" y="185"/>
                    </a:lnTo>
                    <a:lnTo>
                      <a:pt x="503" y="214"/>
                    </a:lnTo>
                    <a:lnTo>
                      <a:pt x="531" y="246"/>
                    </a:lnTo>
                    <a:lnTo>
                      <a:pt x="547" y="304"/>
                    </a:lnTo>
                    <a:lnTo>
                      <a:pt x="603" y="437"/>
                    </a:lnTo>
                    <a:lnTo>
                      <a:pt x="648" y="595"/>
                    </a:lnTo>
                    <a:lnTo>
                      <a:pt x="668" y="700"/>
                    </a:lnTo>
                    <a:lnTo>
                      <a:pt x="869" y="704"/>
                    </a:lnTo>
                    <a:lnTo>
                      <a:pt x="902" y="725"/>
                    </a:lnTo>
                    <a:lnTo>
                      <a:pt x="994" y="725"/>
                    </a:lnTo>
                    <a:lnTo>
                      <a:pt x="1020" y="766"/>
                    </a:lnTo>
                    <a:lnTo>
                      <a:pt x="1023" y="814"/>
                    </a:lnTo>
                    <a:lnTo>
                      <a:pt x="1015" y="858"/>
                    </a:lnTo>
                    <a:lnTo>
                      <a:pt x="929" y="874"/>
                    </a:lnTo>
                    <a:lnTo>
                      <a:pt x="889" y="935"/>
                    </a:lnTo>
                    <a:lnTo>
                      <a:pt x="809" y="955"/>
                    </a:lnTo>
                    <a:lnTo>
                      <a:pt x="749" y="955"/>
                    </a:lnTo>
                    <a:lnTo>
                      <a:pt x="681" y="968"/>
                    </a:lnTo>
                    <a:lnTo>
                      <a:pt x="677" y="996"/>
                    </a:lnTo>
                    <a:lnTo>
                      <a:pt x="681" y="1056"/>
                    </a:lnTo>
                    <a:lnTo>
                      <a:pt x="673" y="1097"/>
                    </a:lnTo>
                    <a:lnTo>
                      <a:pt x="636" y="1102"/>
                    </a:lnTo>
                    <a:lnTo>
                      <a:pt x="591" y="1110"/>
                    </a:lnTo>
                    <a:lnTo>
                      <a:pt x="547" y="1151"/>
                    </a:lnTo>
                    <a:lnTo>
                      <a:pt x="495" y="1151"/>
                    </a:lnTo>
                    <a:lnTo>
                      <a:pt x="447" y="1146"/>
                    </a:lnTo>
                    <a:lnTo>
                      <a:pt x="374" y="1122"/>
                    </a:lnTo>
                    <a:lnTo>
                      <a:pt x="294" y="1130"/>
                    </a:lnTo>
                    <a:lnTo>
                      <a:pt x="213" y="1154"/>
                    </a:lnTo>
                    <a:lnTo>
                      <a:pt x="136" y="1137"/>
                    </a:lnTo>
                    <a:lnTo>
                      <a:pt x="84" y="1077"/>
                    </a:lnTo>
                    <a:lnTo>
                      <a:pt x="88" y="1012"/>
                    </a:lnTo>
                    <a:lnTo>
                      <a:pt x="68" y="932"/>
                    </a:lnTo>
                    <a:lnTo>
                      <a:pt x="57" y="826"/>
                    </a:lnTo>
                    <a:lnTo>
                      <a:pt x="32" y="729"/>
                    </a:lnTo>
                    <a:lnTo>
                      <a:pt x="0" y="584"/>
                    </a:lnTo>
                    <a:lnTo>
                      <a:pt x="4" y="437"/>
                    </a:lnTo>
                    <a:lnTo>
                      <a:pt x="4" y="307"/>
                    </a:lnTo>
                    <a:lnTo>
                      <a:pt x="12" y="218"/>
                    </a:lnTo>
                    <a:lnTo>
                      <a:pt x="32" y="178"/>
                    </a:lnTo>
                    <a:lnTo>
                      <a:pt x="77" y="145"/>
                    </a:lnTo>
                    <a:lnTo>
                      <a:pt x="129" y="92"/>
                    </a:lnTo>
                    <a:lnTo>
                      <a:pt x="189" y="60"/>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65" name="Freeform 136"/>
              <p:cNvSpPr>
                <a:spLocks noChangeArrowheads="1"/>
              </p:cNvSpPr>
              <p:nvPr/>
            </p:nvSpPr>
            <p:spPr bwMode="auto">
              <a:xfrm>
                <a:off x="2514" y="2141"/>
                <a:ext cx="92" cy="154"/>
              </a:xfrm>
              <a:custGeom>
                <a:avLst/>
                <a:gdLst>
                  <a:gd name="T0" fmla="*/ 562 w 646"/>
                  <a:gd name="T1" fmla="*/ 888 h 1075"/>
                  <a:gd name="T2" fmla="*/ 410 w 646"/>
                  <a:gd name="T3" fmla="*/ 877 h 1075"/>
                  <a:gd name="T4" fmla="*/ 280 w 646"/>
                  <a:gd name="T5" fmla="*/ 836 h 1075"/>
                  <a:gd name="T6" fmla="*/ 228 w 646"/>
                  <a:gd name="T7" fmla="*/ 740 h 1075"/>
                  <a:gd name="T8" fmla="*/ 244 w 646"/>
                  <a:gd name="T9" fmla="*/ 675 h 1075"/>
                  <a:gd name="T10" fmla="*/ 145 w 646"/>
                  <a:gd name="T11" fmla="*/ 538 h 1075"/>
                  <a:gd name="T12" fmla="*/ 237 w 646"/>
                  <a:gd name="T13" fmla="*/ 598 h 1075"/>
                  <a:gd name="T14" fmla="*/ 188 w 646"/>
                  <a:gd name="T15" fmla="*/ 477 h 1075"/>
                  <a:gd name="T16" fmla="*/ 108 w 646"/>
                  <a:gd name="T17" fmla="*/ 318 h 1075"/>
                  <a:gd name="T18" fmla="*/ 228 w 646"/>
                  <a:gd name="T19" fmla="*/ 452 h 1075"/>
                  <a:gd name="T20" fmla="*/ 244 w 646"/>
                  <a:gd name="T21" fmla="*/ 242 h 1075"/>
                  <a:gd name="T22" fmla="*/ 304 w 646"/>
                  <a:gd name="T23" fmla="*/ 169 h 1075"/>
                  <a:gd name="T24" fmla="*/ 390 w 646"/>
                  <a:gd name="T25" fmla="*/ 137 h 1075"/>
                  <a:gd name="T26" fmla="*/ 224 w 646"/>
                  <a:gd name="T27" fmla="*/ 80 h 1075"/>
                  <a:gd name="T28" fmla="*/ 149 w 646"/>
                  <a:gd name="T29" fmla="*/ 145 h 1075"/>
                  <a:gd name="T30" fmla="*/ 197 w 646"/>
                  <a:gd name="T31" fmla="*/ 80 h 1075"/>
                  <a:gd name="T32" fmla="*/ 289 w 646"/>
                  <a:gd name="T33" fmla="*/ 53 h 1075"/>
                  <a:gd name="T34" fmla="*/ 224 w 646"/>
                  <a:gd name="T35" fmla="*/ 28 h 1075"/>
                  <a:gd name="T36" fmla="*/ 168 w 646"/>
                  <a:gd name="T37" fmla="*/ 0 h 1075"/>
                  <a:gd name="T38" fmla="*/ 93 w 646"/>
                  <a:gd name="T39" fmla="*/ 60 h 1075"/>
                  <a:gd name="T40" fmla="*/ 25 w 646"/>
                  <a:gd name="T41" fmla="*/ 116 h 1075"/>
                  <a:gd name="T42" fmla="*/ 0 w 646"/>
                  <a:gd name="T43" fmla="*/ 215 h 1075"/>
                  <a:gd name="T44" fmla="*/ 4 w 646"/>
                  <a:gd name="T45" fmla="*/ 403 h 1075"/>
                  <a:gd name="T46" fmla="*/ 28 w 646"/>
                  <a:gd name="T47" fmla="*/ 626 h 1075"/>
                  <a:gd name="T48" fmla="*/ 65 w 646"/>
                  <a:gd name="T49" fmla="*/ 844 h 1075"/>
                  <a:gd name="T50" fmla="*/ 81 w 646"/>
                  <a:gd name="T51" fmla="*/ 982 h 1075"/>
                  <a:gd name="T52" fmla="*/ 117 w 646"/>
                  <a:gd name="T53" fmla="*/ 1046 h 1075"/>
                  <a:gd name="T54" fmla="*/ 201 w 646"/>
                  <a:gd name="T55" fmla="*/ 1075 h 1075"/>
                  <a:gd name="T56" fmla="*/ 257 w 646"/>
                  <a:gd name="T57" fmla="*/ 1059 h 1075"/>
                  <a:gd name="T58" fmla="*/ 300 w 646"/>
                  <a:gd name="T59" fmla="*/ 1003 h 1075"/>
                  <a:gd name="T60" fmla="*/ 318 w 646"/>
                  <a:gd name="T61" fmla="*/ 985 h 1075"/>
                  <a:gd name="T62" fmla="*/ 386 w 646"/>
                  <a:gd name="T63" fmla="*/ 1043 h 1075"/>
                  <a:gd name="T64" fmla="*/ 470 w 646"/>
                  <a:gd name="T65" fmla="*/ 1063 h 1075"/>
                  <a:gd name="T66" fmla="*/ 538 w 646"/>
                  <a:gd name="T67" fmla="*/ 1051 h 1075"/>
                  <a:gd name="T68" fmla="*/ 494 w 646"/>
                  <a:gd name="T69" fmla="*/ 1006 h 1075"/>
                  <a:gd name="T70" fmla="*/ 422 w 646"/>
                  <a:gd name="T71" fmla="*/ 929 h 1075"/>
                  <a:gd name="T72" fmla="*/ 534 w 646"/>
                  <a:gd name="T73" fmla="*/ 994 h 1075"/>
                  <a:gd name="T74" fmla="*/ 626 w 646"/>
                  <a:gd name="T75" fmla="*/ 1022 h 1075"/>
                  <a:gd name="T76" fmla="*/ 646 w 646"/>
                  <a:gd name="T77" fmla="*/ 982 h 10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46" h="1075">
                    <a:moveTo>
                      <a:pt x="646" y="901"/>
                    </a:moveTo>
                    <a:lnTo>
                      <a:pt x="562" y="888"/>
                    </a:lnTo>
                    <a:lnTo>
                      <a:pt x="490" y="884"/>
                    </a:lnTo>
                    <a:lnTo>
                      <a:pt x="410" y="877"/>
                    </a:lnTo>
                    <a:lnTo>
                      <a:pt x="321" y="864"/>
                    </a:lnTo>
                    <a:lnTo>
                      <a:pt x="280" y="836"/>
                    </a:lnTo>
                    <a:lnTo>
                      <a:pt x="172" y="700"/>
                    </a:lnTo>
                    <a:lnTo>
                      <a:pt x="228" y="740"/>
                    </a:lnTo>
                    <a:lnTo>
                      <a:pt x="265" y="772"/>
                    </a:lnTo>
                    <a:lnTo>
                      <a:pt x="244" y="675"/>
                    </a:lnTo>
                    <a:lnTo>
                      <a:pt x="204" y="638"/>
                    </a:lnTo>
                    <a:lnTo>
                      <a:pt x="145" y="538"/>
                    </a:lnTo>
                    <a:lnTo>
                      <a:pt x="201" y="585"/>
                    </a:lnTo>
                    <a:lnTo>
                      <a:pt x="237" y="598"/>
                    </a:lnTo>
                    <a:lnTo>
                      <a:pt x="228" y="529"/>
                    </a:lnTo>
                    <a:lnTo>
                      <a:pt x="188" y="477"/>
                    </a:lnTo>
                    <a:lnTo>
                      <a:pt x="149" y="437"/>
                    </a:lnTo>
                    <a:lnTo>
                      <a:pt x="108" y="318"/>
                    </a:lnTo>
                    <a:lnTo>
                      <a:pt x="184" y="416"/>
                    </a:lnTo>
                    <a:lnTo>
                      <a:pt x="228" y="452"/>
                    </a:lnTo>
                    <a:lnTo>
                      <a:pt x="233" y="302"/>
                    </a:lnTo>
                    <a:lnTo>
                      <a:pt x="244" y="242"/>
                    </a:lnTo>
                    <a:lnTo>
                      <a:pt x="269" y="215"/>
                    </a:lnTo>
                    <a:lnTo>
                      <a:pt x="304" y="169"/>
                    </a:lnTo>
                    <a:lnTo>
                      <a:pt x="361" y="149"/>
                    </a:lnTo>
                    <a:lnTo>
                      <a:pt x="390" y="137"/>
                    </a:lnTo>
                    <a:lnTo>
                      <a:pt x="310" y="60"/>
                    </a:lnTo>
                    <a:lnTo>
                      <a:pt x="224" y="80"/>
                    </a:lnTo>
                    <a:lnTo>
                      <a:pt x="168" y="113"/>
                    </a:lnTo>
                    <a:lnTo>
                      <a:pt x="149" y="145"/>
                    </a:lnTo>
                    <a:lnTo>
                      <a:pt x="164" y="96"/>
                    </a:lnTo>
                    <a:lnTo>
                      <a:pt x="197" y="80"/>
                    </a:lnTo>
                    <a:lnTo>
                      <a:pt x="249" y="60"/>
                    </a:lnTo>
                    <a:lnTo>
                      <a:pt x="289" y="53"/>
                    </a:lnTo>
                    <a:lnTo>
                      <a:pt x="265" y="39"/>
                    </a:lnTo>
                    <a:lnTo>
                      <a:pt x="224" y="28"/>
                    </a:lnTo>
                    <a:lnTo>
                      <a:pt x="188" y="15"/>
                    </a:lnTo>
                    <a:lnTo>
                      <a:pt x="168" y="0"/>
                    </a:lnTo>
                    <a:lnTo>
                      <a:pt x="121" y="32"/>
                    </a:lnTo>
                    <a:lnTo>
                      <a:pt x="93" y="60"/>
                    </a:lnTo>
                    <a:lnTo>
                      <a:pt x="65" y="96"/>
                    </a:lnTo>
                    <a:lnTo>
                      <a:pt x="25" y="116"/>
                    </a:lnTo>
                    <a:lnTo>
                      <a:pt x="16" y="154"/>
                    </a:lnTo>
                    <a:lnTo>
                      <a:pt x="0" y="215"/>
                    </a:lnTo>
                    <a:lnTo>
                      <a:pt x="0" y="307"/>
                    </a:lnTo>
                    <a:lnTo>
                      <a:pt x="4" y="403"/>
                    </a:lnTo>
                    <a:lnTo>
                      <a:pt x="7" y="513"/>
                    </a:lnTo>
                    <a:lnTo>
                      <a:pt x="28" y="626"/>
                    </a:lnTo>
                    <a:lnTo>
                      <a:pt x="52" y="744"/>
                    </a:lnTo>
                    <a:lnTo>
                      <a:pt x="65" y="844"/>
                    </a:lnTo>
                    <a:lnTo>
                      <a:pt x="85" y="917"/>
                    </a:lnTo>
                    <a:lnTo>
                      <a:pt x="81" y="982"/>
                    </a:lnTo>
                    <a:lnTo>
                      <a:pt x="89" y="1018"/>
                    </a:lnTo>
                    <a:lnTo>
                      <a:pt x="117" y="1046"/>
                    </a:lnTo>
                    <a:lnTo>
                      <a:pt x="153" y="1070"/>
                    </a:lnTo>
                    <a:lnTo>
                      <a:pt x="201" y="1075"/>
                    </a:lnTo>
                    <a:lnTo>
                      <a:pt x="224" y="1063"/>
                    </a:lnTo>
                    <a:lnTo>
                      <a:pt x="257" y="1059"/>
                    </a:lnTo>
                    <a:lnTo>
                      <a:pt x="334" y="1043"/>
                    </a:lnTo>
                    <a:lnTo>
                      <a:pt x="300" y="1003"/>
                    </a:lnTo>
                    <a:lnTo>
                      <a:pt x="265" y="944"/>
                    </a:lnTo>
                    <a:lnTo>
                      <a:pt x="318" y="985"/>
                    </a:lnTo>
                    <a:lnTo>
                      <a:pt x="357" y="1022"/>
                    </a:lnTo>
                    <a:lnTo>
                      <a:pt x="386" y="1043"/>
                    </a:lnTo>
                    <a:lnTo>
                      <a:pt x="426" y="1063"/>
                    </a:lnTo>
                    <a:lnTo>
                      <a:pt x="470" y="1063"/>
                    </a:lnTo>
                    <a:lnTo>
                      <a:pt x="513" y="1063"/>
                    </a:lnTo>
                    <a:lnTo>
                      <a:pt x="538" y="1051"/>
                    </a:lnTo>
                    <a:lnTo>
                      <a:pt x="550" y="1039"/>
                    </a:lnTo>
                    <a:lnTo>
                      <a:pt x="494" y="1006"/>
                    </a:lnTo>
                    <a:lnTo>
                      <a:pt x="438" y="954"/>
                    </a:lnTo>
                    <a:lnTo>
                      <a:pt x="422" y="929"/>
                    </a:lnTo>
                    <a:lnTo>
                      <a:pt x="466" y="941"/>
                    </a:lnTo>
                    <a:lnTo>
                      <a:pt x="534" y="994"/>
                    </a:lnTo>
                    <a:lnTo>
                      <a:pt x="562" y="1018"/>
                    </a:lnTo>
                    <a:lnTo>
                      <a:pt x="626" y="1022"/>
                    </a:lnTo>
                    <a:lnTo>
                      <a:pt x="646" y="1010"/>
                    </a:lnTo>
                    <a:lnTo>
                      <a:pt x="646" y="982"/>
                    </a:lnTo>
                    <a:lnTo>
                      <a:pt x="646" y="90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6" name="Freeform 137"/>
              <p:cNvSpPr>
                <a:spLocks noChangeArrowheads="1"/>
              </p:cNvSpPr>
              <p:nvPr/>
            </p:nvSpPr>
            <p:spPr bwMode="auto">
              <a:xfrm>
                <a:off x="2520" y="2218"/>
                <a:ext cx="27" cy="70"/>
              </a:xfrm>
              <a:custGeom>
                <a:avLst/>
                <a:gdLst>
                  <a:gd name="T0" fmla="*/ 188 w 188"/>
                  <a:gd name="T1" fmla="*/ 496 h 496"/>
                  <a:gd name="T2" fmla="*/ 155 w 188"/>
                  <a:gd name="T3" fmla="*/ 480 h 496"/>
                  <a:gd name="T4" fmla="*/ 120 w 188"/>
                  <a:gd name="T5" fmla="*/ 440 h 496"/>
                  <a:gd name="T6" fmla="*/ 89 w 188"/>
                  <a:gd name="T7" fmla="*/ 369 h 496"/>
                  <a:gd name="T8" fmla="*/ 72 w 188"/>
                  <a:gd name="T9" fmla="*/ 307 h 496"/>
                  <a:gd name="T10" fmla="*/ 48 w 188"/>
                  <a:gd name="T11" fmla="*/ 238 h 496"/>
                  <a:gd name="T12" fmla="*/ 37 w 188"/>
                  <a:gd name="T13" fmla="*/ 173 h 496"/>
                  <a:gd name="T14" fmla="*/ 17 w 188"/>
                  <a:gd name="T15" fmla="*/ 73 h 496"/>
                  <a:gd name="T16" fmla="*/ 0 w 188"/>
                  <a:gd name="T17" fmla="*/ 0 h 496"/>
                  <a:gd name="T18" fmla="*/ 41 w 188"/>
                  <a:gd name="T19" fmla="*/ 145 h 496"/>
                  <a:gd name="T20" fmla="*/ 72 w 188"/>
                  <a:gd name="T21" fmla="*/ 258 h 496"/>
                  <a:gd name="T22" fmla="*/ 108 w 188"/>
                  <a:gd name="T23" fmla="*/ 335 h 496"/>
                  <a:gd name="T24" fmla="*/ 164 w 188"/>
                  <a:gd name="T25" fmla="*/ 416 h 496"/>
                  <a:gd name="T26" fmla="*/ 188 w 188"/>
                  <a:gd name="T27" fmla="*/ 49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496">
                    <a:moveTo>
                      <a:pt x="188" y="496"/>
                    </a:moveTo>
                    <a:lnTo>
                      <a:pt x="155" y="480"/>
                    </a:lnTo>
                    <a:lnTo>
                      <a:pt x="120" y="440"/>
                    </a:lnTo>
                    <a:lnTo>
                      <a:pt x="89" y="369"/>
                    </a:lnTo>
                    <a:lnTo>
                      <a:pt x="72" y="307"/>
                    </a:lnTo>
                    <a:lnTo>
                      <a:pt x="48" y="238"/>
                    </a:lnTo>
                    <a:lnTo>
                      <a:pt x="37" y="173"/>
                    </a:lnTo>
                    <a:lnTo>
                      <a:pt x="17" y="73"/>
                    </a:lnTo>
                    <a:lnTo>
                      <a:pt x="0" y="0"/>
                    </a:lnTo>
                    <a:lnTo>
                      <a:pt x="41" y="145"/>
                    </a:lnTo>
                    <a:lnTo>
                      <a:pt x="72" y="258"/>
                    </a:lnTo>
                    <a:lnTo>
                      <a:pt x="108" y="335"/>
                    </a:lnTo>
                    <a:lnTo>
                      <a:pt x="164" y="416"/>
                    </a:lnTo>
                    <a:lnTo>
                      <a:pt x="188" y="49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7" name="Freeform 138"/>
              <p:cNvSpPr>
                <a:spLocks noChangeArrowheads="1"/>
              </p:cNvSpPr>
              <p:nvPr/>
            </p:nvSpPr>
            <p:spPr bwMode="auto">
              <a:xfrm>
                <a:off x="2548" y="2160"/>
                <a:ext cx="107" cy="107"/>
              </a:xfrm>
              <a:custGeom>
                <a:avLst/>
                <a:gdLst>
                  <a:gd name="T0" fmla="*/ 225 w 747"/>
                  <a:gd name="T1" fmla="*/ 27 h 747"/>
                  <a:gd name="T2" fmla="*/ 290 w 747"/>
                  <a:gd name="T3" fmla="*/ 137 h 747"/>
                  <a:gd name="T4" fmla="*/ 277 w 747"/>
                  <a:gd name="T5" fmla="*/ 244 h 747"/>
                  <a:gd name="T6" fmla="*/ 285 w 747"/>
                  <a:gd name="T7" fmla="*/ 366 h 747"/>
                  <a:gd name="T8" fmla="*/ 285 w 747"/>
                  <a:gd name="T9" fmla="*/ 399 h 747"/>
                  <a:gd name="T10" fmla="*/ 277 w 747"/>
                  <a:gd name="T11" fmla="*/ 440 h 747"/>
                  <a:gd name="T12" fmla="*/ 310 w 747"/>
                  <a:gd name="T13" fmla="*/ 468 h 747"/>
                  <a:gd name="T14" fmla="*/ 337 w 747"/>
                  <a:gd name="T15" fmla="*/ 500 h 747"/>
                  <a:gd name="T16" fmla="*/ 386 w 747"/>
                  <a:gd name="T17" fmla="*/ 500 h 747"/>
                  <a:gd name="T18" fmla="*/ 555 w 747"/>
                  <a:gd name="T19" fmla="*/ 508 h 747"/>
                  <a:gd name="T20" fmla="*/ 640 w 747"/>
                  <a:gd name="T21" fmla="*/ 533 h 747"/>
                  <a:gd name="T22" fmla="*/ 747 w 747"/>
                  <a:gd name="T23" fmla="*/ 561 h 747"/>
                  <a:gd name="T24" fmla="*/ 743 w 747"/>
                  <a:gd name="T25" fmla="*/ 646 h 747"/>
                  <a:gd name="T26" fmla="*/ 679 w 747"/>
                  <a:gd name="T27" fmla="*/ 628 h 747"/>
                  <a:gd name="T28" fmla="*/ 663 w 747"/>
                  <a:gd name="T29" fmla="*/ 588 h 747"/>
                  <a:gd name="T30" fmla="*/ 655 w 747"/>
                  <a:gd name="T31" fmla="*/ 662 h 747"/>
                  <a:gd name="T32" fmla="*/ 611 w 747"/>
                  <a:gd name="T33" fmla="*/ 718 h 747"/>
                  <a:gd name="T34" fmla="*/ 491 w 747"/>
                  <a:gd name="T35" fmla="*/ 743 h 747"/>
                  <a:gd name="T36" fmla="*/ 507 w 747"/>
                  <a:gd name="T37" fmla="*/ 702 h 747"/>
                  <a:gd name="T38" fmla="*/ 570 w 747"/>
                  <a:gd name="T39" fmla="*/ 628 h 747"/>
                  <a:gd name="T40" fmla="*/ 519 w 747"/>
                  <a:gd name="T41" fmla="*/ 597 h 747"/>
                  <a:gd name="T42" fmla="*/ 491 w 747"/>
                  <a:gd name="T43" fmla="*/ 666 h 747"/>
                  <a:gd name="T44" fmla="*/ 407 w 747"/>
                  <a:gd name="T45" fmla="*/ 739 h 747"/>
                  <a:gd name="T46" fmla="*/ 294 w 747"/>
                  <a:gd name="T47" fmla="*/ 739 h 747"/>
                  <a:gd name="T48" fmla="*/ 419 w 747"/>
                  <a:gd name="T49" fmla="*/ 653 h 747"/>
                  <a:gd name="T50" fmla="*/ 471 w 747"/>
                  <a:gd name="T51" fmla="*/ 597 h 747"/>
                  <a:gd name="T52" fmla="*/ 443 w 747"/>
                  <a:gd name="T53" fmla="*/ 568 h 747"/>
                  <a:gd name="T54" fmla="*/ 398 w 747"/>
                  <a:gd name="T55" fmla="*/ 625 h 747"/>
                  <a:gd name="T56" fmla="*/ 318 w 747"/>
                  <a:gd name="T57" fmla="*/ 687 h 747"/>
                  <a:gd name="T58" fmla="*/ 250 w 747"/>
                  <a:gd name="T59" fmla="*/ 722 h 747"/>
                  <a:gd name="T60" fmla="*/ 161 w 747"/>
                  <a:gd name="T61" fmla="*/ 730 h 747"/>
                  <a:gd name="T62" fmla="*/ 217 w 747"/>
                  <a:gd name="T63" fmla="*/ 687 h 747"/>
                  <a:gd name="T64" fmla="*/ 285 w 747"/>
                  <a:gd name="T65" fmla="*/ 628 h 747"/>
                  <a:gd name="T66" fmla="*/ 266 w 747"/>
                  <a:gd name="T67" fmla="*/ 597 h 747"/>
                  <a:gd name="T68" fmla="*/ 233 w 747"/>
                  <a:gd name="T69" fmla="*/ 649 h 747"/>
                  <a:gd name="T70" fmla="*/ 165 w 747"/>
                  <a:gd name="T71" fmla="*/ 699 h 747"/>
                  <a:gd name="T72" fmla="*/ 81 w 747"/>
                  <a:gd name="T73" fmla="*/ 706 h 747"/>
                  <a:gd name="T74" fmla="*/ 37 w 747"/>
                  <a:gd name="T75" fmla="*/ 636 h 747"/>
                  <a:gd name="T76" fmla="*/ 189 w 747"/>
                  <a:gd name="T77" fmla="*/ 613 h 747"/>
                  <a:gd name="T78" fmla="*/ 281 w 747"/>
                  <a:gd name="T79" fmla="*/ 558 h 747"/>
                  <a:gd name="T80" fmla="*/ 298 w 747"/>
                  <a:gd name="T81" fmla="*/ 508 h 747"/>
                  <a:gd name="T82" fmla="*/ 261 w 747"/>
                  <a:gd name="T83" fmla="*/ 533 h 747"/>
                  <a:gd name="T84" fmla="*/ 157 w 747"/>
                  <a:gd name="T85" fmla="*/ 601 h 747"/>
                  <a:gd name="T86" fmla="*/ 37 w 747"/>
                  <a:gd name="T87" fmla="*/ 636 h 747"/>
                  <a:gd name="T88" fmla="*/ 13 w 747"/>
                  <a:gd name="T89" fmla="*/ 492 h 747"/>
                  <a:gd name="T90" fmla="*/ 81 w 747"/>
                  <a:gd name="T91" fmla="*/ 476 h 747"/>
                  <a:gd name="T92" fmla="*/ 225 w 747"/>
                  <a:gd name="T93" fmla="*/ 488 h 747"/>
                  <a:gd name="T94" fmla="*/ 250 w 747"/>
                  <a:gd name="T95" fmla="*/ 460 h 747"/>
                  <a:gd name="T96" fmla="*/ 174 w 747"/>
                  <a:gd name="T97" fmla="*/ 472 h 747"/>
                  <a:gd name="T98" fmla="*/ 13 w 747"/>
                  <a:gd name="T99" fmla="*/ 440 h 747"/>
                  <a:gd name="T100" fmla="*/ 4 w 747"/>
                  <a:gd name="T101" fmla="*/ 310 h 747"/>
                  <a:gd name="T102" fmla="*/ 9 w 747"/>
                  <a:gd name="T103" fmla="*/ 169 h 747"/>
                  <a:gd name="T104" fmla="*/ 89 w 747"/>
                  <a:gd name="T105" fmla="*/ 97 h 747"/>
                  <a:gd name="T106" fmla="*/ 9 w 747"/>
                  <a:gd name="T107" fmla="*/ 129 h 747"/>
                  <a:gd name="T108" fmla="*/ 53 w 747"/>
                  <a:gd name="T109" fmla="*/ 43 h 747"/>
                  <a:gd name="T110" fmla="*/ 138 w 747"/>
                  <a:gd name="T111" fmla="*/ 0 h 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47" h="747">
                    <a:moveTo>
                      <a:pt x="138" y="0"/>
                    </a:moveTo>
                    <a:lnTo>
                      <a:pt x="225" y="27"/>
                    </a:lnTo>
                    <a:lnTo>
                      <a:pt x="266" y="63"/>
                    </a:lnTo>
                    <a:lnTo>
                      <a:pt x="290" y="137"/>
                    </a:lnTo>
                    <a:lnTo>
                      <a:pt x="290" y="204"/>
                    </a:lnTo>
                    <a:lnTo>
                      <a:pt x="277" y="244"/>
                    </a:lnTo>
                    <a:lnTo>
                      <a:pt x="285" y="314"/>
                    </a:lnTo>
                    <a:lnTo>
                      <a:pt x="285" y="366"/>
                    </a:lnTo>
                    <a:lnTo>
                      <a:pt x="273" y="379"/>
                    </a:lnTo>
                    <a:lnTo>
                      <a:pt x="285" y="399"/>
                    </a:lnTo>
                    <a:lnTo>
                      <a:pt x="294" y="419"/>
                    </a:lnTo>
                    <a:lnTo>
                      <a:pt x="277" y="440"/>
                    </a:lnTo>
                    <a:lnTo>
                      <a:pt x="277" y="460"/>
                    </a:lnTo>
                    <a:lnTo>
                      <a:pt x="310" y="468"/>
                    </a:lnTo>
                    <a:lnTo>
                      <a:pt x="306" y="488"/>
                    </a:lnTo>
                    <a:lnTo>
                      <a:pt x="337" y="500"/>
                    </a:lnTo>
                    <a:lnTo>
                      <a:pt x="367" y="492"/>
                    </a:lnTo>
                    <a:lnTo>
                      <a:pt x="386" y="500"/>
                    </a:lnTo>
                    <a:lnTo>
                      <a:pt x="475" y="513"/>
                    </a:lnTo>
                    <a:lnTo>
                      <a:pt x="555" y="508"/>
                    </a:lnTo>
                    <a:lnTo>
                      <a:pt x="606" y="513"/>
                    </a:lnTo>
                    <a:lnTo>
                      <a:pt x="640" y="533"/>
                    </a:lnTo>
                    <a:lnTo>
                      <a:pt x="720" y="533"/>
                    </a:lnTo>
                    <a:lnTo>
                      <a:pt x="747" y="561"/>
                    </a:lnTo>
                    <a:lnTo>
                      <a:pt x="747" y="592"/>
                    </a:lnTo>
                    <a:lnTo>
                      <a:pt x="743" y="646"/>
                    </a:lnTo>
                    <a:lnTo>
                      <a:pt x="679" y="662"/>
                    </a:lnTo>
                    <a:lnTo>
                      <a:pt x="679" y="628"/>
                    </a:lnTo>
                    <a:lnTo>
                      <a:pt x="675" y="601"/>
                    </a:lnTo>
                    <a:lnTo>
                      <a:pt x="663" y="588"/>
                    </a:lnTo>
                    <a:lnTo>
                      <a:pt x="659" y="621"/>
                    </a:lnTo>
                    <a:lnTo>
                      <a:pt x="655" y="662"/>
                    </a:lnTo>
                    <a:lnTo>
                      <a:pt x="640" y="687"/>
                    </a:lnTo>
                    <a:lnTo>
                      <a:pt x="611" y="718"/>
                    </a:lnTo>
                    <a:lnTo>
                      <a:pt x="544" y="734"/>
                    </a:lnTo>
                    <a:lnTo>
                      <a:pt x="491" y="743"/>
                    </a:lnTo>
                    <a:lnTo>
                      <a:pt x="430" y="747"/>
                    </a:lnTo>
                    <a:lnTo>
                      <a:pt x="507" y="702"/>
                    </a:lnTo>
                    <a:lnTo>
                      <a:pt x="559" y="662"/>
                    </a:lnTo>
                    <a:lnTo>
                      <a:pt x="570" y="628"/>
                    </a:lnTo>
                    <a:lnTo>
                      <a:pt x="563" y="601"/>
                    </a:lnTo>
                    <a:lnTo>
                      <a:pt x="519" y="597"/>
                    </a:lnTo>
                    <a:lnTo>
                      <a:pt x="503" y="628"/>
                    </a:lnTo>
                    <a:lnTo>
                      <a:pt x="491" y="666"/>
                    </a:lnTo>
                    <a:lnTo>
                      <a:pt x="450" y="706"/>
                    </a:lnTo>
                    <a:lnTo>
                      <a:pt x="407" y="739"/>
                    </a:lnTo>
                    <a:lnTo>
                      <a:pt x="362" y="743"/>
                    </a:lnTo>
                    <a:lnTo>
                      <a:pt x="294" y="739"/>
                    </a:lnTo>
                    <a:lnTo>
                      <a:pt x="367" y="681"/>
                    </a:lnTo>
                    <a:lnTo>
                      <a:pt x="419" y="653"/>
                    </a:lnTo>
                    <a:lnTo>
                      <a:pt x="458" y="621"/>
                    </a:lnTo>
                    <a:lnTo>
                      <a:pt x="471" y="597"/>
                    </a:lnTo>
                    <a:lnTo>
                      <a:pt x="468" y="572"/>
                    </a:lnTo>
                    <a:lnTo>
                      <a:pt x="443" y="568"/>
                    </a:lnTo>
                    <a:lnTo>
                      <a:pt x="415" y="592"/>
                    </a:lnTo>
                    <a:lnTo>
                      <a:pt x="398" y="625"/>
                    </a:lnTo>
                    <a:lnTo>
                      <a:pt x="362" y="666"/>
                    </a:lnTo>
                    <a:lnTo>
                      <a:pt x="318" y="687"/>
                    </a:lnTo>
                    <a:lnTo>
                      <a:pt x="285" y="706"/>
                    </a:lnTo>
                    <a:lnTo>
                      <a:pt x="250" y="722"/>
                    </a:lnTo>
                    <a:lnTo>
                      <a:pt x="209" y="730"/>
                    </a:lnTo>
                    <a:lnTo>
                      <a:pt x="161" y="730"/>
                    </a:lnTo>
                    <a:lnTo>
                      <a:pt x="115" y="721"/>
                    </a:lnTo>
                    <a:lnTo>
                      <a:pt x="217" y="687"/>
                    </a:lnTo>
                    <a:lnTo>
                      <a:pt x="257" y="666"/>
                    </a:lnTo>
                    <a:lnTo>
                      <a:pt x="285" y="628"/>
                    </a:lnTo>
                    <a:lnTo>
                      <a:pt x="290" y="597"/>
                    </a:lnTo>
                    <a:lnTo>
                      <a:pt x="266" y="597"/>
                    </a:lnTo>
                    <a:lnTo>
                      <a:pt x="254" y="625"/>
                    </a:lnTo>
                    <a:lnTo>
                      <a:pt x="233" y="649"/>
                    </a:lnTo>
                    <a:lnTo>
                      <a:pt x="201" y="674"/>
                    </a:lnTo>
                    <a:lnTo>
                      <a:pt x="165" y="699"/>
                    </a:lnTo>
                    <a:lnTo>
                      <a:pt x="117" y="719"/>
                    </a:lnTo>
                    <a:lnTo>
                      <a:pt x="81" y="706"/>
                    </a:lnTo>
                    <a:lnTo>
                      <a:pt x="65" y="687"/>
                    </a:lnTo>
                    <a:lnTo>
                      <a:pt x="37" y="636"/>
                    </a:lnTo>
                    <a:lnTo>
                      <a:pt x="89" y="625"/>
                    </a:lnTo>
                    <a:lnTo>
                      <a:pt x="189" y="613"/>
                    </a:lnTo>
                    <a:lnTo>
                      <a:pt x="250" y="585"/>
                    </a:lnTo>
                    <a:lnTo>
                      <a:pt x="281" y="558"/>
                    </a:lnTo>
                    <a:lnTo>
                      <a:pt x="294" y="525"/>
                    </a:lnTo>
                    <a:lnTo>
                      <a:pt x="298" y="508"/>
                    </a:lnTo>
                    <a:lnTo>
                      <a:pt x="281" y="508"/>
                    </a:lnTo>
                    <a:lnTo>
                      <a:pt x="261" y="533"/>
                    </a:lnTo>
                    <a:lnTo>
                      <a:pt x="229" y="576"/>
                    </a:lnTo>
                    <a:lnTo>
                      <a:pt x="157" y="601"/>
                    </a:lnTo>
                    <a:lnTo>
                      <a:pt x="89" y="622"/>
                    </a:lnTo>
                    <a:lnTo>
                      <a:pt x="37" y="636"/>
                    </a:lnTo>
                    <a:lnTo>
                      <a:pt x="17" y="553"/>
                    </a:lnTo>
                    <a:lnTo>
                      <a:pt x="13" y="492"/>
                    </a:lnTo>
                    <a:lnTo>
                      <a:pt x="13" y="439"/>
                    </a:lnTo>
                    <a:lnTo>
                      <a:pt x="81" y="476"/>
                    </a:lnTo>
                    <a:lnTo>
                      <a:pt x="161" y="492"/>
                    </a:lnTo>
                    <a:lnTo>
                      <a:pt x="225" y="488"/>
                    </a:lnTo>
                    <a:lnTo>
                      <a:pt x="242" y="481"/>
                    </a:lnTo>
                    <a:lnTo>
                      <a:pt x="250" y="460"/>
                    </a:lnTo>
                    <a:lnTo>
                      <a:pt x="213" y="460"/>
                    </a:lnTo>
                    <a:lnTo>
                      <a:pt x="174" y="472"/>
                    </a:lnTo>
                    <a:lnTo>
                      <a:pt x="79" y="476"/>
                    </a:lnTo>
                    <a:lnTo>
                      <a:pt x="13" y="440"/>
                    </a:lnTo>
                    <a:lnTo>
                      <a:pt x="9" y="363"/>
                    </a:lnTo>
                    <a:lnTo>
                      <a:pt x="4" y="310"/>
                    </a:lnTo>
                    <a:lnTo>
                      <a:pt x="0" y="258"/>
                    </a:lnTo>
                    <a:lnTo>
                      <a:pt x="9" y="169"/>
                    </a:lnTo>
                    <a:lnTo>
                      <a:pt x="29" y="137"/>
                    </a:lnTo>
                    <a:lnTo>
                      <a:pt x="89" y="97"/>
                    </a:lnTo>
                    <a:lnTo>
                      <a:pt x="70" y="101"/>
                    </a:lnTo>
                    <a:lnTo>
                      <a:pt x="9" y="129"/>
                    </a:lnTo>
                    <a:lnTo>
                      <a:pt x="33" y="72"/>
                    </a:lnTo>
                    <a:lnTo>
                      <a:pt x="53" y="43"/>
                    </a:lnTo>
                    <a:lnTo>
                      <a:pt x="70" y="23"/>
                    </a:lnTo>
                    <a:lnTo>
                      <a:pt x="138"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8" name="Freeform 139"/>
              <p:cNvSpPr>
                <a:spLocks noChangeArrowheads="1"/>
              </p:cNvSpPr>
              <p:nvPr/>
            </p:nvSpPr>
            <p:spPr bwMode="auto">
              <a:xfrm>
                <a:off x="2555" y="2200"/>
                <a:ext cx="27" cy="24"/>
              </a:xfrm>
              <a:custGeom>
                <a:avLst/>
                <a:gdLst>
                  <a:gd name="T0" fmla="*/ 188 w 188"/>
                  <a:gd name="T1" fmla="*/ 0 h 168"/>
                  <a:gd name="T2" fmla="*/ 188 w 188"/>
                  <a:gd name="T3" fmla="*/ 13 h 168"/>
                  <a:gd name="T4" fmla="*/ 163 w 188"/>
                  <a:gd name="T5" fmla="*/ 46 h 168"/>
                  <a:gd name="T6" fmla="*/ 141 w 188"/>
                  <a:gd name="T7" fmla="*/ 64 h 168"/>
                  <a:gd name="T8" fmla="*/ 90 w 188"/>
                  <a:gd name="T9" fmla="*/ 101 h 168"/>
                  <a:gd name="T10" fmla="*/ 69 w 188"/>
                  <a:gd name="T11" fmla="*/ 117 h 168"/>
                  <a:gd name="T12" fmla="*/ 23 w 188"/>
                  <a:gd name="T13" fmla="*/ 153 h 168"/>
                  <a:gd name="T14" fmla="*/ 74 w 188"/>
                  <a:gd name="T15" fmla="*/ 136 h 168"/>
                  <a:gd name="T16" fmla="*/ 125 w 188"/>
                  <a:gd name="T17" fmla="*/ 121 h 168"/>
                  <a:gd name="T18" fmla="*/ 177 w 188"/>
                  <a:gd name="T19" fmla="*/ 117 h 168"/>
                  <a:gd name="T20" fmla="*/ 173 w 188"/>
                  <a:gd name="T21" fmla="*/ 132 h 168"/>
                  <a:gd name="T22" fmla="*/ 90 w 188"/>
                  <a:gd name="T23" fmla="*/ 148 h 168"/>
                  <a:gd name="T24" fmla="*/ 47 w 188"/>
                  <a:gd name="T25" fmla="*/ 165 h 168"/>
                  <a:gd name="T26" fmla="*/ 23 w 188"/>
                  <a:gd name="T27" fmla="*/ 168 h 168"/>
                  <a:gd name="T28" fmla="*/ 2 w 188"/>
                  <a:gd name="T29" fmla="*/ 162 h 168"/>
                  <a:gd name="T30" fmla="*/ 0 w 188"/>
                  <a:gd name="T31" fmla="*/ 142 h 168"/>
                  <a:gd name="T32" fmla="*/ 17 w 188"/>
                  <a:gd name="T33" fmla="*/ 127 h 168"/>
                  <a:gd name="T34" fmla="*/ 40 w 188"/>
                  <a:gd name="T35" fmla="*/ 105 h 168"/>
                  <a:gd name="T36" fmla="*/ 67 w 188"/>
                  <a:gd name="T37" fmla="*/ 72 h 168"/>
                  <a:gd name="T38" fmla="*/ 96 w 188"/>
                  <a:gd name="T39" fmla="*/ 36 h 168"/>
                  <a:gd name="T40" fmla="*/ 130 w 188"/>
                  <a:gd name="T41" fmla="*/ 11 h 168"/>
                  <a:gd name="T42" fmla="*/ 165 w 188"/>
                  <a:gd name="T43" fmla="*/ 2 h 168"/>
                  <a:gd name="T44" fmla="*/ 188 w 188"/>
                  <a:gd name="T4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8" h="168">
                    <a:moveTo>
                      <a:pt x="188" y="0"/>
                    </a:moveTo>
                    <a:lnTo>
                      <a:pt x="188" y="13"/>
                    </a:lnTo>
                    <a:lnTo>
                      <a:pt x="163" y="46"/>
                    </a:lnTo>
                    <a:lnTo>
                      <a:pt x="141" y="64"/>
                    </a:lnTo>
                    <a:lnTo>
                      <a:pt x="90" y="101"/>
                    </a:lnTo>
                    <a:lnTo>
                      <a:pt x="69" y="117"/>
                    </a:lnTo>
                    <a:lnTo>
                      <a:pt x="23" y="153"/>
                    </a:lnTo>
                    <a:lnTo>
                      <a:pt x="74" y="136"/>
                    </a:lnTo>
                    <a:lnTo>
                      <a:pt x="125" y="121"/>
                    </a:lnTo>
                    <a:lnTo>
                      <a:pt x="177" y="117"/>
                    </a:lnTo>
                    <a:lnTo>
                      <a:pt x="173" y="132"/>
                    </a:lnTo>
                    <a:lnTo>
                      <a:pt x="90" y="148"/>
                    </a:lnTo>
                    <a:lnTo>
                      <a:pt x="47" y="165"/>
                    </a:lnTo>
                    <a:lnTo>
                      <a:pt x="23" y="168"/>
                    </a:lnTo>
                    <a:lnTo>
                      <a:pt x="2" y="162"/>
                    </a:lnTo>
                    <a:lnTo>
                      <a:pt x="0" y="142"/>
                    </a:lnTo>
                    <a:lnTo>
                      <a:pt x="17" y="127"/>
                    </a:lnTo>
                    <a:lnTo>
                      <a:pt x="40" y="105"/>
                    </a:lnTo>
                    <a:lnTo>
                      <a:pt x="67" y="72"/>
                    </a:lnTo>
                    <a:lnTo>
                      <a:pt x="96" y="36"/>
                    </a:lnTo>
                    <a:lnTo>
                      <a:pt x="130" y="11"/>
                    </a:lnTo>
                    <a:lnTo>
                      <a:pt x="165" y="2"/>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9" name="Freeform 140"/>
              <p:cNvSpPr>
                <a:spLocks noChangeArrowheads="1"/>
              </p:cNvSpPr>
              <p:nvPr/>
            </p:nvSpPr>
            <p:spPr bwMode="auto">
              <a:xfrm>
                <a:off x="2556" y="2180"/>
                <a:ext cx="25" cy="32"/>
              </a:xfrm>
              <a:custGeom>
                <a:avLst/>
                <a:gdLst>
                  <a:gd name="T0" fmla="*/ 139 w 171"/>
                  <a:gd name="T1" fmla="*/ 0 h 221"/>
                  <a:gd name="T2" fmla="*/ 163 w 171"/>
                  <a:gd name="T3" fmla="*/ 4 h 221"/>
                  <a:gd name="T4" fmla="*/ 171 w 171"/>
                  <a:gd name="T5" fmla="*/ 24 h 221"/>
                  <a:gd name="T6" fmla="*/ 169 w 171"/>
                  <a:gd name="T7" fmla="*/ 42 h 221"/>
                  <a:gd name="T8" fmla="*/ 155 w 171"/>
                  <a:gd name="T9" fmla="*/ 64 h 221"/>
                  <a:gd name="T10" fmla="*/ 136 w 171"/>
                  <a:gd name="T11" fmla="*/ 70 h 221"/>
                  <a:gd name="T12" fmla="*/ 98 w 171"/>
                  <a:gd name="T13" fmla="*/ 95 h 221"/>
                  <a:gd name="T14" fmla="*/ 61 w 171"/>
                  <a:gd name="T15" fmla="*/ 126 h 221"/>
                  <a:gd name="T16" fmla="*/ 37 w 171"/>
                  <a:gd name="T17" fmla="*/ 166 h 221"/>
                  <a:gd name="T18" fmla="*/ 8 w 171"/>
                  <a:gd name="T19" fmla="*/ 208 h 221"/>
                  <a:gd name="T20" fmla="*/ 0 w 171"/>
                  <a:gd name="T21" fmla="*/ 221 h 221"/>
                  <a:gd name="T22" fmla="*/ 8 w 171"/>
                  <a:gd name="T23" fmla="*/ 171 h 221"/>
                  <a:gd name="T24" fmla="*/ 15 w 171"/>
                  <a:gd name="T25" fmla="*/ 127 h 221"/>
                  <a:gd name="T26" fmla="*/ 28 w 171"/>
                  <a:gd name="T27" fmla="*/ 89 h 221"/>
                  <a:gd name="T28" fmla="*/ 51 w 171"/>
                  <a:gd name="T29" fmla="*/ 54 h 221"/>
                  <a:gd name="T30" fmla="*/ 114 w 171"/>
                  <a:gd name="T31" fmla="*/ 6 h 221"/>
                  <a:gd name="T32" fmla="*/ 139 w 171"/>
                  <a:gd name="T33"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1" h="221">
                    <a:moveTo>
                      <a:pt x="139" y="0"/>
                    </a:moveTo>
                    <a:lnTo>
                      <a:pt x="163" y="4"/>
                    </a:lnTo>
                    <a:lnTo>
                      <a:pt x="171" y="24"/>
                    </a:lnTo>
                    <a:lnTo>
                      <a:pt x="169" y="42"/>
                    </a:lnTo>
                    <a:lnTo>
                      <a:pt x="155" y="64"/>
                    </a:lnTo>
                    <a:lnTo>
                      <a:pt x="136" y="70"/>
                    </a:lnTo>
                    <a:lnTo>
                      <a:pt x="98" y="95"/>
                    </a:lnTo>
                    <a:lnTo>
                      <a:pt x="61" y="126"/>
                    </a:lnTo>
                    <a:lnTo>
                      <a:pt x="37" y="166"/>
                    </a:lnTo>
                    <a:lnTo>
                      <a:pt x="8" y="208"/>
                    </a:lnTo>
                    <a:lnTo>
                      <a:pt x="0" y="221"/>
                    </a:lnTo>
                    <a:lnTo>
                      <a:pt x="8" y="171"/>
                    </a:lnTo>
                    <a:lnTo>
                      <a:pt x="15" y="127"/>
                    </a:lnTo>
                    <a:lnTo>
                      <a:pt x="28" y="89"/>
                    </a:lnTo>
                    <a:lnTo>
                      <a:pt x="51" y="54"/>
                    </a:lnTo>
                    <a:lnTo>
                      <a:pt x="114" y="6"/>
                    </a:lnTo>
                    <a:lnTo>
                      <a:pt x="13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0" name="Freeform 141"/>
              <p:cNvSpPr>
                <a:spLocks noChangeArrowheads="1"/>
              </p:cNvSpPr>
              <p:nvPr/>
            </p:nvSpPr>
            <p:spPr bwMode="auto">
              <a:xfrm>
                <a:off x="2559" y="2149"/>
                <a:ext cx="26" cy="18"/>
              </a:xfrm>
              <a:custGeom>
                <a:avLst/>
                <a:gdLst>
                  <a:gd name="T0" fmla="*/ 182 w 182"/>
                  <a:gd name="T1" fmla="*/ 127 h 127"/>
                  <a:gd name="T2" fmla="*/ 150 w 182"/>
                  <a:gd name="T3" fmla="*/ 99 h 127"/>
                  <a:gd name="T4" fmla="*/ 98 w 182"/>
                  <a:gd name="T5" fmla="*/ 80 h 127"/>
                  <a:gd name="T6" fmla="*/ 63 w 182"/>
                  <a:gd name="T7" fmla="*/ 70 h 127"/>
                  <a:gd name="T8" fmla="*/ 0 w 182"/>
                  <a:gd name="T9" fmla="*/ 0 h 127"/>
                  <a:gd name="T10" fmla="*/ 47 w 182"/>
                  <a:gd name="T11" fmla="*/ 27 h 127"/>
                  <a:gd name="T12" fmla="*/ 91 w 182"/>
                  <a:gd name="T13" fmla="*/ 46 h 127"/>
                  <a:gd name="T14" fmla="*/ 123 w 182"/>
                  <a:gd name="T15" fmla="*/ 62 h 127"/>
                  <a:gd name="T16" fmla="*/ 138 w 182"/>
                  <a:gd name="T17" fmla="*/ 80 h 127"/>
                  <a:gd name="T18" fmla="*/ 182 w 182"/>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127">
                    <a:moveTo>
                      <a:pt x="182" y="127"/>
                    </a:moveTo>
                    <a:lnTo>
                      <a:pt x="150" y="99"/>
                    </a:lnTo>
                    <a:lnTo>
                      <a:pt x="98" y="80"/>
                    </a:lnTo>
                    <a:lnTo>
                      <a:pt x="63" y="70"/>
                    </a:lnTo>
                    <a:lnTo>
                      <a:pt x="0" y="0"/>
                    </a:lnTo>
                    <a:lnTo>
                      <a:pt x="47" y="27"/>
                    </a:lnTo>
                    <a:lnTo>
                      <a:pt x="91" y="46"/>
                    </a:lnTo>
                    <a:lnTo>
                      <a:pt x="123" y="62"/>
                    </a:lnTo>
                    <a:lnTo>
                      <a:pt x="138" y="80"/>
                    </a:lnTo>
                    <a:lnTo>
                      <a:pt x="182" y="12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1" name="Freeform 142"/>
              <p:cNvSpPr>
                <a:spLocks noChangeArrowheads="1"/>
              </p:cNvSpPr>
              <p:nvPr/>
            </p:nvSpPr>
            <p:spPr bwMode="auto">
              <a:xfrm>
                <a:off x="2590" y="2182"/>
                <a:ext cx="15" cy="48"/>
              </a:xfrm>
              <a:custGeom>
                <a:avLst/>
                <a:gdLst>
                  <a:gd name="T0" fmla="*/ 102 w 102"/>
                  <a:gd name="T1" fmla="*/ 331 h 331"/>
                  <a:gd name="T2" fmla="*/ 51 w 102"/>
                  <a:gd name="T3" fmla="*/ 331 h 331"/>
                  <a:gd name="T4" fmla="*/ 35 w 102"/>
                  <a:gd name="T5" fmla="*/ 327 h 331"/>
                  <a:gd name="T6" fmla="*/ 35 w 102"/>
                  <a:gd name="T7" fmla="*/ 314 h 331"/>
                  <a:gd name="T8" fmla="*/ 24 w 102"/>
                  <a:gd name="T9" fmla="*/ 302 h 331"/>
                  <a:gd name="T10" fmla="*/ 8 w 102"/>
                  <a:gd name="T11" fmla="*/ 290 h 331"/>
                  <a:gd name="T12" fmla="*/ 16 w 102"/>
                  <a:gd name="T13" fmla="*/ 278 h 331"/>
                  <a:gd name="T14" fmla="*/ 16 w 102"/>
                  <a:gd name="T15" fmla="*/ 261 h 331"/>
                  <a:gd name="T16" fmla="*/ 4 w 102"/>
                  <a:gd name="T17" fmla="*/ 242 h 331"/>
                  <a:gd name="T18" fmla="*/ 4 w 102"/>
                  <a:gd name="T19" fmla="*/ 221 h 331"/>
                  <a:gd name="T20" fmla="*/ 12 w 102"/>
                  <a:gd name="T21" fmla="*/ 197 h 331"/>
                  <a:gd name="T22" fmla="*/ 12 w 102"/>
                  <a:gd name="T23" fmla="*/ 145 h 331"/>
                  <a:gd name="T24" fmla="*/ 0 w 102"/>
                  <a:gd name="T25" fmla="*/ 96 h 331"/>
                  <a:gd name="T26" fmla="*/ 4 w 102"/>
                  <a:gd name="T27" fmla="*/ 61 h 331"/>
                  <a:gd name="T28" fmla="*/ 4 w 102"/>
                  <a:gd name="T29" fmla="*/ 0 h 331"/>
                  <a:gd name="T30" fmla="*/ 35 w 102"/>
                  <a:gd name="T31" fmla="*/ 91 h 331"/>
                  <a:gd name="T32" fmla="*/ 63 w 102"/>
                  <a:gd name="T33" fmla="*/ 177 h 331"/>
                  <a:gd name="T34" fmla="*/ 82 w 102"/>
                  <a:gd name="T35" fmla="*/ 269 h 331"/>
                  <a:gd name="T36" fmla="*/ 102 w 102"/>
                  <a:gd name="T37"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 h="331">
                    <a:moveTo>
                      <a:pt x="102" y="331"/>
                    </a:moveTo>
                    <a:lnTo>
                      <a:pt x="51" y="331"/>
                    </a:lnTo>
                    <a:lnTo>
                      <a:pt x="35" y="327"/>
                    </a:lnTo>
                    <a:lnTo>
                      <a:pt x="35" y="314"/>
                    </a:lnTo>
                    <a:lnTo>
                      <a:pt x="24" y="302"/>
                    </a:lnTo>
                    <a:lnTo>
                      <a:pt x="8" y="290"/>
                    </a:lnTo>
                    <a:lnTo>
                      <a:pt x="16" y="278"/>
                    </a:lnTo>
                    <a:lnTo>
                      <a:pt x="16" y="261"/>
                    </a:lnTo>
                    <a:lnTo>
                      <a:pt x="4" y="242"/>
                    </a:lnTo>
                    <a:lnTo>
                      <a:pt x="4" y="221"/>
                    </a:lnTo>
                    <a:lnTo>
                      <a:pt x="12" y="197"/>
                    </a:lnTo>
                    <a:lnTo>
                      <a:pt x="12" y="145"/>
                    </a:lnTo>
                    <a:lnTo>
                      <a:pt x="0" y="96"/>
                    </a:lnTo>
                    <a:lnTo>
                      <a:pt x="4" y="61"/>
                    </a:lnTo>
                    <a:lnTo>
                      <a:pt x="4" y="0"/>
                    </a:lnTo>
                    <a:lnTo>
                      <a:pt x="35" y="91"/>
                    </a:lnTo>
                    <a:lnTo>
                      <a:pt x="63" y="177"/>
                    </a:lnTo>
                    <a:lnTo>
                      <a:pt x="82" y="269"/>
                    </a:lnTo>
                    <a:lnTo>
                      <a:pt x="102" y="33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2" name="Freeform 143"/>
              <p:cNvSpPr>
                <a:spLocks noChangeArrowheads="1"/>
              </p:cNvSpPr>
              <p:nvPr/>
            </p:nvSpPr>
            <p:spPr bwMode="auto">
              <a:xfrm>
                <a:off x="2557" y="2233"/>
                <a:ext cx="26" cy="9"/>
              </a:xfrm>
              <a:custGeom>
                <a:avLst/>
                <a:gdLst>
                  <a:gd name="T0" fmla="*/ 38 w 185"/>
                  <a:gd name="T1" fmla="*/ 30 h 62"/>
                  <a:gd name="T2" fmla="*/ 78 w 185"/>
                  <a:gd name="T3" fmla="*/ 13 h 62"/>
                  <a:gd name="T4" fmla="*/ 115 w 185"/>
                  <a:gd name="T5" fmla="*/ 3 h 62"/>
                  <a:gd name="T6" fmla="*/ 164 w 185"/>
                  <a:gd name="T7" fmla="*/ 0 h 62"/>
                  <a:gd name="T8" fmla="*/ 185 w 185"/>
                  <a:gd name="T9" fmla="*/ 4 h 62"/>
                  <a:gd name="T10" fmla="*/ 176 w 185"/>
                  <a:gd name="T11" fmla="*/ 23 h 62"/>
                  <a:gd name="T12" fmla="*/ 156 w 185"/>
                  <a:gd name="T13" fmla="*/ 38 h 62"/>
                  <a:gd name="T14" fmla="*/ 113 w 185"/>
                  <a:gd name="T15" fmla="*/ 51 h 62"/>
                  <a:gd name="T16" fmla="*/ 45 w 185"/>
                  <a:gd name="T17" fmla="*/ 62 h 62"/>
                  <a:gd name="T18" fmla="*/ 0 w 185"/>
                  <a:gd name="T19" fmla="*/ 58 h 62"/>
                  <a:gd name="T20" fmla="*/ 38 w 185"/>
                  <a:gd name="T21" fmla="*/ 3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62">
                    <a:moveTo>
                      <a:pt x="38" y="30"/>
                    </a:moveTo>
                    <a:lnTo>
                      <a:pt x="78" y="13"/>
                    </a:lnTo>
                    <a:lnTo>
                      <a:pt x="115" y="3"/>
                    </a:lnTo>
                    <a:lnTo>
                      <a:pt x="164" y="0"/>
                    </a:lnTo>
                    <a:lnTo>
                      <a:pt x="185" y="4"/>
                    </a:lnTo>
                    <a:lnTo>
                      <a:pt x="176" y="23"/>
                    </a:lnTo>
                    <a:lnTo>
                      <a:pt x="156" y="38"/>
                    </a:lnTo>
                    <a:lnTo>
                      <a:pt x="113" y="51"/>
                    </a:lnTo>
                    <a:lnTo>
                      <a:pt x="45" y="62"/>
                    </a:lnTo>
                    <a:lnTo>
                      <a:pt x="0" y="58"/>
                    </a:lnTo>
                    <a:lnTo>
                      <a:pt x="38" y="3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3" name="Freeform 144"/>
              <p:cNvSpPr>
                <a:spLocks noChangeArrowheads="1"/>
              </p:cNvSpPr>
              <p:nvPr/>
            </p:nvSpPr>
            <p:spPr bwMode="auto">
              <a:xfrm>
                <a:off x="2589" y="2238"/>
                <a:ext cx="16" cy="20"/>
              </a:xfrm>
              <a:custGeom>
                <a:avLst/>
                <a:gdLst>
                  <a:gd name="T0" fmla="*/ 60 w 111"/>
                  <a:gd name="T1" fmla="*/ 38 h 138"/>
                  <a:gd name="T2" fmla="*/ 74 w 111"/>
                  <a:gd name="T3" fmla="*/ 8 h 138"/>
                  <a:gd name="T4" fmla="*/ 95 w 111"/>
                  <a:gd name="T5" fmla="*/ 0 h 138"/>
                  <a:gd name="T6" fmla="*/ 109 w 111"/>
                  <a:gd name="T7" fmla="*/ 6 h 138"/>
                  <a:gd name="T8" fmla="*/ 111 w 111"/>
                  <a:gd name="T9" fmla="*/ 23 h 138"/>
                  <a:gd name="T10" fmla="*/ 102 w 111"/>
                  <a:gd name="T11" fmla="*/ 49 h 138"/>
                  <a:gd name="T12" fmla="*/ 85 w 111"/>
                  <a:gd name="T13" fmla="*/ 74 h 138"/>
                  <a:gd name="T14" fmla="*/ 66 w 111"/>
                  <a:gd name="T15" fmla="*/ 97 h 138"/>
                  <a:gd name="T16" fmla="*/ 40 w 111"/>
                  <a:gd name="T17" fmla="*/ 119 h 138"/>
                  <a:gd name="T18" fmla="*/ 0 w 111"/>
                  <a:gd name="T19" fmla="*/ 138 h 138"/>
                  <a:gd name="T20" fmla="*/ 36 w 111"/>
                  <a:gd name="T21" fmla="*/ 99 h 138"/>
                  <a:gd name="T22" fmla="*/ 47 w 111"/>
                  <a:gd name="T23" fmla="*/ 70 h 138"/>
                  <a:gd name="T24" fmla="*/ 60 w 111"/>
                  <a:gd name="T25" fmla="*/ 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138">
                    <a:moveTo>
                      <a:pt x="60" y="38"/>
                    </a:moveTo>
                    <a:lnTo>
                      <a:pt x="74" y="8"/>
                    </a:lnTo>
                    <a:lnTo>
                      <a:pt x="95" y="0"/>
                    </a:lnTo>
                    <a:lnTo>
                      <a:pt x="109" y="6"/>
                    </a:lnTo>
                    <a:lnTo>
                      <a:pt x="111" y="23"/>
                    </a:lnTo>
                    <a:lnTo>
                      <a:pt x="102" y="49"/>
                    </a:lnTo>
                    <a:lnTo>
                      <a:pt x="85" y="74"/>
                    </a:lnTo>
                    <a:lnTo>
                      <a:pt x="66" y="97"/>
                    </a:lnTo>
                    <a:lnTo>
                      <a:pt x="40" y="119"/>
                    </a:lnTo>
                    <a:lnTo>
                      <a:pt x="0" y="138"/>
                    </a:lnTo>
                    <a:lnTo>
                      <a:pt x="36" y="99"/>
                    </a:lnTo>
                    <a:lnTo>
                      <a:pt x="47" y="70"/>
                    </a:lnTo>
                    <a:lnTo>
                      <a:pt x="6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4" name="Freeform 145"/>
              <p:cNvSpPr>
                <a:spLocks noChangeArrowheads="1"/>
              </p:cNvSpPr>
              <p:nvPr/>
            </p:nvSpPr>
            <p:spPr bwMode="auto">
              <a:xfrm>
                <a:off x="2541" y="2133"/>
                <a:ext cx="38" cy="24"/>
              </a:xfrm>
              <a:custGeom>
                <a:avLst/>
                <a:gdLst>
                  <a:gd name="T0" fmla="*/ 266 w 266"/>
                  <a:gd name="T1" fmla="*/ 167 h 167"/>
                  <a:gd name="T2" fmla="*/ 258 w 266"/>
                  <a:gd name="T3" fmla="*/ 99 h 167"/>
                  <a:gd name="T4" fmla="*/ 202 w 266"/>
                  <a:gd name="T5" fmla="*/ 74 h 167"/>
                  <a:gd name="T6" fmla="*/ 127 w 266"/>
                  <a:gd name="T7" fmla="*/ 44 h 167"/>
                  <a:gd name="T8" fmla="*/ 72 w 266"/>
                  <a:gd name="T9" fmla="*/ 23 h 167"/>
                  <a:gd name="T10" fmla="*/ 21 w 266"/>
                  <a:gd name="T11" fmla="*/ 0 h 167"/>
                  <a:gd name="T12" fmla="*/ 0 w 266"/>
                  <a:gd name="T13" fmla="*/ 48 h 167"/>
                  <a:gd name="T14" fmla="*/ 49 w 266"/>
                  <a:gd name="T15" fmla="*/ 76 h 167"/>
                  <a:gd name="T16" fmla="*/ 106 w 266"/>
                  <a:gd name="T17" fmla="*/ 97 h 167"/>
                  <a:gd name="T18" fmla="*/ 150 w 266"/>
                  <a:gd name="T19" fmla="*/ 110 h 167"/>
                  <a:gd name="T20" fmla="*/ 204 w 266"/>
                  <a:gd name="T21" fmla="*/ 138 h 167"/>
                  <a:gd name="T22" fmla="*/ 266 w 266"/>
                  <a:gd name="T23"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6" h="167">
                    <a:moveTo>
                      <a:pt x="266" y="167"/>
                    </a:moveTo>
                    <a:lnTo>
                      <a:pt x="258" y="99"/>
                    </a:lnTo>
                    <a:lnTo>
                      <a:pt x="202" y="74"/>
                    </a:lnTo>
                    <a:lnTo>
                      <a:pt x="127" y="44"/>
                    </a:lnTo>
                    <a:lnTo>
                      <a:pt x="72" y="23"/>
                    </a:lnTo>
                    <a:lnTo>
                      <a:pt x="21" y="0"/>
                    </a:lnTo>
                    <a:lnTo>
                      <a:pt x="0" y="48"/>
                    </a:lnTo>
                    <a:lnTo>
                      <a:pt x="49" y="76"/>
                    </a:lnTo>
                    <a:lnTo>
                      <a:pt x="106" y="97"/>
                    </a:lnTo>
                    <a:lnTo>
                      <a:pt x="150" y="110"/>
                    </a:lnTo>
                    <a:lnTo>
                      <a:pt x="204" y="138"/>
                    </a:lnTo>
                    <a:lnTo>
                      <a:pt x="266" y="16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75" name="Group 146"/>
            <p:cNvGrpSpPr>
              <a:grpSpLocks/>
            </p:cNvGrpSpPr>
            <p:nvPr/>
          </p:nvGrpSpPr>
          <p:grpSpPr bwMode="auto">
            <a:xfrm flipH="1">
              <a:off x="3933" y="2647"/>
              <a:ext cx="195" cy="260"/>
              <a:chOff x="2498" y="2245"/>
              <a:chExt cx="78" cy="107"/>
            </a:xfrm>
          </p:grpSpPr>
          <p:sp>
            <p:nvSpPr>
              <p:cNvPr id="1912976" name="Freeform 147"/>
              <p:cNvSpPr>
                <a:spLocks noChangeArrowheads="1"/>
              </p:cNvSpPr>
              <p:nvPr/>
            </p:nvSpPr>
            <p:spPr bwMode="auto">
              <a:xfrm>
                <a:off x="2498" y="2245"/>
                <a:ext cx="78" cy="107"/>
              </a:xfrm>
              <a:custGeom>
                <a:avLst/>
                <a:gdLst>
                  <a:gd name="T0" fmla="*/ 306 w 551"/>
                  <a:gd name="T1" fmla="*/ 111 h 750"/>
                  <a:gd name="T2" fmla="*/ 205 w 551"/>
                  <a:gd name="T3" fmla="*/ 102 h 750"/>
                  <a:gd name="T4" fmla="*/ 144 w 551"/>
                  <a:gd name="T5" fmla="*/ 86 h 750"/>
                  <a:gd name="T6" fmla="*/ 124 w 551"/>
                  <a:gd name="T7" fmla="*/ 58 h 750"/>
                  <a:gd name="T8" fmla="*/ 124 w 551"/>
                  <a:gd name="T9" fmla="*/ 34 h 750"/>
                  <a:gd name="T10" fmla="*/ 108 w 551"/>
                  <a:gd name="T11" fmla="*/ 14 h 750"/>
                  <a:gd name="T12" fmla="*/ 52 w 551"/>
                  <a:gd name="T13" fmla="*/ 0 h 750"/>
                  <a:gd name="T14" fmla="*/ 0 w 551"/>
                  <a:gd name="T15" fmla="*/ 5 h 750"/>
                  <a:gd name="T16" fmla="*/ 63 w 551"/>
                  <a:gd name="T17" fmla="*/ 584 h 750"/>
                  <a:gd name="T18" fmla="*/ 108 w 551"/>
                  <a:gd name="T19" fmla="*/ 637 h 750"/>
                  <a:gd name="T20" fmla="*/ 164 w 551"/>
                  <a:gd name="T21" fmla="*/ 689 h 750"/>
                  <a:gd name="T22" fmla="*/ 244 w 551"/>
                  <a:gd name="T23" fmla="*/ 730 h 750"/>
                  <a:gd name="T24" fmla="*/ 337 w 551"/>
                  <a:gd name="T25" fmla="*/ 743 h 750"/>
                  <a:gd name="T26" fmla="*/ 462 w 551"/>
                  <a:gd name="T27" fmla="*/ 750 h 750"/>
                  <a:gd name="T28" fmla="*/ 535 w 551"/>
                  <a:gd name="T29" fmla="*/ 739 h 750"/>
                  <a:gd name="T30" fmla="*/ 551 w 551"/>
                  <a:gd name="T31" fmla="*/ 698 h 750"/>
                  <a:gd name="T32" fmla="*/ 543 w 551"/>
                  <a:gd name="T33" fmla="*/ 644 h 750"/>
                  <a:gd name="T34" fmla="*/ 491 w 551"/>
                  <a:gd name="T35" fmla="*/ 483 h 750"/>
                  <a:gd name="T36" fmla="*/ 447 w 551"/>
                  <a:gd name="T37" fmla="*/ 321 h 750"/>
                  <a:gd name="T38" fmla="*/ 427 w 551"/>
                  <a:gd name="T39" fmla="*/ 199 h 750"/>
                  <a:gd name="T40" fmla="*/ 427 w 551"/>
                  <a:gd name="T41" fmla="*/ 167 h 750"/>
                  <a:gd name="T42" fmla="*/ 398 w 551"/>
                  <a:gd name="T43" fmla="*/ 122 h 750"/>
                  <a:gd name="T44" fmla="*/ 366 w 551"/>
                  <a:gd name="T45" fmla="*/ 111 h 750"/>
                  <a:gd name="T46" fmla="*/ 306 w 551"/>
                  <a:gd name="T47" fmla="*/ 111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1" h="750">
                    <a:moveTo>
                      <a:pt x="306" y="111"/>
                    </a:moveTo>
                    <a:lnTo>
                      <a:pt x="205" y="102"/>
                    </a:lnTo>
                    <a:lnTo>
                      <a:pt x="144" y="86"/>
                    </a:lnTo>
                    <a:lnTo>
                      <a:pt x="124" y="58"/>
                    </a:lnTo>
                    <a:lnTo>
                      <a:pt x="124" y="34"/>
                    </a:lnTo>
                    <a:lnTo>
                      <a:pt x="108" y="14"/>
                    </a:lnTo>
                    <a:lnTo>
                      <a:pt x="52" y="0"/>
                    </a:lnTo>
                    <a:lnTo>
                      <a:pt x="0" y="5"/>
                    </a:lnTo>
                    <a:lnTo>
                      <a:pt x="63" y="584"/>
                    </a:lnTo>
                    <a:lnTo>
                      <a:pt x="108" y="637"/>
                    </a:lnTo>
                    <a:lnTo>
                      <a:pt x="164" y="689"/>
                    </a:lnTo>
                    <a:lnTo>
                      <a:pt x="244" y="730"/>
                    </a:lnTo>
                    <a:lnTo>
                      <a:pt x="337" y="743"/>
                    </a:lnTo>
                    <a:lnTo>
                      <a:pt x="462" y="750"/>
                    </a:lnTo>
                    <a:lnTo>
                      <a:pt x="535" y="739"/>
                    </a:lnTo>
                    <a:lnTo>
                      <a:pt x="551" y="698"/>
                    </a:lnTo>
                    <a:lnTo>
                      <a:pt x="543" y="644"/>
                    </a:lnTo>
                    <a:lnTo>
                      <a:pt x="491" y="483"/>
                    </a:lnTo>
                    <a:lnTo>
                      <a:pt x="447" y="321"/>
                    </a:lnTo>
                    <a:lnTo>
                      <a:pt x="427" y="199"/>
                    </a:lnTo>
                    <a:lnTo>
                      <a:pt x="427" y="167"/>
                    </a:lnTo>
                    <a:lnTo>
                      <a:pt x="398" y="122"/>
                    </a:lnTo>
                    <a:lnTo>
                      <a:pt x="366" y="111"/>
                    </a:lnTo>
                    <a:lnTo>
                      <a:pt x="306" y="111"/>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77" name="Freeform 148"/>
              <p:cNvSpPr>
                <a:spLocks noChangeArrowheads="1"/>
              </p:cNvSpPr>
              <p:nvPr/>
            </p:nvSpPr>
            <p:spPr bwMode="auto">
              <a:xfrm>
                <a:off x="2499" y="2250"/>
                <a:ext cx="68" cy="98"/>
              </a:xfrm>
              <a:custGeom>
                <a:avLst/>
                <a:gdLst>
                  <a:gd name="T0" fmla="*/ 310 w 474"/>
                  <a:gd name="T1" fmla="*/ 138 h 687"/>
                  <a:gd name="T2" fmla="*/ 221 w 474"/>
                  <a:gd name="T3" fmla="*/ 134 h 687"/>
                  <a:gd name="T4" fmla="*/ 128 w 474"/>
                  <a:gd name="T5" fmla="*/ 118 h 687"/>
                  <a:gd name="T6" fmla="*/ 73 w 474"/>
                  <a:gd name="T7" fmla="*/ 89 h 687"/>
                  <a:gd name="T8" fmla="*/ 41 w 474"/>
                  <a:gd name="T9" fmla="*/ 65 h 687"/>
                  <a:gd name="T10" fmla="*/ 0 w 474"/>
                  <a:gd name="T11" fmla="*/ 0 h 687"/>
                  <a:gd name="T12" fmla="*/ 60 w 474"/>
                  <a:gd name="T13" fmla="*/ 529 h 687"/>
                  <a:gd name="T14" fmla="*/ 101 w 474"/>
                  <a:gd name="T15" fmla="*/ 578 h 687"/>
                  <a:gd name="T16" fmla="*/ 145 w 474"/>
                  <a:gd name="T17" fmla="*/ 623 h 687"/>
                  <a:gd name="T18" fmla="*/ 201 w 474"/>
                  <a:gd name="T19" fmla="*/ 654 h 687"/>
                  <a:gd name="T20" fmla="*/ 249 w 474"/>
                  <a:gd name="T21" fmla="*/ 671 h 687"/>
                  <a:gd name="T22" fmla="*/ 310 w 474"/>
                  <a:gd name="T23" fmla="*/ 679 h 687"/>
                  <a:gd name="T24" fmla="*/ 365 w 474"/>
                  <a:gd name="T25" fmla="*/ 687 h 687"/>
                  <a:gd name="T26" fmla="*/ 429 w 474"/>
                  <a:gd name="T27" fmla="*/ 687 h 687"/>
                  <a:gd name="T28" fmla="*/ 457 w 474"/>
                  <a:gd name="T29" fmla="*/ 679 h 687"/>
                  <a:gd name="T30" fmla="*/ 474 w 474"/>
                  <a:gd name="T31" fmla="*/ 654 h 687"/>
                  <a:gd name="T32" fmla="*/ 466 w 474"/>
                  <a:gd name="T33" fmla="*/ 615 h 687"/>
                  <a:gd name="T34" fmla="*/ 425 w 474"/>
                  <a:gd name="T35" fmla="*/ 521 h 687"/>
                  <a:gd name="T36" fmla="*/ 357 w 474"/>
                  <a:gd name="T37" fmla="*/ 206 h 687"/>
                  <a:gd name="T38" fmla="*/ 345 w 474"/>
                  <a:gd name="T39" fmla="*/ 162 h 687"/>
                  <a:gd name="T40" fmla="*/ 310 w 474"/>
                  <a:gd name="T41" fmla="*/ 138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4" h="687">
                    <a:moveTo>
                      <a:pt x="310" y="138"/>
                    </a:moveTo>
                    <a:lnTo>
                      <a:pt x="221" y="134"/>
                    </a:lnTo>
                    <a:lnTo>
                      <a:pt x="128" y="118"/>
                    </a:lnTo>
                    <a:lnTo>
                      <a:pt x="73" y="89"/>
                    </a:lnTo>
                    <a:lnTo>
                      <a:pt x="41" y="65"/>
                    </a:lnTo>
                    <a:lnTo>
                      <a:pt x="0" y="0"/>
                    </a:lnTo>
                    <a:lnTo>
                      <a:pt x="60" y="529"/>
                    </a:lnTo>
                    <a:lnTo>
                      <a:pt x="101" y="578"/>
                    </a:lnTo>
                    <a:lnTo>
                      <a:pt x="145" y="623"/>
                    </a:lnTo>
                    <a:lnTo>
                      <a:pt x="201" y="654"/>
                    </a:lnTo>
                    <a:lnTo>
                      <a:pt x="249" y="671"/>
                    </a:lnTo>
                    <a:lnTo>
                      <a:pt x="310" y="679"/>
                    </a:lnTo>
                    <a:lnTo>
                      <a:pt x="365" y="687"/>
                    </a:lnTo>
                    <a:lnTo>
                      <a:pt x="429" y="687"/>
                    </a:lnTo>
                    <a:lnTo>
                      <a:pt x="457" y="679"/>
                    </a:lnTo>
                    <a:lnTo>
                      <a:pt x="474" y="654"/>
                    </a:lnTo>
                    <a:lnTo>
                      <a:pt x="466" y="615"/>
                    </a:lnTo>
                    <a:lnTo>
                      <a:pt x="425" y="521"/>
                    </a:lnTo>
                    <a:lnTo>
                      <a:pt x="357" y="206"/>
                    </a:lnTo>
                    <a:lnTo>
                      <a:pt x="345" y="162"/>
                    </a:lnTo>
                    <a:lnTo>
                      <a:pt x="310" y="13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12978" name="Freeform 149"/>
            <p:cNvSpPr>
              <a:spLocks noChangeArrowheads="1"/>
            </p:cNvSpPr>
            <p:nvPr/>
          </p:nvSpPr>
          <p:spPr bwMode="auto">
            <a:xfrm flipH="1">
              <a:off x="3633" y="2944"/>
              <a:ext cx="15" cy="218"/>
            </a:xfrm>
            <a:custGeom>
              <a:avLst/>
              <a:gdLst>
                <a:gd name="T0" fmla="*/ 26 w 39"/>
                <a:gd name="T1" fmla="*/ 0 h 631"/>
                <a:gd name="T2" fmla="*/ 39 w 39"/>
                <a:gd name="T3" fmla="*/ 32 h 631"/>
                <a:gd name="T4" fmla="*/ 24 w 39"/>
                <a:gd name="T5" fmla="*/ 57 h 631"/>
                <a:gd name="T6" fmla="*/ 13 w 39"/>
                <a:gd name="T7" fmla="*/ 110 h 631"/>
                <a:gd name="T8" fmla="*/ 28 w 39"/>
                <a:gd name="T9" fmla="*/ 158 h 631"/>
                <a:gd name="T10" fmla="*/ 19 w 39"/>
                <a:gd name="T11" fmla="*/ 440 h 631"/>
                <a:gd name="T12" fmla="*/ 19 w 39"/>
                <a:gd name="T13" fmla="*/ 622 h 631"/>
                <a:gd name="T14" fmla="*/ 0 w 39"/>
                <a:gd name="T15" fmla="*/ 631 h 631"/>
                <a:gd name="T16" fmla="*/ 2 w 39"/>
                <a:gd name="T17" fmla="*/ 255 h 631"/>
                <a:gd name="T18" fmla="*/ 19 w 39"/>
                <a:gd name="T19" fmla="*/ 165 h 631"/>
                <a:gd name="T20" fmla="*/ 9 w 39"/>
                <a:gd name="T21" fmla="*/ 123 h 631"/>
                <a:gd name="T22" fmla="*/ 4 w 39"/>
                <a:gd name="T23" fmla="*/ 108 h 631"/>
                <a:gd name="T24" fmla="*/ 11 w 39"/>
                <a:gd name="T25" fmla="*/ 62 h 631"/>
                <a:gd name="T26" fmla="*/ 24 w 39"/>
                <a:gd name="T27" fmla="*/ 36 h 631"/>
                <a:gd name="T28" fmla="*/ 26 w 39"/>
                <a:gd name="T29" fmla="*/ 0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631">
                  <a:moveTo>
                    <a:pt x="26" y="0"/>
                  </a:moveTo>
                  <a:lnTo>
                    <a:pt x="39" y="32"/>
                  </a:lnTo>
                  <a:lnTo>
                    <a:pt x="24" y="57"/>
                  </a:lnTo>
                  <a:lnTo>
                    <a:pt x="13" y="110"/>
                  </a:lnTo>
                  <a:lnTo>
                    <a:pt x="28" y="158"/>
                  </a:lnTo>
                  <a:lnTo>
                    <a:pt x="19" y="440"/>
                  </a:lnTo>
                  <a:lnTo>
                    <a:pt x="19" y="622"/>
                  </a:lnTo>
                  <a:lnTo>
                    <a:pt x="0" y="631"/>
                  </a:lnTo>
                  <a:lnTo>
                    <a:pt x="2" y="255"/>
                  </a:lnTo>
                  <a:lnTo>
                    <a:pt x="19" y="165"/>
                  </a:lnTo>
                  <a:lnTo>
                    <a:pt x="9" y="123"/>
                  </a:lnTo>
                  <a:lnTo>
                    <a:pt x="4" y="108"/>
                  </a:lnTo>
                  <a:lnTo>
                    <a:pt x="11" y="62"/>
                  </a:lnTo>
                  <a:lnTo>
                    <a:pt x="24" y="36"/>
                  </a:lnTo>
                  <a:lnTo>
                    <a:pt x="26"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9" name="Freeform 150"/>
            <p:cNvSpPr>
              <a:spLocks noChangeArrowheads="1"/>
            </p:cNvSpPr>
            <p:nvPr/>
          </p:nvSpPr>
          <p:spPr bwMode="auto">
            <a:xfrm flipH="1">
              <a:off x="3668" y="2946"/>
              <a:ext cx="37" cy="10"/>
            </a:xfrm>
            <a:custGeom>
              <a:avLst/>
              <a:gdLst>
                <a:gd name="T0" fmla="*/ 100 w 100"/>
                <a:gd name="T1" fmla="*/ 0 h 32"/>
                <a:gd name="T2" fmla="*/ 51 w 100"/>
                <a:gd name="T3" fmla="*/ 24 h 32"/>
                <a:gd name="T4" fmla="*/ 8 w 100"/>
                <a:gd name="T5" fmla="*/ 32 h 32"/>
                <a:gd name="T6" fmla="*/ 0 w 100"/>
                <a:gd name="T7" fmla="*/ 32 h 32"/>
                <a:gd name="T8" fmla="*/ 25 w 100"/>
                <a:gd name="T9" fmla="*/ 10 h 32"/>
                <a:gd name="T10" fmla="*/ 100 w 100"/>
                <a:gd name="T11" fmla="*/ 0 h 32"/>
              </a:gdLst>
              <a:ahLst/>
              <a:cxnLst>
                <a:cxn ang="0">
                  <a:pos x="T0" y="T1"/>
                </a:cxn>
                <a:cxn ang="0">
                  <a:pos x="T2" y="T3"/>
                </a:cxn>
                <a:cxn ang="0">
                  <a:pos x="T4" y="T5"/>
                </a:cxn>
                <a:cxn ang="0">
                  <a:pos x="T6" y="T7"/>
                </a:cxn>
                <a:cxn ang="0">
                  <a:pos x="T8" y="T9"/>
                </a:cxn>
                <a:cxn ang="0">
                  <a:pos x="T10" y="T11"/>
                </a:cxn>
              </a:cxnLst>
              <a:rect l="0" t="0" r="r" b="b"/>
              <a:pathLst>
                <a:path w="100" h="32">
                  <a:moveTo>
                    <a:pt x="100" y="0"/>
                  </a:moveTo>
                  <a:lnTo>
                    <a:pt x="51" y="24"/>
                  </a:lnTo>
                  <a:lnTo>
                    <a:pt x="8" y="32"/>
                  </a:lnTo>
                  <a:lnTo>
                    <a:pt x="0" y="32"/>
                  </a:lnTo>
                  <a:lnTo>
                    <a:pt x="25" y="10"/>
                  </a:lnTo>
                  <a:lnTo>
                    <a:pt x="10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80" name="Freeform 151"/>
            <p:cNvSpPr>
              <a:spLocks noChangeArrowheads="1"/>
            </p:cNvSpPr>
            <p:nvPr/>
          </p:nvSpPr>
          <p:spPr bwMode="auto">
            <a:xfrm flipH="1">
              <a:off x="3805" y="2376"/>
              <a:ext cx="48" cy="126"/>
            </a:xfrm>
            <a:custGeom>
              <a:avLst/>
              <a:gdLst>
                <a:gd name="T0" fmla="*/ 0 w 134"/>
                <a:gd name="T1" fmla="*/ 0 h 366"/>
                <a:gd name="T2" fmla="*/ 18 w 134"/>
                <a:gd name="T3" fmla="*/ 9 h 366"/>
                <a:gd name="T4" fmla="*/ 15 w 134"/>
                <a:gd name="T5" fmla="*/ 31 h 366"/>
                <a:gd name="T6" fmla="*/ 32 w 134"/>
                <a:gd name="T7" fmla="*/ 21 h 366"/>
                <a:gd name="T8" fmla="*/ 29 w 134"/>
                <a:gd name="T9" fmla="*/ 45 h 366"/>
                <a:gd name="T10" fmla="*/ 52 w 134"/>
                <a:gd name="T11" fmla="*/ 42 h 366"/>
                <a:gd name="T12" fmla="*/ 34 w 134"/>
                <a:gd name="T13" fmla="*/ 63 h 366"/>
                <a:gd name="T14" fmla="*/ 81 w 134"/>
                <a:gd name="T15" fmla="*/ 66 h 366"/>
                <a:gd name="T16" fmla="*/ 55 w 134"/>
                <a:gd name="T17" fmla="*/ 91 h 366"/>
                <a:gd name="T18" fmla="*/ 93 w 134"/>
                <a:gd name="T19" fmla="*/ 91 h 366"/>
                <a:gd name="T20" fmla="*/ 67 w 134"/>
                <a:gd name="T21" fmla="*/ 117 h 366"/>
                <a:gd name="T22" fmla="*/ 108 w 134"/>
                <a:gd name="T23" fmla="*/ 115 h 366"/>
                <a:gd name="T24" fmla="*/ 82 w 134"/>
                <a:gd name="T25" fmla="*/ 151 h 366"/>
                <a:gd name="T26" fmla="*/ 119 w 134"/>
                <a:gd name="T27" fmla="*/ 148 h 366"/>
                <a:gd name="T28" fmla="*/ 87 w 134"/>
                <a:gd name="T29" fmla="*/ 179 h 366"/>
                <a:gd name="T30" fmla="*/ 134 w 134"/>
                <a:gd name="T31" fmla="*/ 185 h 366"/>
                <a:gd name="T32" fmla="*/ 93 w 134"/>
                <a:gd name="T33" fmla="*/ 213 h 366"/>
                <a:gd name="T34" fmla="*/ 134 w 134"/>
                <a:gd name="T35" fmla="*/ 225 h 366"/>
                <a:gd name="T36" fmla="*/ 90 w 134"/>
                <a:gd name="T37" fmla="*/ 240 h 366"/>
                <a:gd name="T38" fmla="*/ 130 w 134"/>
                <a:gd name="T39" fmla="*/ 263 h 366"/>
                <a:gd name="T40" fmla="*/ 87 w 134"/>
                <a:gd name="T41" fmla="*/ 281 h 366"/>
                <a:gd name="T42" fmla="*/ 125 w 134"/>
                <a:gd name="T43" fmla="*/ 308 h 366"/>
                <a:gd name="T44" fmla="*/ 87 w 134"/>
                <a:gd name="T45" fmla="*/ 320 h 366"/>
                <a:gd name="T46" fmla="*/ 108 w 134"/>
                <a:gd name="T47" fmla="*/ 343 h 366"/>
                <a:gd name="T48" fmla="*/ 78 w 134"/>
                <a:gd name="T49" fmla="*/ 366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4" h="366">
                  <a:moveTo>
                    <a:pt x="0" y="0"/>
                  </a:moveTo>
                  <a:lnTo>
                    <a:pt x="18" y="9"/>
                  </a:lnTo>
                  <a:lnTo>
                    <a:pt x="15" y="31"/>
                  </a:lnTo>
                  <a:lnTo>
                    <a:pt x="32" y="21"/>
                  </a:lnTo>
                  <a:lnTo>
                    <a:pt x="29" y="45"/>
                  </a:lnTo>
                  <a:lnTo>
                    <a:pt x="52" y="42"/>
                  </a:lnTo>
                  <a:lnTo>
                    <a:pt x="34" y="63"/>
                  </a:lnTo>
                  <a:lnTo>
                    <a:pt x="81" y="66"/>
                  </a:lnTo>
                  <a:lnTo>
                    <a:pt x="55" y="91"/>
                  </a:lnTo>
                  <a:lnTo>
                    <a:pt x="93" y="91"/>
                  </a:lnTo>
                  <a:lnTo>
                    <a:pt x="67" y="117"/>
                  </a:lnTo>
                  <a:lnTo>
                    <a:pt x="108" y="115"/>
                  </a:lnTo>
                  <a:lnTo>
                    <a:pt x="82" y="151"/>
                  </a:lnTo>
                  <a:lnTo>
                    <a:pt x="119" y="148"/>
                  </a:lnTo>
                  <a:lnTo>
                    <a:pt x="87" y="179"/>
                  </a:lnTo>
                  <a:lnTo>
                    <a:pt x="134" y="185"/>
                  </a:lnTo>
                  <a:lnTo>
                    <a:pt x="93" y="213"/>
                  </a:lnTo>
                  <a:lnTo>
                    <a:pt x="134" y="225"/>
                  </a:lnTo>
                  <a:lnTo>
                    <a:pt x="90" y="240"/>
                  </a:lnTo>
                  <a:lnTo>
                    <a:pt x="130" y="263"/>
                  </a:lnTo>
                  <a:lnTo>
                    <a:pt x="87" y="281"/>
                  </a:lnTo>
                  <a:lnTo>
                    <a:pt x="125" y="308"/>
                  </a:lnTo>
                  <a:lnTo>
                    <a:pt x="87" y="320"/>
                  </a:lnTo>
                  <a:lnTo>
                    <a:pt x="108" y="343"/>
                  </a:lnTo>
                  <a:lnTo>
                    <a:pt x="78" y="366"/>
                  </a:lnTo>
                </a:path>
              </a:pathLst>
            </a:custGeom>
            <a:noFill/>
            <a:ln w="15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12981" name="Line 152"/>
          <p:cNvSpPr>
            <a:spLocks noChangeShapeType="1"/>
          </p:cNvSpPr>
          <p:nvPr/>
        </p:nvSpPr>
        <p:spPr bwMode="auto">
          <a:xfrm rot="10800000" flipV="1">
            <a:off x="7654925" y="2776538"/>
            <a:ext cx="14224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82" name="Line 153"/>
          <p:cNvSpPr>
            <a:spLocks noChangeShapeType="1"/>
          </p:cNvSpPr>
          <p:nvPr/>
        </p:nvSpPr>
        <p:spPr bwMode="auto">
          <a:xfrm rot="5400000">
            <a:off x="6322219" y="3829844"/>
            <a:ext cx="70326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83" name="Text Box 154"/>
          <p:cNvSpPr txBox="1">
            <a:spLocks noChangeArrowheads="1"/>
          </p:cNvSpPr>
          <p:nvPr/>
        </p:nvSpPr>
        <p:spPr bwMode="auto">
          <a:xfrm>
            <a:off x="5253038" y="409575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FF0000"/>
                </a:solidFill>
                <a:ea typeface="黑体" panose="02010609060101010101" pitchFamily="49" charset="-122"/>
              </a:rPr>
              <a:t>管理站</a:t>
            </a:r>
          </a:p>
        </p:txBody>
      </p:sp>
      <p:sp>
        <p:nvSpPr>
          <p:cNvPr id="1912984" name="Line 155"/>
          <p:cNvSpPr>
            <a:spLocks noChangeShapeType="1"/>
          </p:cNvSpPr>
          <p:nvPr/>
        </p:nvSpPr>
        <p:spPr bwMode="auto">
          <a:xfrm rot="10800000">
            <a:off x="2247900" y="2476500"/>
            <a:ext cx="1422400" cy="3000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1912985" name="Picture 15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 y="1773238"/>
            <a:ext cx="1836738"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2986" name="Picture 15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475" y="3679825"/>
            <a:ext cx="800100"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2987" name="Line 158"/>
          <p:cNvSpPr>
            <a:spLocks noChangeShapeType="1"/>
          </p:cNvSpPr>
          <p:nvPr/>
        </p:nvSpPr>
        <p:spPr bwMode="auto">
          <a:xfrm rot="5400000">
            <a:off x="7258843" y="3177382"/>
            <a:ext cx="6016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88" name="Line 159"/>
          <p:cNvSpPr>
            <a:spLocks noChangeShapeType="1"/>
          </p:cNvSpPr>
          <p:nvPr/>
        </p:nvSpPr>
        <p:spPr bwMode="auto">
          <a:xfrm rot="5400000">
            <a:off x="3682206" y="3177382"/>
            <a:ext cx="6016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89" name="Line 160"/>
          <p:cNvSpPr>
            <a:spLocks noChangeShapeType="1"/>
          </p:cNvSpPr>
          <p:nvPr/>
        </p:nvSpPr>
        <p:spPr bwMode="auto">
          <a:xfrm rot="5400000">
            <a:off x="5552281" y="3177382"/>
            <a:ext cx="6016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90" name="Line 161"/>
          <p:cNvSpPr>
            <a:spLocks noChangeShapeType="1"/>
          </p:cNvSpPr>
          <p:nvPr/>
        </p:nvSpPr>
        <p:spPr bwMode="auto">
          <a:xfrm rot="5400000">
            <a:off x="3121025" y="3648076"/>
            <a:ext cx="33972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91" name="Text Box 162"/>
          <p:cNvSpPr txBox="1">
            <a:spLocks noChangeArrowheads="1"/>
          </p:cNvSpPr>
          <p:nvPr/>
        </p:nvSpPr>
        <p:spPr bwMode="auto">
          <a:xfrm>
            <a:off x="1203325" y="20812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互联网</a:t>
            </a:r>
          </a:p>
        </p:txBody>
      </p:sp>
      <p:sp>
        <p:nvSpPr>
          <p:cNvPr id="1912992" name="Line 163"/>
          <p:cNvSpPr>
            <a:spLocks noChangeShapeType="1"/>
          </p:cNvSpPr>
          <p:nvPr/>
        </p:nvSpPr>
        <p:spPr bwMode="auto">
          <a:xfrm>
            <a:off x="2562225" y="3462338"/>
            <a:ext cx="660717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93" name="Rectangle 164"/>
          <p:cNvSpPr>
            <a:spLocks noChangeArrowheads="1"/>
          </p:cNvSpPr>
          <p:nvPr/>
        </p:nvSpPr>
        <p:spPr bwMode="auto">
          <a:xfrm>
            <a:off x="2490788" y="3414713"/>
            <a:ext cx="92075" cy="98425"/>
          </a:xfrm>
          <a:prstGeom prst="rect">
            <a:avLst/>
          </a:prstGeom>
          <a:solidFill>
            <a:schemeClr val="tx2"/>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12994" name="Rectangle 165"/>
          <p:cNvSpPr>
            <a:spLocks noChangeArrowheads="1"/>
          </p:cNvSpPr>
          <p:nvPr/>
        </p:nvSpPr>
        <p:spPr bwMode="auto">
          <a:xfrm>
            <a:off x="9137650" y="3413125"/>
            <a:ext cx="92075" cy="100013"/>
          </a:xfrm>
          <a:prstGeom prst="rect">
            <a:avLst/>
          </a:prstGeom>
          <a:solidFill>
            <a:schemeClr val="tx2"/>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12995" name="Text Box 166"/>
          <p:cNvSpPr txBox="1">
            <a:spLocks noChangeArrowheads="1"/>
          </p:cNvSpPr>
          <p:nvPr/>
        </p:nvSpPr>
        <p:spPr bwMode="auto">
          <a:xfrm>
            <a:off x="7654925" y="3963988"/>
            <a:ext cx="104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dirty="0">
                <a:solidFill>
                  <a:srgbClr val="FF0000"/>
                </a:solidFill>
                <a:ea typeface="黑体" panose="02010609060101010101" pitchFamily="49" charset="-122"/>
              </a:rPr>
              <a:t>网络</a:t>
            </a:r>
          </a:p>
          <a:p>
            <a:pPr algn="ctr"/>
            <a:r>
              <a:rPr lang="zh-CN" altLang="en-US" sz="2000" b="1" dirty="0">
                <a:solidFill>
                  <a:srgbClr val="FF0000"/>
                </a:solidFill>
                <a:ea typeface="黑体" panose="02010609060101010101" pitchFamily="49" charset="-122"/>
              </a:rPr>
              <a:t>管理员      </a:t>
            </a:r>
          </a:p>
        </p:txBody>
      </p:sp>
      <p:sp>
        <p:nvSpPr>
          <p:cNvPr id="1912996" name="Text Box 167"/>
          <p:cNvSpPr txBox="1">
            <a:spLocks noChangeArrowheads="1"/>
          </p:cNvSpPr>
          <p:nvPr/>
        </p:nvSpPr>
        <p:spPr bwMode="auto">
          <a:xfrm>
            <a:off x="1677988" y="3930650"/>
            <a:ext cx="1281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被管设备</a:t>
            </a:r>
          </a:p>
        </p:txBody>
      </p:sp>
      <p:sp>
        <p:nvSpPr>
          <p:cNvPr id="1912997" name="Text Box 168"/>
          <p:cNvSpPr txBox="1">
            <a:spLocks noChangeArrowheads="1"/>
          </p:cNvSpPr>
          <p:nvPr/>
        </p:nvSpPr>
        <p:spPr bwMode="auto">
          <a:xfrm>
            <a:off x="825500" y="4849813"/>
            <a:ext cx="472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solidFill>
                  <a:srgbClr val="000099"/>
                </a:solidFill>
                <a:ea typeface="黑体" panose="02010609060101010101" pitchFamily="49" charset="-122"/>
              </a:rPr>
              <a:t>—— </a:t>
            </a:r>
            <a:r>
              <a:rPr lang="zh-CN" altLang="en-US" sz="2000" b="1" dirty="0">
                <a:solidFill>
                  <a:srgbClr val="000099"/>
                </a:solidFill>
                <a:ea typeface="黑体" panose="02010609060101010101" pitchFamily="49" charset="-122"/>
              </a:rPr>
              <a:t>管理程序（运行 </a:t>
            </a:r>
            <a:r>
              <a:rPr lang="en-US" altLang="zh-CN" sz="2000" b="1" dirty="0">
                <a:solidFill>
                  <a:srgbClr val="000099"/>
                </a:solidFill>
                <a:ea typeface="黑体" panose="02010609060101010101" pitchFamily="49" charset="-122"/>
              </a:rPr>
              <a:t>SNMP </a:t>
            </a:r>
            <a:r>
              <a:rPr lang="zh-CN" altLang="en-US" sz="2000" b="1" dirty="0">
                <a:solidFill>
                  <a:srgbClr val="000099"/>
                </a:solidFill>
                <a:ea typeface="黑体" panose="02010609060101010101" pitchFamily="49" charset="-122"/>
              </a:rPr>
              <a:t>客户程序）</a:t>
            </a:r>
          </a:p>
        </p:txBody>
      </p:sp>
      <p:sp>
        <p:nvSpPr>
          <p:cNvPr id="1912998" name="Text Box 169"/>
          <p:cNvSpPr txBox="1">
            <a:spLocks noChangeArrowheads="1"/>
          </p:cNvSpPr>
          <p:nvPr/>
        </p:nvSpPr>
        <p:spPr bwMode="auto">
          <a:xfrm>
            <a:off x="825500" y="5335588"/>
            <a:ext cx="4981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代理程序（运行 </a:t>
            </a:r>
            <a:r>
              <a:rPr lang="en-US" altLang="zh-CN" sz="2000" b="1">
                <a:solidFill>
                  <a:srgbClr val="000099"/>
                </a:solidFill>
                <a:ea typeface="黑体" panose="02010609060101010101" pitchFamily="49" charset="-122"/>
              </a:rPr>
              <a:t>SNMP </a:t>
            </a:r>
            <a:r>
              <a:rPr lang="zh-CN" altLang="en-US" sz="2000" b="1">
                <a:solidFill>
                  <a:srgbClr val="000099"/>
                </a:solidFill>
                <a:ea typeface="黑体" panose="02010609060101010101" pitchFamily="49" charset="-122"/>
              </a:rPr>
              <a:t>服务器程序）</a:t>
            </a:r>
          </a:p>
        </p:txBody>
      </p:sp>
      <p:pic>
        <p:nvPicPr>
          <p:cNvPr id="1912999" name="Picture 17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5481638" y="2309813"/>
            <a:ext cx="74930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3000" name="Picture 17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75050" y="2576513"/>
            <a:ext cx="8350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3001" name="Oval 172"/>
          <p:cNvSpPr>
            <a:spLocks noChangeArrowheads="1"/>
          </p:cNvSpPr>
          <p:nvPr/>
        </p:nvSpPr>
        <p:spPr bwMode="auto">
          <a:xfrm>
            <a:off x="3956050" y="2720975"/>
            <a:ext cx="409575" cy="255588"/>
          </a:xfrm>
          <a:prstGeom prst="ellipse">
            <a:avLst/>
          </a:prstGeom>
          <a:solidFill>
            <a:srgbClr val="FFFF99"/>
          </a:solidFill>
          <a:ln w="9525">
            <a:solidFill>
              <a:schemeClr val="tx1"/>
            </a:solidFill>
            <a:round/>
            <a:headEnd/>
            <a:tailEnd/>
          </a:ln>
        </p:spPr>
        <p:txBody>
          <a:bodyPr wrap="none" anchor="ctr"/>
          <a:lstStyle/>
          <a:p>
            <a:pPr algn="ctr"/>
            <a:r>
              <a:rPr lang="en-US" altLang="zh-CN" sz="2000" b="1" dirty="0">
                <a:solidFill>
                  <a:srgbClr val="FF0000"/>
                </a:solidFill>
                <a:ea typeface="黑体" panose="02010609060101010101" pitchFamily="49" charset="-122"/>
              </a:rPr>
              <a:t>A</a:t>
            </a:r>
          </a:p>
        </p:txBody>
      </p:sp>
      <p:sp>
        <p:nvSpPr>
          <p:cNvPr id="1913002" name="Oval 173"/>
          <p:cNvSpPr>
            <a:spLocks noChangeArrowheads="1"/>
          </p:cNvSpPr>
          <p:nvPr/>
        </p:nvSpPr>
        <p:spPr bwMode="auto">
          <a:xfrm>
            <a:off x="3165475" y="4325938"/>
            <a:ext cx="409575" cy="25717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pic>
        <p:nvPicPr>
          <p:cNvPr id="1913003" name="Picture 17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04063" y="2576513"/>
            <a:ext cx="8350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3004" name="Oval 176"/>
          <p:cNvSpPr>
            <a:spLocks noChangeArrowheads="1"/>
          </p:cNvSpPr>
          <p:nvPr/>
        </p:nvSpPr>
        <p:spPr bwMode="auto">
          <a:xfrm>
            <a:off x="7199313" y="2720975"/>
            <a:ext cx="409575" cy="25717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sp>
        <p:nvSpPr>
          <p:cNvPr id="1913005" name="Oval 177"/>
          <p:cNvSpPr>
            <a:spLocks noChangeArrowheads="1"/>
          </p:cNvSpPr>
          <p:nvPr/>
        </p:nvSpPr>
        <p:spPr bwMode="auto">
          <a:xfrm>
            <a:off x="5662613" y="2776538"/>
            <a:ext cx="407987" cy="25717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sp>
        <p:nvSpPr>
          <p:cNvPr id="1913006" name="Oval 178"/>
          <p:cNvSpPr>
            <a:spLocks noChangeArrowheads="1"/>
          </p:cNvSpPr>
          <p:nvPr/>
        </p:nvSpPr>
        <p:spPr bwMode="auto">
          <a:xfrm>
            <a:off x="6327775" y="3879850"/>
            <a:ext cx="471488" cy="301625"/>
          </a:xfrm>
          <a:prstGeom prst="ellipse">
            <a:avLst/>
          </a:prstGeom>
          <a:solidFill>
            <a:srgbClr val="99FF66"/>
          </a:solidFill>
          <a:ln w="9525">
            <a:solidFill>
              <a:schemeClr val="tx1"/>
            </a:solidFill>
            <a:round/>
            <a:headEnd/>
            <a:tailEnd/>
          </a:ln>
        </p:spPr>
        <p:txBody>
          <a:bodyPr wrap="none" anchor="ctr"/>
          <a:lstStyle/>
          <a:p>
            <a:pPr algn="ctr"/>
            <a:r>
              <a:rPr lang="en-US" altLang="zh-CN" sz="2000" b="1" dirty="0">
                <a:solidFill>
                  <a:srgbClr val="FF0000"/>
                </a:solidFill>
                <a:ea typeface="黑体" panose="02010609060101010101" pitchFamily="49" charset="-122"/>
              </a:rPr>
              <a:t>M</a:t>
            </a:r>
          </a:p>
        </p:txBody>
      </p:sp>
      <p:pic>
        <p:nvPicPr>
          <p:cNvPr id="1913007" name="Picture 17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8888413" y="2174875"/>
            <a:ext cx="7493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3008" name="Text Box 180"/>
          <p:cNvSpPr txBox="1">
            <a:spLocks noChangeArrowheads="1"/>
          </p:cNvSpPr>
          <p:nvPr/>
        </p:nvSpPr>
        <p:spPr bwMode="auto">
          <a:xfrm>
            <a:off x="3338513" y="2187575"/>
            <a:ext cx="1281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solidFill>
                  <a:srgbClr val="000099"/>
                </a:solidFill>
                <a:ea typeface="黑体" panose="02010609060101010101" pitchFamily="49" charset="-122"/>
              </a:rPr>
              <a:t> </a:t>
            </a:r>
            <a:r>
              <a:rPr lang="zh-CN" altLang="en-US" sz="2000" b="1" dirty="0">
                <a:solidFill>
                  <a:srgbClr val="FF0000"/>
                </a:solidFill>
                <a:ea typeface="黑体" panose="02010609060101010101" pitchFamily="49" charset="-122"/>
              </a:rPr>
              <a:t>被管设备</a:t>
            </a:r>
          </a:p>
        </p:txBody>
      </p:sp>
      <p:sp>
        <p:nvSpPr>
          <p:cNvPr id="1913009" name="Text Box 181"/>
          <p:cNvSpPr txBox="1">
            <a:spLocks noChangeArrowheads="1"/>
          </p:cNvSpPr>
          <p:nvPr/>
        </p:nvSpPr>
        <p:spPr bwMode="auto">
          <a:xfrm>
            <a:off x="5187950" y="1936750"/>
            <a:ext cx="1281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被管设备</a:t>
            </a:r>
          </a:p>
        </p:txBody>
      </p:sp>
      <p:sp>
        <p:nvSpPr>
          <p:cNvPr id="1913010" name="Text Box 182"/>
          <p:cNvSpPr txBox="1">
            <a:spLocks noChangeArrowheads="1"/>
          </p:cNvSpPr>
          <p:nvPr/>
        </p:nvSpPr>
        <p:spPr bwMode="auto">
          <a:xfrm>
            <a:off x="6877050" y="2220913"/>
            <a:ext cx="1281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被管设备</a:t>
            </a:r>
          </a:p>
        </p:txBody>
      </p:sp>
      <p:sp>
        <p:nvSpPr>
          <p:cNvPr id="1913011" name="Oval 183"/>
          <p:cNvSpPr>
            <a:spLocks noChangeArrowheads="1"/>
          </p:cNvSpPr>
          <p:nvPr/>
        </p:nvSpPr>
        <p:spPr bwMode="auto">
          <a:xfrm>
            <a:off x="350838" y="4889500"/>
            <a:ext cx="474662" cy="301625"/>
          </a:xfrm>
          <a:prstGeom prst="ellipse">
            <a:avLst/>
          </a:prstGeom>
          <a:solidFill>
            <a:srgbClr val="99FF66"/>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M</a:t>
            </a:r>
          </a:p>
        </p:txBody>
      </p:sp>
      <p:sp>
        <p:nvSpPr>
          <p:cNvPr id="1913012" name="Oval 184"/>
          <p:cNvSpPr>
            <a:spLocks noChangeArrowheads="1"/>
          </p:cNvSpPr>
          <p:nvPr/>
        </p:nvSpPr>
        <p:spPr bwMode="auto">
          <a:xfrm>
            <a:off x="350838" y="5340350"/>
            <a:ext cx="474662" cy="30162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sp>
        <p:nvSpPr>
          <p:cNvPr id="1913013" name="Freeform 185"/>
          <p:cNvSpPr>
            <a:spLocks noChangeArrowheads="1"/>
          </p:cNvSpPr>
          <p:nvPr/>
        </p:nvSpPr>
        <p:spPr bwMode="auto">
          <a:xfrm>
            <a:off x="3575050" y="4048125"/>
            <a:ext cx="2735263" cy="433388"/>
          </a:xfrm>
          <a:custGeom>
            <a:avLst/>
            <a:gdLst>
              <a:gd name="T0" fmla="*/ 1384 w 1384"/>
              <a:gd name="T1" fmla="*/ 0 h 208"/>
              <a:gd name="T2" fmla="*/ 0 w 1384"/>
              <a:gd name="T3" fmla="*/ 208 h 208"/>
            </a:gdLst>
            <a:ahLst/>
            <a:cxnLst>
              <a:cxn ang="0">
                <a:pos x="T0" y="T1"/>
              </a:cxn>
              <a:cxn ang="0">
                <a:pos x="T2" y="T3"/>
              </a:cxn>
            </a:cxnLst>
            <a:rect l="0" t="0" r="r" b="b"/>
            <a:pathLst>
              <a:path w="1384" h="208">
                <a:moveTo>
                  <a:pt x="1384" y="0"/>
                </a:moveTo>
                <a:cubicBezTo>
                  <a:pt x="1153" y="33"/>
                  <a:pt x="288" y="165"/>
                  <a:pt x="0" y="208"/>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4" name="Freeform 186"/>
          <p:cNvSpPr>
            <a:spLocks noChangeArrowheads="1"/>
          </p:cNvSpPr>
          <p:nvPr/>
        </p:nvSpPr>
        <p:spPr bwMode="auto">
          <a:xfrm>
            <a:off x="4351338" y="2927350"/>
            <a:ext cx="1990725" cy="1036638"/>
          </a:xfrm>
          <a:custGeom>
            <a:avLst/>
            <a:gdLst>
              <a:gd name="T0" fmla="*/ 1008 w 1008"/>
              <a:gd name="T1" fmla="*/ 496 h 496"/>
              <a:gd name="T2" fmla="*/ 0 w 1008"/>
              <a:gd name="T3" fmla="*/ 0 h 496"/>
            </a:gdLst>
            <a:ahLst/>
            <a:cxnLst>
              <a:cxn ang="0">
                <a:pos x="T0" y="T1"/>
              </a:cxn>
              <a:cxn ang="0">
                <a:pos x="T2" y="T3"/>
              </a:cxn>
            </a:cxnLst>
            <a:rect l="0" t="0" r="r" b="b"/>
            <a:pathLst>
              <a:path w="1008" h="496">
                <a:moveTo>
                  <a:pt x="1008" y="496"/>
                </a:moveTo>
                <a:cubicBezTo>
                  <a:pt x="841" y="413"/>
                  <a:pt x="210" y="103"/>
                  <a:pt x="0"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5" name="Freeform 187"/>
          <p:cNvSpPr>
            <a:spLocks noChangeArrowheads="1"/>
          </p:cNvSpPr>
          <p:nvPr/>
        </p:nvSpPr>
        <p:spPr bwMode="auto">
          <a:xfrm>
            <a:off x="5883275" y="3044825"/>
            <a:ext cx="584200" cy="885825"/>
          </a:xfrm>
          <a:custGeom>
            <a:avLst/>
            <a:gdLst>
              <a:gd name="T0" fmla="*/ 296 w 296"/>
              <a:gd name="T1" fmla="*/ 424 h 424"/>
              <a:gd name="T2" fmla="*/ 0 w 296"/>
              <a:gd name="T3" fmla="*/ 0 h 424"/>
            </a:gdLst>
            <a:ahLst/>
            <a:cxnLst>
              <a:cxn ang="0">
                <a:pos x="T0" y="T1"/>
              </a:cxn>
              <a:cxn ang="0">
                <a:pos x="T2" y="T3"/>
              </a:cxn>
            </a:cxnLst>
            <a:rect l="0" t="0" r="r" b="b"/>
            <a:pathLst>
              <a:path w="296" h="424">
                <a:moveTo>
                  <a:pt x="296" y="424"/>
                </a:moveTo>
                <a:cubicBezTo>
                  <a:pt x="245" y="354"/>
                  <a:pt x="62" y="88"/>
                  <a:pt x="0"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6" name="Freeform 188"/>
          <p:cNvSpPr>
            <a:spLocks noChangeArrowheads="1"/>
          </p:cNvSpPr>
          <p:nvPr/>
        </p:nvSpPr>
        <p:spPr bwMode="auto">
          <a:xfrm>
            <a:off x="6610350" y="2976563"/>
            <a:ext cx="696913" cy="903287"/>
          </a:xfrm>
          <a:custGeom>
            <a:avLst/>
            <a:gdLst>
              <a:gd name="T0" fmla="*/ 0 w 352"/>
              <a:gd name="T1" fmla="*/ 432 h 432"/>
              <a:gd name="T2" fmla="*/ 352 w 352"/>
              <a:gd name="T3" fmla="*/ 0 h 432"/>
            </a:gdLst>
            <a:ahLst/>
            <a:cxnLst>
              <a:cxn ang="0">
                <a:pos x="T0" y="T1"/>
              </a:cxn>
              <a:cxn ang="0">
                <a:pos x="T2" y="T3"/>
              </a:cxn>
            </a:cxnLst>
            <a:rect l="0" t="0" r="r" b="b"/>
            <a:pathLst>
              <a:path w="352" h="432">
                <a:moveTo>
                  <a:pt x="0" y="432"/>
                </a:moveTo>
                <a:cubicBezTo>
                  <a:pt x="59" y="360"/>
                  <a:pt x="279" y="90"/>
                  <a:pt x="352"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7" name="Freeform 189"/>
          <p:cNvSpPr>
            <a:spLocks noChangeArrowheads="1"/>
          </p:cNvSpPr>
          <p:nvPr/>
        </p:nvSpPr>
        <p:spPr bwMode="auto">
          <a:xfrm>
            <a:off x="6800850" y="2843213"/>
            <a:ext cx="2151063" cy="1103312"/>
          </a:xfrm>
          <a:custGeom>
            <a:avLst/>
            <a:gdLst>
              <a:gd name="T0" fmla="*/ 0 w 1088"/>
              <a:gd name="T1" fmla="*/ 528 h 528"/>
              <a:gd name="T2" fmla="*/ 1088 w 1088"/>
              <a:gd name="T3" fmla="*/ 0 h 528"/>
            </a:gdLst>
            <a:ahLst/>
            <a:cxnLst>
              <a:cxn ang="0">
                <a:pos x="T0" y="T1"/>
              </a:cxn>
              <a:cxn ang="0">
                <a:pos x="T2" y="T3"/>
              </a:cxn>
            </a:cxnLst>
            <a:rect l="0" t="0" r="r" b="b"/>
            <a:pathLst>
              <a:path w="1088" h="528">
                <a:moveTo>
                  <a:pt x="0" y="528"/>
                </a:moveTo>
                <a:cubicBezTo>
                  <a:pt x="181" y="441"/>
                  <a:pt x="861" y="110"/>
                  <a:pt x="1088"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8" name="Oval 190"/>
          <p:cNvSpPr>
            <a:spLocks noChangeArrowheads="1"/>
          </p:cNvSpPr>
          <p:nvPr/>
        </p:nvSpPr>
        <p:spPr bwMode="auto">
          <a:xfrm>
            <a:off x="8888413" y="2619375"/>
            <a:ext cx="409575" cy="25717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sp>
        <p:nvSpPr>
          <p:cNvPr id="1913019" name="Text Box 191"/>
          <p:cNvSpPr txBox="1">
            <a:spLocks noChangeArrowheads="1"/>
          </p:cNvSpPr>
          <p:nvPr/>
        </p:nvSpPr>
        <p:spPr bwMode="auto">
          <a:xfrm>
            <a:off x="8601075" y="1819275"/>
            <a:ext cx="1281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被管设备</a:t>
            </a:r>
          </a:p>
        </p:txBody>
      </p:sp>
      <p:sp>
        <p:nvSpPr>
          <p:cNvPr id="1913020" name="Text Box 192"/>
          <p:cNvSpPr txBox="1">
            <a:spLocks noChangeArrowheads="1"/>
          </p:cNvSpPr>
          <p:nvPr/>
        </p:nvSpPr>
        <p:spPr bwMode="auto">
          <a:xfrm rot="-527046">
            <a:off x="4094163" y="3756025"/>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FF0000"/>
                </a:solidFill>
                <a:ea typeface="黑体" panose="02010609060101010101" pitchFamily="49" charset="-122"/>
              </a:rPr>
              <a:t>网管协议</a:t>
            </a:r>
          </a:p>
        </p:txBody>
      </p:sp>
      <p:sp>
        <p:nvSpPr>
          <p:cNvPr id="191302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97D93E-3BBC-4AE7-8E7A-E314C2FBB991}" type="slidenum">
              <a:rPr lang="zh-CN" altLang="en-US" smtClean="0"/>
              <a:pPr eaLnBrk="1" hangingPunct="1"/>
              <a:t>4</a:t>
            </a:fld>
            <a:endParaRPr lang="en-US" altLang="zh-CN" smtClean="0"/>
          </a:p>
        </p:txBody>
      </p:sp>
      <p:sp>
        <p:nvSpPr>
          <p:cNvPr id="191302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网络管理模型中的主要构件 </a:t>
            </a:r>
          </a:p>
        </p:txBody>
      </p:sp>
      <p:sp>
        <p:nvSpPr>
          <p:cNvPr id="1914882"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管理站</a:t>
            </a:r>
            <a:r>
              <a:rPr lang="zh-CN" altLang="en-US" sz="2800" dirty="0" smtClean="0">
                <a:ea typeface="黑体" panose="02010609060101010101" pitchFamily="49" charset="-122"/>
              </a:rPr>
              <a:t>也常称为</a:t>
            </a:r>
            <a:r>
              <a:rPr lang="zh-CN" altLang="en-US" sz="2800" u="sng" dirty="0" smtClean="0">
                <a:solidFill>
                  <a:srgbClr val="FF0000"/>
                </a:solidFill>
                <a:ea typeface="黑体" panose="02010609060101010101" pitchFamily="49" charset="-122"/>
              </a:rPr>
              <a:t>网络运行中心</a:t>
            </a:r>
            <a:r>
              <a:rPr lang="zh-CN" altLang="en-US" sz="2800" u="sng" dirty="0" smtClean="0">
                <a:ea typeface="黑体" panose="02010609060101010101" pitchFamily="49" charset="-122"/>
              </a:rPr>
              <a:t> </a:t>
            </a:r>
            <a:r>
              <a:rPr lang="en-US" altLang="zh-CN" sz="2800" u="sng" dirty="0" smtClean="0">
                <a:ea typeface="黑体" panose="02010609060101010101" pitchFamily="49" charset="-122"/>
              </a:rPr>
              <a:t>NOC (Network Operations Center)</a:t>
            </a:r>
            <a:r>
              <a:rPr lang="zh-CN" altLang="en-US" sz="2800" dirty="0" smtClean="0">
                <a:ea typeface="黑体" panose="02010609060101010101" pitchFamily="49" charset="-122"/>
              </a:rPr>
              <a:t>，是网络管理系统的核心。</a:t>
            </a:r>
          </a:p>
          <a:p>
            <a:r>
              <a:rPr lang="zh-CN" altLang="en-US" sz="2800" dirty="0" smtClean="0">
                <a:solidFill>
                  <a:srgbClr val="FF0000"/>
                </a:solidFill>
                <a:ea typeface="黑体" panose="02010609060101010101" pitchFamily="49" charset="-122"/>
              </a:rPr>
              <a:t>管理程序</a:t>
            </a:r>
            <a:r>
              <a:rPr lang="zh-CN" altLang="en-US" sz="2800" dirty="0" smtClean="0">
                <a:ea typeface="黑体" panose="02010609060101010101" pitchFamily="49" charset="-122"/>
              </a:rPr>
              <a:t>在运行时就成为</a:t>
            </a:r>
            <a:r>
              <a:rPr lang="zh-CN" altLang="en-US" sz="2800" dirty="0" smtClean="0">
                <a:solidFill>
                  <a:srgbClr val="FF0000"/>
                </a:solidFill>
                <a:ea typeface="黑体" panose="02010609060101010101" pitchFamily="49" charset="-122"/>
              </a:rPr>
              <a:t>管理进程</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管理站（硬件）或管理程序（软件）都可称为</a:t>
            </a:r>
            <a:r>
              <a:rPr lang="zh-CN" altLang="en-US" sz="2800" dirty="0" smtClean="0">
                <a:solidFill>
                  <a:srgbClr val="FF0000"/>
                </a:solidFill>
                <a:ea typeface="黑体" panose="02010609060101010101" pitchFamily="49" charset="-122"/>
              </a:rPr>
              <a:t>管理者</a:t>
            </a:r>
            <a:r>
              <a:rPr lang="en-US" altLang="zh-CN" sz="2800" dirty="0" smtClean="0">
                <a:ea typeface="黑体" panose="02010609060101010101" pitchFamily="49" charset="-122"/>
              </a:rPr>
              <a:t>(manager)</a:t>
            </a:r>
            <a:r>
              <a:rPr lang="zh-CN" altLang="en-US" sz="2800" dirty="0" smtClean="0">
                <a:ea typeface="黑体" panose="02010609060101010101" pitchFamily="49" charset="-122"/>
              </a:rPr>
              <a:t>。</a:t>
            </a:r>
          </a:p>
          <a:p>
            <a:r>
              <a:rPr lang="en-US" altLang="zh-CN" sz="2800" dirty="0" smtClean="0">
                <a:solidFill>
                  <a:srgbClr val="FF0000"/>
                </a:solidFill>
                <a:ea typeface="黑体" panose="02010609060101010101" pitchFamily="49" charset="-122"/>
              </a:rPr>
              <a:t>Manager</a:t>
            </a:r>
            <a:r>
              <a:rPr lang="en-US" altLang="zh-CN" sz="2800" dirty="0" smtClean="0">
                <a:solidFill>
                  <a:schemeClr val="hlink"/>
                </a:solidFill>
                <a:ea typeface="黑体" panose="02010609060101010101" pitchFamily="49" charset="-122"/>
              </a:rPr>
              <a:t> </a:t>
            </a:r>
            <a:r>
              <a:rPr lang="zh-CN" altLang="en-US" sz="2800" dirty="0" smtClean="0">
                <a:ea typeface="黑体" panose="02010609060101010101" pitchFamily="49" charset="-122"/>
              </a:rPr>
              <a:t>不是指人而是指机器或软件。</a:t>
            </a:r>
          </a:p>
          <a:p>
            <a:r>
              <a:rPr lang="zh-CN" altLang="en-US" sz="2800" dirty="0" smtClean="0">
                <a:solidFill>
                  <a:srgbClr val="FF0000"/>
                </a:solidFill>
                <a:ea typeface="黑体" panose="02010609060101010101" pitchFamily="49" charset="-122"/>
              </a:rPr>
              <a:t>网络管理员 </a:t>
            </a:r>
            <a:r>
              <a:rPr lang="en-US" altLang="zh-CN" sz="2800" dirty="0" smtClean="0">
                <a:ea typeface="黑体" panose="02010609060101010101" pitchFamily="49" charset="-122"/>
              </a:rPr>
              <a:t>(administrator) </a:t>
            </a:r>
            <a:r>
              <a:rPr lang="zh-CN" altLang="en-US" sz="2800" dirty="0" smtClean="0">
                <a:ea typeface="黑体" panose="02010609060101010101" pitchFamily="49" charset="-122"/>
              </a:rPr>
              <a:t>指的是人。大型网络往往实行多级管理，因而有多个管理者，而一个管理者一般只管理本地网络的设备。</a:t>
            </a:r>
          </a:p>
        </p:txBody>
      </p:sp>
      <p:sp>
        <p:nvSpPr>
          <p:cNvPr id="19148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CB45D5-0B10-4A82-B46F-CEA35CA1C639}" type="slidenum">
              <a:rPr lang="zh-CN" altLang="en-US" smtClean="0"/>
              <a:pPr eaLnBrk="1" hangingPunct="1"/>
              <a:t>5</a:t>
            </a:fld>
            <a:endParaRPr lang="en-US" altLang="zh-CN" smtClean="0"/>
          </a:p>
        </p:txBody>
      </p:sp>
      <p:sp>
        <p:nvSpPr>
          <p:cNvPr id="19148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692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被管对象 </a:t>
            </a:r>
            <a:r>
              <a:rPr lang="en-US" altLang="zh-CN" smtClean="0">
                <a:ea typeface="黑体" panose="02010609060101010101" pitchFamily="49" charset="-122"/>
              </a:rPr>
              <a:t>(Managed Object)</a:t>
            </a:r>
            <a:r>
              <a:rPr lang="zh-CN" altLang="en-US" smtClean="0">
                <a:ea typeface="黑体" panose="02010609060101010101" pitchFamily="49" charset="-122"/>
              </a:rPr>
              <a:t>。</a:t>
            </a:r>
          </a:p>
        </p:txBody>
      </p:sp>
      <p:sp>
        <p:nvSpPr>
          <p:cNvPr id="191693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网络的每一个被管设备中可能有多个</a:t>
            </a:r>
            <a:r>
              <a:rPr lang="zh-CN" altLang="en-US" dirty="0" smtClean="0">
                <a:solidFill>
                  <a:srgbClr val="FF0000"/>
                </a:solidFill>
                <a:ea typeface="黑体" panose="02010609060101010101" pitchFamily="49" charset="-122"/>
              </a:rPr>
              <a:t>被管对象</a:t>
            </a:r>
            <a:r>
              <a:rPr lang="zh-CN" altLang="en-US" dirty="0" smtClean="0">
                <a:ea typeface="黑体" panose="02010609060101010101" pitchFamily="49" charset="-122"/>
              </a:rPr>
              <a:t>。</a:t>
            </a:r>
          </a:p>
          <a:p>
            <a:r>
              <a:rPr lang="zh-CN" altLang="en-US" dirty="0" smtClean="0">
                <a:ea typeface="黑体" panose="02010609060101010101" pitchFamily="49" charset="-122"/>
              </a:rPr>
              <a:t>被管设备有时可称为</a:t>
            </a:r>
            <a:r>
              <a:rPr lang="zh-CN" altLang="en-US" dirty="0" smtClean="0">
                <a:solidFill>
                  <a:srgbClr val="FF0000"/>
                </a:solidFill>
                <a:ea typeface="黑体" panose="02010609060101010101" pitchFamily="49" charset="-122"/>
              </a:rPr>
              <a:t>网络元素</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网元</a:t>
            </a:r>
            <a:r>
              <a:rPr lang="zh-CN" altLang="en-US" dirty="0" smtClean="0">
                <a:ea typeface="黑体" panose="02010609060101010101" pitchFamily="49" charset="-122"/>
              </a:rPr>
              <a:t>。</a:t>
            </a:r>
          </a:p>
          <a:p>
            <a:r>
              <a:rPr lang="zh-CN" altLang="en-US" dirty="0" smtClean="0">
                <a:ea typeface="黑体" panose="02010609060101010101" pitchFamily="49" charset="-122"/>
              </a:rPr>
              <a:t>在被管设备中也会有一些不能被管的对象。 </a:t>
            </a:r>
          </a:p>
          <a:p>
            <a:endParaRPr lang="en-US" altLang="zh-CN" dirty="0" smtClean="0">
              <a:ea typeface="黑体" panose="02010609060101010101" pitchFamily="49" charset="-122"/>
            </a:endParaRPr>
          </a:p>
        </p:txBody>
      </p:sp>
      <p:sp>
        <p:nvSpPr>
          <p:cNvPr id="19169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8AC7DE-06EC-4717-884B-4C43CDEC50A2}" type="slidenum">
              <a:rPr lang="zh-CN" altLang="en-US" smtClean="0"/>
              <a:pPr eaLnBrk="1" hangingPunct="1"/>
              <a:t>6</a:t>
            </a:fld>
            <a:endParaRPr lang="en-US" altLang="zh-CN" smtClean="0"/>
          </a:p>
        </p:txBody>
      </p:sp>
      <p:sp>
        <p:nvSpPr>
          <p:cNvPr id="19169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89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代理 </a:t>
            </a:r>
            <a:r>
              <a:rPr lang="en-US" altLang="zh-CN" smtClean="0">
                <a:ea typeface="黑体" panose="02010609060101010101" pitchFamily="49" charset="-122"/>
              </a:rPr>
              <a:t>(agent)</a:t>
            </a:r>
          </a:p>
        </p:txBody>
      </p:sp>
      <p:sp>
        <p:nvSpPr>
          <p:cNvPr id="191897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在每一个被管设备中都要运行一个程序以便和管理站中的管理程序进行通信。这些运行着的程序叫做</a:t>
            </a:r>
            <a:r>
              <a:rPr lang="zh-CN" altLang="en-US" dirty="0" smtClean="0">
                <a:solidFill>
                  <a:srgbClr val="FF0000"/>
                </a:solidFill>
                <a:ea typeface="黑体" panose="02010609060101010101" pitchFamily="49" charset="-122"/>
              </a:rPr>
              <a:t>网络管理代理程序</a:t>
            </a:r>
            <a:r>
              <a:rPr lang="zh-CN" altLang="en-US" dirty="0" smtClean="0">
                <a:ea typeface="黑体" panose="02010609060101010101" pitchFamily="49" charset="-122"/>
              </a:rPr>
              <a:t>，或简称为</a:t>
            </a:r>
            <a:r>
              <a:rPr lang="zh-CN" altLang="en-US" dirty="0" smtClean="0">
                <a:solidFill>
                  <a:srgbClr val="FF0000"/>
                </a:solidFill>
                <a:ea typeface="黑体" panose="02010609060101010101" pitchFamily="49" charset="-122"/>
              </a:rPr>
              <a:t>代理</a:t>
            </a:r>
            <a:r>
              <a:rPr lang="zh-CN" altLang="en-US" dirty="0" smtClean="0">
                <a:ea typeface="黑体" panose="02010609060101010101" pitchFamily="49" charset="-122"/>
              </a:rPr>
              <a:t>。</a:t>
            </a:r>
          </a:p>
          <a:p>
            <a:r>
              <a:rPr lang="zh-CN" altLang="en-US" dirty="0" smtClean="0">
                <a:ea typeface="黑体" panose="02010609060101010101" pitchFamily="49" charset="-122"/>
              </a:rPr>
              <a:t>代理程序在管理程序的命令和控制下在被管设备上采取本地的行动。</a:t>
            </a:r>
          </a:p>
        </p:txBody>
      </p:sp>
      <p:sp>
        <p:nvSpPr>
          <p:cNvPr id="19189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40CB5E-7747-4BB1-B7D9-5CEBD2A6F150}" type="slidenum">
              <a:rPr lang="zh-CN" altLang="en-US" smtClean="0"/>
              <a:pPr eaLnBrk="1" hangingPunct="1"/>
              <a:t>7</a:t>
            </a:fld>
            <a:endParaRPr lang="en-US" altLang="zh-CN" smtClean="0"/>
          </a:p>
        </p:txBody>
      </p:sp>
      <p:sp>
        <p:nvSpPr>
          <p:cNvPr id="19189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10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网络管理协议 </a:t>
            </a:r>
          </a:p>
        </p:txBody>
      </p:sp>
      <p:sp>
        <p:nvSpPr>
          <p:cNvPr id="1921026"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网络管理协议</a:t>
            </a:r>
            <a:r>
              <a:rPr lang="zh-CN" altLang="en-US" dirty="0" smtClean="0">
                <a:ea typeface="黑体" panose="02010609060101010101" pitchFamily="49" charset="-122"/>
              </a:rPr>
              <a:t>简称为</a:t>
            </a:r>
            <a:r>
              <a:rPr lang="zh-CN" altLang="en-US" dirty="0" smtClean="0">
                <a:solidFill>
                  <a:srgbClr val="FF0000"/>
                </a:solidFill>
                <a:ea typeface="黑体" panose="02010609060101010101" pitchFamily="49" charset="-122"/>
              </a:rPr>
              <a:t>网管协议</a:t>
            </a:r>
            <a:r>
              <a:rPr lang="zh-CN" altLang="en-US" dirty="0" smtClean="0">
                <a:ea typeface="黑体" panose="02010609060101010101" pitchFamily="49" charset="-122"/>
              </a:rPr>
              <a:t>。</a:t>
            </a:r>
          </a:p>
          <a:p>
            <a:r>
              <a:rPr lang="zh-CN" altLang="en-US" dirty="0" smtClean="0">
                <a:ea typeface="黑体" panose="02010609060101010101" pitchFamily="49" charset="-122"/>
              </a:rPr>
              <a:t>需要注意的是，并不是网管协议本身来管理网络。</a:t>
            </a:r>
            <a:r>
              <a:rPr lang="zh-CN" altLang="en-US" dirty="0" smtClean="0">
                <a:solidFill>
                  <a:srgbClr val="0000FF"/>
                </a:solidFill>
                <a:ea typeface="黑体" panose="02010609060101010101" pitchFamily="49" charset="-122"/>
              </a:rPr>
              <a:t>网管协议是管理程序和代理程序之间进行通信的规则。</a:t>
            </a:r>
          </a:p>
          <a:p>
            <a:r>
              <a:rPr lang="zh-CN" altLang="en-US" dirty="0" smtClean="0">
                <a:ea typeface="黑体" panose="02010609060101010101" pitchFamily="49" charset="-122"/>
              </a:rPr>
              <a:t>网络管理员利用网管协议通过管理站对网络中的被管设备进行管理。 </a:t>
            </a:r>
          </a:p>
        </p:txBody>
      </p:sp>
      <p:sp>
        <p:nvSpPr>
          <p:cNvPr id="19210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9992B0-6671-46F4-B823-C6078E9CAC1B}" type="slidenum">
              <a:rPr lang="zh-CN" altLang="en-US" smtClean="0"/>
              <a:pPr eaLnBrk="1" hangingPunct="1"/>
              <a:t>8</a:t>
            </a:fld>
            <a:endParaRPr lang="en-US" altLang="zh-CN" smtClean="0"/>
          </a:p>
        </p:txBody>
      </p:sp>
      <p:sp>
        <p:nvSpPr>
          <p:cNvPr id="19210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30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客户服务器方式</a:t>
            </a:r>
          </a:p>
        </p:txBody>
      </p:sp>
      <p:sp>
        <p:nvSpPr>
          <p:cNvPr id="1923074"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管理程序和代理程序按</a:t>
            </a:r>
            <a:r>
              <a:rPr lang="zh-CN" altLang="en-US" dirty="0" smtClean="0">
                <a:solidFill>
                  <a:srgbClr val="FF0000"/>
                </a:solidFill>
                <a:ea typeface="黑体" panose="02010609060101010101" pitchFamily="49" charset="-122"/>
              </a:rPr>
              <a:t>客户服务器方式</a:t>
            </a:r>
            <a:r>
              <a:rPr lang="zh-CN" altLang="en-US" dirty="0" smtClean="0">
                <a:ea typeface="黑体" panose="02010609060101010101" pitchFamily="49" charset="-122"/>
              </a:rPr>
              <a:t>工作。</a:t>
            </a:r>
          </a:p>
          <a:p>
            <a:r>
              <a:rPr lang="zh-CN" altLang="en-US" dirty="0" smtClean="0">
                <a:ea typeface="黑体" panose="02010609060101010101" pitchFamily="49" charset="-122"/>
              </a:rPr>
              <a:t>管理程序运行 </a:t>
            </a:r>
            <a:r>
              <a:rPr lang="en-US" altLang="zh-CN" dirty="0" smtClean="0">
                <a:solidFill>
                  <a:srgbClr val="FF0000"/>
                </a:solidFill>
                <a:ea typeface="黑体" panose="02010609060101010101" pitchFamily="49" charset="-122"/>
              </a:rPr>
              <a:t>SNMP </a:t>
            </a:r>
            <a:r>
              <a:rPr lang="zh-CN" altLang="en-US" dirty="0" smtClean="0">
                <a:solidFill>
                  <a:srgbClr val="FF0000"/>
                </a:solidFill>
                <a:ea typeface="黑体" panose="02010609060101010101" pitchFamily="49" charset="-122"/>
              </a:rPr>
              <a:t>客户程序</a:t>
            </a:r>
            <a:r>
              <a:rPr lang="zh-CN" altLang="en-US" dirty="0" smtClean="0">
                <a:ea typeface="黑体" panose="02010609060101010101" pitchFamily="49" charset="-122"/>
              </a:rPr>
              <a:t>，向某个代理程序发出请求（或命令），代理程序运行 </a:t>
            </a:r>
            <a:r>
              <a:rPr lang="en-US" altLang="zh-CN" dirty="0" smtClean="0">
                <a:solidFill>
                  <a:srgbClr val="FF0000"/>
                </a:solidFill>
                <a:ea typeface="黑体" panose="02010609060101010101" pitchFamily="49" charset="-122"/>
              </a:rPr>
              <a:t>SNMP </a:t>
            </a:r>
            <a:r>
              <a:rPr lang="zh-CN" altLang="en-US" dirty="0" smtClean="0">
                <a:solidFill>
                  <a:srgbClr val="FF0000"/>
                </a:solidFill>
                <a:ea typeface="黑体" panose="02010609060101010101" pitchFamily="49" charset="-122"/>
              </a:rPr>
              <a:t>服务器程序，</a:t>
            </a:r>
            <a:r>
              <a:rPr lang="zh-CN" altLang="en-US" dirty="0" smtClean="0">
                <a:ea typeface="黑体" panose="02010609060101010101" pitchFamily="49" charset="-122"/>
              </a:rPr>
              <a:t>返回响应（或执行某个动作）。</a:t>
            </a:r>
          </a:p>
          <a:p>
            <a:r>
              <a:rPr lang="zh-CN" altLang="en-US" dirty="0" smtClean="0">
                <a:ea typeface="黑体" panose="02010609060101010101" pitchFamily="49" charset="-122"/>
              </a:rPr>
              <a:t>在网管系统中往往是</a:t>
            </a:r>
            <a:r>
              <a:rPr lang="zh-CN" altLang="en-US" dirty="0" smtClean="0">
                <a:solidFill>
                  <a:srgbClr val="0000FF"/>
                </a:solidFill>
                <a:ea typeface="黑体" panose="02010609060101010101" pitchFamily="49" charset="-122"/>
              </a:rPr>
              <a:t>一个（或少数几个）客户程序与很多的服务器程序</a:t>
            </a:r>
            <a:r>
              <a:rPr lang="zh-CN" altLang="en-US" dirty="0" smtClean="0">
                <a:ea typeface="黑体" panose="02010609060101010101" pitchFamily="49" charset="-122"/>
              </a:rPr>
              <a:t>进行</a:t>
            </a:r>
            <a:r>
              <a:rPr lang="zh-CN" altLang="en-US" dirty="0" smtClean="0">
                <a:solidFill>
                  <a:srgbClr val="0000FF"/>
                </a:solidFill>
                <a:ea typeface="黑体" panose="02010609060101010101" pitchFamily="49" charset="-122"/>
              </a:rPr>
              <a:t>交互</a:t>
            </a:r>
            <a:r>
              <a:rPr lang="zh-CN" altLang="en-US" dirty="0" smtClean="0">
                <a:ea typeface="黑体" panose="02010609060101010101" pitchFamily="49" charset="-122"/>
              </a:rPr>
              <a:t>。</a:t>
            </a:r>
          </a:p>
        </p:txBody>
      </p:sp>
      <p:sp>
        <p:nvSpPr>
          <p:cNvPr id="19230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72313D-D34C-4506-BBC6-2C6CD45E519B}" type="slidenum">
              <a:rPr lang="zh-CN" altLang="en-US" smtClean="0"/>
              <a:pPr eaLnBrk="1" hangingPunct="1"/>
              <a:t>9</a:t>
            </a:fld>
            <a:endParaRPr lang="en-US" altLang="zh-CN" smtClean="0"/>
          </a:p>
        </p:txBody>
      </p:sp>
      <p:sp>
        <p:nvSpPr>
          <p:cNvPr id="19230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网络管理的基本原理</a:t>
            </a:r>
          </a:p>
        </p:txBody>
      </p:sp>
      <p:sp>
        <p:nvSpPr>
          <p:cNvPr id="192512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若要管理某个对象，就必然会给该对象添加一些软件或硬件，但这种“添加”必须</a:t>
            </a:r>
            <a:r>
              <a:rPr lang="zh-CN" altLang="en-US" smtClean="0">
                <a:solidFill>
                  <a:srgbClr val="FF0000"/>
                </a:solidFill>
                <a:ea typeface="黑体" panose="02010609060101010101" pitchFamily="49" charset="-122"/>
              </a:rPr>
              <a:t>对原有对象的影响尽量小些。</a:t>
            </a:r>
          </a:p>
        </p:txBody>
      </p:sp>
      <p:sp>
        <p:nvSpPr>
          <p:cNvPr id="19251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F2DB69-33AA-4A08-AF3E-C82C893BA577}" type="slidenum">
              <a:rPr lang="zh-CN" altLang="en-US" smtClean="0"/>
              <a:pPr eaLnBrk="1" hangingPunct="1"/>
              <a:t>10</a:t>
            </a:fld>
            <a:endParaRPr lang="en-US" altLang="zh-CN" smtClean="0"/>
          </a:p>
        </p:txBody>
      </p:sp>
      <p:sp>
        <p:nvSpPr>
          <p:cNvPr id="19251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614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的指导思想</a:t>
            </a:r>
          </a:p>
        </p:txBody>
      </p:sp>
      <p:sp>
        <p:nvSpPr>
          <p:cNvPr id="192614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最重要的</a:t>
            </a:r>
            <a:r>
              <a:rPr lang="zh-CN" altLang="en-US" dirty="0" smtClean="0">
                <a:solidFill>
                  <a:srgbClr val="0000FF"/>
                </a:solidFill>
                <a:ea typeface="黑体" panose="02010609060101010101" pitchFamily="49" charset="-122"/>
              </a:rPr>
              <a:t>指导思想</a:t>
            </a:r>
            <a:r>
              <a:rPr lang="zh-CN" altLang="en-US" dirty="0" smtClean="0">
                <a:ea typeface="黑体" panose="02010609060101010101" pitchFamily="49" charset="-122"/>
              </a:rPr>
              <a:t>就是要</a:t>
            </a:r>
            <a:r>
              <a:rPr lang="zh-CN" altLang="en-US" dirty="0" smtClean="0">
                <a:solidFill>
                  <a:srgbClr val="FF0000"/>
                </a:solidFill>
                <a:ea typeface="黑体" panose="02010609060101010101" pitchFamily="49" charset="-122"/>
              </a:rPr>
              <a:t>尽可能简单。</a:t>
            </a:r>
          </a:p>
          <a:p>
            <a:r>
              <a:rPr lang="en-US" altLang="zh-CN" dirty="0" smtClean="0">
                <a:ea typeface="黑体" panose="02010609060101010101" pitchFamily="49" charset="-122"/>
              </a:rPr>
              <a:t>SNMP </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基本功能</a:t>
            </a:r>
            <a:r>
              <a:rPr lang="zh-CN" altLang="en-US" dirty="0" smtClean="0">
                <a:ea typeface="黑体" panose="02010609060101010101" pitchFamily="49" charset="-122"/>
              </a:rPr>
              <a:t>包括监视网络性能、检测分析网络差错和配置网络设备等。</a:t>
            </a:r>
          </a:p>
          <a:p>
            <a:r>
              <a:rPr lang="zh-CN" altLang="en-US" dirty="0" smtClean="0">
                <a:ea typeface="黑体" panose="02010609060101010101" pitchFamily="49" charset="-122"/>
              </a:rPr>
              <a:t>在网络正常工作时，</a:t>
            </a:r>
            <a:r>
              <a:rPr lang="en-US" altLang="zh-CN" dirty="0" smtClean="0">
                <a:ea typeface="黑体" panose="02010609060101010101" pitchFamily="49" charset="-122"/>
              </a:rPr>
              <a:t>SNMP </a:t>
            </a:r>
            <a:r>
              <a:rPr lang="zh-CN" altLang="en-US" dirty="0" smtClean="0">
                <a:ea typeface="黑体" panose="02010609060101010101" pitchFamily="49" charset="-122"/>
              </a:rPr>
              <a:t>可实现统计、配置、和测试等功能。当网络出故障时，可实现各种差错检测和恢复功能。</a:t>
            </a:r>
          </a:p>
          <a:p>
            <a:r>
              <a:rPr lang="zh-CN" altLang="en-US" dirty="0" smtClean="0">
                <a:ea typeface="黑体" panose="02010609060101010101" pitchFamily="49" charset="-122"/>
              </a:rPr>
              <a:t>虽然 </a:t>
            </a:r>
            <a:r>
              <a:rPr lang="en-US" altLang="zh-CN" dirty="0" smtClean="0">
                <a:ea typeface="黑体" panose="02010609060101010101" pitchFamily="49" charset="-122"/>
              </a:rPr>
              <a:t>SNMP </a:t>
            </a:r>
            <a:r>
              <a:rPr lang="zh-CN" altLang="en-US" dirty="0" smtClean="0">
                <a:ea typeface="黑体" panose="02010609060101010101" pitchFamily="49" charset="-122"/>
              </a:rPr>
              <a:t>是在 </a:t>
            </a:r>
            <a:r>
              <a:rPr lang="en-US" altLang="zh-CN" dirty="0" smtClean="0">
                <a:ea typeface="黑体" panose="02010609060101010101" pitchFamily="49" charset="-122"/>
              </a:rPr>
              <a:t>TCP/IP </a:t>
            </a:r>
            <a:r>
              <a:rPr lang="zh-CN" altLang="en-US" dirty="0" smtClean="0">
                <a:ea typeface="黑体" panose="02010609060101010101" pitchFamily="49" charset="-122"/>
              </a:rPr>
              <a:t>基础上的网络管理协议，但也</a:t>
            </a:r>
            <a:r>
              <a:rPr lang="zh-CN" altLang="en-US" dirty="0" smtClean="0">
                <a:solidFill>
                  <a:srgbClr val="0000FF"/>
                </a:solidFill>
                <a:ea typeface="黑体" panose="02010609060101010101" pitchFamily="49" charset="-122"/>
              </a:rPr>
              <a:t>可扩展</a:t>
            </a:r>
            <a:r>
              <a:rPr lang="zh-CN" altLang="en-US" dirty="0" smtClean="0">
                <a:ea typeface="黑体" panose="02010609060101010101" pitchFamily="49" charset="-122"/>
              </a:rPr>
              <a:t>到</a:t>
            </a:r>
            <a:r>
              <a:rPr lang="zh-CN" altLang="en-US" dirty="0" smtClean="0">
                <a:solidFill>
                  <a:srgbClr val="0000FF"/>
                </a:solidFill>
                <a:ea typeface="黑体" panose="02010609060101010101" pitchFamily="49" charset="-122"/>
              </a:rPr>
              <a:t>其他类型的网络设备</a:t>
            </a:r>
            <a:r>
              <a:rPr lang="zh-CN" altLang="en-US" dirty="0" smtClean="0">
                <a:ea typeface="黑体" panose="02010609060101010101" pitchFamily="49" charset="-122"/>
              </a:rPr>
              <a:t>上。 </a:t>
            </a:r>
          </a:p>
        </p:txBody>
      </p:sp>
      <p:sp>
        <p:nvSpPr>
          <p:cNvPr id="19261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0D4BD5-8327-454F-AE47-F9F99A9FB6A5}" type="slidenum">
              <a:rPr lang="zh-CN" altLang="en-US" smtClean="0"/>
              <a:pPr eaLnBrk="1" hangingPunct="1"/>
              <a:t>11</a:t>
            </a:fld>
            <a:endParaRPr lang="en-US" altLang="zh-CN" smtClean="0"/>
          </a:p>
        </p:txBody>
      </p:sp>
      <p:sp>
        <p:nvSpPr>
          <p:cNvPr id="19261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819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的管理站和委托代理</a:t>
            </a:r>
          </a:p>
        </p:txBody>
      </p:sp>
      <p:sp>
        <p:nvSpPr>
          <p:cNvPr id="1928194"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整个系统必须有一个</a:t>
            </a:r>
            <a:r>
              <a:rPr lang="zh-CN" altLang="en-US" dirty="0" smtClean="0">
                <a:solidFill>
                  <a:srgbClr val="FF0000"/>
                </a:solidFill>
                <a:ea typeface="黑体" panose="02010609060101010101" pitchFamily="49" charset="-122"/>
              </a:rPr>
              <a:t>管理站</a:t>
            </a:r>
            <a:r>
              <a:rPr lang="zh-CN" altLang="en-US" dirty="0" smtClean="0">
                <a:ea typeface="黑体" panose="02010609060101010101" pitchFamily="49" charset="-122"/>
              </a:rPr>
              <a:t>。</a:t>
            </a:r>
          </a:p>
          <a:p>
            <a:r>
              <a:rPr lang="zh-CN" altLang="en-US" dirty="0" smtClean="0">
                <a:ea typeface="黑体" panose="02010609060101010101" pitchFamily="49" charset="-122"/>
              </a:rPr>
              <a:t>管理进程和代理进程利用 </a:t>
            </a:r>
            <a:r>
              <a:rPr lang="en-US" altLang="zh-CN" dirty="0" smtClean="0">
                <a:ea typeface="黑体" panose="02010609060101010101" pitchFamily="49" charset="-122"/>
              </a:rPr>
              <a:t>SNMP </a:t>
            </a:r>
            <a:r>
              <a:rPr lang="zh-CN" altLang="en-US" dirty="0" smtClean="0">
                <a:ea typeface="黑体" panose="02010609060101010101" pitchFamily="49" charset="-122"/>
              </a:rPr>
              <a:t>报文进行通信，而 </a:t>
            </a:r>
            <a:r>
              <a:rPr lang="en-US" altLang="zh-CN" dirty="0" smtClean="0">
                <a:ea typeface="黑体" panose="02010609060101010101" pitchFamily="49" charset="-122"/>
              </a:rPr>
              <a:t>SNMP </a:t>
            </a:r>
            <a:r>
              <a:rPr lang="zh-CN" altLang="en-US" dirty="0" smtClean="0">
                <a:ea typeface="黑体" panose="02010609060101010101" pitchFamily="49" charset="-122"/>
              </a:rPr>
              <a:t>报文又使用 </a:t>
            </a:r>
            <a:r>
              <a:rPr lang="en-US" altLang="zh-CN" dirty="0" smtClean="0">
                <a:ea typeface="黑体" panose="02010609060101010101" pitchFamily="49" charset="-122"/>
              </a:rPr>
              <a:t>UDP </a:t>
            </a:r>
            <a:r>
              <a:rPr lang="zh-CN" altLang="en-US" dirty="0" smtClean="0">
                <a:ea typeface="黑体" panose="02010609060101010101" pitchFamily="49" charset="-122"/>
              </a:rPr>
              <a:t>来传送。</a:t>
            </a:r>
          </a:p>
          <a:p>
            <a:r>
              <a:rPr lang="zh-CN" altLang="en-US" dirty="0" smtClean="0">
                <a:ea typeface="黑体" panose="02010609060101010101" pitchFamily="49" charset="-122"/>
              </a:rPr>
              <a:t>若网络元素使用的不是 </a:t>
            </a:r>
            <a:r>
              <a:rPr lang="en-US" altLang="zh-CN" dirty="0" smtClean="0">
                <a:ea typeface="黑体" panose="02010609060101010101" pitchFamily="49" charset="-122"/>
              </a:rPr>
              <a:t>SNMP </a:t>
            </a:r>
            <a:r>
              <a:rPr lang="zh-CN" altLang="en-US" dirty="0" smtClean="0">
                <a:ea typeface="黑体" panose="02010609060101010101" pitchFamily="49" charset="-122"/>
              </a:rPr>
              <a:t>而是另一种网络管理协议，</a:t>
            </a:r>
            <a:r>
              <a:rPr lang="en-US" altLang="zh-CN" dirty="0" smtClean="0">
                <a:ea typeface="黑体" panose="02010609060101010101" pitchFamily="49" charset="-122"/>
              </a:rPr>
              <a:t>SNMP </a:t>
            </a:r>
            <a:r>
              <a:rPr lang="zh-CN" altLang="en-US" dirty="0" smtClean="0">
                <a:ea typeface="黑体" panose="02010609060101010101" pitchFamily="49" charset="-122"/>
              </a:rPr>
              <a:t>协议就无法控制该网络元素。这时可使用</a:t>
            </a:r>
            <a:r>
              <a:rPr lang="zh-CN" altLang="en-US" dirty="0" smtClean="0">
                <a:solidFill>
                  <a:srgbClr val="FF0000"/>
                </a:solidFill>
                <a:ea typeface="黑体" panose="02010609060101010101" pitchFamily="49" charset="-122"/>
              </a:rPr>
              <a:t>委托代理 </a:t>
            </a:r>
            <a:r>
              <a:rPr lang="en-US" altLang="zh-CN" dirty="0" smtClean="0">
                <a:ea typeface="黑体" panose="02010609060101010101" pitchFamily="49" charset="-122"/>
              </a:rPr>
              <a:t>(proxy agent)</a:t>
            </a:r>
            <a:r>
              <a:rPr lang="zh-CN" altLang="en-US" dirty="0" smtClean="0">
                <a:ea typeface="黑体" panose="02010609060101010101" pitchFamily="49" charset="-122"/>
              </a:rPr>
              <a:t>。委托代理能提供如</a:t>
            </a:r>
            <a:r>
              <a:rPr lang="zh-CN" altLang="en-US" dirty="0" smtClean="0">
                <a:solidFill>
                  <a:srgbClr val="0000FF"/>
                </a:solidFill>
                <a:ea typeface="黑体" panose="02010609060101010101" pitchFamily="49" charset="-122"/>
              </a:rPr>
              <a:t>协议转换和过滤</a:t>
            </a:r>
            <a:r>
              <a:rPr lang="zh-CN" altLang="en-US" dirty="0" smtClean="0">
                <a:ea typeface="黑体" panose="02010609060101010101" pitchFamily="49" charset="-122"/>
              </a:rPr>
              <a:t>操作等功能对被管对象进行管理。</a:t>
            </a:r>
          </a:p>
        </p:txBody>
      </p:sp>
      <p:sp>
        <p:nvSpPr>
          <p:cNvPr id="19281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4C9BEE-9049-463B-ABA8-A86CCA157BCD}" type="slidenum">
              <a:rPr lang="zh-CN" altLang="en-US" smtClean="0"/>
              <a:pPr eaLnBrk="1" hangingPunct="1"/>
              <a:t>12</a:t>
            </a:fld>
            <a:endParaRPr lang="en-US" altLang="zh-CN" smtClean="0"/>
          </a:p>
        </p:txBody>
      </p:sp>
      <p:sp>
        <p:nvSpPr>
          <p:cNvPr id="19281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024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网络管理组成 </a:t>
            </a:r>
          </a:p>
        </p:txBody>
      </p:sp>
      <p:sp>
        <p:nvSpPr>
          <p:cNvPr id="1930242"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的网络管理由三个部分组成：</a:t>
            </a:r>
            <a:endParaRPr lang="en-US" altLang="zh-CN" dirty="0" smtClean="0">
              <a:ea typeface="黑体" panose="02010609060101010101" pitchFamily="49" charset="-122"/>
            </a:endParaRPr>
          </a:p>
          <a:p>
            <a:pPr lvl="1"/>
            <a:r>
              <a:rPr lang="en-US" altLang="zh-CN" dirty="0" smtClean="0">
                <a:ea typeface="黑体" panose="02010609060101010101" pitchFamily="49" charset="-122"/>
              </a:rPr>
              <a:t>SNMP </a:t>
            </a:r>
            <a:r>
              <a:rPr lang="zh-CN" altLang="en-US" dirty="0" smtClean="0">
                <a:ea typeface="黑体" panose="02010609060101010101" pitchFamily="49" charset="-122"/>
              </a:rPr>
              <a:t>本身</a:t>
            </a:r>
          </a:p>
          <a:p>
            <a:pPr lvl="1"/>
            <a:r>
              <a:rPr lang="zh-CN" altLang="en-US" u="sng" dirty="0" smtClean="0">
                <a:solidFill>
                  <a:srgbClr val="FF0000"/>
                </a:solidFill>
                <a:ea typeface="黑体" panose="02010609060101010101" pitchFamily="49" charset="-122"/>
              </a:rPr>
              <a:t>管理信息结构 </a:t>
            </a:r>
            <a:r>
              <a:rPr lang="en-US" altLang="zh-CN" u="sng" dirty="0" smtClean="0">
                <a:solidFill>
                  <a:srgbClr val="FF0000"/>
                </a:solidFill>
                <a:ea typeface="黑体" panose="02010609060101010101" pitchFamily="49" charset="-122"/>
              </a:rPr>
              <a:t>SMI (Structure of Management Information)</a:t>
            </a:r>
          </a:p>
          <a:p>
            <a:pPr lvl="1"/>
            <a:r>
              <a:rPr lang="zh-CN" altLang="en-US" u="sng" dirty="0" smtClean="0">
                <a:solidFill>
                  <a:srgbClr val="FF0000"/>
                </a:solidFill>
                <a:ea typeface="黑体" panose="02010609060101010101" pitchFamily="49" charset="-122"/>
              </a:rPr>
              <a:t>管理信息库 </a:t>
            </a:r>
            <a:r>
              <a:rPr lang="en-US" altLang="zh-CN" u="sng" dirty="0" smtClean="0">
                <a:solidFill>
                  <a:srgbClr val="FF0000"/>
                </a:solidFill>
                <a:ea typeface="黑体" panose="02010609060101010101" pitchFamily="49" charset="-122"/>
              </a:rPr>
              <a:t>MIB (Management Information Base)</a:t>
            </a:r>
            <a:r>
              <a:rPr lang="zh-CN" altLang="en-US" dirty="0" smtClean="0">
                <a:ea typeface="黑体" panose="02010609060101010101" pitchFamily="49" charset="-122"/>
              </a:rPr>
              <a:t>。 </a:t>
            </a:r>
          </a:p>
        </p:txBody>
      </p:sp>
      <p:sp>
        <p:nvSpPr>
          <p:cNvPr id="19302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EDA6B5-072C-46B4-911D-68E66AE393B5}" type="slidenum">
              <a:rPr lang="zh-CN" altLang="en-US" smtClean="0"/>
              <a:pPr eaLnBrk="1" hangingPunct="1"/>
              <a:t>13</a:t>
            </a:fld>
            <a:endParaRPr lang="en-US" altLang="zh-CN" smtClean="0"/>
          </a:p>
        </p:txBody>
      </p:sp>
      <p:sp>
        <p:nvSpPr>
          <p:cNvPr id="19302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12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a:t>
            </a:r>
          </a:p>
        </p:txBody>
      </p:sp>
      <p:sp>
        <p:nvSpPr>
          <p:cNvPr id="193126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定义了管理站和代理之间所交换的</a:t>
            </a:r>
            <a:r>
              <a:rPr lang="zh-CN" altLang="en-US" dirty="0" smtClean="0">
                <a:solidFill>
                  <a:srgbClr val="FF0000"/>
                </a:solidFill>
                <a:ea typeface="黑体" panose="02010609060101010101" pitchFamily="49" charset="-122"/>
              </a:rPr>
              <a:t>分组格式</a:t>
            </a:r>
            <a:r>
              <a:rPr lang="zh-CN" altLang="en-US" dirty="0" smtClean="0">
                <a:ea typeface="黑体" panose="02010609060101010101" pitchFamily="49" charset="-122"/>
              </a:rPr>
              <a:t>。所交换的分组包含各代理中的对象（变量）名及其状态（值）。</a:t>
            </a:r>
          </a:p>
          <a:p>
            <a:r>
              <a:rPr lang="en-US" altLang="zh-CN" dirty="0" smtClean="0">
                <a:ea typeface="黑体" panose="02010609060101010101" pitchFamily="49" charset="-122"/>
              </a:rPr>
              <a:t>SNMP </a:t>
            </a:r>
            <a:r>
              <a:rPr lang="zh-CN" altLang="en-US" dirty="0" smtClean="0">
                <a:ea typeface="黑体" panose="02010609060101010101" pitchFamily="49" charset="-122"/>
              </a:rPr>
              <a:t>负责</a:t>
            </a:r>
            <a:r>
              <a:rPr lang="zh-CN" altLang="en-US" dirty="0" smtClean="0">
                <a:solidFill>
                  <a:srgbClr val="FF0000"/>
                </a:solidFill>
                <a:ea typeface="黑体" panose="02010609060101010101" pitchFamily="49" charset="-122"/>
              </a:rPr>
              <a:t>读取</a:t>
            </a:r>
            <a:r>
              <a:rPr lang="zh-CN" altLang="en-US" dirty="0" smtClean="0">
                <a:ea typeface="黑体" panose="02010609060101010101" pitchFamily="49" charset="-122"/>
              </a:rPr>
              <a:t>和</a:t>
            </a:r>
            <a:r>
              <a:rPr lang="zh-CN" altLang="en-US" dirty="0" smtClean="0">
                <a:solidFill>
                  <a:srgbClr val="FF0000"/>
                </a:solidFill>
                <a:ea typeface="黑体" panose="02010609060101010101" pitchFamily="49" charset="-122"/>
              </a:rPr>
              <a:t>改变</a:t>
            </a:r>
            <a:r>
              <a:rPr lang="zh-CN" altLang="en-US" dirty="0" smtClean="0">
                <a:ea typeface="黑体" panose="02010609060101010101" pitchFamily="49" charset="-122"/>
              </a:rPr>
              <a:t>这些数</a:t>
            </a:r>
            <a:r>
              <a:rPr lang="zh-CN" altLang="en-US" dirty="0" smtClean="0">
                <a:solidFill>
                  <a:srgbClr val="FF0000"/>
                </a:solidFill>
                <a:ea typeface="黑体" panose="02010609060101010101" pitchFamily="49" charset="-122"/>
              </a:rPr>
              <a:t>值</a:t>
            </a:r>
            <a:r>
              <a:rPr lang="zh-CN" altLang="en-US" dirty="0" smtClean="0">
                <a:ea typeface="黑体" panose="02010609060101010101" pitchFamily="49" charset="-122"/>
              </a:rPr>
              <a:t>。 </a:t>
            </a:r>
          </a:p>
        </p:txBody>
      </p:sp>
      <p:sp>
        <p:nvSpPr>
          <p:cNvPr id="19312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872CE-D092-4A85-95D6-7C1BD9A54660}" type="slidenum">
              <a:rPr lang="zh-CN" altLang="en-US" smtClean="0"/>
              <a:pPr eaLnBrk="1" hangingPunct="1"/>
              <a:t>14</a:t>
            </a:fld>
            <a:endParaRPr lang="en-US" altLang="zh-CN" smtClean="0"/>
          </a:p>
        </p:txBody>
      </p:sp>
      <p:sp>
        <p:nvSpPr>
          <p:cNvPr id="19312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228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SMI</a:t>
            </a:r>
          </a:p>
        </p:txBody>
      </p:sp>
      <p:sp>
        <p:nvSpPr>
          <p:cNvPr id="193229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SMI </a:t>
            </a:r>
            <a:r>
              <a:rPr lang="zh-CN" altLang="en-US" dirty="0" smtClean="0">
                <a:ea typeface="黑体" panose="02010609060101010101" pitchFamily="49" charset="-122"/>
              </a:rPr>
              <a:t>定义了</a:t>
            </a:r>
            <a:r>
              <a:rPr lang="zh-CN" altLang="en-US" dirty="0" smtClean="0">
                <a:solidFill>
                  <a:srgbClr val="0000FF"/>
                </a:solidFill>
                <a:ea typeface="黑体" panose="02010609060101010101" pitchFamily="49" charset="-122"/>
              </a:rPr>
              <a:t>命名对象和定义对象类型</a:t>
            </a:r>
            <a:r>
              <a:rPr lang="zh-CN" altLang="en-US" dirty="0" smtClean="0">
                <a:ea typeface="黑体" panose="02010609060101010101" pitchFamily="49" charset="-122"/>
              </a:rPr>
              <a:t>（包括范围和长度）的通用</a:t>
            </a:r>
            <a:r>
              <a:rPr lang="zh-CN" altLang="en-US" dirty="0" smtClean="0">
                <a:solidFill>
                  <a:srgbClr val="0000FF"/>
                </a:solidFill>
                <a:ea typeface="黑体" panose="02010609060101010101" pitchFamily="49" charset="-122"/>
              </a:rPr>
              <a:t>规则</a:t>
            </a:r>
            <a:r>
              <a:rPr lang="zh-CN" altLang="en-US" dirty="0" smtClean="0">
                <a:ea typeface="黑体" panose="02010609060101010101" pitchFamily="49" charset="-122"/>
              </a:rPr>
              <a:t>，以及把对象和对象的值进行</a:t>
            </a:r>
            <a:r>
              <a:rPr lang="zh-CN" altLang="en-US" dirty="0" smtClean="0">
                <a:solidFill>
                  <a:srgbClr val="0000FF"/>
                </a:solidFill>
                <a:ea typeface="黑体" panose="02010609060101010101" pitchFamily="49" charset="-122"/>
              </a:rPr>
              <a:t>编码</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规则</a:t>
            </a:r>
            <a:r>
              <a:rPr lang="zh-CN" altLang="en-US" dirty="0" smtClean="0">
                <a:ea typeface="黑体" panose="02010609060101010101" pitchFamily="49" charset="-122"/>
              </a:rPr>
              <a:t>。</a:t>
            </a:r>
          </a:p>
          <a:p>
            <a:r>
              <a:rPr lang="zh-CN" altLang="en-US" dirty="0" smtClean="0">
                <a:ea typeface="黑体" panose="02010609060101010101" pitchFamily="49" charset="-122"/>
              </a:rPr>
              <a:t>这样做是为了确保网络管理数据的语法和语义的无二义性。但从 </a:t>
            </a:r>
            <a:r>
              <a:rPr lang="en-US" altLang="zh-CN" dirty="0" smtClean="0">
                <a:ea typeface="黑体" panose="02010609060101010101" pitchFamily="49" charset="-122"/>
              </a:rPr>
              <a:t>SMI </a:t>
            </a:r>
            <a:r>
              <a:rPr lang="zh-CN" altLang="en-US" dirty="0" smtClean="0">
                <a:ea typeface="黑体" panose="02010609060101010101" pitchFamily="49" charset="-122"/>
              </a:rPr>
              <a:t>的名称并不能看出它的功能。</a:t>
            </a:r>
          </a:p>
          <a:p>
            <a:r>
              <a:rPr lang="en-US" altLang="zh-CN" dirty="0" smtClean="0">
                <a:ea typeface="黑体" panose="02010609060101010101" pitchFamily="49" charset="-122"/>
              </a:rPr>
              <a:t>SMI </a:t>
            </a:r>
            <a:r>
              <a:rPr lang="zh-CN" altLang="en-US" dirty="0" smtClean="0">
                <a:ea typeface="黑体" panose="02010609060101010101" pitchFamily="49" charset="-122"/>
              </a:rPr>
              <a:t>并不定义一个实体应管理的对象数目，也不定义被管对象名以及对象名及其值之间的关联。 </a:t>
            </a:r>
          </a:p>
        </p:txBody>
      </p:sp>
      <p:sp>
        <p:nvSpPr>
          <p:cNvPr id="19322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D3C446-748F-4409-8B24-CD5247618DFC}" type="slidenum">
              <a:rPr lang="zh-CN" altLang="en-US" smtClean="0"/>
              <a:pPr eaLnBrk="1" hangingPunct="1"/>
              <a:t>15</a:t>
            </a:fld>
            <a:endParaRPr lang="en-US" altLang="zh-CN" smtClean="0"/>
          </a:p>
        </p:txBody>
      </p:sp>
      <p:sp>
        <p:nvSpPr>
          <p:cNvPr id="19322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33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MIB</a:t>
            </a:r>
          </a:p>
        </p:txBody>
      </p:sp>
      <p:sp>
        <p:nvSpPr>
          <p:cNvPr id="1933314"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MIB </a:t>
            </a:r>
            <a:r>
              <a:rPr lang="zh-CN" altLang="en-US" dirty="0" smtClean="0">
                <a:ea typeface="黑体" panose="02010609060101010101" pitchFamily="49" charset="-122"/>
              </a:rPr>
              <a:t>在被管理的实体中</a:t>
            </a:r>
            <a:r>
              <a:rPr lang="zh-CN" altLang="en-US" dirty="0" smtClean="0">
                <a:solidFill>
                  <a:srgbClr val="0000FF"/>
                </a:solidFill>
                <a:ea typeface="黑体" panose="02010609060101010101" pitchFamily="49" charset="-122"/>
              </a:rPr>
              <a:t>创建</a:t>
            </a:r>
            <a:r>
              <a:rPr lang="zh-CN" altLang="en-US" dirty="0" smtClean="0">
                <a:ea typeface="黑体" panose="02010609060101010101" pitchFamily="49" charset="-122"/>
              </a:rPr>
              <a:t>了命名</a:t>
            </a:r>
            <a:r>
              <a:rPr lang="zh-CN" altLang="en-US" dirty="0" smtClean="0">
                <a:solidFill>
                  <a:srgbClr val="0000FF"/>
                </a:solidFill>
                <a:ea typeface="黑体" panose="02010609060101010101" pitchFamily="49" charset="-122"/>
              </a:rPr>
              <a:t>对象</a:t>
            </a:r>
            <a:r>
              <a:rPr lang="zh-CN" altLang="en-US" dirty="0" smtClean="0">
                <a:ea typeface="黑体" panose="02010609060101010101" pitchFamily="49" charset="-122"/>
              </a:rPr>
              <a:t>，并规定了其</a:t>
            </a:r>
            <a:r>
              <a:rPr lang="zh-CN" altLang="en-US" dirty="0" smtClean="0">
                <a:solidFill>
                  <a:srgbClr val="0000FF"/>
                </a:solidFill>
                <a:ea typeface="黑体" panose="02010609060101010101" pitchFamily="49" charset="-122"/>
              </a:rPr>
              <a:t>类型</a:t>
            </a:r>
            <a:r>
              <a:rPr lang="zh-CN" altLang="en-US" dirty="0" smtClean="0">
                <a:ea typeface="黑体" panose="02010609060101010101" pitchFamily="49" charset="-122"/>
              </a:rPr>
              <a:t>。</a:t>
            </a:r>
          </a:p>
        </p:txBody>
      </p:sp>
      <p:sp>
        <p:nvSpPr>
          <p:cNvPr id="1933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92AE2A-DEC7-4189-8D34-51A8B6BAB0E2}" type="slidenum">
              <a:rPr lang="zh-CN" altLang="en-US" smtClean="0"/>
              <a:pPr eaLnBrk="1" hangingPunct="1"/>
              <a:t>16</a:t>
            </a:fld>
            <a:endParaRPr lang="en-US" altLang="zh-CN" smtClean="0"/>
          </a:p>
        </p:txBody>
      </p:sp>
      <p:sp>
        <p:nvSpPr>
          <p:cNvPr id="1933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4337" name="Rectangle 2"/>
          <p:cNvSpPr>
            <a:spLocks noGrp="1" noChangeArrowheads="1"/>
          </p:cNvSpPr>
          <p:nvPr>
            <p:ph type="title"/>
          </p:nvPr>
        </p:nvSpPr>
        <p:spPr>
          <a:xfrm>
            <a:off x="488950" y="115888"/>
            <a:ext cx="9064625" cy="792162"/>
          </a:xfrm>
        </p:spPr>
        <p:txBody>
          <a:bodyPr/>
          <a:lstStyle/>
          <a:p>
            <a:r>
              <a:rPr lang="en-US" altLang="zh-CN" smtClean="0">
                <a:ea typeface="黑体" panose="02010609060101010101" pitchFamily="49" charset="-122"/>
              </a:rPr>
              <a:t>6.7.2   </a:t>
            </a:r>
            <a:r>
              <a:rPr lang="zh-CN" altLang="en-US" smtClean="0">
                <a:ea typeface="黑体" panose="02010609060101010101" pitchFamily="49" charset="-122"/>
              </a:rPr>
              <a:t>管理信息结构 </a:t>
            </a:r>
            <a:r>
              <a:rPr lang="en-US" altLang="zh-CN" smtClean="0">
                <a:ea typeface="黑体" panose="02010609060101010101" pitchFamily="49" charset="-122"/>
              </a:rPr>
              <a:t>SMI </a:t>
            </a:r>
          </a:p>
        </p:txBody>
      </p:sp>
      <p:sp>
        <p:nvSpPr>
          <p:cNvPr id="1934338"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SMI </a:t>
            </a:r>
            <a:r>
              <a:rPr lang="zh-CN" altLang="en-US" smtClean="0">
                <a:ea typeface="黑体" panose="02010609060101010101" pitchFamily="49" charset="-122"/>
              </a:rPr>
              <a:t>的功能：</a:t>
            </a:r>
          </a:p>
          <a:p>
            <a:pPr>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(1) </a:t>
            </a:r>
            <a:r>
              <a:rPr lang="zh-CN" altLang="en-US" smtClean="0">
                <a:ea typeface="黑体" panose="02010609060101010101" pitchFamily="49" charset="-122"/>
              </a:rPr>
              <a:t>被管对象应怎样命名；</a:t>
            </a:r>
          </a:p>
          <a:p>
            <a:pPr>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(2) </a:t>
            </a:r>
            <a:r>
              <a:rPr lang="zh-CN" altLang="en-US" smtClean="0">
                <a:ea typeface="黑体" panose="02010609060101010101" pitchFamily="49" charset="-122"/>
              </a:rPr>
              <a:t>用来存储被管对象的数据类型有哪些种；</a:t>
            </a:r>
          </a:p>
          <a:p>
            <a:pPr>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(3) </a:t>
            </a:r>
            <a:r>
              <a:rPr lang="zh-CN" altLang="en-US" smtClean="0">
                <a:ea typeface="黑体" panose="02010609060101010101" pitchFamily="49" charset="-122"/>
              </a:rPr>
              <a:t>在网络上传送的管理数据应如何编码。 </a:t>
            </a:r>
          </a:p>
        </p:txBody>
      </p:sp>
      <p:sp>
        <p:nvSpPr>
          <p:cNvPr id="19343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A09716-890B-487D-A859-B38B1ED93F8A}" type="slidenum">
              <a:rPr lang="zh-CN" altLang="en-US" smtClean="0"/>
              <a:pPr eaLnBrk="1" hangingPunct="1"/>
              <a:t>17</a:t>
            </a:fld>
            <a:endParaRPr lang="en-US" altLang="zh-CN" smtClean="0"/>
          </a:p>
        </p:txBody>
      </p:sp>
      <p:sp>
        <p:nvSpPr>
          <p:cNvPr id="19343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61" name="Rectangle 4"/>
          <p:cNvSpPr>
            <a:spLocks noGrp="1" noChangeArrowheads="1"/>
          </p:cNvSpPr>
          <p:nvPr>
            <p:ph type="title"/>
          </p:nvPr>
        </p:nvSpPr>
        <p:spPr/>
        <p:txBody>
          <a:bodyPr/>
          <a:lstStyle/>
          <a:p>
            <a:pPr algn="ctr"/>
            <a:r>
              <a:rPr lang="en-US" altLang="zh-CN" sz="3600" dirty="0" smtClean="0">
                <a:ea typeface="黑体" panose="02010609060101010101" pitchFamily="49" charset="-122"/>
              </a:rPr>
              <a:t>SMI </a:t>
            </a:r>
            <a:r>
              <a:rPr lang="zh-CN" altLang="en-US" sz="3600" dirty="0" smtClean="0">
                <a:ea typeface="黑体" panose="02010609060101010101" pitchFamily="49" charset="-122"/>
              </a:rPr>
              <a:t>规定所有被管对象必须在</a:t>
            </a:r>
            <a:r>
              <a:rPr lang="zh-CN" altLang="en-US" sz="3600" dirty="0" smtClean="0">
                <a:solidFill>
                  <a:srgbClr val="FF0000"/>
                </a:solidFill>
                <a:ea typeface="黑体" panose="02010609060101010101" pitchFamily="49" charset="-122"/>
              </a:rPr>
              <a:t>命名树</a:t>
            </a:r>
            <a:r>
              <a:rPr lang="zh-CN" altLang="en-US" sz="3600" dirty="0" smtClean="0">
                <a:ea typeface="黑体" panose="02010609060101010101" pitchFamily="49" charset="-122"/>
              </a:rPr>
              <a:t>上 </a:t>
            </a:r>
          </a:p>
        </p:txBody>
      </p:sp>
      <p:sp>
        <p:nvSpPr>
          <p:cNvPr id="1935362" name="Text Box 105"/>
          <p:cNvSpPr txBox="1">
            <a:spLocks noChangeArrowheads="1"/>
          </p:cNvSpPr>
          <p:nvPr/>
        </p:nvSpPr>
        <p:spPr bwMode="auto">
          <a:xfrm>
            <a:off x="4191000" y="110172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根</a:t>
            </a:r>
          </a:p>
        </p:txBody>
      </p:sp>
      <p:sp>
        <p:nvSpPr>
          <p:cNvPr id="1935363" name="Text Box 106"/>
          <p:cNvSpPr txBox="1">
            <a:spLocks noChangeArrowheads="1"/>
          </p:cNvSpPr>
          <p:nvPr/>
        </p:nvSpPr>
        <p:spPr bwMode="auto">
          <a:xfrm>
            <a:off x="4168775" y="1601788"/>
            <a:ext cx="7905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iso (1)</a:t>
            </a:r>
          </a:p>
        </p:txBody>
      </p:sp>
      <p:sp>
        <p:nvSpPr>
          <p:cNvPr id="1935364" name="Text Box 107"/>
          <p:cNvSpPr txBox="1">
            <a:spLocks noChangeArrowheads="1"/>
          </p:cNvSpPr>
          <p:nvPr/>
        </p:nvSpPr>
        <p:spPr bwMode="auto">
          <a:xfrm>
            <a:off x="3019425" y="1601788"/>
            <a:ext cx="8842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itu-t (0)</a:t>
            </a:r>
          </a:p>
        </p:txBody>
      </p:sp>
      <p:sp>
        <p:nvSpPr>
          <p:cNvPr id="1935365" name="Text Box 108"/>
          <p:cNvSpPr txBox="1">
            <a:spLocks noChangeArrowheads="1"/>
          </p:cNvSpPr>
          <p:nvPr/>
        </p:nvSpPr>
        <p:spPr bwMode="auto">
          <a:xfrm>
            <a:off x="5203825" y="1601788"/>
            <a:ext cx="12382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iso/itu-t (2)</a:t>
            </a:r>
          </a:p>
        </p:txBody>
      </p:sp>
      <p:sp>
        <p:nvSpPr>
          <p:cNvPr id="1935366" name="Text Box 109"/>
          <p:cNvSpPr txBox="1">
            <a:spLocks noChangeArrowheads="1"/>
          </p:cNvSpPr>
          <p:nvPr/>
        </p:nvSpPr>
        <p:spPr bwMode="auto">
          <a:xfrm>
            <a:off x="4005263" y="2470150"/>
            <a:ext cx="8683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dod (6)</a:t>
            </a:r>
          </a:p>
        </p:txBody>
      </p:sp>
      <p:sp>
        <p:nvSpPr>
          <p:cNvPr id="1935367" name="Text Box 110"/>
          <p:cNvSpPr txBox="1">
            <a:spLocks noChangeArrowheads="1"/>
          </p:cNvSpPr>
          <p:nvPr/>
        </p:nvSpPr>
        <p:spPr bwMode="auto">
          <a:xfrm>
            <a:off x="3756025" y="2913063"/>
            <a:ext cx="4633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internet (1)           </a:t>
            </a:r>
            <a:r>
              <a:rPr lang="en-US" altLang="zh-CN" sz="1600" b="1">
                <a:solidFill>
                  <a:srgbClr val="000099"/>
                </a:solidFill>
                <a:ea typeface="宋体" panose="02010600030101010101" pitchFamily="2" charset="-122"/>
                <a:sym typeface="Symbol" panose="05050102010706020507" pitchFamily="18" charset="2"/>
              </a:rPr>
              <a:t>1.3.6.1 (iso.org.dod.internet)</a:t>
            </a:r>
            <a:endParaRPr lang="en-US" altLang="zh-CN" sz="1600" b="1">
              <a:solidFill>
                <a:srgbClr val="000099"/>
              </a:solidFill>
              <a:ea typeface="宋体" panose="02010600030101010101" pitchFamily="2" charset="-122"/>
            </a:endParaRPr>
          </a:p>
        </p:txBody>
      </p:sp>
      <p:sp>
        <p:nvSpPr>
          <p:cNvPr id="1935368" name="Text Box 111"/>
          <p:cNvSpPr txBox="1">
            <a:spLocks noChangeArrowheads="1"/>
          </p:cNvSpPr>
          <p:nvPr/>
        </p:nvSpPr>
        <p:spPr bwMode="auto">
          <a:xfrm>
            <a:off x="3973513" y="3357563"/>
            <a:ext cx="10541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mgmt (2)</a:t>
            </a:r>
          </a:p>
        </p:txBody>
      </p:sp>
      <p:sp>
        <p:nvSpPr>
          <p:cNvPr id="1935369" name="Text Box 112"/>
          <p:cNvSpPr txBox="1">
            <a:spLocks noChangeArrowheads="1"/>
          </p:cNvSpPr>
          <p:nvPr/>
        </p:nvSpPr>
        <p:spPr bwMode="auto">
          <a:xfrm>
            <a:off x="3989388" y="3881438"/>
            <a:ext cx="59959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mib-2 (1)           </a:t>
            </a:r>
            <a:r>
              <a:rPr lang="en-US" altLang="zh-CN" sz="1600" b="1">
                <a:solidFill>
                  <a:srgbClr val="000099"/>
                </a:solidFill>
                <a:ea typeface="宋体" panose="02010600030101010101" pitchFamily="2" charset="-122"/>
                <a:sym typeface="Symbol" panose="05050102010706020507" pitchFamily="18" charset="2"/>
              </a:rPr>
              <a:t>1.3.6.1.2.1 (iso.org.dod.internet.mgmt.mib-2)</a:t>
            </a:r>
          </a:p>
        </p:txBody>
      </p:sp>
      <p:sp>
        <p:nvSpPr>
          <p:cNvPr id="1935370" name="Line 113"/>
          <p:cNvSpPr>
            <a:spLocks noChangeShapeType="1"/>
          </p:cNvSpPr>
          <p:nvPr/>
        </p:nvSpPr>
        <p:spPr bwMode="auto">
          <a:xfrm>
            <a:off x="4443413" y="1465263"/>
            <a:ext cx="0" cy="1984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1" name="Line 114"/>
          <p:cNvSpPr>
            <a:spLocks noChangeShapeType="1"/>
          </p:cNvSpPr>
          <p:nvPr/>
        </p:nvSpPr>
        <p:spPr bwMode="auto">
          <a:xfrm flipH="1">
            <a:off x="4443413" y="2741613"/>
            <a:ext cx="1587" cy="25876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2" name="Line 115"/>
          <p:cNvSpPr>
            <a:spLocks noChangeShapeType="1"/>
          </p:cNvSpPr>
          <p:nvPr/>
        </p:nvSpPr>
        <p:spPr bwMode="auto">
          <a:xfrm flipH="1">
            <a:off x="4443413" y="3209925"/>
            <a:ext cx="0" cy="25558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3" name="Line 116"/>
          <p:cNvSpPr>
            <a:spLocks noChangeShapeType="1"/>
          </p:cNvSpPr>
          <p:nvPr/>
        </p:nvSpPr>
        <p:spPr bwMode="auto">
          <a:xfrm flipV="1">
            <a:off x="3968750" y="3209925"/>
            <a:ext cx="468313" cy="21748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4" name="Line 117"/>
          <p:cNvSpPr>
            <a:spLocks noChangeShapeType="1"/>
          </p:cNvSpPr>
          <p:nvPr/>
        </p:nvSpPr>
        <p:spPr bwMode="auto">
          <a:xfrm>
            <a:off x="4445000" y="3213100"/>
            <a:ext cx="441325" cy="15081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5" name="Text Box 118"/>
          <p:cNvSpPr txBox="1">
            <a:spLocks noChangeArrowheads="1"/>
          </p:cNvSpPr>
          <p:nvPr/>
        </p:nvSpPr>
        <p:spPr bwMode="auto">
          <a:xfrm>
            <a:off x="4041775" y="2005013"/>
            <a:ext cx="823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org (3)</a:t>
            </a:r>
          </a:p>
        </p:txBody>
      </p:sp>
      <p:sp>
        <p:nvSpPr>
          <p:cNvPr id="1935376" name="Line 119"/>
          <p:cNvSpPr>
            <a:spLocks noChangeShapeType="1"/>
          </p:cNvSpPr>
          <p:nvPr/>
        </p:nvSpPr>
        <p:spPr bwMode="auto">
          <a:xfrm>
            <a:off x="4452938" y="1473200"/>
            <a:ext cx="1073150" cy="17938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77" name="Line 120"/>
          <p:cNvSpPr>
            <a:spLocks noChangeShapeType="1"/>
          </p:cNvSpPr>
          <p:nvPr/>
        </p:nvSpPr>
        <p:spPr bwMode="auto">
          <a:xfrm flipV="1">
            <a:off x="3430588" y="1470025"/>
            <a:ext cx="1009650" cy="21431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78" name="Line 121"/>
          <p:cNvSpPr>
            <a:spLocks noChangeShapeType="1"/>
          </p:cNvSpPr>
          <p:nvPr/>
        </p:nvSpPr>
        <p:spPr bwMode="auto">
          <a:xfrm flipH="1">
            <a:off x="4067175" y="1873250"/>
            <a:ext cx="358775" cy="1111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79" name="Line 122"/>
          <p:cNvSpPr>
            <a:spLocks noChangeShapeType="1"/>
          </p:cNvSpPr>
          <p:nvPr/>
        </p:nvSpPr>
        <p:spPr bwMode="auto">
          <a:xfrm>
            <a:off x="4440238" y="1870075"/>
            <a:ext cx="407987" cy="1143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0" name="Line 123"/>
          <p:cNvSpPr>
            <a:spLocks noChangeShapeType="1"/>
          </p:cNvSpPr>
          <p:nvPr/>
        </p:nvSpPr>
        <p:spPr bwMode="auto">
          <a:xfrm flipH="1">
            <a:off x="4443413" y="1868488"/>
            <a:ext cx="0" cy="1778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1" name="Line 124"/>
          <p:cNvSpPr>
            <a:spLocks noChangeShapeType="1"/>
          </p:cNvSpPr>
          <p:nvPr/>
        </p:nvSpPr>
        <p:spPr bwMode="auto">
          <a:xfrm>
            <a:off x="4443413" y="2355850"/>
            <a:ext cx="0" cy="18573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2" name="Line 125"/>
          <p:cNvSpPr>
            <a:spLocks noChangeShapeType="1"/>
          </p:cNvSpPr>
          <p:nvPr/>
        </p:nvSpPr>
        <p:spPr bwMode="auto">
          <a:xfrm>
            <a:off x="4452938" y="2359025"/>
            <a:ext cx="388937" cy="14446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3" name="Line 126"/>
          <p:cNvSpPr>
            <a:spLocks noChangeShapeType="1"/>
          </p:cNvSpPr>
          <p:nvPr/>
        </p:nvSpPr>
        <p:spPr bwMode="auto">
          <a:xfrm flipH="1">
            <a:off x="3981450" y="2360613"/>
            <a:ext cx="454025" cy="144462"/>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4" name="AutoShape 127"/>
          <p:cNvSpPr>
            <a:spLocks noChangeArrowheads="1"/>
          </p:cNvSpPr>
          <p:nvPr/>
        </p:nvSpPr>
        <p:spPr bwMode="auto">
          <a:xfrm>
            <a:off x="4897438" y="2976563"/>
            <a:ext cx="495300" cy="228600"/>
          </a:xfrm>
          <a:prstGeom prst="leftArrow">
            <a:avLst>
              <a:gd name="adj1" fmla="val 33333"/>
              <a:gd name="adj2" fmla="val 98142"/>
            </a:avLst>
          </a:prstGeom>
          <a:solidFill>
            <a:srgbClr val="C00000"/>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35385" name="AutoShape 128"/>
          <p:cNvSpPr>
            <a:spLocks noChangeArrowheads="1"/>
          </p:cNvSpPr>
          <p:nvPr/>
        </p:nvSpPr>
        <p:spPr bwMode="auto">
          <a:xfrm>
            <a:off x="4975225" y="3944938"/>
            <a:ext cx="495300" cy="228600"/>
          </a:xfrm>
          <a:prstGeom prst="leftArrow">
            <a:avLst>
              <a:gd name="adj1" fmla="val 33333"/>
              <a:gd name="adj2" fmla="val 98142"/>
            </a:avLst>
          </a:prstGeom>
          <a:solidFill>
            <a:srgbClr val="C00000"/>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35386" name="Line 129"/>
          <p:cNvSpPr>
            <a:spLocks noChangeShapeType="1"/>
          </p:cNvSpPr>
          <p:nvPr/>
        </p:nvSpPr>
        <p:spPr bwMode="auto">
          <a:xfrm>
            <a:off x="4448175" y="3659188"/>
            <a:ext cx="1588" cy="27622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87" name="Rectangle 130"/>
          <p:cNvSpPr>
            <a:spLocks noChangeArrowheads="1"/>
          </p:cNvSpPr>
          <p:nvPr/>
        </p:nvSpPr>
        <p:spPr bwMode="auto">
          <a:xfrm>
            <a:off x="57150" y="4294188"/>
            <a:ext cx="9245600" cy="1703387"/>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35388" name="Text Box 131"/>
          <p:cNvSpPr txBox="1">
            <a:spLocks noChangeArrowheads="1"/>
          </p:cNvSpPr>
          <p:nvPr/>
        </p:nvSpPr>
        <p:spPr bwMode="auto">
          <a:xfrm>
            <a:off x="222250" y="5146675"/>
            <a:ext cx="1143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system(1)</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89" name="Text Box 132"/>
          <p:cNvSpPr txBox="1">
            <a:spLocks noChangeArrowheads="1"/>
          </p:cNvSpPr>
          <p:nvPr/>
        </p:nvSpPr>
        <p:spPr bwMode="auto">
          <a:xfrm>
            <a:off x="1439863" y="5127625"/>
            <a:ext cx="1292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interface(2)</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0" name="Text Box 133"/>
          <p:cNvSpPr txBox="1">
            <a:spLocks noChangeArrowheads="1"/>
          </p:cNvSpPr>
          <p:nvPr/>
        </p:nvSpPr>
        <p:spPr bwMode="auto">
          <a:xfrm>
            <a:off x="2855913" y="5127625"/>
            <a:ext cx="619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at(3)</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1" name="Text Box 134"/>
          <p:cNvSpPr txBox="1">
            <a:spLocks noChangeArrowheads="1"/>
          </p:cNvSpPr>
          <p:nvPr/>
        </p:nvSpPr>
        <p:spPr bwMode="auto">
          <a:xfrm>
            <a:off x="3668713" y="5127625"/>
            <a:ext cx="619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ip(4)</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2" name="Text Box 135"/>
          <p:cNvSpPr txBox="1">
            <a:spLocks noChangeArrowheads="1"/>
          </p:cNvSpPr>
          <p:nvPr/>
        </p:nvSpPr>
        <p:spPr bwMode="auto">
          <a:xfrm>
            <a:off x="4438650" y="5127625"/>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icmp(5)</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3" name="Text Box 136"/>
          <p:cNvSpPr txBox="1">
            <a:spLocks noChangeArrowheads="1"/>
          </p:cNvSpPr>
          <p:nvPr/>
        </p:nvSpPr>
        <p:spPr bwMode="auto">
          <a:xfrm>
            <a:off x="5538788" y="5127625"/>
            <a:ext cx="7445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tcp(6)</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4" name="Text Box 137"/>
          <p:cNvSpPr txBox="1">
            <a:spLocks noChangeArrowheads="1"/>
          </p:cNvSpPr>
          <p:nvPr/>
        </p:nvSpPr>
        <p:spPr bwMode="auto">
          <a:xfrm>
            <a:off x="6378575" y="5127625"/>
            <a:ext cx="809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udp(7)</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5" name="Text Box 138"/>
          <p:cNvSpPr txBox="1">
            <a:spLocks noChangeArrowheads="1"/>
          </p:cNvSpPr>
          <p:nvPr/>
        </p:nvSpPr>
        <p:spPr bwMode="auto">
          <a:xfrm>
            <a:off x="7369175" y="5127625"/>
            <a:ext cx="809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egp(8)</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6" name="Line 139"/>
          <p:cNvSpPr>
            <a:spLocks noChangeShapeType="1"/>
          </p:cNvSpPr>
          <p:nvPr/>
        </p:nvSpPr>
        <p:spPr bwMode="auto">
          <a:xfrm flipH="1">
            <a:off x="3937000" y="4452938"/>
            <a:ext cx="503238"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97" name="Line 140"/>
          <p:cNvSpPr>
            <a:spLocks noChangeShapeType="1"/>
          </p:cNvSpPr>
          <p:nvPr/>
        </p:nvSpPr>
        <p:spPr bwMode="auto">
          <a:xfrm flipV="1">
            <a:off x="717550" y="4452938"/>
            <a:ext cx="3722688"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98" name="Line 141"/>
          <p:cNvSpPr>
            <a:spLocks noChangeShapeType="1"/>
          </p:cNvSpPr>
          <p:nvPr/>
        </p:nvSpPr>
        <p:spPr bwMode="auto">
          <a:xfrm flipV="1">
            <a:off x="2038350" y="4452938"/>
            <a:ext cx="2401888"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99" name="Line 142"/>
          <p:cNvSpPr>
            <a:spLocks noChangeShapeType="1"/>
          </p:cNvSpPr>
          <p:nvPr/>
        </p:nvSpPr>
        <p:spPr bwMode="auto">
          <a:xfrm flipV="1">
            <a:off x="3194050" y="4452938"/>
            <a:ext cx="1246188"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0" name="Line 143"/>
          <p:cNvSpPr>
            <a:spLocks noChangeShapeType="1"/>
          </p:cNvSpPr>
          <p:nvPr/>
        </p:nvSpPr>
        <p:spPr bwMode="auto">
          <a:xfrm flipH="1" flipV="1">
            <a:off x="4440238" y="4452938"/>
            <a:ext cx="404812"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1" name="Line 144"/>
          <p:cNvSpPr>
            <a:spLocks noChangeShapeType="1"/>
          </p:cNvSpPr>
          <p:nvPr/>
        </p:nvSpPr>
        <p:spPr bwMode="auto">
          <a:xfrm flipH="1" flipV="1">
            <a:off x="4440238" y="4452938"/>
            <a:ext cx="1395412"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2" name="Line 145"/>
          <p:cNvSpPr>
            <a:spLocks noChangeShapeType="1"/>
          </p:cNvSpPr>
          <p:nvPr/>
        </p:nvSpPr>
        <p:spPr bwMode="auto">
          <a:xfrm flipH="1" flipV="1">
            <a:off x="4440238" y="4452938"/>
            <a:ext cx="2303462"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3" name="Line 146"/>
          <p:cNvSpPr>
            <a:spLocks noChangeShapeType="1"/>
          </p:cNvSpPr>
          <p:nvPr/>
        </p:nvSpPr>
        <p:spPr bwMode="auto">
          <a:xfrm flipH="1" flipV="1">
            <a:off x="4440238" y="4452938"/>
            <a:ext cx="3294062"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4" name="Line 147"/>
          <p:cNvSpPr>
            <a:spLocks noChangeShapeType="1"/>
          </p:cNvSpPr>
          <p:nvPr/>
        </p:nvSpPr>
        <p:spPr bwMode="auto">
          <a:xfrm>
            <a:off x="63500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5" name="Line 148"/>
          <p:cNvSpPr>
            <a:spLocks noChangeShapeType="1"/>
          </p:cNvSpPr>
          <p:nvPr/>
        </p:nvSpPr>
        <p:spPr bwMode="auto">
          <a:xfrm>
            <a:off x="7175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6" name="Line 149"/>
          <p:cNvSpPr>
            <a:spLocks noChangeShapeType="1"/>
          </p:cNvSpPr>
          <p:nvPr/>
        </p:nvSpPr>
        <p:spPr bwMode="auto">
          <a:xfrm flipH="1">
            <a:off x="3873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7" name="Text Box 150"/>
          <p:cNvSpPr txBox="1">
            <a:spLocks noChangeArrowheads="1"/>
          </p:cNvSpPr>
          <p:nvPr/>
        </p:nvSpPr>
        <p:spPr bwMode="auto">
          <a:xfrm>
            <a:off x="373063" y="5662613"/>
            <a:ext cx="3889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08" name="Line 151"/>
          <p:cNvSpPr>
            <a:spLocks noChangeShapeType="1"/>
          </p:cNvSpPr>
          <p:nvPr/>
        </p:nvSpPr>
        <p:spPr bwMode="auto">
          <a:xfrm>
            <a:off x="1852613"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9" name="Line 152"/>
          <p:cNvSpPr>
            <a:spLocks noChangeShapeType="1"/>
          </p:cNvSpPr>
          <p:nvPr/>
        </p:nvSpPr>
        <p:spPr bwMode="auto">
          <a:xfrm>
            <a:off x="1935163"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0" name="Line 153"/>
          <p:cNvSpPr>
            <a:spLocks noChangeShapeType="1"/>
          </p:cNvSpPr>
          <p:nvPr/>
        </p:nvSpPr>
        <p:spPr bwMode="auto">
          <a:xfrm flipH="1">
            <a:off x="1604963"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1" name="Text Box 154"/>
          <p:cNvSpPr txBox="1">
            <a:spLocks noChangeArrowheads="1"/>
          </p:cNvSpPr>
          <p:nvPr/>
        </p:nvSpPr>
        <p:spPr bwMode="auto">
          <a:xfrm>
            <a:off x="1590675"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12" name="Line 155"/>
          <p:cNvSpPr>
            <a:spLocks noChangeShapeType="1"/>
          </p:cNvSpPr>
          <p:nvPr/>
        </p:nvSpPr>
        <p:spPr bwMode="auto">
          <a:xfrm>
            <a:off x="3070225"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3" name="Line 156"/>
          <p:cNvSpPr>
            <a:spLocks noChangeShapeType="1"/>
          </p:cNvSpPr>
          <p:nvPr/>
        </p:nvSpPr>
        <p:spPr bwMode="auto">
          <a:xfrm>
            <a:off x="3152775"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4" name="Line 157"/>
          <p:cNvSpPr>
            <a:spLocks noChangeShapeType="1"/>
          </p:cNvSpPr>
          <p:nvPr/>
        </p:nvSpPr>
        <p:spPr bwMode="auto">
          <a:xfrm flipH="1">
            <a:off x="2822575"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5" name="Text Box 158"/>
          <p:cNvSpPr txBox="1">
            <a:spLocks noChangeArrowheads="1"/>
          </p:cNvSpPr>
          <p:nvPr/>
        </p:nvSpPr>
        <p:spPr bwMode="auto">
          <a:xfrm>
            <a:off x="2808288" y="5662613"/>
            <a:ext cx="3889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16" name="Line 159"/>
          <p:cNvSpPr>
            <a:spLocks noChangeShapeType="1"/>
          </p:cNvSpPr>
          <p:nvPr/>
        </p:nvSpPr>
        <p:spPr bwMode="auto">
          <a:xfrm>
            <a:off x="40322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7" name="Line 160"/>
          <p:cNvSpPr>
            <a:spLocks noChangeShapeType="1"/>
          </p:cNvSpPr>
          <p:nvPr/>
        </p:nvSpPr>
        <p:spPr bwMode="auto">
          <a:xfrm flipH="1">
            <a:off x="37020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8" name="Text Box 161"/>
          <p:cNvSpPr txBox="1">
            <a:spLocks noChangeArrowheads="1"/>
          </p:cNvSpPr>
          <p:nvPr/>
        </p:nvSpPr>
        <p:spPr bwMode="auto">
          <a:xfrm>
            <a:off x="3848100" y="5662613"/>
            <a:ext cx="3905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19" name="Line 162"/>
          <p:cNvSpPr>
            <a:spLocks noChangeShapeType="1"/>
          </p:cNvSpPr>
          <p:nvPr/>
        </p:nvSpPr>
        <p:spPr bwMode="auto">
          <a:xfrm>
            <a:off x="485775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0" name="Line 163"/>
          <p:cNvSpPr>
            <a:spLocks noChangeShapeType="1"/>
          </p:cNvSpPr>
          <p:nvPr/>
        </p:nvSpPr>
        <p:spPr bwMode="auto">
          <a:xfrm>
            <a:off x="494030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1" name="Line 164"/>
          <p:cNvSpPr>
            <a:spLocks noChangeShapeType="1"/>
          </p:cNvSpPr>
          <p:nvPr/>
        </p:nvSpPr>
        <p:spPr bwMode="auto">
          <a:xfrm flipH="1">
            <a:off x="461010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2" name="Text Box 165"/>
          <p:cNvSpPr txBox="1">
            <a:spLocks noChangeArrowheads="1"/>
          </p:cNvSpPr>
          <p:nvPr/>
        </p:nvSpPr>
        <p:spPr bwMode="auto">
          <a:xfrm>
            <a:off x="4597400"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23" name="Line 166"/>
          <p:cNvSpPr>
            <a:spLocks noChangeShapeType="1"/>
          </p:cNvSpPr>
          <p:nvPr/>
        </p:nvSpPr>
        <p:spPr bwMode="auto">
          <a:xfrm>
            <a:off x="584835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4" name="Line 167"/>
          <p:cNvSpPr>
            <a:spLocks noChangeShapeType="1"/>
          </p:cNvSpPr>
          <p:nvPr/>
        </p:nvSpPr>
        <p:spPr bwMode="auto">
          <a:xfrm>
            <a:off x="593090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5" name="Line 168"/>
          <p:cNvSpPr>
            <a:spLocks noChangeShapeType="1"/>
          </p:cNvSpPr>
          <p:nvPr/>
        </p:nvSpPr>
        <p:spPr bwMode="auto">
          <a:xfrm flipH="1">
            <a:off x="560070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6" name="Text Box 169"/>
          <p:cNvSpPr txBox="1">
            <a:spLocks noChangeArrowheads="1"/>
          </p:cNvSpPr>
          <p:nvPr/>
        </p:nvSpPr>
        <p:spPr bwMode="auto">
          <a:xfrm>
            <a:off x="5588000"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27" name="Line 170"/>
          <p:cNvSpPr>
            <a:spLocks noChangeShapeType="1"/>
          </p:cNvSpPr>
          <p:nvPr/>
        </p:nvSpPr>
        <p:spPr bwMode="auto">
          <a:xfrm>
            <a:off x="774700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8" name="Line 171"/>
          <p:cNvSpPr>
            <a:spLocks noChangeShapeType="1"/>
          </p:cNvSpPr>
          <p:nvPr/>
        </p:nvSpPr>
        <p:spPr bwMode="auto">
          <a:xfrm>
            <a:off x="78295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9" name="Line 172"/>
          <p:cNvSpPr>
            <a:spLocks noChangeShapeType="1"/>
          </p:cNvSpPr>
          <p:nvPr/>
        </p:nvSpPr>
        <p:spPr bwMode="auto">
          <a:xfrm flipH="1">
            <a:off x="74993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0" name="Text Box 173"/>
          <p:cNvSpPr txBox="1">
            <a:spLocks noChangeArrowheads="1"/>
          </p:cNvSpPr>
          <p:nvPr/>
        </p:nvSpPr>
        <p:spPr bwMode="auto">
          <a:xfrm>
            <a:off x="7486650"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31" name="Line 174"/>
          <p:cNvSpPr>
            <a:spLocks noChangeShapeType="1"/>
          </p:cNvSpPr>
          <p:nvPr/>
        </p:nvSpPr>
        <p:spPr bwMode="auto">
          <a:xfrm>
            <a:off x="675640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2" name="Line 175"/>
          <p:cNvSpPr>
            <a:spLocks noChangeShapeType="1"/>
          </p:cNvSpPr>
          <p:nvPr/>
        </p:nvSpPr>
        <p:spPr bwMode="auto">
          <a:xfrm>
            <a:off x="68389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3" name="Line 176"/>
          <p:cNvSpPr>
            <a:spLocks noChangeShapeType="1"/>
          </p:cNvSpPr>
          <p:nvPr/>
        </p:nvSpPr>
        <p:spPr bwMode="auto">
          <a:xfrm flipH="1">
            <a:off x="65087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4" name="Text Box 177"/>
          <p:cNvSpPr txBox="1">
            <a:spLocks noChangeArrowheads="1"/>
          </p:cNvSpPr>
          <p:nvPr/>
        </p:nvSpPr>
        <p:spPr bwMode="auto">
          <a:xfrm>
            <a:off x="6496050"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35" name="Text Box 178"/>
          <p:cNvSpPr txBox="1">
            <a:spLocks noChangeArrowheads="1"/>
          </p:cNvSpPr>
          <p:nvPr/>
        </p:nvSpPr>
        <p:spPr bwMode="auto">
          <a:xfrm>
            <a:off x="8394700" y="51292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36" name="Line 179"/>
          <p:cNvSpPr>
            <a:spLocks noChangeShapeType="1"/>
          </p:cNvSpPr>
          <p:nvPr/>
        </p:nvSpPr>
        <p:spPr bwMode="auto">
          <a:xfrm flipH="1">
            <a:off x="4441825" y="4151313"/>
            <a:ext cx="3175" cy="30956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437" name="Line 180"/>
          <p:cNvSpPr>
            <a:spLocks noChangeShapeType="1"/>
          </p:cNvSpPr>
          <p:nvPr/>
        </p:nvSpPr>
        <p:spPr bwMode="auto">
          <a:xfrm flipH="1">
            <a:off x="3744913" y="5494338"/>
            <a:ext cx="212725" cy="639762"/>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8" name="Text Box 181"/>
          <p:cNvSpPr txBox="1">
            <a:spLocks noChangeArrowheads="1"/>
          </p:cNvSpPr>
          <p:nvPr/>
        </p:nvSpPr>
        <p:spPr bwMode="auto">
          <a:xfrm>
            <a:off x="2786063" y="6021388"/>
            <a:ext cx="17478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ipInReceives(3) </a:t>
            </a:r>
          </a:p>
        </p:txBody>
      </p:sp>
      <p:sp>
        <p:nvSpPr>
          <p:cNvPr id="1935439" name="AutoShape 182"/>
          <p:cNvSpPr>
            <a:spLocks noChangeArrowheads="1"/>
          </p:cNvSpPr>
          <p:nvPr/>
        </p:nvSpPr>
        <p:spPr bwMode="auto">
          <a:xfrm>
            <a:off x="4360863" y="6081713"/>
            <a:ext cx="495300" cy="228600"/>
          </a:xfrm>
          <a:prstGeom prst="leftArrow">
            <a:avLst>
              <a:gd name="adj1" fmla="val 33333"/>
              <a:gd name="adj2" fmla="val 98142"/>
            </a:avLst>
          </a:prstGeom>
          <a:solidFill>
            <a:srgbClr val="C00000"/>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35440" name="Text Box 183"/>
          <p:cNvSpPr txBox="1">
            <a:spLocks noChangeArrowheads="1"/>
          </p:cNvSpPr>
          <p:nvPr/>
        </p:nvSpPr>
        <p:spPr bwMode="auto">
          <a:xfrm>
            <a:off x="4841875" y="6021388"/>
            <a:ext cx="1500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sym typeface="Symbol" panose="05050102010706020507" pitchFamily="18" charset="2"/>
              </a:rPr>
              <a:t>1.3.6.1.2.1.4.3</a:t>
            </a:r>
          </a:p>
        </p:txBody>
      </p:sp>
      <p:sp>
        <p:nvSpPr>
          <p:cNvPr id="1935441" name="Text Box 184"/>
          <p:cNvSpPr txBox="1">
            <a:spLocks noChangeArrowheads="1"/>
          </p:cNvSpPr>
          <p:nvPr/>
        </p:nvSpPr>
        <p:spPr bwMode="auto">
          <a:xfrm>
            <a:off x="3119438" y="6546850"/>
            <a:ext cx="49577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sym typeface="Symbol" panose="05050102010706020507" pitchFamily="18" charset="2"/>
              </a:rPr>
              <a:t>(iso.org.dod.internet.mgmt.mib-2.ip.ipinreceives)</a:t>
            </a:r>
          </a:p>
        </p:txBody>
      </p:sp>
      <p:sp>
        <p:nvSpPr>
          <p:cNvPr id="1935442" name="Line 185"/>
          <p:cNvSpPr>
            <a:spLocks noChangeShapeType="1"/>
          </p:cNvSpPr>
          <p:nvPr/>
        </p:nvSpPr>
        <p:spPr bwMode="auto">
          <a:xfrm flipH="1" flipV="1">
            <a:off x="5594350" y="6346825"/>
            <a:ext cx="79375" cy="30003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F272E5-C3EF-41CF-B2A5-92FD336073CA}" type="slidenum">
              <a:rPr lang="zh-CN" altLang="en-US" smtClean="0"/>
              <a:pPr eaLnBrk="1" hangingPunct="1"/>
              <a:t>18</a:t>
            </a:fld>
            <a:endParaRPr lang="en-US" altLang="zh-CN" smtClean="0"/>
          </a:p>
        </p:txBody>
      </p:sp>
      <p:sp>
        <p:nvSpPr>
          <p:cNvPr id="19354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7409" name="Rectangle 2"/>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SMI </a:t>
            </a:r>
            <a:r>
              <a:rPr lang="zh-CN" altLang="en-US" dirty="0" smtClean="0">
                <a:ea typeface="黑体" panose="02010609060101010101" pitchFamily="49" charset="-122"/>
              </a:rPr>
              <a:t>使用 </a:t>
            </a:r>
            <a:r>
              <a:rPr lang="en-US" altLang="zh-CN" dirty="0" smtClean="0">
                <a:solidFill>
                  <a:srgbClr val="FF0000"/>
                </a:solidFill>
                <a:ea typeface="黑体" panose="02010609060101010101" pitchFamily="49" charset="-122"/>
              </a:rPr>
              <a:t>ASN.1</a:t>
            </a:r>
            <a:r>
              <a:rPr lang="en-US" altLang="zh-CN" dirty="0" smtClean="0">
                <a:ea typeface="黑体" panose="02010609060101010101" pitchFamily="49" charset="-122"/>
              </a:rPr>
              <a:t> </a:t>
            </a:r>
          </a:p>
        </p:txBody>
      </p:sp>
      <p:sp>
        <p:nvSpPr>
          <p:cNvPr id="193741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SMI </a:t>
            </a:r>
            <a:r>
              <a:rPr lang="zh-CN" altLang="en-US" dirty="0" smtClean="0">
                <a:ea typeface="黑体" panose="02010609060101010101" pitchFamily="49" charset="-122"/>
              </a:rPr>
              <a:t>标准指明了所有的 </a:t>
            </a:r>
            <a:r>
              <a:rPr lang="en-US" altLang="zh-CN" dirty="0" smtClean="0">
                <a:ea typeface="黑体" panose="02010609060101010101" pitchFamily="49" charset="-122"/>
              </a:rPr>
              <a:t>MIB </a:t>
            </a:r>
            <a:r>
              <a:rPr lang="zh-CN" altLang="en-US" dirty="0" smtClean="0">
                <a:ea typeface="黑体" panose="02010609060101010101" pitchFamily="49" charset="-122"/>
              </a:rPr>
              <a:t>变量必须使用</a:t>
            </a:r>
            <a:r>
              <a:rPr lang="zh-CN" altLang="en-US" dirty="0" smtClean="0">
                <a:solidFill>
                  <a:srgbClr val="FF0000"/>
                </a:solidFill>
                <a:ea typeface="黑体" panose="02010609060101010101" pitchFamily="49" charset="-122"/>
              </a:rPr>
              <a:t>抽象语法记法 </a:t>
            </a:r>
            <a:r>
              <a:rPr lang="en-US" altLang="zh-CN" dirty="0" smtClean="0">
                <a:solidFill>
                  <a:srgbClr val="FF0000"/>
                </a:solidFill>
                <a:ea typeface="黑体" panose="02010609060101010101" pitchFamily="49" charset="-122"/>
              </a:rPr>
              <a:t>1</a:t>
            </a:r>
            <a:r>
              <a:rPr lang="zh-CN" altLang="en-US" dirty="0" smtClean="0">
                <a:ea typeface="黑体" panose="02010609060101010101" pitchFamily="49" charset="-122"/>
              </a:rPr>
              <a:t>（</a:t>
            </a:r>
            <a:r>
              <a:rPr lang="en-US" altLang="zh-CN" dirty="0" smtClean="0">
                <a:ea typeface="黑体" panose="02010609060101010101" pitchFamily="49" charset="-122"/>
              </a:rPr>
              <a:t>ASN.1</a:t>
            </a:r>
            <a:r>
              <a:rPr lang="zh-CN" altLang="en-US" dirty="0" smtClean="0">
                <a:ea typeface="黑体" panose="02010609060101010101" pitchFamily="49" charset="-122"/>
              </a:rPr>
              <a:t>）来定义。</a:t>
            </a:r>
          </a:p>
          <a:p>
            <a:r>
              <a:rPr lang="en-US" altLang="zh-CN" dirty="0" smtClean="0">
                <a:ea typeface="黑体" panose="02010609060101010101" pitchFamily="49" charset="-122"/>
              </a:rPr>
              <a:t>SMI </a:t>
            </a:r>
            <a:r>
              <a:rPr lang="zh-CN" altLang="en-US" dirty="0" smtClean="0">
                <a:ea typeface="黑体" panose="02010609060101010101" pitchFamily="49" charset="-122"/>
              </a:rPr>
              <a:t>既是 </a:t>
            </a:r>
            <a:r>
              <a:rPr lang="en-US" altLang="zh-CN" dirty="0" smtClean="0">
                <a:ea typeface="黑体" panose="02010609060101010101" pitchFamily="49" charset="-122"/>
              </a:rPr>
              <a:t>ASN.1 </a:t>
            </a:r>
            <a:r>
              <a:rPr lang="zh-CN" altLang="en-US" dirty="0" smtClean="0">
                <a:ea typeface="黑体" panose="02010609060101010101" pitchFamily="49" charset="-122"/>
              </a:rPr>
              <a:t>的子集，又是 </a:t>
            </a:r>
            <a:r>
              <a:rPr lang="en-US" altLang="zh-CN" dirty="0" smtClean="0">
                <a:ea typeface="黑体" panose="02010609060101010101" pitchFamily="49" charset="-122"/>
              </a:rPr>
              <a:t>ASN.1 </a:t>
            </a:r>
            <a:r>
              <a:rPr lang="zh-CN" altLang="en-US" dirty="0" smtClean="0">
                <a:ea typeface="黑体" panose="02010609060101010101" pitchFamily="49" charset="-122"/>
              </a:rPr>
              <a:t>的超集。 </a:t>
            </a:r>
          </a:p>
          <a:p>
            <a:r>
              <a:rPr lang="en-US" altLang="zh-CN" dirty="0" smtClean="0">
                <a:ea typeface="黑体" panose="02010609060101010101" pitchFamily="49" charset="-122"/>
              </a:rPr>
              <a:t>ASN.1 </a:t>
            </a:r>
            <a:r>
              <a:rPr lang="zh-CN" altLang="en-US" dirty="0" smtClean="0">
                <a:ea typeface="黑体" panose="02010609060101010101" pitchFamily="49" charset="-122"/>
              </a:rPr>
              <a:t>的记法很严格，它使得数据的含义不存在任何可能的二义性。</a:t>
            </a:r>
          </a:p>
          <a:p>
            <a:r>
              <a:rPr lang="en-US" altLang="zh-CN" dirty="0" smtClean="0">
                <a:ea typeface="黑体" panose="02010609060101010101" pitchFamily="49" charset="-122"/>
              </a:rPr>
              <a:t>SMI </a:t>
            </a:r>
            <a:r>
              <a:rPr lang="zh-CN" altLang="en-US" dirty="0" smtClean="0">
                <a:ea typeface="黑体" panose="02010609060101010101" pitchFamily="49" charset="-122"/>
              </a:rPr>
              <a:t>把数据类型分为两大类：</a:t>
            </a:r>
            <a:r>
              <a:rPr lang="zh-CN" altLang="en-US" dirty="0" smtClean="0">
                <a:solidFill>
                  <a:srgbClr val="FF0000"/>
                </a:solidFill>
                <a:ea typeface="黑体" panose="02010609060101010101" pitchFamily="49" charset="-122"/>
              </a:rPr>
              <a:t>简单类型</a:t>
            </a:r>
            <a:r>
              <a:rPr lang="zh-CN" altLang="en-US" dirty="0" smtClean="0">
                <a:ea typeface="黑体" panose="02010609060101010101" pitchFamily="49" charset="-122"/>
              </a:rPr>
              <a:t>和</a:t>
            </a:r>
            <a:r>
              <a:rPr lang="zh-CN" altLang="en-US" dirty="0" smtClean="0">
                <a:solidFill>
                  <a:srgbClr val="FF0000"/>
                </a:solidFill>
                <a:ea typeface="黑体" panose="02010609060101010101" pitchFamily="49" charset="-122"/>
              </a:rPr>
              <a:t>结构化类型</a:t>
            </a:r>
            <a:r>
              <a:rPr lang="zh-CN" altLang="en-US" dirty="0" smtClean="0">
                <a:ea typeface="黑体" panose="02010609060101010101" pitchFamily="49" charset="-122"/>
              </a:rPr>
              <a:t>。  </a:t>
            </a:r>
          </a:p>
        </p:txBody>
      </p:sp>
      <p:sp>
        <p:nvSpPr>
          <p:cNvPr id="19374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3D72D0-93B5-438D-81DE-30BBE1771A7D}" type="slidenum">
              <a:rPr lang="zh-CN" altLang="en-US" smtClean="0"/>
              <a:pPr eaLnBrk="1" hangingPunct="1"/>
              <a:t>19</a:t>
            </a:fld>
            <a:endParaRPr lang="en-US" altLang="zh-CN" smtClean="0"/>
          </a:p>
        </p:txBody>
      </p:sp>
      <p:sp>
        <p:nvSpPr>
          <p:cNvPr id="19374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几种最主要的简单类型</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20</a:t>
            </a:fld>
            <a:endParaRPr lang="en-US" altLang="zh-CN"/>
          </a:p>
        </p:txBody>
      </p:sp>
      <p:graphicFrame>
        <p:nvGraphicFramePr>
          <p:cNvPr id="7" name="表格 6"/>
          <p:cNvGraphicFramePr>
            <a:graphicFrameLocks noGrp="1"/>
          </p:cNvGraphicFramePr>
          <p:nvPr>
            <p:extLst>
              <p:ext uri="{D42A27DB-BD31-4B8C-83A1-F6EECF244321}">
                <p14:modId xmlns:p14="http://schemas.microsoft.com/office/powerpoint/2010/main" val="18163764"/>
              </p:ext>
            </p:extLst>
          </p:nvPr>
        </p:nvGraphicFramePr>
        <p:xfrm>
          <a:off x="920664" y="1233586"/>
          <a:ext cx="8640848" cy="5120640"/>
        </p:xfrm>
        <a:graphic>
          <a:graphicData uri="http://schemas.openxmlformats.org/drawingml/2006/table">
            <a:tbl>
              <a:tblPr firstRow="1" firstCol="1" bandRow="1"/>
              <a:tblGrid>
                <a:gridCol w="2880241">
                  <a:extLst>
                    <a:ext uri="{9D8B030D-6E8A-4147-A177-3AD203B41FA5}">
                      <a16:colId xmlns:a16="http://schemas.microsoft.com/office/drawing/2014/main" val="4215252487"/>
                    </a:ext>
                  </a:extLst>
                </a:gridCol>
                <a:gridCol w="5760607">
                  <a:extLst>
                    <a:ext uri="{9D8B030D-6E8A-4147-A177-3AD203B41FA5}">
                      <a16:colId xmlns:a16="http://schemas.microsoft.com/office/drawing/2014/main" val="1099440079"/>
                    </a:ext>
                  </a:extLst>
                </a:gridCol>
              </a:tblGrid>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Integer</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有</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符号</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32</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位</a:t>
                      </a: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整数</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7991042"/>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Integer32</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a:effectLst/>
                          <a:latin typeface="等线" panose="02010600030101010101" pitchFamily="2" charset="-122"/>
                          <a:ea typeface="等线" panose="02010600030101010101" pitchFamily="2" charset="-122"/>
                          <a:cs typeface="Times New Roman" panose="02020603050405020304" pitchFamily="18" charset="0"/>
                        </a:rPr>
                        <a:t>与</a:t>
                      </a:r>
                      <a:r>
                        <a:rPr lang="en-US" sz="2400" b="1" kern="100">
                          <a:effectLst/>
                          <a:latin typeface="等线" panose="02010600030101010101" pitchFamily="2" charset="-122"/>
                          <a:ea typeface="等线" panose="02010600030101010101" pitchFamily="2" charset="-122"/>
                          <a:cs typeface="Times New Roman" panose="02020603050405020304" pitchFamily="18" charset="0"/>
                        </a:rPr>
                        <a:t>Integer</a:t>
                      </a:r>
                      <a:r>
                        <a:rPr lang="zh-CN" sz="2400" b="1" kern="100">
                          <a:effectLst/>
                          <a:latin typeface="等线" panose="02010600030101010101" pitchFamily="2" charset="-122"/>
                          <a:ea typeface="等线" panose="02010600030101010101" pitchFamily="2" charset="-122"/>
                          <a:cs typeface="Times New Roman" panose="02020603050405020304" pitchFamily="18" charset="0"/>
                        </a:rPr>
                        <a:t>相同。</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4251779"/>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UInteger32</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无符号</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32</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位</a:t>
                      </a: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整数</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7033946"/>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Octet String</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任意二进制或文本数据，通常长度限制在</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255</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个字符内。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3828224"/>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Object Identifier</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An </a:t>
                      </a:r>
                      <a:r>
                        <a:rPr 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OID</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0661411"/>
                  </a:ext>
                </a:extLst>
              </a:tr>
              <a:tr h="0">
                <a:tc>
                  <a:txBody>
                    <a:bodyPr/>
                    <a:lstStyle/>
                    <a:p>
                      <a:pPr algn="just">
                        <a:spcAft>
                          <a:spcPts val="0"/>
                        </a:spcAft>
                      </a:pPr>
                      <a:r>
                        <a:rPr 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Bit</a:t>
                      </a:r>
                      <a:r>
                        <a:rPr lang="en-US" alt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s</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比特串</a:t>
                      </a: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29582"/>
                  </a:ext>
                </a:extLst>
              </a:tr>
              <a:tr h="0">
                <a:tc>
                  <a:txBody>
                    <a:bodyPr/>
                    <a:lstStyle/>
                    <a:p>
                      <a:pPr algn="just">
                        <a:spcAft>
                          <a:spcPts val="0"/>
                        </a:spcAft>
                      </a:pPr>
                      <a:r>
                        <a:rPr lang="en-US" sz="2400" b="1" kern="100" dirty="0" err="1">
                          <a:effectLst/>
                          <a:latin typeface="等线" panose="02010600030101010101" pitchFamily="2" charset="-122"/>
                          <a:ea typeface="等线" panose="02010600030101010101" pitchFamily="2" charset="-122"/>
                          <a:cs typeface="Times New Roman" panose="02020603050405020304" pitchFamily="18" charset="0"/>
                        </a:rPr>
                        <a:t>IpAddress</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IP</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地址。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6981944"/>
                  </a:ext>
                </a:extLst>
              </a:tr>
              <a:tr h="0">
                <a:tc>
                  <a:txBody>
                    <a:bodyPr/>
                    <a:lstStyle/>
                    <a:p>
                      <a:pPr algn="just">
                        <a:spcAft>
                          <a:spcPts val="0"/>
                        </a:spcAft>
                      </a:pPr>
                      <a:r>
                        <a:rPr lang="en-US" sz="2400" b="1" kern="100" dirty="0" err="1">
                          <a:effectLst/>
                          <a:latin typeface="等线" panose="02010600030101010101" pitchFamily="2" charset="-122"/>
                          <a:ea typeface="等线" panose="02010600030101010101" pitchFamily="2" charset="-122"/>
                          <a:cs typeface="Times New Roman" panose="02020603050405020304" pitchFamily="18" charset="0"/>
                        </a:rPr>
                        <a:t>TimeTicks</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表示代表数据的一个无符号整数，</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2^32</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取模（</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4294967296</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），两个值之间为百分之一秒。</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8554887"/>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Opaque</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提供向下兼容，不再使用的</a:t>
                      </a: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数据类型</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3480935"/>
                  </a:ext>
                </a:extLst>
              </a:tr>
              <a:tr h="0">
                <a:tc>
                  <a:txBody>
                    <a:bodyPr/>
                    <a:lstStyle/>
                    <a:p>
                      <a:pPr algn="just">
                        <a:spcAft>
                          <a:spcPts val="0"/>
                        </a:spcAft>
                      </a:pPr>
                      <a:r>
                        <a:rPr lang="en-US" alt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Counter32</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表示一个非负的整数</a:t>
                      </a:r>
                      <a:r>
                        <a:rPr lang="en-US" alt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递增到最大值，然后恢复并从</a:t>
                      </a:r>
                      <a:r>
                        <a:rPr lang="en-US" alt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0</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开始递增。</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308640"/>
                  </a:ext>
                </a:extLst>
              </a:tr>
            </a:tbl>
          </a:graphicData>
        </a:graphic>
      </p:graphicFrame>
    </p:spTree>
    <p:extLst>
      <p:ext uri="{BB962C8B-B14F-4D97-AF65-F5344CB8AC3E}">
        <p14:creationId xmlns:p14="http://schemas.microsoft.com/office/powerpoint/2010/main" val="37854540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两种结构化类型</a:t>
            </a:r>
            <a:endParaRPr lang="zh-CN" altLang="en-US" dirty="0"/>
          </a:p>
        </p:txBody>
      </p:sp>
      <p:sp>
        <p:nvSpPr>
          <p:cNvPr id="3" name="内容占位符 2"/>
          <p:cNvSpPr>
            <a:spLocks noGrp="1"/>
          </p:cNvSpPr>
          <p:nvPr>
            <p:ph idx="1"/>
          </p:nvPr>
        </p:nvSpPr>
        <p:spPr/>
        <p:txBody>
          <a:bodyPr/>
          <a:lstStyle/>
          <a:p>
            <a:r>
              <a:rPr lang="en-US" altLang="zh-CN" dirty="0" smtClean="0">
                <a:solidFill>
                  <a:srgbClr val="0000FF"/>
                </a:solidFill>
              </a:rPr>
              <a:t>Sequence</a:t>
            </a:r>
            <a:r>
              <a:rPr lang="zh-CN" altLang="en-US" dirty="0" smtClean="0"/>
              <a:t>：类似于</a:t>
            </a:r>
            <a:r>
              <a:rPr lang="en-US" altLang="zh-CN" dirty="0" smtClean="0"/>
              <a:t>C</a:t>
            </a:r>
            <a:r>
              <a:rPr lang="zh-CN" altLang="en-US" dirty="0" smtClean="0"/>
              <a:t>语言中的</a:t>
            </a:r>
            <a:r>
              <a:rPr lang="en-US" altLang="zh-CN" dirty="0" err="1" smtClean="0"/>
              <a:t>struct</a:t>
            </a:r>
            <a:r>
              <a:rPr lang="zh-CN" altLang="en-US" dirty="0" smtClean="0"/>
              <a:t>，简单数据类型的组合</a:t>
            </a:r>
            <a:endParaRPr lang="en-US" altLang="zh-CN" dirty="0" smtClean="0"/>
          </a:p>
          <a:p>
            <a:r>
              <a:rPr lang="en-US" altLang="zh-CN" dirty="0" smtClean="0">
                <a:solidFill>
                  <a:srgbClr val="0000FF"/>
                </a:solidFill>
              </a:rPr>
              <a:t>Sequence of</a:t>
            </a:r>
            <a:r>
              <a:rPr lang="zh-CN" altLang="en-US" dirty="0" smtClean="0"/>
              <a:t>：类似于</a:t>
            </a:r>
            <a:r>
              <a:rPr lang="en-US" altLang="zh-CN" dirty="0" smtClean="0"/>
              <a:t>C</a:t>
            </a:r>
            <a:r>
              <a:rPr lang="zh-CN" altLang="en-US" dirty="0" smtClean="0"/>
              <a:t>语言中的</a:t>
            </a:r>
            <a:r>
              <a:rPr lang="en-US" altLang="zh-CN" dirty="0" smtClean="0"/>
              <a:t>array</a:t>
            </a:r>
            <a:r>
              <a:rPr lang="zh-CN" altLang="en-US" dirty="0" smtClean="0"/>
              <a:t>，同类型的数据组合</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21</a:t>
            </a:fld>
            <a:endParaRPr lang="en-US" altLang="zh-CN"/>
          </a:p>
        </p:txBody>
      </p:sp>
    </p:spTree>
    <p:extLst>
      <p:ext uri="{BB962C8B-B14F-4D97-AF65-F5344CB8AC3E}">
        <p14:creationId xmlns:p14="http://schemas.microsoft.com/office/powerpoint/2010/main" val="291755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9457"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基本</a:t>
            </a:r>
            <a:r>
              <a:rPr lang="zh-CN" altLang="en-US" dirty="0" smtClean="0">
                <a:solidFill>
                  <a:srgbClr val="FF0000"/>
                </a:solidFill>
                <a:ea typeface="黑体" panose="02010609060101010101" pitchFamily="49" charset="-122"/>
              </a:rPr>
              <a:t>编码规则 </a:t>
            </a:r>
            <a:r>
              <a:rPr lang="en-US" altLang="zh-CN" dirty="0" smtClean="0">
                <a:ea typeface="黑体" panose="02010609060101010101" pitchFamily="49" charset="-122"/>
              </a:rPr>
              <a:t>BER </a:t>
            </a:r>
          </a:p>
        </p:txBody>
      </p:sp>
      <p:sp>
        <p:nvSpPr>
          <p:cNvPr id="1228803"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ISO </a:t>
            </a:r>
            <a:r>
              <a:rPr lang="zh-CN" altLang="en-US" dirty="0" smtClean="0">
                <a:ea typeface="黑体" panose="02010609060101010101" pitchFamily="49" charset="-122"/>
              </a:rPr>
              <a:t>在制订 </a:t>
            </a:r>
            <a:r>
              <a:rPr lang="en-US" altLang="zh-CN" dirty="0" smtClean="0">
                <a:ea typeface="黑体" panose="02010609060101010101" pitchFamily="49" charset="-122"/>
              </a:rPr>
              <a:t>ASN.1 </a:t>
            </a:r>
            <a:r>
              <a:rPr lang="zh-CN" altLang="en-US" dirty="0" smtClean="0">
                <a:ea typeface="黑体" panose="02010609060101010101" pitchFamily="49" charset="-122"/>
              </a:rPr>
              <a:t>语言的同时也为它定义了一种标准的编码方案，即</a:t>
            </a:r>
            <a:r>
              <a:rPr lang="zh-CN" altLang="en-US" u="sng" dirty="0" smtClean="0">
                <a:solidFill>
                  <a:srgbClr val="FF0000"/>
                </a:solidFill>
                <a:ea typeface="黑体" panose="02010609060101010101" pitchFamily="49" charset="-122"/>
              </a:rPr>
              <a:t>基本编码规则</a:t>
            </a:r>
            <a:r>
              <a:rPr lang="zh-CN" altLang="en-US" u="sng" dirty="0" smtClean="0">
                <a:ea typeface="黑体" panose="02010609060101010101" pitchFamily="49" charset="-122"/>
              </a:rPr>
              <a:t> </a:t>
            </a:r>
            <a:r>
              <a:rPr lang="en-US" altLang="zh-CN" u="sng" dirty="0" smtClean="0">
                <a:ea typeface="黑体" panose="02010609060101010101" pitchFamily="49" charset="-122"/>
              </a:rPr>
              <a:t>BER</a:t>
            </a:r>
            <a:r>
              <a:rPr lang="zh-CN" altLang="en-US" u="sng" dirty="0" smtClean="0">
                <a:ea typeface="黑体" panose="02010609060101010101" pitchFamily="49" charset="-122"/>
              </a:rPr>
              <a:t> </a:t>
            </a:r>
            <a:r>
              <a:rPr lang="en-US" altLang="zh-CN" u="sng" dirty="0" smtClean="0">
                <a:ea typeface="黑体" panose="02010609060101010101" pitchFamily="49" charset="-122"/>
              </a:rPr>
              <a:t>(Basic Encoding Rule)</a:t>
            </a:r>
            <a:r>
              <a:rPr lang="zh-CN" altLang="en-US" dirty="0" smtClean="0">
                <a:ea typeface="黑体" panose="02010609060101010101" pitchFamily="49" charset="-122"/>
              </a:rPr>
              <a:t>。</a:t>
            </a:r>
          </a:p>
          <a:p>
            <a:r>
              <a:rPr lang="en-US" altLang="zh-CN" dirty="0" smtClean="0">
                <a:solidFill>
                  <a:srgbClr val="0000FF"/>
                </a:solidFill>
                <a:ea typeface="黑体" panose="02010609060101010101" pitchFamily="49" charset="-122"/>
              </a:rPr>
              <a:t>BER </a:t>
            </a:r>
            <a:r>
              <a:rPr lang="zh-CN" altLang="en-US" dirty="0" smtClean="0">
                <a:solidFill>
                  <a:srgbClr val="0000FF"/>
                </a:solidFill>
                <a:ea typeface="黑体" panose="02010609060101010101" pitchFamily="49" charset="-122"/>
              </a:rPr>
              <a:t>指明了每种数据类型中每个数据的值的表示。</a:t>
            </a:r>
          </a:p>
          <a:p>
            <a:r>
              <a:rPr lang="zh-CN" altLang="en-US" dirty="0" smtClean="0">
                <a:solidFill>
                  <a:srgbClr val="0000CC"/>
                </a:solidFill>
                <a:ea typeface="黑体" panose="02010609060101010101" pitchFamily="49" charset="-122"/>
              </a:rPr>
              <a:t>发送端用 </a:t>
            </a:r>
            <a:r>
              <a:rPr lang="en-US" altLang="zh-CN" dirty="0" smtClean="0">
                <a:solidFill>
                  <a:srgbClr val="0000CC"/>
                </a:solidFill>
                <a:ea typeface="黑体" panose="02010609060101010101" pitchFamily="49" charset="-122"/>
              </a:rPr>
              <a:t>BER </a:t>
            </a:r>
            <a:r>
              <a:rPr lang="zh-CN" altLang="en-US" dirty="0" smtClean="0">
                <a:solidFill>
                  <a:srgbClr val="0000CC"/>
                </a:solidFill>
                <a:ea typeface="黑体" panose="02010609060101010101" pitchFamily="49" charset="-122"/>
              </a:rPr>
              <a:t>编码</a:t>
            </a:r>
            <a:r>
              <a:rPr lang="zh-CN" altLang="en-US" dirty="0" smtClean="0">
                <a:ea typeface="黑体" panose="02010609060101010101" pitchFamily="49" charset="-122"/>
              </a:rPr>
              <a:t>，可将用 </a:t>
            </a:r>
            <a:r>
              <a:rPr lang="en-US" altLang="zh-CN" dirty="0" smtClean="0">
                <a:ea typeface="黑体" panose="02010609060101010101" pitchFamily="49" charset="-122"/>
              </a:rPr>
              <a:t>ASN.1 </a:t>
            </a:r>
            <a:r>
              <a:rPr lang="zh-CN" altLang="en-US" dirty="0" smtClean="0">
                <a:ea typeface="黑体" panose="02010609060101010101" pitchFamily="49" charset="-122"/>
              </a:rPr>
              <a:t>所表述的报文转换成唯一的比特序列。</a:t>
            </a:r>
            <a:r>
              <a:rPr lang="zh-CN" altLang="en-US" dirty="0" smtClean="0">
                <a:solidFill>
                  <a:srgbClr val="0000CC"/>
                </a:solidFill>
                <a:ea typeface="黑体" panose="02010609060101010101" pitchFamily="49" charset="-122"/>
              </a:rPr>
              <a:t>接收端用 </a:t>
            </a:r>
            <a:r>
              <a:rPr lang="en-US" altLang="zh-CN" dirty="0" smtClean="0">
                <a:solidFill>
                  <a:srgbClr val="0000CC"/>
                </a:solidFill>
                <a:ea typeface="黑体" panose="02010609060101010101" pitchFamily="49" charset="-122"/>
              </a:rPr>
              <a:t>BER </a:t>
            </a:r>
            <a:r>
              <a:rPr lang="zh-CN" altLang="en-US" dirty="0" smtClean="0">
                <a:solidFill>
                  <a:srgbClr val="0000CC"/>
                </a:solidFill>
                <a:ea typeface="黑体" panose="02010609060101010101" pitchFamily="49" charset="-122"/>
              </a:rPr>
              <a:t>进行解码</a:t>
            </a:r>
            <a:r>
              <a:rPr lang="zh-CN" altLang="en-US" dirty="0" smtClean="0">
                <a:ea typeface="黑体" panose="02010609060101010101" pitchFamily="49" charset="-122"/>
              </a:rPr>
              <a:t>，得到该比特序列所表示的 </a:t>
            </a:r>
            <a:r>
              <a:rPr lang="en-US" altLang="zh-CN" dirty="0" smtClean="0">
                <a:ea typeface="黑体" panose="02010609060101010101" pitchFamily="49" charset="-122"/>
              </a:rPr>
              <a:t>ASN.1 </a:t>
            </a:r>
            <a:r>
              <a:rPr lang="zh-CN" altLang="en-US" dirty="0" smtClean="0">
                <a:ea typeface="黑体" panose="02010609060101010101" pitchFamily="49" charset="-122"/>
              </a:rPr>
              <a:t>报文。  </a:t>
            </a:r>
          </a:p>
        </p:txBody>
      </p:sp>
      <p:sp>
        <p:nvSpPr>
          <p:cNvPr id="19394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2FB8D2-E93C-4615-B483-C9B063DA35D9}" type="slidenum">
              <a:rPr lang="zh-CN" altLang="en-US" smtClean="0"/>
              <a:pPr eaLnBrk="1" hangingPunct="1"/>
              <a:t>22</a:t>
            </a:fld>
            <a:endParaRPr lang="en-US" altLang="zh-CN" smtClean="0"/>
          </a:p>
        </p:txBody>
      </p:sp>
      <p:sp>
        <p:nvSpPr>
          <p:cNvPr id="19394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8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88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1505"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用 </a:t>
            </a:r>
            <a:r>
              <a:rPr lang="en-US" altLang="zh-CN" dirty="0" smtClean="0">
                <a:ea typeface="黑体" panose="02010609060101010101" pitchFamily="49" charset="-122"/>
              </a:rPr>
              <a:t>TLV </a:t>
            </a:r>
            <a:r>
              <a:rPr lang="zh-CN" altLang="en-US" dirty="0" smtClean="0">
                <a:ea typeface="黑体" panose="02010609060101010101" pitchFamily="49" charset="-122"/>
              </a:rPr>
              <a:t>方法进行编码</a:t>
            </a:r>
          </a:p>
        </p:txBody>
      </p:sp>
      <p:sp>
        <p:nvSpPr>
          <p:cNvPr id="1230851"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把各种数据元素表示为以下</a:t>
            </a:r>
            <a:r>
              <a:rPr lang="zh-CN" altLang="en-US" dirty="0" smtClean="0">
                <a:solidFill>
                  <a:srgbClr val="0000FF"/>
                </a:solidFill>
                <a:ea typeface="黑体" panose="02010609060101010101" pitchFamily="49" charset="-122"/>
              </a:rPr>
              <a:t>三个字段</a:t>
            </a:r>
            <a:r>
              <a:rPr lang="zh-CN" altLang="en-US" dirty="0" smtClean="0">
                <a:ea typeface="黑体" panose="02010609060101010101" pitchFamily="49" charset="-122"/>
              </a:rPr>
              <a:t>组成的</a:t>
            </a:r>
            <a:r>
              <a:rPr lang="zh-CN" altLang="en-US" dirty="0" smtClean="0">
                <a:solidFill>
                  <a:srgbClr val="0000CC"/>
                </a:solidFill>
                <a:ea typeface="黑体" panose="02010609060101010101" pitchFamily="49" charset="-122"/>
              </a:rPr>
              <a:t>八位位组序列</a:t>
            </a:r>
            <a:r>
              <a:rPr lang="zh-CN" altLang="en-US" dirty="0" smtClean="0">
                <a:ea typeface="黑体" panose="02010609060101010101" pitchFamily="49" charset="-122"/>
              </a:rPr>
              <a:t>：</a:t>
            </a:r>
          </a:p>
          <a:p>
            <a:pPr lvl="1"/>
            <a:r>
              <a:rPr lang="en-US" altLang="zh-CN" dirty="0" smtClean="0">
                <a:solidFill>
                  <a:srgbClr val="FF0000"/>
                </a:solidFill>
                <a:ea typeface="黑体" panose="02010609060101010101" pitchFamily="49" charset="-122"/>
              </a:rPr>
              <a:t>(1) T </a:t>
            </a:r>
            <a:r>
              <a:rPr lang="zh-CN" altLang="en-US" dirty="0" smtClean="0">
                <a:solidFill>
                  <a:srgbClr val="FF0000"/>
                </a:solidFill>
                <a:ea typeface="黑体" panose="02010609060101010101" pitchFamily="49" charset="-122"/>
              </a:rPr>
              <a:t>字段，</a:t>
            </a:r>
            <a:r>
              <a:rPr lang="zh-CN" altLang="en-US" dirty="0" smtClean="0">
                <a:ea typeface="黑体" panose="02010609060101010101" pitchFamily="49" charset="-122"/>
              </a:rPr>
              <a:t>即标识符八位位组</a:t>
            </a:r>
            <a:r>
              <a:rPr lang="en-US" altLang="zh-CN" dirty="0" smtClean="0">
                <a:ea typeface="黑体" panose="02010609060101010101" pitchFamily="49" charset="-122"/>
              </a:rPr>
              <a:t>(identifier octet)</a:t>
            </a:r>
            <a:r>
              <a:rPr lang="zh-CN" altLang="en-US" dirty="0" smtClean="0">
                <a:ea typeface="黑体" panose="02010609060101010101" pitchFamily="49" charset="-122"/>
              </a:rPr>
              <a:t>，用于标识标记。</a:t>
            </a:r>
          </a:p>
          <a:p>
            <a:pPr lvl="1"/>
            <a:r>
              <a:rPr lang="en-US" altLang="zh-CN" dirty="0" smtClean="0">
                <a:solidFill>
                  <a:srgbClr val="FF0000"/>
                </a:solidFill>
                <a:ea typeface="黑体" panose="02010609060101010101" pitchFamily="49" charset="-122"/>
              </a:rPr>
              <a:t>(2) L </a:t>
            </a:r>
            <a:r>
              <a:rPr lang="zh-CN" altLang="en-US" dirty="0" smtClean="0">
                <a:solidFill>
                  <a:srgbClr val="FF0000"/>
                </a:solidFill>
                <a:ea typeface="黑体" panose="02010609060101010101" pitchFamily="49" charset="-122"/>
              </a:rPr>
              <a:t>字段，</a:t>
            </a:r>
            <a:r>
              <a:rPr lang="zh-CN" altLang="en-US" dirty="0" smtClean="0">
                <a:ea typeface="黑体" panose="02010609060101010101" pitchFamily="49" charset="-122"/>
              </a:rPr>
              <a:t>即长度用八位位组</a:t>
            </a:r>
            <a:r>
              <a:rPr lang="en-US" altLang="zh-CN" dirty="0" smtClean="0">
                <a:ea typeface="黑体" panose="02010609060101010101" pitchFamily="49" charset="-122"/>
              </a:rPr>
              <a:t>(length octet)</a:t>
            </a:r>
            <a:r>
              <a:rPr lang="zh-CN" altLang="en-US" dirty="0" smtClean="0">
                <a:ea typeface="黑体" panose="02010609060101010101" pitchFamily="49" charset="-122"/>
              </a:rPr>
              <a:t>，用于标识后面 </a:t>
            </a:r>
            <a:r>
              <a:rPr lang="en-US" altLang="zh-CN" dirty="0" smtClean="0">
                <a:ea typeface="黑体" panose="02010609060101010101" pitchFamily="49" charset="-122"/>
              </a:rPr>
              <a:t>V </a:t>
            </a:r>
            <a:r>
              <a:rPr lang="zh-CN" altLang="en-US" dirty="0" smtClean="0">
                <a:ea typeface="黑体" panose="02010609060101010101" pitchFamily="49" charset="-122"/>
              </a:rPr>
              <a:t>字段的长度。</a:t>
            </a:r>
          </a:p>
          <a:p>
            <a:pPr lvl="1"/>
            <a:r>
              <a:rPr lang="en-US" altLang="zh-CN" dirty="0" smtClean="0">
                <a:solidFill>
                  <a:srgbClr val="FF0000"/>
                </a:solidFill>
                <a:ea typeface="黑体" panose="02010609060101010101" pitchFamily="49" charset="-122"/>
              </a:rPr>
              <a:t>(3) V </a:t>
            </a:r>
            <a:r>
              <a:rPr lang="zh-CN" altLang="en-US" dirty="0" smtClean="0">
                <a:solidFill>
                  <a:srgbClr val="FF0000"/>
                </a:solidFill>
                <a:ea typeface="黑体" panose="02010609060101010101" pitchFamily="49" charset="-122"/>
              </a:rPr>
              <a:t>字段，</a:t>
            </a:r>
            <a:r>
              <a:rPr lang="zh-CN" altLang="en-US" dirty="0" smtClean="0">
                <a:ea typeface="黑体" panose="02010609060101010101" pitchFamily="49" charset="-122"/>
              </a:rPr>
              <a:t>即内容八位位组</a:t>
            </a:r>
            <a:r>
              <a:rPr lang="en-US" altLang="zh-CN" dirty="0" smtClean="0">
                <a:ea typeface="黑体" panose="02010609060101010101" pitchFamily="49" charset="-122"/>
              </a:rPr>
              <a:t>(content octet)</a:t>
            </a:r>
            <a:r>
              <a:rPr lang="zh-CN" altLang="en-US" dirty="0" smtClean="0">
                <a:ea typeface="黑体" panose="02010609060101010101" pitchFamily="49" charset="-122"/>
              </a:rPr>
              <a:t>，用于标识数据元素的值。  </a:t>
            </a:r>
          </a:p>
        </p:txBody>
      </p:sp>
      <p:sp>
        <p:nvSpPr>
          <p:cNvPr id="19415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73BA62-AD52-4934-B6DD-C2CD71231C5C}" type="slidenum">
              <a:rPr lang="zh-CN" altLang="en-US" smtClean="0"/>
              <a:pPr eaLnBrk="1" hangingPunct="1"/>
              <a:t>23</a:t>
            </a:fld>
            <a:endParaRPr lang="en-US" altLang="zh-CN" smtClean="0"/>
          </a:p>
        </p:txBody>
      </p:sp>
      <p:sp>
        <p:nvSpPr>
          <p:cNvPr id="19415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308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308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308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3553" name="Rectangle 2"/>
          <p:cNvSpPr>
            <a:spLocks noGrp="1" noChangeArrowheads="1"/>
          </p:cNvSpPr>
          <p:nvPr>
            <p:ph type="title"/>
          </p:nvPr>
        </p:nvSpPr>
        <p:spPr/>
        <p:txBody>
          <a:bodyPr/>
          <a:lstStyle/>
          <a:p>
            <a:pPr algn="ctr"/>
            <a:r>
              <a:rPr lang="en-US" altLang="zh-CN" smtClean="0">
                <a:ea typeface="黑体" panose="02010609060101010101" pitchFamily="49" charset="-122"/>
              </a:rPr>
              <a:t>TLV </a:t>
            </a:r>
            <a:r>
              <a:rPr lang="zh-CN" altLang="zh-CN" smtClean="0">
                <a:ea typeface="黑体" panose="02010609060101010101" pitchFamily="49" charset="-122"/>
              </a:rPr>
              <a:t>中的 </a:t>
            </a:r>
            <a:r>
              <a:rPr lang="en-US" altLang="zh-CN" smtClean="0">
                <a:ea typeface="黑体" panose="02010609060101010101" pitchFamily="49" charset="-122"/>
              </a:rPr>
              <a:t>T </a:t>
            </a:r>
            <a:r>
              <a:rPr lang="zh-CN" altLang="zh-CN" smtClean="0">
                <a:ea typeface="黑体" panose="02010609060101010101" pitchFamily="49" charset="-122"/>
              </a:rPr>
              <a:t>字段定义数据的类型  </a:t>
            </a:r>
          </a:p>
        </p:txBody>
      </p:sp>
      <p:sp>
        <p:nvSpPr>
          <p:cNvPr id="1943554" name="Freeform 36"/>
          <p:cNvSpPr>
            <a:spLocks noChangeArrowheads="1"/>
          </p:cNvSpPr>
          <p:nvPr/>
        </p:nvSpPr>
        <p:spPr bwMode="auto">
          <a:xfrm>
            <a:off x="1916113" y="2933700"/>
            <a:ext cx="6045200" cy="566738"/>
          </a:xfrm>
          <a:custGeom>
            <a:avLst/>
            <a:gdLst>
              <a:gd name="T0" fmla="*/ 0 w 2540"/>
              <a:gd name="T1" fmla="*/ 272 h 272"/>
              <a:gd name="T2" fmla="*/ 272 w 2540"/>
              <a:gd name="T3" fmla="*/ 0 h 272"/>
              <a:gd name="T4" fmla="*/ 862 w 2540"/>
              <a:gd name="T5" fmla="*/ 0 h 272"/>
              <a:gd name="T6" fmla="*/ 2540 w 2540"/>
              <a:gd name="T7" fmla="*/ 272 h 272"/>
              <a:gd name="T8" fmla="*/ 0 w 2540"/>
              <a:gd name="T9" fmla="*/ 272 h 272"/>
            </a:gdLst>
            <a:ahLst/>
            <a:cxnLst>
              <a:cxn ang="0">
                <a:pos x="T0" y="T1"/>
              </a:cxn>
              <a:cxn ang="0">
                <a:pos x="T2" y="T3"/>
              </a:cxn>
              <a:cxn ang="0">
                <a:pos x="T4" y="T5"/>
              </a:cxn>
              <a:cxn ang="0">
                <a:pos x="T6" y="T7"/>
              </a:cxn>
              <a:cxn ang="0">
                <a:pos x="T8" y="T9"/>
              </a:cxn>
            </a:cxnLst>
            <a:rect l="0" t="0" r="r" b="b"/>
            <a:pathLst>
              <a:path w="2540" h="272">
                <a:moveTo>
                  <a:pt x="0" y="272"/>
                </a:moveTo>
                <a:lnTo>
                  <a:pt x="272" y="0"/>
                </a:lnTo>
                <a:lnTo>
                  <a:pt x="862" y="0"/>
                </a:lnTo>
                <a:lnTo>
                  <a:pt x="2540" y="272"/>
                </a:lnTo>
                <a:lnTo>
                  <a:pt x="0" y="272"/>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43555" name="Text Box 37"/>
          <p:cNvSpPr txBox="1">
            <a:spLocks noChangeArrowheads="1"/>
          </p:cNvSpPr>
          <p:nvPr/>
        </p:nvSpPr>
        <p:spPr bwMode="auto">
          <a:xfrm>
            <a:off x="2027238" y="2060575"/>
            <a:ext cx="4687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字节      </a:t>
            </a:r>
            <a:r>
              <a:rPr lang="en-US" altLang="zh-CN" sz="2000" b="1">
                <a:solidFill>
                  <a:srgbClr val="000099"/>
                </a:solidFill>
                <a:ea typeface="黑体" panose="02010609060101010101" pitchFamily="49" charset="-122"/>
              </a:rPr>
              <a:t>1             </a:t>
            </a:r>
            <a:r>
              <a:rPr lang="zh-CN" altLang="en-US" sz="2000" b="1">
                <a:solidFill>
                  <a:srgbClr val="000099"/>
                </a:solidFill>
                <a:ea typeface="黑体" panose="02010609060101010101" pitchFamily="49" charset="-122"/>
              </a:rPr>
              <a:t>可变                     可变</a:t>
            </a:r>
          </a:p>
        </p:txBody>
      </p:sp>
      <p:sp>
        <p:nvSpPr>
          <p:cNvPr id="1943556" name="Rectangle 38"/>
          <p:cNvSpPr>
            <a:spLocks noChangeArrowheads="1"/>
          </p:cNvSpPr>
          <p:nvPr/>
        </p:nvSpPr>
        <p:spPr bwMode="auto">
          <a:xfrm>
            <a:off x="2563813" y="2460625"/>
            <a:ext cx="6369050" cy="47307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43557" name="Line 39"/>
          <p:cNvSpPr>
            <a:spLocks noChangeShapeType="1"/>
          </p:cNvSpPr>
          <p:nvPr/>
        </p:nvSpPr>
        <p:spPr bwMode="auto">
          <a:xfrm>
            <a:off x="3967163" y="2460625"/>
            <a:ext cx="0" cy="473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43558" name="Rectangle 40"/>
          <p:cNvSpPr>
            <a:spLocks noChangeArrowheads="1"/>
          </p:cNvSpPr>
          <p:nvPr/>
        </p:nvSpPr>
        <p:spPr bwMode="auto">
          <a:xfrm>
            <a:off x="2563813" y="2476500"/>
            <a:ext cx="1384300"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43559" name="Line 41"/>
          <p:cNvSpPr>
            <a:spLocks noChangeShapeType="1"/>
          </p:cNvSpPr>
          <p:nvPr/>
        </p:nvSpPr>
        <p:spPr bwMode="auto">
          <a:xfrm>
            <a:off x="5262563" y="2460625"/>
            <a:ext cx="0" cy="473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43560" name="Text Box 42"/>
          <p:cNvSpPr txBox="1">
            <a:spLocks noChangeArrowheads="1"/>
          </p:cNvSpPr>
          <p:nvPr/>
        </p:nvSpPr>
        <p:spPr bwMode="auto">
          <a:xfrm>
            <a:off x="2782888" y="2528888"/>
            <a:ext cx="3965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标记 </a:t>
            </a:r>
            <a:r>
              <a:rPr lang="en-US" altLang="zh-CN" sz="2000" b="1">
                <a:solidFill>
                  <a:srgbClr val="000099"/>
                </a:solidFill>
                <a:ea typeface="黑体" panose="02010609060101010101" pitchFamily="49" charset="-122"/>
              </a:rPr>
              <a:t>T       </a:t>
            </a:r>
            <a:r>
              <a:rPr lang="zh-CN" altLang="en-US" sz="2000" b="1">
                <a:solidFill>
                  <a:srgbClr val="000099"/>
                </a:solidFill>
                <a:ea typeface="黑体" panose="02010609060101010101" pitchFamily="49" charset="-122"/>
              </a:rPr>
              <a:t>长度 </a:t>
            </a:r>
            <a:r>
              <a:rPr lang="en-US" altLang="zh-CN" sz="2000" b="1">
                <a:solidFill>
                  <a:srgbClr val="000099"/>
                </a:solidFill>
                <a:ea typeface="黑体" panose="02010609060101010101" pitchFamily="49" charset="-122"/>
              </a:rPr>
              <a:t>L                   </a:t>
            </a:r>
            <a:r>
              <a:rPr lang="zh-CN" altLang="en-US" sz="2000" b="1">
                <a:solidFill>
                  <a:srgbClr val="000099"/>
                </a:solidFill>
                <a:ea typeface="黑体" panose="02010609060101010101" pitchFamily="49" charset="-122"/>
              </a:rPr>
              <a:t>值 </a:t>
            </a:r>
            <a:r>
              <a:rPr lang="en-US" altLang="zh-CN" sz="2000" b="1">
                <a:solidFill>
                  <a:srgbClr val="000099"/>
                </a:solidFill>
                <a:ea typeface="黑体" panose="02010609060101010101" pitchFamily="49" charset="-122"/>
              </a:rPr>
              <a:t>V</a:t>
            </a:r>
          </a:p>
        </p:txBody>
      </p:sp>
      <p:sp>
        <p:nvSpPr>
          <p:cNvPr id="1943561" name="Rectangle 43"/>
          <p:cNvSpPr>
            <a:spLocks noChangeArrowheads="1"/>
          </p:cNvSpPr>
          <p:nvPr/>
        </p:nvSpPr>
        <p:spPr bwMode="auto">
          <a:xfrm>
            <a:off x="1916113" y="3500438"/>
            <a:ext cx="6045200" cy="4730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43562" name="Text Box 44"/>
          <p:cNvSpPr txBox="1">
            <a:spLocks noChangeArrowheads="1"/>
          </p:cNvSpPr>
          <p:nvPr/>
        </p:nvSpPr>
        <p:spPr bwMode="auto">
          <a:xfrm>
            <a:off x="2244725" y="3538538"/>
            <a:ext cx="412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类   别       格 式                  编     号</a:t>
            </a:r>
          </a:p>
        </p:txBody>
      </p:sp>
      <p:sp>
        <p:nvSpPr>
          <p:cNvPr id="1943563" name="Line 45"/>
          <p:cNvSpPr>
            <a:spLocks noChangeShapeType="1"/>
          </p:cNvSpPr>
          <p:nvPr/>
        </p:nvSpPr>
        <p:spPr bwMode="auto">
          <a:xfrm>
            <a:off x="3427413" y="3500438"/>
            <a:ext cx="0" cy="473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43564" name="Line 46"/>
          <p:cNvSpPr>
            <a:spLocks noChangeShapeType="1"/>
          </p:cNvSpPr>
          <p:nvPr/>
        </p:nvSpPr>
        <p:spPr bwMode="auto">
          <a:xfrm>
            <a:off x="4506913" y="3500438"/>
            <a:ext cx="0" cy="473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43565" name="Text Box 47"/>
          <p:cNvSpPr txBox="1">
            <a:spLocks noChangeArrowheads="1"/>
          </p:cNvSpPr>
          <p:nvPr/>
        </p:nvSpPr>
        <p:spPr bwMode="auto">
          <a:xfrm>
            <a:off x="1376363" y="3943350"/>
            <a:ext cx="446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2               1                           5</a:t>
            </a:r>
          </a:p>
        </p:txBody>
      </p:sp>
      <p:sp>
        <p:nvSpPr>
          <p:cNvPr id="1943566" name="Text Box 48"/>
          <p:cNvSpPr txBox="1">
            <a:spLocks noChangeArrowheads="1"/>
          </p:cNvSpPr>
          <p:nvPr/>
        </p:nvSpPr>
        <p:spPr bwMode="auto">
          <a:xfrm>
            <a:off x="1135063" y="2492375"/>
            <a:ext cx="1944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00099"/>
                </a:solidFill>
                <a:ea typeface="黑体" panose="02010609060101010101" pitchFamily="49" charset="-122"/>
              </a:rPr>
              <a:t>数据元素</a:t>
            </a:r>
          </a:p>
        </p:txBody>
      </p:sp>
      <p:sp>
        <p:nvSpPr>
          <p:cNvPr id="19435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489D8C-C995-478C-8F07-E5C6350E4A11}" type="slidenum">
              <a:rPr lang="zh-CN" altLang="en-US" smtClean="0"/>
              <a:pPr eaLnBrk="1" hangingPunct="1"/>
              <a:t>24</a:t>
            </a:fld>
            <a:endParaRPr lang="en-US" altLang="zh-CN" smtClean="0"/>
          </a:p>
        </p:txBody>
      </p:sp>
      <p:sp>
        <p:nvSpPr>
          <p:cNvPr id="19435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
        <p:nvSpPr>
          <p:cNvPr id="2" name="文本框 1"/>
          <p:cNvSpPr txBox="1"/>
          <p:nvPr/>
        </p:nvSpPr>
        <p:spPr>
          <a:xfrm>
            <a:off x="1376363" y="4581096"/>
            <a:ext cx="7248943" cy="646331"/>
          </a:xfrm>
          <a:prstGeom prst="rect">
            <a:avLst/>
          </a:prstGeom>
          <a:noFill/>
        </p:spPr>
        <p:txBody>
          <a:bodyPr wrap="square" rtlCol="0">
            <a:spAutoFit/>
          </a:bodyPr>
          <a:lstStyle/>
          <a:p>
            <a:r>
              <a:rPr lang="zh-CN" altLang="en-US" dirty="0" smtClean="0"/>
              <a:t>类别：通用 </a:t>
            </a:r>
            <a:r>
              <a:rPr lang="en-US" altLang="zh-CN" dirty="0" smtClean="0"/>
              <a:t>00 </a:t>
            </a:r>
            <a:r>
              <a:rPr lang="zh-CN" altLang="en-US" dirty="0" smtClean="0"/>
              <a:t>应用 </a:t>
            </a:r>
            <a:r>
              <a:rPr lang="en-US" altLang="zh-CN" dirty="0" smtClean="0"/>
              <a:t>01  </a:t>
            </a:r>
            <a:r>
              <a:rPr lang="zh-CN" altLang="en-US" dirty="0" smtClean="0"/>
              <a:t>上下文 </a:t>
            </a:r>
            <a:r>
              <a:rPr lang="en-US" altLang="zh-CN" dirty="0" smtClean="0"/>
              <a:t>10 </a:t>
            </a:r>
            <a:r>
              <a:rPr lang="zh-CN" altLang="en-US" dirty="0" smtClean="0"/>
              <a:t>专用 </a:t>
            </a:r>
            <a:r>
              <a:rPr lang="en-US" altLang="zh-CN" dirty="0" smtClean="0"/>
              <a:t>11</a:t>
            </a:r>
          </a:p>
          <a:p>
            <a:r>
              <a:rPr lang="zh-CN" altLang="en-US" dirty="0" smtClean="0"/>
              <a:t>格式：简单</a:t>
            </a:r>
            <a:r>
              <a:rPr lang="en-US" altLang="zh-CN" dirty="0" smtClean="0"/>
              <a:t>0 </a:t>
            </a:r>
            <a:r>
              <a:rPr lang="zh-CN" altLang="en-US" dirty="0" smtClean="0"/>
              <a:t>结构 </a:t>
            </a:r>
            <a:r>
              <a:rPr lang="en-US" altLang="zh-CN" dirty="0" smtClean="0"/>
              <a:t>1</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几种类型的</a:t>
            </a:r>
            <a:r>
              <a:rPr lang="en-US" altLang="zh-CN" dirty="0" smtClean="0"/>
              <a:t>T</a:t>
            </a:r>
            <a:r>
              <a:rPr lang="zh-CN" altLang="en-US" dirty="0" smtClean="0"/>
              <a:t>字段编码</a:t>
            </a:r>
            <a:endParaRPr lang="zh-CN" altLang="en-US" dirty="0"/>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r>
              <a:rPr lang="en-US" altLang="zh-CN" smtClean="0"/>
              <a:t>ppt课件</a:t>
            </a:r>
            <a:endParaRPr lang="en-US" altLang="zh-CN"/>
          </a:p>
        </p:txBody>
      </p:sp>
      <p:sp>
        <p:nvSpPr>
          <p:cNvPr id="5" name="灯片编号占位符 4"/>
          <p:cNvSpPr>
            <a:spLocks noGrp="1"/>
          </p:cNvSpPr>
          <p:nvPr>
            <p:ph type="sldNum" sz="quarter" idx="12"/>
          </p:nvPr>
        </p:nvSpPr>
        <p:spPr/>
        <p:txBody>
          <a:bodyPr/>
          <a:lstStyle/>
          <a:p>
            <a:fld id="{EE0D0CB9-BE1A-4B7E-9987-D843BFDBDFA6}" type="slidenum">
              <a:rPr lang="zh-CN" altLang="en-US" smtClean="0"/>
              <a:pPr/>
              <a:t>25</a:t>
            </a:fld>
            <a:endParaRPr lang="en-US" altLang="zh-CN"/>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4676" y="1268820"/>
            <a:ext cx="8154316" cy="3312276"/>
          </a:xfrm>
          <a:prstGeom prst="rect">
            <a:avLst/>
          </a:prstGeom>
        </p:spPr>
      </p:pic>
    </p:spTree>
    <p:extLst>
      <p:ext uri="{BB962C8B-B14F-4D97-AF65-F5344CB8AC3E}">
        <p14:creationId xmlns:p14="http://schemas.microsoft.com/office/powerpoint/2010/main" val="28246053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01" name="Rectangle 2"/>
          <p:cNvSpPr>
            <a:spLocks noGrp="1" noChangeArrowheads="1"/>
          </p:cNvSpPr>
          <p:nvPr>
            <p:ph type="title"/>
          </p:nvPr>
        </p:nvSpPr>
        <p:spPr/>
        <p:txBody>
          <a:bodyPr/>
          <a:lstStyle/>
          <a:p>
            <a:pPr algn="ctr"/>
            <a:r>
              <a:rPr lang="en-US" altLang="zh-CN" sz="4000" smtClean="0">
                <a:ea typeface="黑体" panose="02010609060101010101" pitchFamily="49" charset="-122"/>
              </a:rPr>
              <a:t>TLV </a:t>
            </a:r>
            <a:r>
              <a:rPr lang="zh-CN" altLang="zh-CN" sz="4000" smtClean="0">
                <a:ea typeface="黑体" panose="02010609060101010101" pitchFamily="49" charset="-122"/>
              </a:rPr>
              <a:t>中的 </a:t>
            </a:r>
            <a:r>
              <a:rPr lang="en-US" altLang="zh-CN" sz="4000" smtClean="0">
                <a:ea typeface="黑体" panose="02010609060101010101" pitchFamily="49" charset="-122"/>
              </a:rPr>
              <a:t>L </a:t>
            </a:r>
            <a:r>
              <a:rPr lang="zh-CN" altLang="zh-CN" sz="4000" smtClean="0">
                <a:ea typeface="黑体" panose="02010609060101010101" pitchFamily="49" charset="-122"/>
              </a:rPr>
              <a:t>字段定义 </a:t>
            </a:r>
            <a:r>
              <a:rPr lang="en-US" altLang="zh-CN" sz="4000" smtClean="0">
                <a:ea typeface="黑体" panose="02010609060101010101" pitchFamily="49" charset="-122"/>
              </a:rPr>
              <a:t>V </a:t>
            </a:r>
            <a:r>
              <a:rPr lang="zh-CN" altLang="zh-CN" sz="4000" smtClean="0">
                <a:ea typeface="黑体" panose="02010609060101010101" pitchFamily="49" charset="-122"/>
              </a:rPr>
              <a:t>字段的长度 </a:t>
            </a:r>
          </a:p>
        </p:txBody>
      </p:sp>
      <p:sp>
        <p:nvSpPr>
          <p:cNvPr id="1945602" name="Text Box 4"/>
          <p:cNvSpPr txBox="1">
            <a:spLocks noChangeArrowheads="1"/>
          </p:cNvSpPr>
          <p:nvPr/>
        </p:nvSpPr>
        <p:spPr bwMode="auto">
          <a:xfrm>
            <a:off x="2066925" y="1844675"/>
            <a:ext cx="3051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folHlink"/>
                </a:solidFill>
                <a:ea typeface="黑体" panose="02010609060101010101" pitchFamily="49" charset="-122"/>
              </a:rPr>
              <a:t>指出 </a:t>
            </a:r>
            <a:r>
              <a:rPr lang="en-US" altLang="zh-CN" sz="2000" b="1">
                <a:solidFill>
                  <a:schemeClr val="folHlink"/>
                </a:solidFill>
                <a:ea typeface="黑体" panose="02010609060101010101" pitchFamily="49" charset="-122"/>
              </a:rPr>
              <a:t>V </a:t>
            </a:r>
            <a:r>
              <a:rPr lang="zh-CN" altLang="en-US" sz="2000" b="1">
                <a:solidFill>
                  <a:schemeClr val="folHlink"/>
                </a:solidFill>
                <a:ea typeface="黑体" panose="02010609060101010101" pitchFamily="49" charset="-122"/>
              </a:rPr>
              <a:t>字段长度 </a:t>
            </a:r>
            <a:r>
              <a:rPr lang="en-US" altLang="zh-CN" sz="2000" b="1">
                <a:solidFill>
                  <a:schemeClr val="folHlink"/>
                </a:solidFill>
                <a:ea typeface="黑体" panose="02010609060101010101" pitchFamily="49" charset="-122"/>
              </a:rPr>
              <a:t>= 2 </a:t>
            </a:r>
            <a:r>
              <a:rPr lang="zh-CN" altLang="en-US" sz="2000" b="1">
                <a:solidFill>
                  <a:schemeClr val="folHlink"/>
                </a:solidFill>
                <a:ea typeface="黑体" panose="02010609060101010101" pitchFamily="49" charset="-122"/>
              </a:rPr>
              <a:t>字节</a:t>
            </a:r>
          </a:p>
        </p:txBody>
      </p:sp>
      <p:sp>
        <p:nvSpPr>
          <p:cNvPr id="1945603" name="Rectangle 5"/>
          <p:cNvSpPr>
            <a:spLocks noChangeArrowheads="1"/>
          </p:cNvSpPr>
          <p:nvPr/>
        </p:nvSpPr>
        <p:spPr bwMode="auto">
          <a:xfrm>
            <a:off x="2408238" y="2439988"/>
            <a:ext cx="279400" cy="374650"/>
          </a:xfrm>
          <a:prstGeom prst="rect">
            <a:avLst/>
          </a:prstGeom>
          <a:solidFill>
            <a:schemeClr val="tx2"/>
          </a:solidFill>
          <a:ln w="9525">
            <a:solidFill>
              <a:schemeClr val="tx1"/>
            </a:solidFill>
            <a:miter lim="800000"/>
            <a:headEnd/>
            <a:tailEnd/>
          </a:ln>
        </p:spPr>
        <p:txBody>
          <a:bodyPr wrap="none" anchor="ctr"/>
          <a:lstStyle/>
          <a:p>
            <a:pPr algn="ctr"/>
            <a:r>
              <a:rPr lang="en-US" altLang="zh-CN" b="1">
                <a:solidFill>
                  <a:srgbClr val="FFFF99"/>
                </a:solidFill>
                <a:latin typeface="Times New Roman" panose="02020603050405020304" pitchFamily="18" charset="0"/>
                <a:ea typeface="宋体" panose="02010600030101010101" pitchFamily="2" charset="-122"/>
              </a:rPr>
              <a:t>0</a:t>
            </a:r>
          </a:p>
        </p:txBody>
      </p:sp>
      <p:sp>
        <p:nvSpPr>
          <p:cNvPr id="1945604" name="Rectangle 6"/>
          <p:cNvSpPr>
            <a:spLocks noChangeArrowheads="1"/>
          </p:cNvSpPr>
          <p:nvPr/>
        </p:nvSpPr>
        <p:spPr bwMode="auto">
          <a:xfrm>
            <a:off x="2687638" y="2439988"/>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5" name="Rectangle 7"/>
          <p:cNvSpPr>
            <a:spLocks noChangeArrowheads="1"/>
          </p:cNvSpPr>
          <p:nvPr/>
        </p:nvSpPr>
        <p:spPr bwMode="auto">
          <a:xfrm>
            <a:off x="2965450" y="2439988"/>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6" name="Rectangle 8"/>
          <p:cNvSpPr>
            <a:spLocks noChangeArrowheads="1"/>
          </p:cNvSpPr>
          <p:nvPr/>
        </p:nvSpPr>
        <p:spPr bwMode="auto">
          <a:xfrm>
            <a:off x="3243263" y="2439988"/>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7" name="Rectangle 9"/>
          <p:cNvSpPr>
            <a:spLocks noChangeArrowheads="1"/>
          </p:cNvSpPr>
          <p:nvPr/>
        </p:nvSpPr>
        <p:spPr bwMode="auto">
          <a:xfrm>
            <a:off x="3521075" y="2439988"/>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8" name="Rectangle 10"/>
          <p:cNvSpPr>
            <a:spLocks noChangeArrowheads="1"/>
          </p:cNvSpPr>
          <p:nvPr/>
        </p:nvSpPr>
        <p:spPr bwMode="auto">
          <a:xfrm>
            <a:off x="3800475" y="2439988"/>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9" name="Rectangle 11"/>
          <p:cNvSpPr>
            <a:spLocks noChangeArrowheads="1"/>
          </p:cNvSpPr>
          <p:nvPr/>
        </p:nvSpPr>
        <p:spPr bwMode="auto">
          <a:xfrm>
            <a:off x="4078288" y="2439988"/>
            <a:ext cx="276225"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10" name="Rectangle 12"/>
          <p:cNvSpPr>
            <a:spLocks noChangeArrowheads="1"/>
          </p:cNvSpPr>
          <p:nvPr/>
        </p:nvSpPr>
        <p:spPr bwMode="auto">
          <a:xfrm>
            <a:off x="4354513" y="2439988"/>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1" name="Rectangle 13"/>
          <p:cNvSpPr>
            <a:spLocks noChangeArrowheads="1"/>
          </p:cNvSpPr>
          <p:nvPr/>
        </p:nvSpPr>
        <p:spPr bwMode="auto">
          <a:xfrm>
            <a:off x="2409825" y="3683000"/>
            <a:ext cx="279400" cy="374650"/>
          </a:xfrm>
          <a:prstGeom prst="rect">
            <a:avLst/>
          </a:prstGeom>
          <a:solidFill>
            <a:schemeClr val="tx2"/>
          </a:solidFill>
          <a:ln w="9525">
            <a:solidFill>
              <a:schemeClr val="tx1"/>
            </a:solidFill>
            <a:miter lim="800000"/>
            <a:headEnd/>
            <a:tailEnd/>
          </a:ln>
        </p:spPr>
        <p:txBody>
          <a:bodyPr wrap="none" anchor="ctr"/>
          <a:lstStyle/>
          <a:p>
            <a:pPr algn="ctr"/>
            <a:r>
              <a:rPr lang="en-US" altLang="zh-CN" b="1">
                <a:solidFill>
                  <a:srgbClr val="FFFF99"/>
                </a:solidFill>
                <a:latin typeface="Times New Roman" panose="02020603050405020304" pitchFamily="18" charset="0"/>
                <a:ea typeface="宋体" panose="02010600030101010101" pitchFamily="2" charset="-122"/>
              </a:rPr>
              <a:t>1</a:t>
            </a:r>
          </a:p>
        </p:txBody>
      </p:sp>
      <p:sp>
        <p:nvSpPr>
          <p:cNvPr id="1945612" name="Rectangle 14"/>
          <p:cNvSpPr>
            <a:spLocks noChangeArrowheads="1"/>
          </p:cNvSpPr>
          <p:nvPr/>
        </p:nvSpPr>
        <p:spPr bwMode="auto">
          <a:xfrm>
            <a:off x="2689225" y="3686175"/>
            <a:ext cx="277813"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3" name="Rectangle 15"/>
          <p:cNvSpPr>
            <a:spLocks noChangeArrowheads="1"/>
          </p:cNvSpPr>
          <p:nvPr/>
        </p:nvSpPr>
        <p:spPr bwMode="auto">
          <a:xfrm>
            <a:off x="2967038" y="3686175"/>
            <a:ext cx="277812"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4" name="Rectangle 16"/>
          <p:cNvSpPr>
            <a:spLocks noChangeArrowheads="1"/>
          </p:cNvSpPr>
          <p:nvPr/>
        </p:nvSpPr>
        <p:spPr bwMode="auto">
          <a:xfrm>
            <a:off x="3244850" y="3686175"/>
            <a:ext cx="277813"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5" name="Rectangle 17"/>
          <p:cNvSpPr>
            <a:spLocks noChangeArrowheads="1"/>
          </p:cNvSpPr>
          <p:nvPr/>
        </p:nvSpPr>
        <p:spPr bwMode="auto">
          <a:xfrm>
            <a:off x="3522663" y="3686175"/>
            <a:ext cx="279400"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6" name="Rectangle 18"/>
          <p:cNvSpPr>
            <a:spLocks noChangeArrowheads="1"/>
          </p:cNvSpPr>
          <p:nvPr/>
        </p:nvSpPr>
        <p:spPr bwMode="auto">
          <a:xfrm>
            <a:off x="3802063" y="3686175"/>
            <a:ext cx="277812"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7" name="Rectangle 19"/>
          <p:cNvSpPr>
            <a:spLocks noChangeArrowheads="1"/>
          </p:cNvSpPr>
          <p:nvPr/>
        </p:nvSpPr>
        <p:spPr bwMode="auto">
          <a:xfrm>
            <a:off x="4079875" y="3686175"/>
            <a:ext cx="279400"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18" name="Rectangle 20"/>
          <p:cNvSpPr>
            <a:spLocks noChangeArrowheads="1"/>
          </p:cNvSpPr>
          <p:nvPr/>
        </p:nvSpPr>
        <p:spPr bwMode="auto">
          <a:xfrm>
            <a:off x="4359275" y="3686175"/>
            <a:ext cx="276225"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9" name="Rectangle 21"/>
          <p:cNvSpPr>
            <a:spLocks noChangeArrowheads="1"/>
          </p:cNvSpPr>
          <p:nvPr/>
        </p:nvSpPr>
        <p:spPr bwMode="auto">
          <a:xfrm>
            <a:off x="4822825"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0" name="Rectangle 22"/>
          <p:cNvSpPr>
            <a:spLocks noChangeArrowheads="1"/>
          </p:cNvSpPr>
          <p:nvPr/>
        </p:nvSpPr>
        <p:spPr bwMode="auto">
          <a:xfrm>
            <a:off x="5100638"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1" name="Rectangle 23"/>
          <p:cNvSpPr>
            <a:spLocks noChangeArrowheads="1"/>
          </p:cNvSpPr>
          <p:nvPr/>
        </p:nvSpPr>
        <p:spPr bwMode="auto">
          <a:xfrm>
            <a:off x="5378450"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2" name="Rectangle 24"/>
          <p:cNvSpPr>
            <a:spLocks noChangeArrowheads="1"/>
          </p:cNvSpPr>
          <p:nvPr/>
        </p:nvSpPr>
        <p:spPr bwMode="auto">
          <a:xfrm>
            <a:off x="5657850"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3" name="Rectangle 25"/>
          <p:cNvSpPr>
            <a:spLocks noChangeArrowheads="1"/>
          </p:cNvSpPr>
          <p:nvPr/>
        </p:nvSpPr>
        <p:spPr bwMode="auto">
          <a:xfrm>
            <a:off x="5935663"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4" name="Rectangle 26"/>
          <p:cNvSpPr>
            <a:spLocks noChangeArrowheads="1"/>
          </p:cNvSpPr>
          <p:nvPr/>
        </p:nvSpPr>
        <p:spPr bwMode="auto">
          <a:xfrm>
            <a:off x="6215063" y="3686175"/>
            <a:ext cx="276225"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5" name="Rectangle 27"/>
          <p:cNvSpPr>
            <a:spLocks noChangeArrowheads="1"/>
          </p:cNvSpPr>
          <p:nvPr/>
        </p:nvSpPr>
        <p:spPr bwMode="auto">
          <a:xfrm>
            <a:off x="6491288"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6" name="Rectangle 28"/>
          <p:cNvSpPr>
            <a:spLocks noChangeArrowheads="1"/>
          </p:cNvSpPr>
          <p:nvPr/>
        </p:nvSpPr>
        <p:spPr bwMode="auto">
          <a:xfrm>
            <a:off x="6769100"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27" name="Rectangle 29"/>
          <p:cNvSpPr>
            <a:spLocks noChangeArrowheads="1"/>
          </p:cNvSpPr>
          <p:nvPr/>
        </p:nvSpPr>
        <p:spPr bwMode="auto">
          <a:xfrm>
            <a:off x="7234238"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8" name="Rectangle 30"/>
          <p:cNvSpPr>
            <a:spLocks noChangeArrowheads="1"/>
          </p:cNvSpPr>
          <p:nvPr/>
        </p:nvSpPr>
        <p:spPr bwMode="auto">
          <a:xfrm>
            <a:off x="7512050"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9" name="Rectangle 31"/>
          <p:cNvSpPr>
            <a:spLocks noChangeArrowheads="1"/>
          </p:cNvSpPr>
          <p:nvPr/>
        </p:nvSpPr>
        <p:spPr bwMode="auto">
          <a:xfrm>
            <a:off x="7791450"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30" name="Rectangle 32"/>
          <p:cNvSpPr>
            <a:spLocks noChangeArrowheads="1"/>
          </p:cNvSpPr>
          <p:nvPr/>
        </p:nvSpPr>
        <p:spPr bwMode="auto">
          <a:xfrm>
            <a:off x="8069263"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31" name="Rectangle 33"/>
          <p:cNvSpPr>
            <a:spLocks noChangeArrowheads="1"/>
          </p:cNvSpPr>
          <p:nvPr/>
        </p:nvSpPr>
        <p:spPr bwMode="auto">
          <a:xfrm>
            <a:off x="8347075"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32" name="Rectangle 34"/>
          <p:cNvSpPr>
            <a:spLocks noChangeArrowheads="1"/>
          </p:cNvSpPr>
          <p:nvPr/>
        </p:nvSpPr>
        <p:spPr bwMode="auto">
          <a:xfrm>
            <a:off x="8624888"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33" name="Rectangle 35"/>
          <p:cNvSpPr>
            <a:spLocks noChangeArrowheads="1"/>
          </p:cNvSpPr>
          <p:nvPr/>
        </p:nvSpPr>
        <p:spPr bwMode="auto">
          <a:xfrm>
            <a:off x="8904288"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34" name="Rectangle 36"/>
          <p:cNvSpPr>
            <a:spLocks noChangeArrowheads="1"/>
          </p:cNvSpPr>
          <p:nvPr/>
        </p:nvSpPr>
        <p:spPr bwMode="auto">
          <a:xfrm>
            <a:off x="9182100"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35" name="Text Box 37"/>
          <p:cNvSpPr txBox="1">
            <a:spLocks noChangeArrowheads="1"/>
          </p:cNvSpPr>
          <p:nvPr/>
        </p:nvSpPr>
        <p:spPr bwMode="auto">
          <a:xfrm>
            <a:off x="273050" y="2420938"/>
            <a:ext cx="202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folHlink"/>
                </a:solidFill>
                <a:ea typeface="黑体" panose="02010609060101010101" pitchFamily="49" charset="-122"/>
              </a:rPr>
              <a:t>单字节的 </a:t>
            </a:r>
            <a:r>
              <a:rPr lang="en-US" altLang="zh-CN" sz="2000" b="1">
                <a:solidFill>
                  <a:schemeClr val="folHlink"/>
                </a:solidFill>
                <a:ea typeface="黑体" panose="02010609060101010101" pitchFamily="49" charset="-122"/>
              </a:rPr>
              <a:t>L </a:t>
            </a:r>
            <a:r>
              <a:rPr lang="zh-CN" altLang="en-US" sz="2000" b="1">
                <a:solidFill>
                  <a:schemeClr val="folHlink"/>
                </a:solidFill>
                <a:ea typeface="黑体" panose="02010609060101010101" pitchFamily="49" charset="-122"/>
              </a:rPr>
              <a:t>字段</a:t>
            </a:r>
          </a:p>
        </p:txBody>
      </p:sp>
      <p:sp>
        <p:nvSpPr>
          <p:cNvPr id="1945636" name="AutoShape 38"/>
          <p:cNvSpPr>
            <a:spLocks/>
          </p:cNvSpPr>
          <p:nvPr/>
        </p:nvSpPr>
        <p:spPr bwMode="auto">
          <a:xfrm rot="-5400000">
            <a:off x="3586162" y="1298576"/>
            <a:ext cx="214313" cy="1947862"/>
          </a:xfrm>
          <a:prstGeom prst="rightBrace">
            <a:avLst>
              <a:gd name="adj1" fmla="val 69892"/>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945637" name="AutoShape 39"/>
          <p:cNvSpPr>
            <a:spLocks/>
          </p:cNvSpPr>
          <p:nvPr/>
        </p:nvSpPr>
        <p:spPr bwMode="auto">
          <a:xfrm rot="-5400000">
            <a:off x="7083425" y="1231901"/>
            <a:ext cx="147637" cy="4640262"/>
          </a:xfrm>
          <a:prstGeom prst="rightBrace">
            <a:avLst>
              <a:gd name="adj1" fmla="val 241692"/>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945638" name="Text Box 40"/>
          <p:cNvSpPr txBox="1">
            <a:spLocks noChangeArrowheads="1"/>
          </p:cNvSpPr>
          <p:nvPr/>
        </p:nvSpPr>
        <p:spPr bwMode="auto">
          <a:xfrm>
            <a:off x="5583238" y="3141663"/>
            <a:ext cx="3338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folHlink"/>
                </a:solidFill>
                <a:ea typeface="黑体" panose="02010609060101010101" pitchFamily="49" charset="-122"/>
              </a:rPr>
              <a:t>指出 </a:t>
            </a:r>
            <a:r>
              <a:rPr lang="en-US" altLang="zh-CN" sz="2000" b="1">
                <a:solidFill>
                  <a:schemeClr val="folHlink"/>
                </a:solidFill>
                <a:ea typeface="黑体" panose="02010609060101010101" pitchFamily="49" charset="-122"/>
              </a:rPr>
              <a:t>V </a:t>
            </a:r>
            <a:r>
              <a:rPr lang="zh-CN" altLang="en-US" sz="2000" b="1">
                <a:solidFill>
                  <a:schemeClr val="folHlink"/>
                </a:solidFill>
                <a:ea typeface="黑体" panose="02010609060101010101" pitchFamily="49" charset="-122"/>
              </a:rPr>
              <a:t>字段长度 </a:t>
            </a:r>
            <a:r>
              <a:rPr lang="en-US" altLang="zh-CN" sz="2000" b="1">
                <a:solidFill>
                  <a:schemeClr val="folHlink"/>
                </a:solidFill>
                <a:ea typeface="黑体" panose="02010609060101010101" pitchFamily="49" charset="-122"/>
              </a:rPr>
              <a:t>= 262 </a:t>
            </a:r>
            <a:r>
              <a:rPr lang="zh-CN" altLang="en-US" sz="2000" b="1">
                <a:solidFill>
                  <a:schemeClr val="folHlink"/>
                </a:solidFill>
                <a:ea typeface="黑体" panose="02010609060101010101" pitchFamily="49" charset="-122"/>
              </a:rPr>
              <a:t>字节</a:t>
            </a:r>
          </a:p>
        </p:txBody>
      </p:sp>
      <p:sp>
        <p:nvSpPr>
          <p:cNvPr id="1945639" name="Text Box 41"/>
          <p:cNvSpPr txBox="1">
            <a:spLocks noChangeArrowheads="1"/>
          </p:cNvSpPr>
          <p:nvPr/>
        </p:nvSpPr>
        <p:spPr bwMode="auto">
          <a:xfrm>
            <a:off x="273050" y="3683000"/>
            <a:ext cx="202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folHlink"/>
                </a:solidFill>
                <a:ea typeface="黑体" panose="02010609060101010101" pitchFamily="49" charset="-122"/>
              </a:rPr>
              <a:t>多字节的 </a:t>
            </a:r>
            <a:r>
              <a:rPr lang="en-US" altLang="zh-CN" sz="2000" b="1">
                <a:solidFill>
                  <a:schemeClr val="folHlink"/>
                </a:solidFill>
                <a:ea typeface="黑体" panose="02010609060101010101" pitchFamily="49" charset="-122"/>
              </a:rPr>
              <a:t>L </a:t>
            </a:r>
            <a:r>
              <a:rPr lang="zh-CN" altLang="en-US" sz="2000" b="1">
                <a:solidFill>
                  <a:schemeClr val="folHlink"/>
                </a:solidFill>
                <a:ea typeface="黑体" panose="02010609060101010101" pitchFamily="49" charset="-122"/>
              </a:rPr>
              <a:t>字段</a:t>
            </a:r>
          </a:p>
        </p:txBody>
      </p:sp>
      <p:sp>
        <p:nvSpPr>
          <p:cNvPr id="1945640" name="AutoShape 42"/>
          <p:cNvSpPr>
            <a:spLocks/>
          </p:cNvSpPr>
          <p:nvPr/>
        </p:nvSpPr>
        <p:spPr bwMode="auto">
          <a:xfrm rot="-5400000">
            <a:off x="3573463" y="2562225"/>
            <a:ext cx="180975" cy="1946275"/>
          </a:xfrm>
          <a:prstGeom prst="rightBrace">
            <a:avLst>
              <a:gd name="adj1" fmla="val 82699"/>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945641" name="Line 43"/>
          <p:cNvSpPr>
            <a:spLocks noChangeShapeType="1"/>
          </p:cNvSpPr>
          <p:nvPr/>
        </p:nvSpPr>
        <p:spPr bwMode="auto">
          <a:xfrm flipV="1">
            <a:off x="4819650" y="4402138"/>
            <a:ext cx="4640263"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45642" name="Text Box 44"/>
          <p:cNvSpPr txBox="1">
            <a:spLocks noChangeArrowheads="1"/>
          </p:cNvSpPr>
          <p:nvPr/>
        </p:nvSpPr>
        <p:spPr bwMode="auto">
          <a:xfrm>
            <a:off x="2300288" y="3106738"/>
            <a:ext cx="288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chemeClr val="folHlink"/>
                </a:solidFill>
                <a:ea typeface="黑体" panose="02010609060101010101" pitchFamily="49" charset="-122"/>
              </a:rPr>
              <a:t>指出</a:t>
            </a:r>
            <a:r>
              <a:rPr lang="zh-CN" altLang="en-US" sz="2000" b="1">
                <a:solidFill>
                  <a:schemeClr val="hlink"/>
                </a:solidFill>
                <a:ea typeface="黑体" panose="02010609060101010101" pitchFamily="49" charset="-122"/>
              </a:rPr>
              <a:t>后续字节数 </a:t>
            </a:r>
            <a:r>
              <a:rPr lang="en-US" altLang="zh-CN" sz="2000" b="1">
                <a:solidFill>
                  <a:schemeClr val="hlink"/>
                </a:solidFill>
                <a:ea typeface="黑体" panose="02010609060101010101" pitchFamily="49" charset="-122"/>
              </a:rPr>
              <a:t>= 2</a:t>
            </a:r>
          </a:p>
        </p:txBody>
      </p:sp>
      <p:sp>
        <p:nvSpPr>
          <p:cNvPr id="1945643" name="Text Box 45"/>
          <p:cNvSpPr txBox="1">
            <a:spLocks noChangeArrowheads="1"/>
          </p:cNvSpPr>
          <p:nvPr/>
        </p:nvSpPr>
        <p:spPr bwMode="auto">
          <a:xfrm>
            <a:off x="6045200" y="4186238"/>
            <a:ext cx="2116138"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chemeClr val="hlink"/>
                </a:solidFill>
                <a:ea typeface="黑体" panose="02010609060101010101" pitchFamily="49" charset="-122"/>
              </a:rPr>
              <a:t>后续字节数 </a:t>
            </a:r>
            <a:r>
              <a:rPr lang="en-US" altLang="zh-CN" sz="2000" b="1">
                <a:solidFill>
                  <a:schemeClr val="hlink"/>
                </a:solidFill>
                <a:ea typeface="黑体" panose="02010609060101010101" pitchFamily="49" charset="-122"/>
              </a:rPr>
              <a:t>= 2</a:t>
            </a:r>
          </a:p>
        </p:txBody>
      </p:sp>
      <p:sp>
        <p:nvSpPr>
          <p:cNvPr id="194564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D3D1464-0C6A-4310-86DA-1CEF6A1FFBC9}" type="slidenum">
              <a:rPr lang="zh-CN" altLang="en-US" smtClean="0"/>
              <a:pPr eaLnBrk="1" hangingPunct="1"/>
              <a:t>26</a:t>
            </a:fld>
            <a:endParaRPr lang="en-US" altLang="zh-CN" smtClean="0"/>
          </a:p>
        </p:txBody>
      </p:sp>
      <p:sp>
        <p:nvSpPr>
          <p:cNvPr id="194564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625" name="Rectangle 2"/>
          <p:cNvSpPr>
            <a:spLocks noGrp="1" noChangeArrowheads="1"/>
          </p:cNvSpPr>
          <p:nvPr>
            <p:ph type="title"/>
          </p:nvPr>
        </p:nvSpPr>
        <p:spPr>
          <a:xfrm>
            <a:off x="495300" y="188913"/>
            <a:ext cx="9066213" cy="792162"/>
          </a:xfrm>
        </p:spPr>
        <p:txBody>
          <a:bodyPr/>
          <a:lstStyle/>
          <a:p>
            <a:pPr algn="ctr"/>
            <a:r>
              <a:rPr lang="en-US" altLang="zh-CN" sz="4000" smtClean="0">
                <a:ea typeface="黑体" panose="02010609060101010101" pitchFamily="49" charset="-122"/>
              </a:rPr>
              <a:t>TLV </a:t>
            </a:r>
            <a:r>
              <a:rPr lang="zh-CN" altLang="en-US" sz="4000" smtClean="0">
                <a:ea typeface="黑体" panose="02010609060101010101" pitchFamily="49" charset="-122"/>
              </a:rPr>
              <a:t>中的 </a:t>
            </a:r>
            <a:r>
              <a:rPr lang="en-US" altLang="zh-CN" sz="4000" smtClean="0">
                <a:ea typeface="黑体" panose="02010609060101010101" pitchFamily="49" charset="-122"/>
              </a:rPr>
              <a:t>V </a:t>
            </a:r>
            <a:r>
              <a:rPr lang="zh-CN" altLang="en-US" sz="4000" smtClean="0">
                <a:ea typeface="黑体" panose="02010609060101010101" pitchFamily="49" charset="-122"/>
              </a:rPr>
              <a:t>字段定义数据的值 </a:t>
            </a:r>
          </a:p>
        </p:txBody>
      </p:sp>
      <p:sp>
        <p:nvSpPr>
          <p:cNvPr id="194662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例如，</a:t>
            </a:r>
            <a:r>
              <a:rPr lang="en-US" altLang="zh-CN" dirty="0" smtClean="0">
                <a:solidFill>
                  <a:srgbClr val="0000FF"/>
                </a:solidFill>
                <a:ea typeface="黑体" panose="02010609060101010101" pitchFamily="49" charset="-122"/>
              </a:rPr>
              <a:t>INTEGER 15</a:t>
            </a:r>
            <a:r>
              <a:rPr lang="zh-CN" altLang="en-US" dirty="0" smtClean="0">
                <a:ea typeface="黑体" panose="02010609060101010101" pitchFamily="49" charset="-122"/>
              </a:rPr>
              <a:t>，其 </a:t>
            </a:r>
            <a:r>
              <a:rPr lang="en-US" altLang="zh-CN" dirty="0" smtClean="0">
                <a:ea typeface="黑体" panose="02010609060101010101" pitchFamily="49" charset="-122"/>
              </a:rPr>
              <a:t>T </a:t>
            </a:r>
            <a:r>
              <a:rPr lang="zh-CN" altLang="en-US" dirty="0" smtClean="0">
                <a:ea typeface="黑体" panose="02010609060101010101" pitchFamily="49" charset="-122"/>
              </a:rPr>
              <a:t>字段是</a:t>
            </a:r>
            <a:r>
              <a:rPr lang="en-US" altLang="zh-CN" dirty="0" smtClean="0">
                <a:solidFill>
                  <a:srgbClr val="0000FF"/>
                </a:solidFill>
                <a:ea typeface="黑体" panose="02010609060101010101" pitchFamily="49" charset="-122"/>
              </a:rPr>
              <a:t>02</a:t>
            </a:r>
            <a:r>
              <a:rPr lang="zh-CN" altLang="en-US" dirty="0" smtClean="0">
                <a:ea typeface="黑体" panose="02010609060101010101" pitchFamily="49" charset="-122"/>
              </a:rPr>
              <a:t>， </a:t>
            </a:r>
            <a:r>
              <a:rPr lang="en-US" altLang="zh-CN" dirty="0" smtClean="0">
                <a:ea typeface="黑体" panose="02010609060101010101" pitchFamily="49" charset="-122"/>
              </a:rPr>
              <a:t>INTEGER </a:t>
            </a:r>
            <a:r>
              <a:rPr lang="zh-CN" altLang="en-US" dirty="0" smtClean="0">
                <a:ea typeface="黑体" panose="02010609060101010101" pitchFamily="49" charset="-122"/>
              </a:rPr>
              <a:t>类型要用 </a:t>
            </a:r>
            <a:r>
              <a:rPr lang="en-US" altLang="zh-CN" dirty="0" smtClean="0">
                <a:solidFill>
                  <a:srgbClr val="0000FF"/>
                </a:solidFill>
                <a:ea typeface="黑体" panose="02010609060101010101" pitchFamily="49" charset="-122"/>
              </a:rPr>
              <a:t>4 </a:t>
            </a:r>
            <a:r>
              <a:rPr lang="zh-CN" altLang="en-US" dirty="0" smtClean="0">
                <a:ea typeface="黑体" panose="02010609060101010101" pitchFamily="49" charset="-122"/>
              </a:rPr>
              <a:t>字节编码。最后得出 </a:t>
            </a:r>
            <a:r>
              <a:rPr lang="en-US" altLang="zh-CN" dirty="0" smtClean="0">
                <a:ea typeface="黑体" panose="02010609060101010101" pitchFamily="49" charset="-122"/>
              </a:rPr>
              <a:t>TLV </a:t>
            </a:r>
            <a:r>
              <a:rPr lang="zh-CN" altLang="en-US" dirty="0" smtClean="0">
                <a:ea typeface="黑体" panose="02010609060101010101" pitchFamily="49" charset="-122"/>
              </a:rPr>
              <a:t>编码为 </a:t>
            </a:r>
            <a:r>
              <a:rPr lang="en-US" altLang="zh-CN" dirty="0" smtClean="0">
                <a:ea typeface="黑体" panose="02010609060101010101" pitchFamily="49" charset="-122"/>
              </a:rPr>
              <a:t>02 04 00 00 00 0F</a:t>
            </a:r>
            <a:r>
              <a:rPr lang="zh-CN" altLang="en-US" dirty="0" smtClean="0">
                <a:ea typeface="黑体" panose="02010609060101010101" pitchFamily="49" charset="-122"/>
              </a:rPr>
              <a:t>。</a:t>
            </a:r>
          </a:p>
          <a:p>
            <a:r>
              <a:rPr lang="zh-CN" altLang="en-US" dirty="0" smtClean="0">
                <a:ea typeface="黑体" panose="02010609060101010101" pitchFamily="49" charset="-122"/>
              </a:rPr>
              <a:t>又如 </a:t>
            </a:r>
            <a:r>
              <a:rPr lang="en-US" altLang="zh-CN" dirty="0" err="1" smtClean="0">
                <a:solidFill>
                  <a:srgbClr val="0000FF"/>
                </a:solidFill>
                <a:ea typeface="黑体" panose="02010609060101010101" pitchFamily="49" charset="-122"/>
              </a:rPr>
              <a:t>IPAddress</a:t>
            </a:r>
            <a:r>
              <a:rPr lang="en-US" altLang="zh-CN" dirty="0" smtClean="0">
                <a:solidFill>
                  <a:srgbClr val="0000FF"/>
                </a:solidFill>
                <a:ea typeface="黑体" panose="02010609060101010101" pitchFamily="49" charset="-122"/>
              </a:rPr>
              <a:t> 192.1.2.3</a:t>
            </a:r>
            <a:r>
              <a:rPr lang="zh-CN" altLang="en-US" dirty="0" smtClean="0">
                <a:ea typeface="黑体" panose="02010609060101010101" pitchFamily="49" charset="-122"/>
              </a:rPr>
              <a:t>，其 </a:t>
            </a:r>
            <a:r>
              <a:rPr lang="en-US" altLang="zh-CN" dirty="0" smtClean="0">
                <a:ea typeface="黑体" panose="02010609060101010101" pitchFamily="49" charset="-122"/>
              </a:rPr>
              <a:t>T </a:t>
            </a:r>
            <a:r>
              <a:rPr lang="zh-CN" altLang="en-US" dirty="0" smtClean="0">
                <a:ea typeface="黑体" panose="02010609060101010101" pitchFamily="49" charset="-122"/>
              </a:rPr>
              <a:t>字段是 </a:t>
            </a:r>
            <a:r>
              <a:rPr lang="en-US" altLang="zh-CN" dirty="0" smtClean="0">
                <a:solidFill>
                  <a:srgbClr val="0000FF"/>
                </a:solidFill>
                <a:ea typeface="黑体" panose="02010609060101010101" pitchFamily="49" charset="-122"/>
              </a:rPr>
              <a:t>40</a:t>
            </a:r>
            <a:r>
              <a:rPr lang="zh-CN" altLang="en-US" dirty="0" smtClean="0">
                <a:ea typeface="黑体" panose="02010609060101010101" pitchFamily="49" charset="-122"/>
              </a:rPr>
              <a:t>，</a:t>
            </a:r>
            <a:r>
              <a:rPr lang="en-US" altLang="zh-CN" dirty="0" smtClean="0">
                <a:ea typeface="黑体" panose="02010609060101010101" pitchFamily="49" charset="-122"/>
              </a:rPr>
              <a:t>V </a:t>
            </a:r>
            <a:r>
              <a:rPr lang="zh-CN" altLang="en-US" dirty="0" smtClean="0">
                <a:ea typeface="黑体" panose="02010609060101010101" pitchFamily="49" charset="-122"/>
              </a:rPr>
              <a:t>字段需要 </a:t>
            </a:r>
            <a:r>
              <a:rPr lang="en-US" altLang="zh-CN" dirty="0" smtClean="0">
                <a:ea typeface="黑体" panose="02010609060101010101" pitchFamily="49" charset="-122"/>
              </a:rPr>
              <a:t>4 </a:t>
            </a:r>
            <a:r>
              <a:rPr lang="zh-CN" altLang="en-US" dirty="0" smtClean="0">
                <a:ea typeface="黑体" panose="02010609060101010101" pitchFamily="49" charset="-122"/>
              </a:rPr>
              <a:t>字节表示，因此得出 </a:t>
            </a:r>
            <a:r>
              <a:rPr lang="en-US" altLang="zh-CN" dirty="0" err="1" smtClean="0">
                <a:ea typeface="黑体" panose="02010609060101010101" pitchFamily="49" charset="-122"/>
              </a:rPr>
              <a:t>IPAddress</a:t>
            </a:r>
            <a:r>
              <a:rPr lang="en-US" altLang="zh-CN" dirty="0" smtClean="0">
                <a:ea typeface="黑体" panose="02010609060101010101" pitchFamily="49" charset="-122"/>
              </a:rPr>
              <a:t> 192.1.2.3 </a:t>
            </a:r>
            <a:r>
              <a:rPr lang="zh-CN" altLang="en-US" dirty="0" smtClean="0">
                <a:ea typeface="黑体" panose="02010609060101010101" pitchFamily="49" charset="-122"/>
              </a:rPr>
              <a:t>的 </a:t>
            </a:r>
            <a:r>
              <a:rPr lang="en-US" altLang="zh-CN" dirty="0" smtClean="0">
                <a:ea typeface="黑体" panose="02010609060101010101" pitchFamily="49" charset="-122"/>
              </a:rPr>
              <a:t>TLV </a:t>
            </a:r>
            <a:r>
              <a:rPr lang="zh-CN" altLang="en-US" dirty="0" smtClean="0">
                <a:ea typeface="黑体" panose="02010609060101010101" pitchFamily="49" charset="-122"/>
              </a:rPr>
              <a:t>编码是 </a:t>
            </a:r>
            <a:r>
              <a:rPr lang="en-US" altLang="zh-CN" dirty="0" smtClean="0">
                <a:ea typeface="黑体" panose="02010609060101010101" pitchFamily="49" charset="-122"/>
              </a:rPr>
              <a:t>40 04 C0 01 02 03</a:t>
            </a:r>
            <a:r>
              <a:rPr lang="zh-CN" altLang="en-US" dirty="0" smtClean="0">
                <a:ea typeface="黑体" panose="02010609060101010101" pitchFamily="49" charset="-122"/>
              </a:rPr>
              <a:t>。 </a:t>
            </a:r>
          </a:p>
        </p:txBody>
      </p:sp>
      <p:sp>
        <p:nvSpPr>
          <p:cNvPr id="19466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4B52CD-2266-4A19-808F-C06BA0B95585}" type="slidenum">
              <a:rPr lang="zh-CN" altLang="en-US" smtClean="0"/>
              <a:pPr eaLnBrk="1" hangingPunct="1"/>
              <a:t>27</a:t>
            </a:fld>
            <a:endParaRPr lang="en-US" altLang="zh-CN" smtClean="0"/>
          </a:p>
        </p:txBody>
      </p:sp>
      <p:sp>
        <p:nvSpPr>
          <p:cNvPr id="19466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4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6.7.3  </a:t>
            </a:r>
            <a:r>
              <a:rPr lang="zh-CN" altLang="en-US" smtClean="0">
                <a:ea typeface="黑体" panose="02010609060101010101" pitchFamily="49" charset="-122"/>
              </a:rPr>
              <a:t>管理信息库 </a:t>
            </a:r>
            <a:r>
              <a:rPr lang="en-US" altLang="zh-CN" smtClean="0">
                <a:ea typeface="黑体" panose="02010609060101010101" pitchFamily="49" charset="-122"/>
              </a:rPr>
              <a:t>MIB</a:t>
            </a:r>
          </a:p>
        </p:txBody>
      </p:sp>
      <p:sp>
        <p:nvSpPr>
          <p:cNvPr id="194765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被管对象必须维持可供管理程序读写的若干控制和状态信息。这些信息总称为</a:t>
            </a:r>
            <a:r>
              <a:rPr lang="zh-CN" altLang="en-US" u="sng" dirty="0" smtClean="0">
                <a:solidFill>
                  <a:srgbClr val="FF0000"/>
                </a:solidFill>
                <a:ea typeface="黑体" panose="02010609060101010101" pitchFamily="49" charset="-122"/>
              </a:rPr>
              <a:t>管理信息库</a:t>
            </a:r>
            <a:r>
              <a:rPr lang="zh-CN" altLang="en-US" u="sng" dirty="0" smtClean="0">
                <a:ea typeface="黑体" panose="02010609060101010101" pitchFamily="49" charset="-122"/>
              </a:rPr>
              <a:t>  </a:t>
            </a:r>
            <a:r>
              <a:rPr lang="en-US" altLang="zh-CN" u="sng" dirty="0" smtClean="0">
                <a:ea typeface="黑体" panose="02010609060101010101" pitchFamily="49" charset="-122"/>
              </a:rPr>
              <a:t>MIB (Management Information Base) </a:t>
            </a:r>
            <a:r>
              <a:rPr lang="zh-CN" altLang="en-US" dirty="0" smtClean="0">
                <a:ea typeface="黑体" panose="02010609060101010101" pitchFamily="49" charset="-122"/>
              </a:rPr>
              <a:t>。</a:t>
            </a:r>
          </a:p>
          <a:p>
            <a:r>
              <a:rPr lang="zh-CN" altLang="en-US" dirty="0" smtClean="0">
                <a:ea typeface="黑体" panose="02010609060101010101" pitchFamily="49" charset="-122"/>
              </a:rPr>
              <a:t>管理程序使用 </a:t>
            </a:r>
            <a:r>
              <a:rPr lang="en-US" altLang="zh-CN" dirty="0" smtClean="0">
                <a:ea typeface="黑体" panose="02010609060101010101" pitchFamily="49" charset="-122"/>
              </a:rPr>
              <a:t>MIB </a:t>
            </a:r>
            <a:r>
              <a:rPr lang="zh-CN" altLang="en-US" dirty="0" smtClean="0">
                <a:ea typeface="黑体" panose="02010609060101010101" pitchFamily="49" charset="-122"/>
              </a:rPr>
              <a:t>中这些信息的</a:t>
            </a:r>
            <a:r>
              <a:rPr lang="zh-CN" altLang="en-US" dirty="0" smtClean="0">
                <a:solidFill>
                  <a:srgbClr val="FF0000"/>
                </a:solidFill>
                <a:ea typeface="黑体" panose="02010609060101010101" pitchFamily="49" charset="-122"/>
              </a:rPr>
              <a:t>值</a:t>
            </a:r>
            <a:r>
              <a:rPr lang="zh-CN" altLang="en-US" dirty="0" smtClean="0">
                <a:ea typeface="黑体" panose="02010609060101010101" pitchFamily="49" charset="-122"/>
              </a:rPr>
              <a:t>对网络进行管理（如读取或重新设置这些值）。</a:t>
            </a:r>
          </a:p>
        </p:txBody>
      </p:sp>
      <p:sp>
        <p:nvSpPr>
          <p:cNvPr id="1947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AB7685-C6C0-48EA-9B55-A6A938735460}" type="slidenum">
              <a:rPr lang="zh-CN" altLang="en-US" smtClean="0"/>
              <a:pPr eaLnBrk="1" hangingPunct="1"/>
              <a:t>28</a:t>
            </a:fld>
            <a:endParaRPr lang="en-US" altLang="zh-CN" smtClean="0"/>
          </a:p>
        </p:txBody>
      </p:sp>
      <p:sp>
        <p:nvSpPr>
          <p:cNvPr id="1947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9697" name="标题 1"/>
          <p:cNvSpPr>
            <a:spLocks noGrp="1" noChangeArrowheads="1"/>
          </p:cNvSpPr>
          <p:nvPr>
            <p:ph type="title"/>
          </p:nvPr>
        </p:nvSpPr>
        <p:spPr>
          <a:xfrm>
            <a:off x="495300" y="188913"/>
            <a:ext cx="9066213" cy="792162"/>
          </a:xfrm>
        </p:spPr>
        <p:txBody>
          <a:bodyPr/>
          <a:lstStyle/>
          <a:p>
            <a:pPr algn="ctr"/>
            <a:r>
              <a:rPr lang="zh-CN" altLang="zh-CN" sz="4000" smtClean="0">
                <a:ea typeface="黑体" panose="02010609060101010101" pitchFamily="49" charset="-122"/>
              </a:rPr>
              <a:t>节点</a:t>
            </a:r>
            <a:r>
              <a:rPr lang="en-US" altLang="zh-CN" sz="4000" smtClean="0">
                <a:ea typeface="黑体" panose="02010609060101010101" pitchFamily="49" charset="-122"/>
              </a:rPr>
              <a:t> mib-2 </a:t>
            </a:r>
            <a:r>
              <a:rPr lang="zh-CN" altLang="zh-CN" sz="4000" smtClean="0">
                <a:ea typeface="黑体" panose="02010609060101010101" pitchFamily="49" charset="-122"/>
              </a:rPr>
              <a:t>所包含的信息类别举例</a:t>
            </a:r>
            <a:endParaRPr lang="zh-CN" altLang="en-US" sz="4000" smtClean="0">
              <a:ea typeface="黑体" panose="02010609060101010101" pitchFamily="49" charset="-122"/>
            </a:endParaRPr>
          </a:p>
        </p:txBody>
      </p:sp>
      <p:graphicFrame>
        <p:nvGraphicFramePr>
          <p:cNvPr id="7" name="内容占位符 6"/>
          <p:cNvGraphicFramePr>
            <a:graphicFrameLocks noGrp="1"/>
          </p:cNvGraphicFramePr>
          <p:nvPr>
            <p:ph idx="1"/>
          </p:nvPr>
        </p:nvGraphicFramePr>
        <p:xfrm>
          <a:off x="849313" y="1484313"/>
          <a:ext cx="8351837" cy="4133847"/>
        </p:xfrm>
        <a:graphic>
          <a:graphicData uri="http://schemas.openxmlformats.org/drawingml/2006/table">
            <a:tbl>
              <a:tblPr/>
              <a:tblGrid>
                <a:gridCol w="2558655">
                  <a:extLst>
                    <a:ext uri="{9D8B030D-6E8A-4147-A177-3AD203B41FA5}">
                      <a16:colId xmlns:a16="http://schemas.microsoft.com/office/drawing/2014/main" val="20000"/>
                    </a:ext>
                  </a:extLst>
                </a:gridCol>
                <a:gridCol w="1448295">
                  <a:extLst>
                    <a:ext uri="{9D8B030D-6E8A-4147-A177-3AD203B41FA5}">
                      <a16:colId xmlns:a16="http://schemas.microsoft.com/office/drawing/2014/main" val="20001"/>
                    </a:ext>
                  </a:extLst>
                </a:gridCol>
                <a:gridCol w="4344887">
                  <a:extLst>
                    <a:ext uri="{9D8B030D-6E8A-4147-A177-3AD203B41FA5}">
                      <a16:colId xmlns:a16="http://schemas.microsoft.com/office/drawing/2014/main" val="20002"/>
                    </a:ext>
                  </a:extLst>
                </a:gridCol>
              </a:tblGrid>
              <a:tr h="504128">
                <a:tc>
                  <a:txBody>
                    <a:bodyPr/>
                    <a:lstStyle/>
                    <a:p>
                      <a:pPr algn="ctr" hangingPunct="0">
                        <a:lnSpc>
                          <a:spcPct val="100000"/>
                        </a:lnSpc>
                        <a:spcAft>
                          <a:spcPts val="0"/>
                        </a:spcAft>
                      </a:pPr>
                      <a:r>
                        <a:rPr lang="zh-CN" sz="2400" b="1" dirty="0">
                          <a:effectLst/>
                          <a:latin typeface="+mn-lt"/>
                          <a:ea typeface="+mn-ea"/>
                        </a:rPr>
                        <a:t>类</a:t>
                      </a:r>
                      <a:r>
                        <a:rPr lang="en-US" sz="2400" b="1" dirty="0">
                          <a:effectLst/>
                          <a:latin typeface="+mn-lt"/>
                          <a:ea typeface="+mn-ea"/>
                        </a:rPr>
                        <a:t>   </a:t>
                      </a:r>
                      <a:r>
                        <a:rPr lang="zh-CN" sz="2400" b="1" dirty="0">
                          <a:effectLst/>
                          <a:latin typeface="+mn-lt"/>
                          <a:ea typeface="+mn-ea"/>
                        </a:rPr>
                        <a:t>别</a:t>
                      </a: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hangingPunct="0">
                        <a:lnSpc>
                          <a:spcPct val="100000"/>
                        </a:lnSpc>
                        <a:spcAft>
                          <a:spcPts val="0"/>
                        </a:spcAft>
                      </a:pPr>
                      <a:r>
                        <a:rPr lang="zh-CN" sz="2400" b="1">
                          <a:effectLst/>
                          <a:latin typeface="+mn-lt"/>
                          <a:ea typeface="+mn-ea"/>
                        </a:rPr>
                        <a:t>标</a:t>
                      </a:r>
                      <a:r>
                        <a:rPr lang="en-US" sz="2400" b="1">
                          <a:effectLst/>
                          <a:latin typeface="+mn-lt"/>
                          <a:ea typeface="+mn-ea"/>
                        </a:rPr>
                        <a:t>  </a:t>
                      </a:r>
                      <a:r>
                        <a:rPr lang="zh-CN" sz="2400" b="1">
                          <a:effectLst/>
                          <a:latin typeface="+mn-lt"/>
                          <a:ea typeface="+mn-ea"/>
                        </a:rPr>
                        <a:t>号</a:t>
                      </a: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hangingPunct="0">
                        <a:lnSpc>
                          <a:spcPct val="100000"/>
                        </a:lnSpc>
                        <a:spcAft>
                          <a:spcPts val="0"/>
                        </a:spcAft>
                      </a:pPr>
                      <a:r>
                        <a:rPr lang="zh-CN" sz="2400" b="1" dirty="0">
                          <a:effectLst/>
                          <a:latin typeface="+mn-lt"/>
                          <a:ea typeface="+mn-ea"/>
                        </a:rPr>
                        <a:t>所 包 含 的 信 息</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403302">
                <a:tc>
                  <a:txBody>
                    <a:bodyPr/>
                    <a:lstStyle/>
                    <a:p>
                      <a:pPr algn="just" hangingPunct="0">
                        <a:lnSpc>
                          <a:spcPct val="100000"/>
                        </a:lnSpc>
                        <a:spcAft>
                          <a:spcPts val="0"/>
                        </a:spcAft>
                      </a:pPr>
                      <a:r>
                        <a:rPr lang="en-US" sz="2400" b="1">
                          <a:effectLst/>
                          <a:latin typeface="+mn-lt"/>
                          <a:ea typeface="+mn-ea"/>
                        </a:rPr>
                        <a:t>system</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tabLst>
                          <a:tab pos="2637155" algn="ctr"/>
                          <a:tab pos="5274310" algn="r"/>
                          <a:tab pos="266700" algn="l"/>
                        </a:tabLst>
                      </a:pPr>
                      <a:r>
                        <a:rPr lang="en-US" sz="2400" b="1">
                          <a:effectLst/>
                          <a:latin typeface="+mn-lt"/>
                          <a:ea typeface="+mn-ea"/>
                        </a:rPr>
                        <a:t>(1)</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zh-CN" sz="2400" b="1" dirty="0">
                          <a:effectLst/>
                          <a:latin typeface="+mn-lt"/>
                          <a:ea typeface="+mn-ea"/>
                        </a:rPr>
                        <a:t>主机或路由器的操作系统</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3302">
                <a:tc>
                  <a:txBody>
                    <a:bodyPr/>
                    <a:lstStyle/>
                    <a:p>
                      <a:pPr algn="just" hangingPunct="0">
                        <a:lnSpc>
                          <a:spcPct val="100000"/>
                        </a:lnSpc>
                        <a:spcAft>
                          <a:spcPts val="0"/>
                        </a:spcAft>
                      </a:pPr>
                      <a:r>
                        <a:rPr lang="en-US" sz="2400" b="1">
                          <a:effectLst/>
                          <a:latin typeface="+mn-lt"/>
                          <a:ea typeface="+mn-ea"/>
                        </a:rPr>
                        <a:t>interfaces</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(2)</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zh-CN" sz="2400" b="1" dirty="0">
                          <a:effectLst/>
                          <a:latin typeface="+mn-lt"/>
                          <a:ea typeface="+mn-ea"/>
                        </a:rPr>
                        <a:t>各种网络接口</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06605">
                <a:tc>
                  <a:txBody>
                    <a:bodyPr/>
                    <a:lstStyle/>
                    <a:p>
                      <a:pPr algn="just" hangingPunct="0">
                        <a:lnSpc>
                          <a:spcPct val="100000"/>
                        </a:lnSpc>
                        <a:spcAft>
                          <a:spcPts val="0"/>
                        </a:spcAft>
                      </a:pPr>
                      <a:r>
                        <a:rPr lang="en-US" sz="2400" b="1">
                          <a:effectLst/>
                          <a:latin typeface="+mn-lt"/>
                          <a:ea typeface="+mn-ea"/>
                        </a:rPr>
                        <a:t>address translation</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(3)</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zh-CN" sz="2400" b="1" dirty="0">
                          <a:effectLst/>
                          <a:latin typeface="+mn-lt"/>
                          <a:ea typeface="+mn-ea"/>
                        </a:rPr>
                        <a:t>地址转换（例如，</a:t>
                      </a:r>
                      <a:r>
                        <a:rPr lang="en-US" sz="2400" b="1" dirty="0">
                          <a:effectLst/>
                          <a:latin typeface="+mn-lt"/>
                          <a:ea typeface="+mn-ea"/>
                        </a:rPr>
                        <a:t>ARP</a:t>
                      </a:r>
                      <a:r>
                        <a:rPr lang="zh-CN" sz="2400" b="1" dirty="0">
                          <a:effectLst/>
                          <a:latin typeface="+mn-lt"/>
                          <a:ea typeface="+mn-ea"/>
                        </a:rPr>
                        <a:t>映射）</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3302">
                <a:tc>
                  <a:txBody>
                    <a:bodyPr/>
                    <a:lstStyle/>
                    <a:p>
                      <a:pPr algn="just" hangingPunct="0">
                        <a:lnSpc>
                          <a:spcPct val="100000"/>
                        </a:lnSpc>
                        <a:spcAft>
                          <a:spcPts val="0"/>
                        </a:spcAft>
                      </a:pPr>
                      <a:r>
                        <a:rPr lang="en-US" sz="2400" b="1">
                          <a:effectLst/>
                          <a:latin typeface="+mn-lt"/>
                          <a:ea typeface="+mn-ea"/>
                        </a:rPr>
                        <a:t>ip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(4)</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dirty="0">
                          <a:effectLst/>
                          <a:latin typeface="+mn-lt"/>
                          <a:ea typeface="+mn-ea"/>
                        </a:rPr>
                        <a:t>IP</a:t>
                      </a:r>
                      <a:r>
                        <a:rPr lang="zh-CN" sz="2400" b="1" dirty="0">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3302">
                <a:tc>
                  <a:txBody>
                    <a:bodyPr/>
                    <a:lstStyle/>
                    <a:p>
                      <a:pPr algn="just" hangingPunct="0">
                        <a:lnSpc>
                          <a:spcPct val="100000"/>
                        </a:lnSpc>
                        <a:spcAft>
                          <a:spcPts val="0"/>
                        </a:spcAft>
                      </a:pPr>
                      <a:r>
                        <a:rPr lang="en-US" sz="2400" b="1">
                          <a:effectLst/>
                          <a:latin typeface="+mn-lt"/>
                          <a:ea typeface="+mn-ea"/>
                        </a:rPr>
                        <a:t>icmp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(5)</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a:effectLst/>
                          <a:latin typeface="+mn-lt"/>
                          <a:ea typeface="+mn-ea"/>
                        </a:rPr>
                        <a:t>ICMP</a:t>
                      </a:r>
                      <a:r>
                        <a:rPr lang="zh-CN" sz="2400" b="1">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3302">
                <a:tc>
                  <a:txBody>
                    <a:bodyPr/>
                    <a:lstStyle/>
                    <a:p>
                      <a:pPr algn="just" hangingPunct="0">
                        <a:lnSpc>
                          <a:spcPct val="100000"/>
                        </a:lnSpc>
                        <a:spcAft>
                          <a:spcPts val="0"/>
                        </a:spcAft>
                      </a:pPr>
                      <a:r>
                        <a:rPr lang="en-US" sz="2400" b="1">
                          <a:effectLst/>
                          <a:latin typeface="+mn-lt"/>
                          <a:ea typeface="+mn-ea"/>
                        </a:rPr>
                        <a:t>tcp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(6)</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dirty="0">
                          <a:effectLst/>
                          <a:latin typeface="+mn-lt"/>
                          <a:ea typeface="+mn-ea"/>
                        </a:rPr>
                        <a:t>TCP</a:t>
                      </a:r>
                      <a:r>
                        <a:rPr lang="zh-CN" sz="2400" b="1" dirty="0">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03302">
                <a:tc>
                  <a:txBody>
                    <a:bodyPr/>
                    <a:lstStyle/>
                    <a:p>
                      <a:pPr algn="just" hangingPunct="0">
                        <a:lnSpc>
                          <a:spcPct val="100000"/>
                        </a:lnSpc>
                        <a:spcAft>
                          <a:spcPts val="0"/>
                        </a:spcAft>
                      </a:pPr>
                      <a:r>
                        <a:rPr lang="en-US" sz="2400" b="1">
                          <a:effectLst/>
                          <a:latin typeface="+mn-lt"/>
                          <a:ea typeface="+mn-ea"/>
                        </a:rPr>
                        <a:t>udp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(7)</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a:effectLst/>
                          <a:latin typeface="+mn-lt"/>
                          <a:ea typeface="+mn-ea"/>
                        </a:rPr>
                        <a:t>UDP</a:t>
                      </a:r>
                      <a:r>
                        <a:rPr lang="zh-CN" sz="2400" b="1">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03302">
                <a:tc>
                  <a:txBody>
                    <a:bodyPr/>
                    <a:lstStyle/>
                    <a:p>
                      <a:pPr algn="just" hangingPunct="0">
                        <a:lnSpc>
                          <a:spcPct val="100000"/>
                        </a:lnSpc>
                        <a:spcAft>
                          <a:spcPts val="0"/>
                        </a:spcAft>
                      </a:pPr>
                      <a:r>
                        <a:rPr lang="en-US" sz="2400" b="1">
                          <a:effectLst/>
                          <a:latin typeface="+mn-lt"/>
                          <a:ea typeface="+mn-ea"/>
                        </a:rPr>
                        <a:t>egp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(8)</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dirty="0">
                          <a:effectLst/>
                          <a:latin typeface="+mn-lt"/>
                          <a:ea typeface="+mn-ea"/>
                        </a:rPr>
                        <a:t>EGP</a:t>
                      </a:r>
                      <a:r>
                        <a:rPr lang="zh-CN" sz="2400" b="1" dirty="0">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9497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A88494-1921-4139-ADD2-F3E3341363F4}" type="slidenum">
              <a:rPr lang="zh-CN" altLang="en-US" smtClean="0"/>
              <a:pPr eaLnBrk="1" hangingPunct="1"/>
              <a:t>29</a:t>
            </a:fld>
            <a:endParaRPr lang="en-US" altLang="zh-CN" smtClean="0"/>
          </a:p>
        </p:txBody>
      </p:sp>
      <p:sp>
        <p:nvSpPr>
          <p:cNvPr id="19497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MIB</a:t>
            </a:r>
            <a:r>
              <a:rPr lang="zh-CN" altLang="en-US" dirty="0" smtClean="0"/>
              <a:t>变量的例子（</a:t>
            </a:r>
            <a:r>
              <a:rPr lang="en-US" altLang="zh-CN" dirty="0" smtClean="0"/>
              <a:t>IP</a:t>
            </a:r>
            <a:r>
              <a:rPr lang="zh-CN" altLang="en-US" dirty="0" smtClean="0"/>
              <a:t>下）</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30</a:t>
            </a:fld>
            <a:endParaRPr lang="en-US" altLang="zh-CN"/>
          </a:p>
        </p:txBody>
      </p:sp>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r="31598"/>
          <a:stretch/>
        </p:blipFill>
        <p:spPr>
          <a:xfrm>
            <a:off x="1316697" y="1298665"/>
            <a:ext cx="7272606" cy="5559335"/>
          </a:xfrm>
          <a:prstGeom prst="rect">
            <a:avLst/>
          </a:prstGeom>
        </p:spPr>
      </p:pic>
    </p:spTree>
    <p:extLst>
      <p:ext uri="{BB962C8B-B14F-4D97-AF65-F5344CB8AC3E}">
        <p14:creationId xmlns:p14="http://schemas.microsoft.com/office/powerpoint/2010/main" val="29931755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0721"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6.7.4  SNMP </a:t>
            </a:r>
            <a:r>
              <a:rPr lang="zh-CN" altLang="en-US" sz="4000" smtClean="0">
                <a:ea typeface="黑体" panose="02010609060101010101" pitchFamily="49" charset="-122"/>
              </a:rPr>
              <a:t>的协议数据单元和报文 </a:t>
            </a:r>
          </a:p>
        </p:txBody>
      </p:sp>
      <p:sp>
        <p:nvSpPr>
          <p:cNvPr id="1950722"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的操作只有两种基本的管理功能：</a:t>
            </a:r>
            <a:endParaRPr lang="en-US" altLang="zh-CN" dirty="0" smtClean="0">
              <a:ea typeface="黑体" panose="02010609060101010101" pitchFamily="49" charset="-122"/>
            </a:endParaRPr>
          </a:p>
          <a:p>
            <a:pPr lvl="1"/>
            <a:r>
              <a:rPr lang="zh-CN" altLang="en-US" dirty="0" smtClean="0">
                <a:ea typeface="黑体" panose="02010609060101010101" pitchFamily="49" charset="-122"/>
              </a:rPr>
              <a:t>“</a:t>
            </a:r>
            <a:r>
              <a:rPr lang="zh-CN" altLang="en-US" dirty="0" smtClean="0">
                <a:solidFill>
                  <a:srgbClr val="FF0000"/>
                </a:solidFill>
                <a:ea typeface="黑体" panose="02010609060101010101" pitchFamily="49" charset="-122"/>
              </a:rPr>
              <a:t>读</a:t>
            </a:r>
            <a:r>
              <a:rPr lang="zh-CN" altLang="en-US" dirty="0" smtClean="0">
                <a:ea typeface="黑体" panose="02010609060101010101" pitchFamily="49" charset="-122"/>
              </a:rPr>
              <a:t>”操作，用 </a:t>
            </a:r>
            <a:r>
              <a:rPr lang="en-US" altLang="zh-CN" dirty="0" smtClean="0">
                <a:ea typeface="黑体" panose="02010609060101010101" pitchFamily="49" charset="-122"/>
              </a:rPr>
              <a:t>get </a:t>
            </a:r>
            <a:r>
              <a:rPr lang="zh-CN" altLang="en-US" dirty="0" smtClean="0">
                <a:ea typeface="黑体" panose="02010609060101010101" pitchFamily="49" charset="-122"/>
              </a:rPr>
              <a:t>报文来检测各被管对象的状况；</a:t>
            </a:r>
            <a:endParaRPr lang="en-US" altLang="zh-CN" dirty="0" smtClean="0">
              <a:ea typeface="黑体" panose="02010609060101010101" pitchFamily="49" charset="-122"/>
            </a:endParaRPr>
          </a:p>
          <a:p>
            <a:pPr lvl="1"/>
            <a:r>
              <a:rPr lang="zh-CN" altLang="en-US" dirty="0" smtClean="0">
                <a:ea typeface="黑体" panose="02010609060101010101" pitchFamily="49" charset="-122"/>
              </a:rPr>
              <a:t>“</a:t>
            </a:r>
            <a:r>
              <a:rPr lang="zh-CN" altLang="en-US" dirty="0" smtClean="0">
                <a:solidFill>
                  <a:srgbClr val="FF0000"/>
                </a:solidFill>
                <a:ea typeface="黑体" panose="02010609060101010101" pitchFamily="49" charset="-122"/>
              </a:rPr>
              <a:t>写</a:t>
            </a:r>
            <a:r>
              <a:rPr lang="zh-CN" altLang="en-US" dirty="0" smtClean="0">
                <a:ea typeface="黑体" panose="02010609060101010101" pitchFamily="49" charset="-122"/>
              </a:rPr>
              <a:t>”操作，用 </a:t>
            </a:r>
            <a:r>
              <a:rPr lang="en-US" altLang="zh-CN" dirty="0" smtClean="0">
                <a:ea typeface="黑体" panose="02010609060101010101" pitchFamily="49" charset="-122"/>
              </a:rPr>
              <a:t>set </a:t>
            </a:r>
            <a:r>
              <a:rPr lang="zh-CN" altLang="en-US" dirty="0" smtClean="0">
                <a:ea typeface="黑体" panose="02010609060101010101" pitchFamily="49" charset="-122"/>
              </a:rPr>
              <a:t>报文来改变各被管对象的状况。</a:t>
            </a:r>
            <a:endParaRPr lang="en-US" altLang="zh-CN" dirty="0" smtClean="0">
              <a:ea typeface="黑体" panose="02010609060101010101" pitchFamily="49" charset="-122"/>
            </a:endParaRPr>
          </a:p>
          <a:p>
            <a:r>
              <a:rPr lang="en-US" altLang="zh-CN" dirty="0" smtClean="0">
                <a:ea typeface="黑体" panose="02010609060101010101" pitchFamily="49" charset="-122"/>
              </a:rPr>
              <a:t>SNMP </a:t>
            </a:r>
            <a:r>
              <a:rPr lang="zh-CN" altLang="zh-CN" dirty="0" smtClean="0">
                <a:ea typeface="黑体" panose="02010609060101010101" pitchFamily="49" charset="-122"/>
              </a:rPr>
              <a:t>的这些功能通过</a:t>
            </a:r>
            <a:r>
              <a:rPr lang="zh-CN" altLang="zh-CN" dirty="0" smtClean="0">
                <a:solidFill>
                  <a:srgbClr val="FF0000"/>
                </a:solidFill>
                <a:ea typeface="黑体" panose="02010609060101010101" pitchFamily="49" charset="-122"/>
              </a:rPr>
              <a:t>探询</a:t>
            </a:r>
            <a:r>
              <a:rPr lang="zh-CN" altLang="zh-CN" dirty="0" smtClean="0">
                <a:ea typeface="黑体" panose="02010609060101010101" pitchFamily="49" charset="-122"/>
              </a:rPr>
              <a:t>操作来实现</a:t>
            </a:r>
            <a:r>
              <a:rPr lang="zh-CN" altLang="en-US" dirty="0" smtClean="0">
                <a:ea typeface="黑体" panose="02010609060101010101" pitchFamily="49" charset="-122"/>
              </a:rPr>
              <a:t>。</a:t>
            </a:r>
          </a:p>
        </p:txBody>
      </p:sp>
      <p:sp>
        <p:nvSpPr>
          <p:cNvPr id="19507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604A89-1833-4217-A564-4468DD4AD985}" type="slidenum">
              <a:rPr lang="zh-CN" altLang="en-US" smtClean="0"/>
              <a:pPr eaLnBrk="1" hangingPunct="1"/>
              <a:t>31</a:t>
            </a:fld>
            <a:endParaRPr lang="en-US" altLang="zh-CN" smtClean="0"/>
          </a:p>
        </p:txBody>
      </p:sp>
      <p:sp>
        <p:nvSpPr>
          <p:cNvPr id="19507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276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zh-CN" smtClean="0">
                <a:ea typeface="黑体" panose="02010609060101010101" pitchFamily="49" charset="-122"/>
              </a:rPr>
              <a:t>的探询操作</a:t>
            </a:r>
          </a:p>
        </p:txBody>
      </p:sp>
      <p:sp>
        <p:nvSpPr>
          <p:cNvPr id="1952770"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探询操作 </a:t>
            </a:r>
            <a:r>
              <a:rPr lang="en-US" altLang="zh-CN" dirty="0" smtClean="0">
                <a:ea typeface="黑体" panose="02010609060101010101" pitchFamily="49" charset="-122"/>
              </a:rPr>
              <a:t>—— SNMP </a:t>
            </a:r>
            <a:r>
              <a:rPr lang="zh-CN" altLang="en-US" dirty="0" smtClean="0">
                <a:ea typeface="黑体" panose="02010609060101010101" pitchFamily="49" charset="-122"/>
              </a:rPr>
              <a:t>管理进程定时向被管理设备周期性地发送探询信息。</a:t>
            </a:r>
          </a:p>
          <a:p>
            <a:r>
              <a:rPr lang="zh-CN" altLang="en-US" dirty="0" smtClean="0">
                <a:ea typeface="黑体" panose="02010609060101010101" pitchFamily="49" charset="-122"/>
              </a:rPr>
              <a:t>探询的好处是：</a:t>
            </a:r>
          </a:p>
          <a:p>
            <a:pPr lvl="1"/>
            <a:r>
              <a:rPr lang="zh-CN" altLang="en-US" dirty="0" smtClean="0">
                <a:solidFill>
                  <a:srgbClr val="0000FF"/>
                </a:solidFill>
                <a:ea typeface="黑体" panose="02010609060101010101" pitchFamily="49" charset="-122"/>
              </a:rPr>
              <a:t>可使系统相对简单。</a:t>
            </a:r>
          </a:p>
          <a:p>
            <a:pPr lvl="1"/>
            <a:r>
              <a:rPr lang="zh-CN" altLang="en-US" dirty="0" smtClean="0">
                <a:solidFill>
                  <a:srgbClr val="0000FF"/>
                </a:solidFill>
                <a:ea typeface="黑体" panose="02010609060101010101" pitchFamily="49" charset="-122"/>
              </a:rPr>
              <a:t>能限制通过网络所产生的管理信息的通信量。</a:t>
            </a:r>
          </a:p>
          <a:p>
            <a:r>
              <a:rPr lang="zh-CN" altLang="en-US" dirty="0" smtClean="0">
                <a:ea typeface="黑体" panose="02010609060101010101" pitchFamily="49" charset="-122"/>
              </a:rPr>
              <a:t>但探询管理协议</a:t>
            </a:r>
            <a:r>
              <a:rPr lang="zh-CN" altLang="en-US" dirty="0" smtClean="0">
                <a:solidFill>
                  <a:srgbClr val="0000FF"/>
                </a:solidFill>
                <a:ea typeface="黑体" panose="02010609060101010101" pitchFamily="49" charset="-122"/>
              </a:rPr>
              <a:t>不够灵活</a:t>
            </a:r>
            <a:r>
              <a:rPr lang="zh-CN" altLang="en-US" dirty="0" smtClean="0">
                <a:ea typeface="黑体" panose="02010609060101010101" pitchFamily="49" charset="-122"/>
              </a:rPr>
              <a:t>，而且所能管理的设备数目不能太多。探询系统的</a:t>
            </a:r>
            <a:r>
              <a:rPr lang="zh-CN" altLang="en-US" dirty="0" smtClean="0">
                <a:solidFill>
                  <a:srgbClr val="0000FF"/>
                </a:solidFill>
                <a:ea typeface="黑体" panose="02010609060101010101" pitchFamily="49" charset="-122"/>
              </a:rPr>
              <a:t>开销也较大</a:t>
            </a:r>
            <a:r>
              <a:rPr lang="zh-CN" altLang="en-US" dirty="0" smtClean="0">
                <a:ea typeface="黑体" panose="02010609060101010101" pitchFamily="49" charset="-122"/>
              </a:rPr>
              <a:t>。如探询频繁而并未得到有用的报告，则通信线路和计算机的 </a:t>
            </a:r>
            <a:r>
              <a:rPr lang="en-US" altLang="zh-CN" dirty="0" smtClean="0">
                <a:ea typeface="黑体" panose="02010609060101010101" pitchFamily="49" charset="-122"/>
              </a:rPr>
              <a:t>CPU </a:t>
            </a:r>
            <a:r>
              <a:rPr lang="zh-CN" altLang="en-US" dirty="0" smtClean="0">
                <a:ea typeface="黑体" panose="02010609060101010101" pitchFamily="49" charset="-122"/>
              </a:rPr>
              <a:t>周期就被</a:t>
            </a:r>
            <a:r>
              <a:rPr lang="zh-CN" altLang="en-US" dirty="0" smtClean="0">
                <a:solidFill>
                  <a:srgbClr val="0000FF"/>
                </a:solidFill>
                <a:ea typeface="黑体" panose="02010609060101010101" pitchFamily="49" charset="-122"/>
              </a:rPr>
              <a:t>浪费</a:t>
            </a:r>
            <a:r>
              <a:rPr lang="zh-CN" altLang="en-US" dirty="0" smtClean="0">
                <a:ea typeface="黑体" panose="02010609060101010101" pitchFamily="49" charset="-122"/>
              </a:rPr>
              <a:t>了。 </a:t>
            </a:r>
          </a:p>
        </p:txBody>
      </p:sp>
      <p:sp>
        <p:nvSpPr>
          <p:cNvPr id="19527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E3202C-3453-4A6E-845B-7810C3DC490B}" type="slidenum">
              <a:rPr lang="zh-CN" altLang="en-US" smtClean="0"/>
              <a:pPr eaLnBrk="1" hangingPunct="1"/>
              <a:t>32</a:t>
            </a:fld>
            <a:endParaRPr lang="en-US" altLang="zh-CN" smtClean="0"/>
          </a:p>
        </p:txBody>
      </p:sp>
      <p:sp>
        <p:nvSpPr>
          <p:cNvPr id="19527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4817"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陷阱</a:t>
            </a:r>
            <a:r>
              <a:rPr lang="en-US" altLang="zh-CN" smtClean="0">
                <a:ea typeface="黑体" panose="02010609060101010101" pitchFamily="49" charset="-122"/>
              </a:rPr>
              <a:t>(trap)</a:t>
            </a:r>
          </a:p>
        </p:txBody>
      </p:sp>
      <p:sp>
        <p:nvSpPr>
          <p:cNvPr id="1954818"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solidFill>
                  <a:srgbClr val="0000FF"/>
                </a:solidFill>
                <a:ea typeface="黑体" panose="02010609060101010101" pitchFamily="49" charset="-122"/>
              </a:rPr>
              <a:t>不</a:t>
            </a:r>
            <a:r>
              <a:rPr lang="zh-CN" altLang="en-US" dirty="0" smtClean="0">
                <a:ea typeface="黑体" panose="02010609060101010101" pitchFamily="49" charset="-122"/>
              </a:rPr>
              <a:t>是</a:t>
            </a:r>
            <a:r>
              <a:rPr lang="zh-CN" altLang="en-US" dirty="0" smtClean="0">
                <a:solidFill>
                  <a:srgbClr val="0000FF"/>
                </a:solidFill>
                <a:ea typeface="黑体" panose="02010609060101010101" pitchFamily="49" charset="-122"/>
              </a:rPr>
              <a:t>完全</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探询</a:t>
            </a:r>
            <a:r>
              <a:rPr lang="zh-CN" altLang="en-US" dirty="0" smtClean="0">
                <a:ea typeface="黑体" panose="02010609060101010101" pitchFamily="49" charset="-122"/>
              </a:rPr>
              <a:t>协议，它允许不经过询问就能发送某些信息。这种信息称为</a:t>
            </a:r>
            <a:r>
              <a:rPr lang="zh-CN" altLang="en-US" dirty="0" smtClean="0">
                <a:solidFill>
                  <a:srgbClr val="FF0000"/>
                </a:solidFill>
                <a:ea typeface="黑体" panose="02010609060101010101" pitchFamily="49" charset="-122"/>
              </a:rPr>
              <a:t>陷阱</a:t>
            </a:r>
            <a:r>
              <a:rPr lang="zh-CN" altLang="en-US" dirty="0" smtClean="0">
                <a:ea typeface="黑体" panose="02010609060101010101" pitchFamily="49" charset="-122"/>
              </a:rPr>
              <a:t>，表示它能够捕捉“事件”。</a:t>
            </a:r>
          </a:p>
          <a:p>
            <a:r>
              <a:rPr lang="zh-CN" altLang="en-US" dirty="0" smtClean="0">
                <a:ea typeface="黑体" panose="02010609060101010101" pitchFamily="49" charset="-122"/>
              </a:rPr>
              <a:t>这种陷阱信息的</a:t>
            </a:r>
            <a:r>
              <a:rPr lang="zh-CN" altLang="en-US" dirty="0" smtClean="0">
                <a:solidFill>
                  <a:srgbClr val="0000FF"/>
                </a:solidFill>
                <a:ea typeface="黑体" panose="02010609060101010101" pitchFamily="49" charset="-122"/>
              </a:rPr>
              <a:t>参数</a:t>
            </a:r>
            <a:r>
              <a:rPr lang="zh-CN" altLang="en-US" dirty="0" smtClean="0">
                <a:ea typeface="黑体" panose="02010609060101010101" pitchFamily="49" charset="-122"/>
              </a:rPr>
              <a:t>是</a:t>
            </a:r>
            <a:r>
              <a:rPr lang="zh-CN" altLang="en-US" dirty="0" smtClean="0">
                <a:solidFill>
                  <a:srgbClr val="0000FF"/>
                </a:solidFill>
                <a:ea typeface="黑体" panose="02010609060101010101" pitchFamily="49" charset="-122"/>
              </a:rPr>
              <a:t>受限</a:t>
            </a:r>
            <a:r>
              <a:rPr lang="zh-CN" altLang="en-US" dirty="0" smtClean="0">
                <a:ea typeface="黑体" panose="02010609060101010101" pitchFamily="49" charset="-122"/>
              </a:rPr>
              <a:t>制的。</a:t>
            </a:r>
          </a:p>
          <a:p>
            <a:r>
              <a:rPr lang="zh-CN" altLang="en-US" dirty="0" smtClean="0">
                <a:ea typeface="黑体" panose="02010609060101010101" pitchFamily="49" charset="-122"/>
              </a:rPr>
              <a:t>当被管对象的代理</a:t>
            </a:r>
            <a:r>
              <a:rPr lang="zh-CN" altLang="en-US" dirty="0" smtClean="0">
                <a:solidFill>
                  <a:srgbClr val="0000FF"/>
                </a:solidFill>
                <a:ea typeface="黑体" panose="02010609060101010101" pitchFamily="49" charset="-122"/>
              </a:rPr>
              <a:t>检测</a:t>
            </a:r>
            <a:r>
              <a:rPr lang="zh-CN" altLang="en-US" dirty="0" smtClean="0">
                <a:ea typeface="黑体" panose="02010609060101010101" pitchFamily="49" charset="-122"/>
              </a:rPr>
              <a:t>到有</a:t>
            </a:r>
            <a:r>
              <a:rPr lang="zh-CN" altLang="en-US" dirty="0" smtClean="0">
                <a:solidFill>
                  <a:srgbClr val="0000FF"/>
                </a:solidFill>
                <a:ea typeface="黑体" panose="02010609060101010101" pitchFamily="49" charset="-122"/>
              </a:rPr>
              <a:t>事件发生</a:t>
            </a:r>
            <a:r>
              <a:rPr lang="zh-CN" altLang="en-US" dirty="0" smtClean="0">
                <a:ea typeface="黑体" panose="02010609060101010101" pitchFamily="49" charset="-122"/>
              </a:rPr>
              <a:t>时，就检查其</a:t>
            </a:r>
            <a:r>
              <a:rPr lang="zh-CN" altLang="en-US" dirty="0" smtClean="0">
                <a:solidFill>
                  <a:srgbClr val="0000FF"/>
                </a:solidFill>
                <a:ea typeface="黑体" panose="02010609060101010101" pitchFamily="49" charset="-122"/>
              </a:rPr>
              <a:t>门限值</a:t>
            </a:r>
            <a:r>
              <a:rPr lang="zh-CN" altLang="en-US" dirty="0" smtClean="0">
                <a:ea typeface="黑体" panose="02010609060101010101" pitchFamily="49" charset="-122"/>
              </a:rPr>
              <a:t>。代理只向管理进程报告达到某些门限值的事件（即</a:t>
            </a:r>
            <a:r>
              <a:rPr lang="zh-CN" altLang="en-US" dirty="0" smtClean="0">
                <a:solidFill>
                  <a:srgbClr val="0000FF"/>
                </a:solidFill>
                <a:ea typeface="黑体" panose="02010609060101010101" pitchFamily="49" charset="-122"/>
              </a:rPr>
              <a:t>过滤</a:t>
            </a:r>
            <a:r>
              <a:rPr lang="zh-CN" altLang="en-US" dirty="0" smtClean="0">
                <a:ea typeface="黑体" panose="02010609060101010101" pitchFamily="49" charset="-122"/>
              </a:rPr>
              <a:t>）。过滤的好处是：</a:t>
            </a:r>
          </a:p>
          <a:p>
            <a:pPr lvl="1"/>
            <a:r>
              <a:rPr lang="zh-CN" altLang="en-US" dirty="0" smtClean="0">
                <a:solidFill>
                  <a:srgbClr val="0000FF"/>
                </a:solidFill>
                <a:latin typeface="黑体" panose="02010609060101010101" pitchFamily="49" charset="-122"/>
                <a:ea typeface="黑体" panose="02010609060101010101" pitchFamily="49" charset="-122"/>
              </a:rPr>
              <a:t>仅在严重事件发生时才发送陷阱；</a:t>
            </a:r>
          </a:p>
          <a:p>
            <a:pPr lvl="1"/>
            <a:r>
              <a:rPr lang="zh-CN" altLang="en-US" dirty="0" smtClean="0">
                <a:solidFill>
                  <a:srgbClr val="0000FF"/>
                </a:solidFill>
                <a:latin typeface="黑体" panose="02010609060101010101" pitchFamily="49" charset="-122"/>
                <a:ea typeface="黑体" panose="02010609060101010101" pitchFamily="49" charset="-122"/>
              </a:rPr>
              <a:t>陷阱信息很简单且所需字节数很少。</a:t>
            </a:r>
            <a:r>
              <a:rPr lang="zh-CN" altLang="en-US" dirty="0" smtClean="0">
                <a:ea typeface="黑体" panose="02010609060101010101" pitchFamily="49" charset="-122"/>
              </a:rPr>
              <a:t>  </a:t>
            </a:r>
          </a:p>
        </p:txBody>
      </p:sp>
      <p:sp>
        <p:nvSpPr>
          <p:cNvPr id="19548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929E47-D0EE-42DF-AF7D-F769C2A45704}" type="slidenum">
              <a:rPr lang="zh-CN" altLang="en-US" smtClean="0"/>
              <a:pPr eaLnBrk="1" hangingPunct="1"/>
              <a:t>33</a:t>
            </a:fld>
            <a:endParaRPr lang="en-US" altLang="zh-CN" smtClean="0"/>
          </a:p>
        </p:txBody>
      </p:sp>
      <p:sp>
        <p:nvSpPr>
          <p:cNvPr id="19548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68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是有效的网络管理协议</a:t>
            </a:r>
          </a:p>
        </p:txBody>
      </p:sp>
      <p:sp>
        <p:nvSpPr>
          <p:cNvPr id="195686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使用</a:t>
            </a:r>
            <a:r>
              <a:rPr lang="zh-CN" altLang="en-US" dirty="0" smtClean="0">
                <a:solidFill>
                  <a:srgbClr val="0000FF"/>
                </a:solidFill>
                <a:ea typeface="黑体" panose="02010609060101010101" pitchFamily="49" charset="-122"/>
              </a:rPr>
              <a:t>探询</a:t>
            </a:r>
            <a:r>
              <a:rPr lang="zh-CN" altLang="en-US" dirty="0" smtClean="0">
                <a:ea typeface="黑体" panose="02010609060101010101" pitchFamily="49" charset="-122"/>
              </a:rPr>
              <a:t>（至少是周期性地）以维持对网络资源的</a:t>
            </a:r>
            <a:r>
              <a:rPr lang="zh-CN" altLang="en-US" dirty="0" smtClean="0">
                <a:solidFill>
                  <a:srgbClr val="0000FF"/>
                </a:solidFill>
                <a:ea typeface="黑体" panose="02010609060101010101" pitchFamily="49" charset="-122"/>
              </a:rPr>
              <a:t>实时监视</a:t>
            </a:r>
            <a:r>
              <a:rPr lang="zh-CN" altLang="en-US" dirty="0" smtClean="0">
                <a:ea typeface="黑体" panose="02010609060101010101" pitchFamily="49" charset="-122"/>
              </a:rPr>
              <a:t>，同时也采用</a:t>
            </a:r>
            <a:r>
              <a:rPr lang="zh-CN" altLang="en-US" dirty="0" smtClean="0">
                <a:solidFill>
                  <a:srgbClr val="0000FF"/>
                </a:solidFill>
                <a:ea typeface="黑体" panose="02010609060101010101" pitchFamily="49" charset="-122"/>
              </a:rPr>
              <a:t>陷阱</a:t>
            </a:r>
            <a:r>
              <a:rPr lang="zh-CN" altLang="en-US" dirty="0" smtClean="0">
                <a:ea typeface="黑体" panose="02010609060101010101" pitchFamily="49" charset="-122"/>
              </a:rPr>
              <a:t>机制</a:t>
            </a:r>
            <a:r>
              <a:rPr lang="zh-CN" altLang="en-US" dirty="0" smtClean="0">
                <a:solidFill>
                  <a:srgbClr val="0000FF"/>
                </a:solidFill>
                <a:ea typeface="黑体" panose="02010609060101010101" pitchFamily="49" charset="-122"/>
              </a:rPr>
              <a:t>报告特殊</a:t>
            </a:r>
            <a:r>
              <a:rPr lang="zh-CN" altLang="en-US" dirty="0" smtClean="0">
                <a:ea typeface="黑体" panose="02010609060101010101" pitchFamily="49" charset="-122"/>
              </a:rPr>
              <a:t>事件，使得 </a:t>
            </a:r>
            <a:r>
              <a:rPr lang="en-US" altLang="zh-CN" dirty="0" smtClean="0">
                <a:ea typeface="黑体" panose="02010609060101010101" pitchFamily="49" charset="-122"/>
              </a:rPr>
              <a:t>SNMP </a:t>
            </a:r>
            <a:r>
              <a:rPr lang="zh-CN" altLang="en-US" dirty="0" smtClean="0">
                <a:ea typeface="黑体" panose="02010609060101010101" pitchFamily="49" charset="-122"/>
              </a:rPr>
              <a:t>成为一种有效的网络管理协议。 </a:t>
            </a:r>
            <a:endParaRPr lang="en-US" altLang="zh-CN" dirty="0" smtClean="0">
              <a:ea typeface="黑体" panose="02010609060101010101" pitchFamily="49" charset="-122"/>
            </a:endParaRPr>
          </a:p>
          <a:p>
            <a:pPr marL="0" indent="0">
              <a:buNone/>
            </a:pPr>
            <a:endParaRPr lang="zh-CN" altLang="en-US" dirty="0" smtClean="0">
              <a:solidFill>
                <a:srgbClr val="FF7C80"/>
              </a:solidFill>
              <a:ea typeface="黑体" panose="02010609060101010101" pitchFamily="49" charset="-122"/>
            </a:endParaRPr>
          </a:p>
        </p:txBody>
      </p:sp>
      <p:sp>
        <p:nvSpPr>
          <p:cNvPr id="1956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6EC3A2-8A24-4A8C-8C97-C367DA705EA8}" type="slidenum">
              <a:rPr lang="zh-CN" altLang="en-US" smtClean="0"/>
              <a:pPr eaLnBrk="1" hangingPunct="1"/>
              <a:t>34</a:t>
            </a:fld>
            <a:endParaRPr lang="en-US" altLang="zh-CN" smtClean="0"/>
          </a:p>
        </p:txBody>
      </p:sp>
      <p:sp>
        <p:nvSpPr>
          <p:cNvPr id="1956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89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使用无连接的 </a:t>
            </a:r>
            <a:r>
              <a:rPr lang="en-US" altLang="zh-CN" smtClean="0">
                <a:ea typeface="黑体" panose="02010609060101010101" pitchFamily="49" charset="-122"/>
              </a:rPr>
              <a:t>UDP</a:t>
            </a:r>
          </a:p>
        </p:txBody>
      </p:sp>
      <p:sp>
        <p:nvSpPr>
          <p:cNvPr id="1958914"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使用无连接的 </a:t>
            </a:r>
            <a:r>
              <a:rPr lang="en-US" altLang="zh-CN" dirty="0" smtClean="0">
                <a:solidFill>
                  <a:srgbClr val="0000FF"/>
                </a:solidFill>
                <a:ea typeface="黑体" panose="02010609060101010101" pitchFamily="49" charset="-122"/>
              </a:rPr>
              <a:t>UDP</a:t>
            </a:r>
            <a:r>
              <a:rPr lang="zh-CN" altLang="en-US" dirty="0" smtClean="0">
                <a:ea typeface="黑体" panose="02010609060101010101" pitchFamily="49" charset="-122"/>
              </a:rPr>
              <a:t>，因此在网络上传送 </a:t>
            </a:r>
            <a:r>
              <a:rPr lang="en-US" altLang="zh-CN" dirty="0" smtClean="0">
                <a:ea typeface="黑体" panose="02010609060101010101" pitchFamily="49" charset="-122"/>
              </a:rPr>
              <a:t>SNMP </a:t>
            </a:r>
            <a:r>
              <a:rPr lang="zh-CN" altLang="en-US" dirty="0" smtClean="0">
                <a:ea typeface="黑体" panose="02010609060101010101" pitchFamily="49" charset="-122"/>
              </a:rPr>
              <a:t>报文的开销较小。但 </a:t>
            </a:r>
            <a:r>
              <a:rPr lang="en-US" altLang="zh-CN" dirty="0" smtClean="0">
                <a:ea typeface="黑体" panose="02010609060101010101" pitchFamily="49" charset="-122"/>
              </a:rPr>
              <a:t>UDP </a:t>
            </a:r>
            <a:r>
              <a:rPr lang="zh-CN" altLang="en-US" dirty="0" smtClean="0">
                <a:ea typeface="黑体" panose="02010609060101010101" pitchFamily="49" charset="-122"/>
              </a:rPr>
              <a:t>不保证可靠交付。</a:t>
            </a:r>
          </a:p>
          <a:p>
            <a:r>
              <a:rPr lang="zh-CN" altLang="en-US" dirty="0" smtClean="0">
                <a:ea typeface="黑体" panose="02010609060101010101" pitchFamily="49" charset="-122"/>
              </a:rPr>
              <a:t>在运行代理程序的</a:t>
            </a:r>
            <a:r>
              <a:rPr lang="zh-CN" altLang="en-US" dirty="0" smtClean="0">
                <a:solidFill>
                  <a:srgbClr val="0000FF"/>
                </a:solidFill>
                <a:ea typeface="黑体" panose="02010609060101010101" pitchFamily="49" charset="-122"/>
              </a:rPr>
              <a:t>服务器端</a:t>
            </a:r>
            <a:r>
              <a:rPr lang="zh-CN" altLang="en-US" dirty="0" smtClean="0">
                <a:ea typeface="黑体" panose="02010609060101010101" pitchFamily="49" charset="-122"/>
              </a:rPr>
              <a:t>用熟知端口 </a:t>
            </a:r>
            <a:r>
              <a:rPr lang="en-US" altLang="zh-CN" dirty="0" smtClean="0">
                <a:solidFill>
                  <a:srgbClr val="0000FF"/>
                </a:solidFill>
                <a:ea typeface="黑体" panose="02010609060101010101" pitchFamily="49" charset="-122"/>
              </a:rPr>
              <a:t>161 </a:t>
            </a:r>
            <a:r>
              <a:rPr lang="zh-CN" altLang="en-US" dirty="0" smtClean="0">
                <a:ea typeface="黑体" panose="02010609060101010101" pitchFamily="49" charset="-122"/>
              </a:rPr>
              <a:t>来接收 </a:t>
            </a:r>
            <a:r>
              <a:rPr lang="en-US" altLang="zh-CN" dirty="0" smtClean="0">
                <a:ea typeface="黑体" panose="02010609060101010101" pitchFamily="49" charset="-122"/>
              </a:rPr>
              <a:t>get </a:t>
            </a:r>
            <a:r>
              <a:rPr lang="zh-CN" altLang="en-US" dirty="0" smtClean="0">
                <a:ea typeface="黑体" panose="02010609060101010101" pitchFamily="49" charset="-122"/>
              </a:rPr>
              <a:t>或 </a:t>
            </a:r>
            <a:r>
              <a:rPr lang="en-US" altLang="zh-CN" dirty="0" smtClean="0">
                <a:ea typeface="黑体" panose="02010609060101010101" pitchFamily="49" charset="-122"/>
              </a:rPr>
              <a:t>set </a:t>
            </a:r>
            <a:r>
              <a:rPr lang="zh-CN" altLang="en-US" dirty="0" smtClean="0">
                <a:ea typeface="黑体" panose="02010609060101010101" pitchFamily="49" charset="-122"/>
              </a:rPr>
              <a:t>报文和发送响应报文（与熟知端口通信的客户端使用临时端口）。</a:t>
            </a:r>
          </a:p>
          <a:p>
            <a:r>
              <a:rPr lang="zh-CN" altLang="en-US" dirty="0" smtClean="0">
                <a:ea typeface="黑体" panose="02010609060101010101" pitchFamily="49" charset="-122"/>
              </a:rPr>
              <a:t>运行管理程序的</a:t>
            </a:r>
            <a:r>
              <a:rPr lang="zh-CN" altLang="en-US" dirty="0" smtClean="0">
                <a:solidFill>
                  <a:srgbClr val="0000FF"/>
                </a:solidFill>
                <a:ea typeface="黑体" panose="02010609060101010101" pitchFamily="49" charset="-122"/>
              </a:rPr>
              <a:t>客户端</a:t>
            </a:r>
            <a:r>
              <a:rPr lang="zh-CN" altLang="en-US" dirty="0" smtClean="0">
                <a:ea typeface="黑体" panose="02010609060101010101" pitchFamily="49" charset="-122"/>
              </a:rPr>
              <a:t>则使用熟知端口 </a:t>
            </a:r>
            <a:r>
              <a:rPr lang="en-US" altLang="zh-CN" dirty="0" smtClean="0">
                <a:solidFill>
                  <a:srgbClr val="0000FF"/>
                </a:solidFill>
                <a:ea typeface="黑体" panose="02010609060101010101" pitchFamily="49" charset="-122"/>
              </a:rPr>
              <a:t>162</a:t>
            </a:r>
            <a:r>
              <a:rPr lang="en-US" altLang="zh-CN" dirty="0" smtClean="0">
                <a:ea typeface="黑体" panose="02010609060101010101" pitchFamily="49" charset="-122"/>
              </a:rPr>
              <a:t> </a:t>
            </a:r>
            <a:r>
              <a:rPr lang="zh-CN" altLang="en-US" dirty="0" smtClean="0">
                <a:ea typeface="黑体" panose="02010609060101010101" pitchFamily="49" charset="-122"/>
              </a:rPr>
              <a:t>来接收来自各代理的 </a:t>
            </a:r>
            <a:r>
              <a:rPr lang="en-US" altLang="zh-CN" dirty="0" smtClean="0">
                <a:ea typeface="黑体" panose="02010609060101010101" pitchFamily="49" charset="-122"/>
              </a:rPr>
              <a:t>trap </a:t>
            </a:r>
            <a:r>
              <a:rPr lang="zh-CN" altLang="en-US" dirty="0" smtClean="0">
                <a:ea typeface="黑体" panose="02010609060101010101" pitchFamily="49" charset="-122"/>
              </a:rPr>
              <a:t>报文。 </a:t>
            </a:r>
          </a:p>
        </p:txBody>
      </p:sp>
      <p:sp>
        <p:nvSpPr>
          <p:cNvPr id="19589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277C86-38F5-402C-A078-3DE83DBA9AB7}" type="slidenum">
              <a:rPr lang="zh-CN" altLang="en-US" smtClean="0"/>
              <a:pPr eaLnBrk="1" hangingPunct="1"/>
              <a:t>35</a:t>
            </a:fld>
            <a:endParaRPr lang="en-US" altLang="zh-CN" smtClean="0"/>
          </a:p>
        </p:txBody>
      </p:sp>
      <p:sp>
        <p:nvSpPr>
          <p:cNvPr id="19589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idx="4294967295"/>
          </p:nvPr>
        </p:nvSpPr>
        <p:spPr>
          <a:xfrm>
            <a:off x="631825" y="528638"/>
            <a:ext cx="9048750" cy="812800"/>
          </a:xfrm>
        </p:spPr>
        <p:txBody>
          <a:bodyPr/>
          <a:lstStyle/>
          <a:p>
            <a:pPr algn="ctr">
              <a:defRPr/>
            </a:pPr>
            <a:r>
              <a:rPr lang="en-US" altLang="zh-CN" sz="4060" noProof="1"/>
              <a:t>SNMPv1 </a:t>
            </a:r>
            <a:r>
              <a:rPr sz="4060" noProof="1"/>
              <a:t>定义的</a:t>
            </a:r>
            <a:r>
              <a:rPr sz="4060" dirty="0"/>
              <a:t/>
            </a:r>
            <a:br>
              <a:rPr sz="4060" dirty="0"/>
            </a:br>
            <a:r>
              <a:rPr sz="4060" noProof="1" smtClean="0"/>
              <a:t>协议数据单元类型</a:t>
            </a:r>
            <a:endParaRPr sz="4060" noProof="1"/>
          </a:p>
        </p:txBody>
      </p:sp>
      <p:sp>
        <p:nvSpPr>
          <p:cNvPr id="1960962" name="Text Box 4"/>
          <p:cNvSpPr txBox="1">
            <a:spLocks noChangeArrowheads="1"/>
          </p:cNvSpPr>
          <p:nvPr/>
        </p:nvSpPr>
        <p:spPr bwMode="auto">
          <a:xfrm>
            <a:off x="425450" y="1509713"/>
            <a:ext cx="9712325"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dirty="0">
                <a:solidFill>
                  <a:srgbClr val="000099"/>
                </a:solidFill>
                <a:ea typeface="黑体" panose="02010609060101010101" pitchFamily="49" charset="-122"/>
              </a:rPr>
              <a:t>PDU         </a:t>
            </a:r>
            <a:r>
              <a:rPr lang="en-US" altLang="zh-CN" sz="2400" b="1" dirty="0" err="1">
                <a:solidFill>
                  <a:srgbClr val="000099"/>
                </a:solidFill>
                <a:ea typeface="黑体" panose="02010609060101010101" pitchFamily="49" charset="-122"/>
              </a:rPr>
              <a:t>PDU</a:t>
            </a:r>
            <a:r>
              <a:rPr lang="zh-CN" altLang="en-US" sz="2400" b="1" dirty="0">
                <a:solidFill>
                  <a:srgbClr val="000099"/>
                </a:solidFill>
                <a:ea typeface="黑体" panose="02010609060101010101" pitchFamily="49" charset="-122"/>
              </a:rPr>
              <a:t>名称                         用途</a:t>
            </a:r>
          </a:p>
          <a:p>
            <a:pPr eaLnBrk="1" hangingPunct="1">
              <a:spcAft>
                <a:spcPct val="30000"/>
              </a:spcAft>
            </a:pPr>
            <a:r>
              <a:rPr lang="zh-CN" altLang="en-US" sz="2400" b="1" dirty="0">
                <a:solidFill>
                  <a:srgbClr val="000099"/>
                </a:solidFill>
                <a:ea typeface="黑体" panose="02010609060101010101" pitchFamily="49" charset="-122"/>
              </a:rPr>
              <a:t>编号</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A0        </a:t>
            </a:r>
            <a:r>
              <a:rPr lang="en-US" altLang="zh-CN" sz="2400" b="1" dirty="0" err="1">
                <a:solidFill>
                  <a:srgbClr val="000099"/>
                </a:solidFill>
                <a:ea typeface="黑体" panose="02010609060101010101" pitchFamily="49" charset="-122"/>
              </a:rPr>
              <a:t>GetRequest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用来查询一个或一组变量的值</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A1        </a:t>
            </a:r>
            <a:r>
              <a:rPr lang="en-US" altLang="zh-CN" sz="2400" b="1" dirty="0" err="1">
                <a:solidFill>
                  <a:srgbClr val="000099"/>
                </a:solidFill>
                <a:ea typeface="黑体" panose="02010609060101010101" pitchFamily="49" charset="-122"/>
              </a:rPr>
              <a:t>GetNextRequest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允许在 </a:t>
            </a:r>
            <a:r>
              <a:rPr lang="en-US" altLang="zh-CN" sz="2400" b="1" dirty="0">
                <a:solidFill>
                  <a:srgbClr val="000099"/>
                </a:solidFill>
                <a:ea typeface="黑体" panose="02010609060101010101" pitchFamily="49" charset="-122"/>
              </a:rPr>
              <a:t>MIB </a:t>
            </a:r>
            <a:r>
              <a:rPr lang="zh-CN" altLang="en-US" sz="2400" b="1" dirty="0">
                <a:solidFill>
                  <a:srgbClr val="000099"/>
                </a:solidFill>
                <a:ea typeface="黑体" panose="02010609060101010101" pitchFamily="49" charset="-122"/>
              </a:rPr>
              <a:t>树上读取下一个变量，</a:t>
            </a:r>
          </a:p>
          <a:p>
            <a:pPr eaLnBrk="1" hangingPunct="1"/>
            <a:r>
              <a:rPr lang="zh-CN" altLang="en-US" sz="2400" b="1" dirty="0">
                <a:solidFill>
                  <a:srgbClr val="000099"/>
                </a:solidFill>
                <a:ea typeface="黑体" panose="02010609060101010101" pitchFamily="49" charset="-122"/>
              </a:rPr>
              <a:t>                                    	 此操作可反复进行 </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A2        </a:t>
            </a:r>
            <a:r>
              <a:rPr lang="en-US" altLang="zh-CN" sz="2400" b="1" dirty="0" err="1">
                <a:solidFill>
                  <a:srgbClr val="000099"/>
                </a:solidFill>
                <a:ea typeface="黑体" panose="02010609060101010101" pitchFamily="49" charset="-122"/>
              </a:rPr>
              <a:t>Reponse</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代理向管理者或管理者向管理者发送</a:t>
            </a:r>
          </a:p>
          <a:p>
            <a:pPr eaLnBrk="1" hangingPunct="1"/>
            <a:r>
              <a:rPr lang="zh-CN" altLang="en-US" sz="2400" b="1" dirty="0">
                <a:solidFill>
                  <a:srgbClr val="000099"/>
                </a:solidFill>
                <a:ea typeface="黑体" panose="02010609060101010101" pitchFamily="49" charset="-122"/>
              </a:rPr>
              <a:t>                                              响应</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A3        </a:t>
            </a:r>
            <a:r>
              <a:rPr lang="en-US" altLang="zh-CN" sz="2400" b="1" dirty="0" err="1">
                <a:solidFill>
                  <a:srgbClr val="000099"/>
                </a:solidFill>
                <a:ea typeface="黑体" panose="02010609060101010101" pitchFamily="49" charset="-122"/>
              </a:rPr>
              <a:t>SetRequest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对一个或多个变量值进行设置</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A5        </a:t>
            </a:r>
            <a:r>
              <a:rPr lang="en-US" altLang="zh-CN" sz="2400" b="1" dirty="0" err="1">
                <a:solidFill>
                  <a:srgbClr val="000099"/>
                </a:solidFill>
                <a:ea typeface="黑体" panose="02010609060101010101" pitchFamily="49" charset="-122"/>
              </a:rPr>
              <a:t>GetBulkRequest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管理者从代理读取大数据块的值</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A6        </a:t>
            </a:r>
            <a:r>
              <a:rPr lang="en-US" altLang="zh-CN" sz="2400" b="1" dirty="0" err="1">
                <a:solidFill>
                  <a:srgbClr val="000099"/>
                </a:solidFill>
                <a:ea typeface="黑体" panose="02010609060101010101" pitchFamily="49" charset="-122"/>
              </a:rPr>
              <a:t>InformRequest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管理者从另一管理者读取代理的变量</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A7        </a:t>
            </a:r>
            <a:r>
              <a:rPr lang="en-US" altLang="zh-CN" sz="2400" b="1" dirty="0">
                <a:solidFill>
                  <a:srgbClr val="000099"/>
                </a:solidFill>
                <a:ea typeface="黑体" panose="02010609060101010101" pitchFamily="49" charset="-122"/>
              </a:rPr>
              <a:t>SNMPv2Trap           </a:t>
            </a:r>
            <a:r>
              <a:rPr lang="zh-CN" altLang="en-US" sz="2400" b="1" dirty="0">
                <a:solidFill>
                  <a:srgbClr val="000099"/>
                </a:solidFill>
                <a:ea typeface="黑体" panose="02010609060101010101" pitchFamily="49" charset="-122"/>
              </a:rPr>
              <a:t>代理向管理者报告异常事件</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A8        </a:t>
            </a:r>
            <a:r>
              <a:rPr lang="en-US" altLang="zh-CN" sz="2400" b="1" dirty="0">
                <a:solidFill>
                  <a:srgbClr val="000099"/>
                </a:solidFill>
                <a:ea typeface="黑体" panose="02010609060101010101" pitchFamily="49" charset="-122"/>
              </a:rPr>
              <a:t>Report                     </a:t>
            </a:r>
            <a:r>
              <a:rPr lang="zh-CN" altLang="en-US" sz="2400" b="1" dirty="0">
                <a:solidFill>
                  <a:srgbClr val="000099"/>
                </a:solidFill>
                <a:ea typeface="黑体" panose="02010609060101010101" pitchFamily="49" charset="-122"/>
              </a:rPr>
              <a:t>管理者之间报告某些差错 </a:t>
            </a:r>
          </a:p>
        </p:txBody>
      </p:sp>
      <p:sp>
        <p:nvSpPr>
          <p:cNvPr id="1960963" name="Line 5"/>
          <p:cNvSpPr>
            <a:spLocks noChangeShapeType="1"/>
          </p:cNvSpPr>
          <p:nvPr/>
        </p:nvSpPr>
        <p:spPr bwMode="auto">
          <a:xfrm>
            <a:off x="320675" y="2341563"/>
            <a:ext cx="9585325" cy="79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60964" name="Line 6"/>
          <p:cNvSpPr>
            <a:spLocks noChangeShapeType="1"/>
          </p:cNvSpPr>
          <p:nvPr/>
        </p:nvSpPr>
        <p:spPr bwMode="auto">
          <a:xfrm>
            <a:off x="1285875" y="1412875"/>
            <a:ext cx="0" cy="508476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60965" name="Line 7"/>
          <p:cNvSpPr>
            <a:spLocks noChangeShapeType="1"/>
          </p:cNvSpPr>
          <p:nvPr/>
        </p:nvSpPr>
        <p:spPr bwMode="auto">
          <a:xfrm>
            <a:off x="4094163" y="1484313"/>
            <a:ext cx="0" cy="501332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6096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0F19225-CE5A-497B-AC55-BACE57875FCC}" type="slidenum">
              <a:rPr lang="zh-CN" altLang="en-US" smtClean="0"/>
              <a:pPr/>
              <a:t>36</a:t>
            </a:fld>
            <a:endParaRPr lang="en-US" altLang="zh-CN" smtClean="0"/>
          </a:p>
        </p:txBody>
      </p:sp>
      <p:sp>
        <p:nvSpPr>
          <p:cNvPr id="196096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63009" name="Group 142"/>
          <p:cNvGrpSpPr>
            <a:grpSpLocks/>
          </p:cNvGrpSpPr>
          <p:nvPr/>
        </p:nvGrpSpPr>
        <p:grpSpPr bwMode="auto">
          <a:xfrm>
            <a:off x="7265988" y="4016375"/>
            <a:ext cx="2511425" cy="400050"/>
            <a:chOff x="4177" y="2296"/>
            <a:chExt cx="1460" cy="252"/>
          </a:xfrm>
        </p:grpSpPr>
        <p:sp>
          <p:nvSpPr>
            <p:cNvPr id="1963010" name="Line 119"/>
            <p:cNvSpPr>
              <a:spLocks noChangeShapeType="1"/>
            </p:cNvSpPr>
            <p:nvPr/>
          </p:nvSpPr>
          <p:spPr bwMode="auto">
            <a:xfrm flipV="1">
              <a:off x="4177" y="2444"/>
              <a:ext cx="1460"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11" name="Rectangle 122"/>
            <p:cNvSpPr>
              <a:spLocks noChangeArrowheads="1"/>
            </p:cNvSpPr>
            <p:nvPr/>
          </p:nvSpPr>
          <p:spPr bwMode="auto">
            <a:xfrm>
              <a:off x="4593" y="2296"/>
              <a:ext cx="705"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变量绑定</a:t>
              </a:r>
            </a:p>
          </p:txBody>
        </p:sp>
      </p:grpSp>
      <p:grpSp>
        <p:nvGrpSpPr>
          <p:cNvPr id="1963012" name="Group 141"/>
          <p:cNvGrpSpPr>
            <a:grpSpLocks/>
          </p:cNvGrpSpPr>
          <p:nvPr/>
        </p:nvGrpSpPr>
        <p:grpSpPr bwMode="auto">
          <a:xfrm>
            <a:off x="4100513" y="4016375"/>
            <a:ext cx="3154362" cy="400050"/>
            <a:chOff x="2336" y="2296"/>
            <a:chExt cx="1834" cy="252"/>
          </a:xfrm>
        </p:grpSpPr>
        <p:sp>
          <p:nvSpPr>
            <p:cNvPr id="1963013" name="Line 138"/>
            <p:cNvSpPr>
              <a:spLocks noChangeShapeType="1"/>
            </p:cNvSpPr>
            <p:nvPr/>
          </p:nvSpPr>
          <p:spPr bwMode="auto">
            <a:xfrm flipV="1">
              <a:off x="2336" y="2444"/>
              <a:ext cx="1834"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14" name="Rectangle 139"/>
            <p:cNvSpPr>
              <a:spLocks noChangeArrowheads="1"/>
            </p:cNvSpPr>
            <p:nvPr/>
          </p:nvSpPr>
          <p:spPr bwMode="auto">
            <a:xfrm>
              <a:off x="3032" y="2296"/>
              <a:ext cx="406"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首部</a:t>
              </a:r>
            </a:p>
          </p:txBody>
        </p:sp>
      </p:grpSp>
      <p:sp>
        <p:nvSpPr>
          <p:cNvPr id="1963015" name="Rectangle 88"/>
          <p:cNvSpPr>
            <a:spLocks noChangeArrowheads="1"/>
          </p:cNvSpPr>
          <p:nvPr/>
        </p:nvSpPr>
        <p:spPr bwMode="auto">
          <a:xfrm>
            <a:off x="300038" y="3567113"/>
            <a:ext cx="9458325" cy="4413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63016" name="Rectangle 109"/>
          <p:cNvSpPr>
            <a:spLocks noChangeArrowheads="1"/>
          </p:cNvSpPr>
          <p:nvPr/>
        </p:nvSpPr>
        <p:spPr bwMode="auto">
          <a:xfrm>
            <a:off x="2968625" y="3586163"/>
            <a:ext cx="6791325" cy="4048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3017" name="Rectangle 111"/>
          <p:cNvSpPr>
            <a:spLocks noChangeArrowheads="1"/>
          </p:cNvSpPr>
          <p:nvPr/>
        </p:nvSpPr>
        <p:spPr bwMode="auto">
          <a:xfrm>
            <a:off x="284163" y="3641725"/>
            <a:ext cx="9155112"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zh-CN" altLang="en-US" sz="1600" b="1">
                <a:solidFill>
                  <a:srgbClr val="000099"/>
                </a:solidFill>
                <a:latin typeface="Times New Roman" panose="02020603050405020304" pitchFamily="18" charset="0"/>
                <a:ea typeface="宋体" panose="02010600030101010101" pitchFamily="2" charset="-122"/>
              </a:rPr>
              <a:t>上下文引擎 </a:t>
            </a:r>
            <a:r>
              <a:rPr lang="en-US" altLang="zh-CN" sz="1600" b="1">
                <a:solidFill>
                  <a:srgbClr val="000099"/>
                </a:solidFill>
                <a:latin typeface="Times New Roman" panose="02020603050405020304" pitchFamily="18" charset="0"/>
                <a:ea typeface="宋体" panose="02010600030101010101" pitchFamily="2" charset="-122"/>
              </a:rPr>
              <a:t>ID      </a:t>
            </a:r>
            <a:r>
              <a:rPr lang="zh-CN" altLang="en-US" sz="1600" b="1">
                <a:solidFill>
                  <a:srgbClr val="000099"/>
                </a:solidFill>
                <a:latin typeface="Times New Roman" panose="02020603050405020304" pitchFamily="18" charset="0"/>
                <a:ea typeface="宋体" panose="02010600030101010101" pitchFamily="2" charset="-122"/>
              </a:rPr>
              <a:t>上下文名     </a:t>
            </a:r>
            <a:r>
              <a:rPr lang="en-US" altLang="zh-CN" sz="1600" b="1">
                <a:solidFill>
                  <a:srgbClr val="000099"/>
                </a:solidFill>
                <a:latin typeface="Times New Roman" panose="02020603050405020304" pitchFamily="18" charset="0"/>
                <a:ea typeface="宋体" panose="02010600030101010101" pitchFamily="2" charset="-122"/>
              </a:rPr>
              <a:t>PDU </a:t>
            </a:r>
            <a:r>
              <a:rPr lang="zh-CN" altLang="en-US" sz="1600" b="1">
                <a:solidFill>
                  <a:srgbClr val="000099"/>
                </a:solidFill>
                <a:latin typeface="Times New Roman" panose="02020603050405020304" pitchFamily="18" charset="0"/>
                <a:ea typeface="宋体" panose="02010600030101010101" pitchFamily="2" charset="-122"/>
              </a:rPr>
              <a:t>类型     请求 </a:t>
            </a:r>
            <a:r>
              <a:rPr lang="en-US" altLang="zh-CN" sz="1600" b="1">
                <a:solidFill>
                  <a:srgbClr val="000099"/>
                </a:solidFill>
                <a:latin typeface="Times New Roman" panose="02020603050405020304" pitchFamily="18" charset="0"/>
                <a:ea typeface="宋体" panose="02010600030101010101" pitchFamily="2" charset="-122"/>
              </a:rPr>
              <a:t>ID      </a:t>
            </a:r>
            <a:r>
              <a:rPr lang="zh-CN" altLang="en-US" sz="1600" b="1">
                <a:solidFill>
                  <a:srgbClr val="000099"/>
                </a:solidFill>
                <a:latin typeface="Times New Roman" panose="02020603050405020304" pitchFamily="18" charset="0"/>
                <a:ea typeface="宋体" panose="02010600030101010101" pitchFamily="2" charset="-122"/>
              </a:rPr>
              <a:t>差错状态      差错索引       名      值      名     值  </a:t>
            </a:r>
          </a:p>
        </p:txBody>
      </p:sp>
      <p:sp>
        <p:nvSpPr>
          <p:cNvPr id="1963018" name="Rectangle 2"/>
          <p:cNvSpPr>
            <a:spLocks noGrp="1" noChangeArrowheads="1"/>
          </p:cNvSpPr>
          <p:nvPr>
            <p:ph type="title"/>
          </p:nvPr>
        </p:nvSpPr>
        <p:spPr/>
        <p:txBody>
          <a:bodyPr/>
          <a:lstStyle/>
          <a:p>
            <a:pPr algn="ctr"/>
            <a:r>
              <a:rPr lang="en-US" altLang="zh-CN" smtClean="0">
                <a:ea typeface="黑体" panose="02010609060101010101" pitchFamily="49" charset="-122"/>
              </a:rPr>
              <a:t>SNMP </a:t>
            </a:r>
            <a:r>
              <a:rPr lang="zh-CN" altLang="zh-CN" smtClean="0">
                <a:ea typeface="黑体" panose="02010609060101010101" pitchFamily="49" charset="-122"/>
              </a:rPr>
              <a:t>的报文格式 </a:t>
            </a:r>
          </a:p>
        </p:txBody>
      </p:sp>
      <p:sp>
        <p:nvSpPr>
          <p:cNvPr id="1963019" name="Line 89"/>
          <p:cNvSpPr>
            <a:spLocks noChangeShapeType="1"/>
          </p:cNvSpPr>
          <p:nvPr/>
        </p:nvSpPr>
        <p:spPr bwMode="auto">
          <a:xfrm>
            <a:off x="2074863" y="2005013"/>
            <a:ext cx="7186612"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0" name="Line 90"/>
          <p:cNvSpPr>
            <a:spLocks noChangeShapeType="1"/>
          </p:cNvSpPr>
          <p:nvPr/>
        </p:nvSpPr>
        <p:spPr bwMode="auto">
          <a:xfrm>
            <a:off x="2741613" y="2370138"/>
            <a:ext cx="6503987"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1" name="Line 91"/>
          <p:cNvSpPr>
            <a:spLocks noChangeShapeType="1"/>
          </p:cNvSpPr>
          <p:nvPr/>
        </p:nvSpPr>
        <p:spPr bwMode="auto">
          <a:xfrm>
            <a:off x="2759075" y="2238375"/>
            <a:ext cx="0" cy="31115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2" name="Line 92"/>
          <p:cNvSpPr>
            <a:spLocks noChangeShapeType="1"/>
          </p:cNvSpPr>
          <p:nvPr/>
        </p:nvSpPr>
        <p:spPr bwMode="auto">
          <a:xfrm>
            <a:off x="9261475" y="1536700"/>
            <a:ext cx="0" cy="993775"/>
          </a:xfrm>
          <a:prstGeom prst="line">
            <a:avLst/>
          </a:prstGeom>
          <a:noFill/>
          <a:ln w="9525">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3" name="Rectangle 93"/>
          <p:cNvSpPr>
            <a:spLocks noChangeArrowheads="1"/>
          </p:cNvSpPr>
          <p:nvPr/>
        </p:nvSpPr>
        <p:spPr bwMode="auto">
          <a:xfrm>
            <a:off x="4725988" y="1784350"/>
            <a:ext cx="1565275" cy="401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数据报</a:t>
            </a:r>
          </a:p>
        </p:txBody>
      </p:sp>
      <p:sp>
        <p:nvSpPr>
          <p:cNvPr id="1963024" name="Line 94"/>
          <p:cNvSpPr>
            <a:spLocks noChangeShapeType="1"/>
          </p:cNvSpPr>
          <p:nvPr/>
        </p:nvSpPr>
        <p:spPr bwMode="auto">
          <a:xfrm>
            <a:off x="1390650" y="1458913"/>
            <a:ext cx="0" cy="1090612"/>
          </a:xfrm>
          <a:prstGeom prst="line">
            <a:avLst/>
          </a:prstGeom>
          <a:noFill/>
          <a:ln w="9525">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5" name="Line 95"/>
          <p:cNvSpPr>
            <a:spLocks noChangeShapeType="1"/>
          </p:cNvSpPr>
          <p:nvPr/>
        </p:nvSpPr>
        <p:spPr bwMode="auto">
          <a:xfrm flipV="1">
            <a:off x="1392238" y="1619250"/>
            <a:ext cx="7870825" cy="0"/>
          </a:xfrm>
          <a:prstGeom prst="line">
            <a:avLst/>
          </a:prstGeom>
          <a:noFill/>
          <a:ln w="9525">
            <a:solidFill>
              <a:schemeClr val="folHlink"/>
            </a:solidFill>
            <a:round/>
            <a:headEnd type="stealth" w="sm" len="med"/>
            <a:tailEnd type="stealth"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6" name="Rectangle 96"/>
          <p:cNvSpPr>
            <a:spLocks noChangeArrowheads="1"/>
          </p:cNvSpPr>
          <p:nvPr/>
        </p:nvSpPr>
        <p:spPr bwMode="auto">
          <a:xfrm>
            <a:off x="4451350" y="1387475"/>
            <a:ext cx="1263650" cy="401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963027" name="Rectangle 97"/>
          <p:cNvSpPr>
            <a:spLocks noChangeArrowheads="1"/>
          </p:cNvSpPr>
          <p:nvPr/>
        </p:nvSpPr>
        <p:spPr bwMode="auto">
          <a:xfrm>
            <a:off x="5208588" y="2144713"/>
            <a:ext cx="1506537"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SNMP </a:t>
            </a:r>
            <a:r>
              <a:rPr lang="zh-CN" altLang="en-US" sz="2000" b="1">
                <a:solidFill>
                  <a:srgbClr val="000099"/>
                </a:solidFill>
                <a:ea typeface="黑体" panose="02010609060101010101" pitchFamily="49" charset="-122"/>
              </a:rPr>
              <a:t>报文</a:t>
            </a:r>
          </a:p>
        </p:txBody>
      </p:sp>
      <p:sp>
        <p:nvSpPr>
          <p:cNvPr id="1963028" name="Line 98"/>
          <p:cNvSpPr>
            <a:spLocks noChangeShapeType="1"/>
          </p:cNvSpPr>
          <p:nvPr/>
        </p:nvSpPr>
        <p:spPr bwMode="auto">
          <a:xfrm>
            <a:off x="2074863" y="1849438"/>
            <a:ext cx="0" cy="685800"/>
          </a:xfrm>
          <a:prstGeom prst="line">
            <a:avLst/>
          </a:prstGeom>
          <a:noFill/>
          <a:ln w="9525">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9" name="Rectangle 99"/>
          <p:cNvSpPr>
            <a:spLocks noChangeArrowheads="1"/>
          </p:cNvSpPr>
          <p:nvPr/>
        </p:nvSpPr>
        <p:spPr bwMode="auto">
          <a:xfrm>
            <a:off x="1390650" y="2601913"/>
            <a:ext cx="7870825" cy="563562"/>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63030" name="Rectangle 100"/>
          <p:cNvSpPr>
            <a:spLocks noChangeArrowheads="1"/>
          </p:cNvSpPr>
          <p:nvPr/>
        </p:nvSpPr>
        <p:spPr bwMode="auto">
          <a:xfrm>
            <a:off x="1411288" y="2601913"/>
            <a:ext cx="5953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latin typeface="Times New Roman" panose="02020603050405020304" pitchFamily="18" charset="0"/>
                <a:ea typeface="宋体" panose="02010600030101010101" pitchFamily="2" charset="-122"/>
              </a:rPr>
              <a:t>  IP </a:t>
            </a:r>
          </a:p>
          <a:p>
            <a:pPr>
              <a:lnSpc>
                <a:spcPct val="90000"/>
              </a:lnSpc>
            </a:pPr>
            <a:r>
              <a:rPr lang="zh-CN" altLang="en-US" sz="1600" b="1">
                <a:solidFill>
                  <a:srgbClr val="000099"/>
                </a:solidFill>
                <a:latin typeface="Times New Roman" panose="02020603050405020304" pitchFamily="18" charset="0"/>
                <a:ea typeface="宋体" panose="02010600030101010101" pitchFamily="2" charset="-122"/>
              </a:rPr>
              <a:t>首部</a:t>
            </a:r>
          </a:p>
        </p:txBody>
      </p:sp>
      <p:sp>
        <p:nvSpPr>
          <p:cNvPr id="1963031" name="Rectangle 101"/>
          <p:cNvSpPr>
            <a:spLocks noChangeArrowheads="1"/>
          </p:cNvSpPr>
          <p:nvPr/>
        </p:nvSpPr>
        <p:spPr bwMode="auto">
          <a:xfrm>
            <a:off x="2087563" y="2603500"/>
            <a:ext cx="6461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latin typeface="Times New Roman" panose="02020603050405020304" pitchFamily="18" charset="0"/>
                <a:ea typeface="宋体" panose="02010600030101010101" pitchFamily="2" charset="-122"/>
              </a:rPr>
              <a:t>UDP </a:t>
            </a:r>
          </a:p>
          <a:p>
            <a:pPr>
              <a:lnSpc>
                <a:spcPct val="90000"/>
              </a:lnSpc>
            </a:pPr>
            <a:r>
              <a:rPr lang="zh-CN" altLang="en-US" sz="1600" b="1">
                <a:solidFill>
                  <a:srgbClr val="000099"/>
                </a:solidFill>
                <a:latin typeface="Times New Roman" panose="02020603050405020304" pitchFamily="18" charset="0"/>
                <a:ea typeface="宋体" panose="02010600030101010101" pitchFamily="2" charset="-122"/>
              </a:rPr>
              <a:t>首部</a:t>
            </a:r>
          </a:p>
        </p:txBody>
      </p:sp>
      <p:sp>
        <p:nvSpPr>
          <p:cNvPr id="1963032" name="Line 102"/>
          <p:cNvSpPr>
            <a:spLocks noChangeShapeType="1"/>
          </p:cNvSpPr>
          <p:nvPr/>
        </p:nvSpPr>
        <p:spPr bwMode="auto">
          <a:xfrm flipH="1">
            <a:off x="4665663" y="2601913"/>
            <a:ext cx="0" cy="56356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33" name="Line 103"/>
          <p:cNvSpPr>
            <a:spLocks noChangeShapeType="1"/>
          </p:cNvSpPr>
          <p:nvPr/>
        </p:nvSpPr>
        <p:spPr bwMode="auto">
          <a:xfrm flipH="1">
            <a:off x="2074863" y="2601913"/>
            <a:ext cx="0" cy="56356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34" name="Rectangle 144"/>
          <p:cNvSpPr>
            <a:spLocks noChangeArrowheads="1"/>
          </p:cNvSpPr>
          <p:nvPr/>
        </p:nvSpPr>
        <p:spPr bwMode="auto">
          <a:xfrm>
            <a:off x="4683125" y="2619375"/>
            <a:ext cx="4573588" cy="5334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3035" name="Line 104"/>
          <p:cNvSpPr>
            <a:spLocks noChangeShapeType="1"/>
          </p:cNvSpPr>
          <p:nvPr/>
        </p:nvSpPr>
        <p:spPr bwMode="auto">
          <a:xfrm flipH="1">
            <a:off x="2759075" y="2601913"/>
            <a:ext cx="0" cy="56356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36" name="Rectangle 105"/>
          <p:cNvSpPr>
            <a:spLocks noChangeArrowheads="1"/>
          </p:cNvSpPr>
          <p:nvPr/>
        </p:nvSpPr>
        <p:spPr bwMode="auto">
          <a:xfrm>
            <a:off x="5554663" y="2728913"/>
            <a:ext cx="284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SNMP </a:t>
            </a:r>
            <a:r>
              <a:rPr lang="zh-CN" altLang="en-US" sz="2000" b="1">
                <a:solidFill>
                  <a:srgbClr val="000099"/>
                </a:solidFill>
                <a:ea typeface="黑体" panose="02010609060101010101" pitchFamily="49" charset="-122"/>
              </a:rPr>
              <a:t>报文的数据部分</a:t>
            </a:r>
            <a:r>
              <a:rPr lang="zh-CN" altLang="en-US" sz="1600" b="1">
                <a:solidFill>
                  <a:srgbClr val="000099"/>
                </a:solidFill>
                <a:latin typeface="Times New Roman" panose="02020603050405020304" pitchFamily="18" charset="0"/>
                <a:ea typeface="宋体" panose="02010600030101010101" pitchFamily="2" charset="-122"/>
              </a:rPr>
              <a:t> </a:t>
            </a:r>
          </a:p>
        </p:txBody>
      </p:sp>
      <p:sp>
        <p:nvSpPr>
          <p:cNvPr id="1963037" name="Rectangle 145"/>
          <p:cNvSpPr>
            <a:spLocks noChangeArrowheads="1"/>
          </p:cNvSpPr>
          <p:nvPr/>
        </p:nvSpPr>
        <p:spPr bwMode="auto">
          <a:xfrm>
            <a:off x="2762250" y="2619375"/>
            <a:ext cx="1890713" cy="5334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3038" name="Line 106"/>
          <p:cNvSpPr>
            <a:spLocks noChangeShapeType="1"/>
          </p:cNvSpPr>
          <p:nvPr/>
        </p:nvSpPr>
        <p:spPr bwMode="auto">
          <a:xfrm flipH="1">
            <a:off x="3371850" y="2601913"/>
            <a:ext cx="0" cy="56356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39" name="Rectangle 107"/>
          <p:cNvSpPr>
            <a:spLocks noChangeArrowheads="1"/>
          </p:cNvSpPr>
          <p:nvPr/>
        </p:nvSpPr>
        <p:spPr bwMode="auto">
          <a:xfrm>
            <a:off x="2725738" y="2749550"/>
            <a:ext cx="5969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1600" b="1">
                <a:solidFill>
                  <a:srgbClr val="000099"/>
                </a:solidFill>
                <a:latin typeface="Times New Roman" panose="02020603050405020304" pitchFamily="18" charset="0"/>
                <a:ea typeface="宋体" panose="02010600030101010101" pitchFamily="2" charset="-122"/>
              </a:rPr>
              <a:t>版本</a:t>
            </a:r>
          </a:p>
        </p:txBody>
      </p:sp>
      <p:sp>
        <p:nvSpPr>
          <p:cNvPr id="1963040" name="Rectangle 108"/>
          <p:cNvSpPr>
            <a:spLocks noChangeArrowheads="1"/>
          </p:cNvSpPr>
          <p:nvPr/>
        </p:nvSpPr>
        <p:spPr bwMode="auto">
          <a:xfrm>
            <a:off x="3355975" y="2738438"/>
            <a:ext cx="5969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1600" b="1">
                <a:solidFill>
                  <a:srgbClr val="000099"/>
                </a:solidFill>
                <a:latin typeface="Times New Roman" panose="02020603050405020304" pitchFamily="18" charset="0"/>
                <a:ea typeface="宋体" panose="02010600030101010101" pitchFamily="2" charset="-122"/>
              </a:rPr>
              <a:t>首部</a:t>
            </a:r>
          </a:p>
        </p:txBody>
      </p:sp>
      <p:sp>
        <p:nvSpPr>
          <p:cNvPr id="1963041" name="Line 110"/>
          <p:cNvSpPr>
            <a:spLocks noChangeShapeType="1"/>
          </p:cNvSpPr>
          <p:nvPr/>
        </p:nvSpPr>
        <p:spPr bwMode="auto">
          <a:xfrm>
            <a:off x="9348788" y="3567113"/>
            <a:ext cx="7937" cy="4429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42" name="Text Box 112"/>
          <p:cNvSpPr txBox="1">
            <a:spLocks noChangeArrowheads="1"/>
          </p:cNvSpPr>
          <p:nvPr/>
        </p:nvSpPr>
        <p:spPr bwMode="auto">
          <a:xfrm>
            <a:off x="9320213" y="352901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latin typeface="Times New Roman" panose="02020603050405020304" pitchFamily="18" charset="0"/>
                <a:ea typeface="宋体" panose="02010600030101010101" pitchFamily="2" charset="-122"/>
              </a:rPr>
              <a:t>…</a:t>
            </a:r>
          </a:p>
        </p:txBody>
      </p:sp>
      <p:sp>
        <p:nvSpPr>
          <p:cNvPr id="1963043" name="Rectangle 113"/>
          <p:cNvSpPr>
            <a:spLocks noChangeArrowheads="1"/>
          </p:cNvSpPr>
          <p:nvPr/>
        </p:nvSpPr>
        <p:spPr bwMode="auto">
          <a:xfrm>
            <a:off x="1303338" y="2290763"/>
            <a:ext cx="769937"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400" b="1">
                <a:solidFill>
                  <a:srgbClr val="000099"/>
                </a:solidFill>
                <a:latin typeface="Times New Roman" panose="02020603050405020304" pitchFamily="18" charset="0"/>
                <a:ea typeface="宋体" panose="02010600030101010101" pitchFamily="2" charset="-122"/>
              </a:rPr>
              <a:t>20 </a:t>
            </a:r>
            <a:r>
              <a:rPr lang="zh-CN" altLang="en-US" sz="1400" b="1">
                <a:solidFill>
                  <a:srgbClr val="000099"/>
                </a:solidFill>
                <a:latin typeface="Times New Roman" panose="02020603050405020304" pitchFamily="18" charset="0"/>
                <a:ea typeface="宋体" panose="02010600030101010101" pitchFamily="2" charset="-122"/>
              </a:rPr>
              <a:t>字节</a:t>
            </a:r>
          </a:p>
        </p:txBody>
      </p:sp>
      <p:sp>
        <p:nvSpPr>
          <p:cNvPr id="1963044" name="Rectangle 114"/>
          <p:cNvSpPr>
            <a:spLocks noChangeArrowheads="1"/>
          </p:cNvSpPr>
          <p:nvPr/>
        </p:nvSpPr>
        <p:spPr bwMode="auto">
          <a:xfrm>
            <a:off x="2051050" y="2290763"/>
            <a:ext cx="679450"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400" b="1">
                <a:solidFill>
                  <a:srgbClr val="000099"/>
                </a:solidFill>
                <a:latin typeface="Times New Roman" panose="02020603050405020304" pitchFamily="18" charset="0"/>
                <a:ea typeface="宋体" panose="02010600030101010101" pitchFamily="2" charset="-122"/>
              </a:rPr>
              <a:t>8 </a:t>
            </a:r>
            <a:r>
              <a:rPr lang="zh-CN" altLang="en-US" sz="1400" b="1">
                <a:solidFill>
                  <a:srgbClr val="000099"/>
                </a:solidFill>
                <a:latin typeface="Times New Roman" panose="02020603050405020304" pitchFamily="18" charset="0"/>
                <a:ea typeface="宋体" panose="02010600030101010101" pitchFamily="2" charset="-122"/>
              </a:rPr>
              <a:t>字节</a:t>
            </a:r>
          </a:p>
        </p:txBody>
      </p:sp>
      <p:sp>
        <p:nvSpPr>
          <p:cNvPr id="1963045" name="Line 115"/>
          <p:cNvSpPr>
            <a:spLocks noChangeShapeType="1"/>
          </p:cNvSpPr>
          <p:nvPr/>
        </p:nvSpPr>
        <p:spPr bwMode="auto">
          <a:xfrm flipH="1">
            <a:off x="9759950" y="4083050"/>
            <a:ext cx="0" cy="4413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46" name="Line 118"/>
          <p:cNvSpPr>
            <a:spLocks noChangeShapeType="1"/>
          </p:cNvSpPr>
          <p:nvPr/>
        </p:nvSpPr>
        <p:spPr bwMode="auto">
          <a:xfrm flipV="1">
            <a:off x="3003550" y="4498975"/>
            <a:ext cx="6772275"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47" name="Line 120"/>
          <p:cNvSpPr>
            <a:spLocks noChangeShapeType="1"/>
          </p:cNvSpPr>
          <p:nvPr/>
        </p:nvSpPr>
        <p:spPr bwMode="auto">
          <a:xfrm>
            <a:off x="2968625"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48" name="Rectangle 121"/>
          <p:cNvSpPr>
            <a:spLocks noChangeArrowheads="1"/>
          </p:cNvSpPr>
          <p:nvPr/>
        </p:nvSpPr>
        <p:spPr bwMode="auto">
          <a:xfrm>
            <a:off x="5834063" y="4340225"/>
            <a:ext cx="1536700" cy="401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SNMP PDU</a:t>
            </a:r>
          </a:p>
        </p:txBody>
      </p:sp>
      <p:sp>
        <p:nvSpPr>
          <p:cNvPr id="1963049" name="Line 123"/>
          <p:cNvSpPr>
            <a:spLocks noChangeShapeType="1"/>
          </p:cNvSpPr>
          <p:nvPr/>
        </p:nvSpPr>
        <p:spPr bwMode="auto">
          <a:xfrm flipH="1">
            <a:off x="4019550" y="2609850"/>
            <a:ext cx="0" cy="56356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0" name="Rectangle 124"/>
          <p:cNvSpPr>
            <a:spLocks noChangeArrowheads="1"/>
          </p:cNvSpPr>
          <p:nvPr/>
        </p:nvSpPr>
        <p:spPr bwMode="auto">
          <a:xfrm>
            <a:off x="4064000" y="2619375"/>
            <a:ext cx="5953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zh-CN" altLang="en-US" sz="1600" b="1">
                <a:solidFill>
                  <a:srgbClr val="000099"/>
                </a:solidFill>
                <a:latin typeface="Times New Roman" panose="02020603050405020304" pitchFamily="18" charset="0"/>
                <a:ea typeface="宋体" panose="02010600030101010101" pitchFamily="2" charset="-122"/>
              </a:rPr>
              <a:t>安全</a:t>
            </a:r>
          </a:p>
          <a:p>
            <a:pPr algn="ctr">
              <a:lnSpc>
                <a:spcPct val="90000"/>
              </a:lnSpc>
            </a:pPr>
            <a:r>
              <a:rPr lang="zh-CN" altLang="en-US" sz="1600" b="1">
                <a:solidFill>
                  <a:srgbClr val="000099"/>
                </a:solidFill>
                <a:latin typeface="Times New Roman" panose="02020603050405020304" pitchFamily="18" charset="0"/>
                <a:ea typeface="宋体" panose="02010600030101010101" pitchFamily="2" charset="-122"/>
              </a:rPr>
              <a:t>参数</a:t>
            </a:r>
          </a:p>
        </p:txBody>
      </p:sp>
      <p:sp>
        <p:nvSpPr>
          <p:cNvPr id="1963051" name="Line 125"/>
          <p:cNvSpPr>
            <a:spLocks noChangeShapeType="1"/>
          </p:cNvSpPr>
          <p:nvPr/>
        </p:nvSpPr>
        <p:spPr bwMode="auto">
          <a:xfrm>
            <a:off x="4100513"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2" name="Line 126"/>
          <p:cNvSpPr>
            <a:spLocks noChangeShapeType="1"/>
          </p:cNvSpPr>
          <p:nvPr/>
        </p:nvSpPr>
        <p:spPr bwMode="auto">
          <a:xfrm>
            <a:off x="5070475"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3" name="Line 127"/>
          <p:cNvSpPr>
            <a:spLocks noChangeShapeType="1"/>
          </p:cNvSpPr>
          <p:nvPr/>
        </p:nvSpPr>
        <p:spPr bwMode="auto">
          <a:xfrm>
            <a:off x="6202363"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4" name="Line 128"/>
          <p:cNvSpPr>
            <a:spLocks noChangeShapeType="1"/>
          </p:cNvSpPr>
          <p:nvPr/>
        </p:nvSpPr>
        <p:spPr bwMode="auto">
          <a:xfrm>
            <a:off x="7254875"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5" name="Line 129"/>
          <p:cNvSpPr>
            <a:spLocks noChangeShapeType="1"/>
          </p:cNvSpPr>
          <p:nvPr/>
        </p:nvSpPr>
        <p:spPr bwMode="auto">
          <a:xfrm>
            <a:off x="7820025"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6" name="Line 130"/>
          <p:cNvSpPr>
            <a:spLocks noChangeShapeType="1"/>
          </p:cNvSpPr>
          <p:nvPr/>
        </p:nvSpPr>
        <p:spPr bwMode="auto">
          <a:xfrm>
            <a:off x="8386763"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7" name="Line 131"/>
          <p:cNvSpPr>
            <a:spLocks noChangeShapeType="1"/>
          </p:cNvSpPr>
          <p:nvPr/>
        </p:nvSpPr>
        <p:spPr bwMode="auto">
          <a:xfrm>
            <a:off x="8870950"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8" name="Line 132"/>
          <p:cNvSpPr>
            <a:spLocks noChangeShapeType="1"/>
          </p:cNvSpPr>
          <p:nvPr/>
        </p:nvSpPr>
        <p:spPr bwMode="auto">
          <a:xfrm flipH="1">
            <a:off x="7254875" y="4083050"/>
            <a:ext cx="0" cy="29845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9" name="Line 133"/>
          <p:cNvSpPr>
            <a:spLocks noChangeShapeType="1"/>
          </p:cNvSpPr>
          <p:nvPr/>
        </p:nvSpPr>
        <p:spPr bwMode="auto">
          <a:xfrm flipH="1">
            <a:off x="2968625" y="4083050"/>
            <a:ext cx="0" cy="4413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60" name="Line 134"/>
          <p:cNvSpPr>
            <a:spLocks noChangeShapeType="1"/>
          </p:cNvSpPr>
          <p:nvPr/>
        </p:nvSpPr>
        <p:spPr bwMode="auto">
          <a:xfrm>
            <a:off x="1916113"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61" name="Rectangle 135"/>
          <p:cNvSpPr>
            <a:spLocks noChangeArrowheads="1"/>
          </p:cNvSpPr>
          <p:nvPr/>
        </p:nvSpPr>
        <p:spPr bwMode="auto">
          <a:xfrm>
            <a:off x="730250" y="4232275"/>
            <a:ext cx="1725613" cy="709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99"/>
                </a:solidFill>
                <a:ea typeface="黑体" panose="02010609060101010101" pitchFamily="49" charset="-122"/>
              </a:rPr>
              <a:t>有关加密信息</a:t>
            </a:r>
          </a:p>
          <a:p>
            <a:pPr algn="ctr"/>
            <a:r>
              <a:rPr lang="zh-CN" altLang="en-US" sz="2000" b="1">
                <a:solidFill>
                  <a:srgbClr val="000099"/>
                </a:solidFill>
                <a:ea typeface="黑体" panose="02010609060101010101" pitchFamily="49" charset="-122"/>
              </a:rPr>
              <a:t>的字段</a:t>
            </a:r>
          </a:p>
        </p:txBody>
      </p:sp>
      <p:sp>
        <p:nvSpPr>
          <p:cNvPr id="1963062" name="AutoShape 136"/>
          <p:cNvSpPr>
            <a:spLocks/>
          </p:cNvSpPr>
          <p:nvPr/>
        </p:nvSpPr>
        <p:spPr bwMode="auto">
          <a:xfrm rot="-5400000">
            <a:off x="1500981" y="2877345"/>
            <a:ext cx="225425" cy="2627312"/>
          </a:xfrm>
          <a:prstGeom prst="leftBrace">
            <a:avLst>
              <a:gd name="adj1" fmla="val 89624"/>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963063" name="Line 137"/>
          <p:cNvSpPr>
            <a:spLocks noChangeShapeType="1"/>
          </p:cNvSpPr>
          <p:nvPr/>
        </p:nvSpPr>
        <p:spPr bwMode="auto">
          <a:xfrm flipH="1">
            <a:off x="4100513" y="4083050"/>
            <a:ext cx="0" cy="29845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64" name="Freeform 143"/>
          <p:cNvSpPr>
            <a:spLocks noChangeArrowheads="1"/>
          </p:cNvSpPr>
          <p:nvPr/>
        </p:nvSpPr>
        <p:spPr bwMode="auto">
          <a:xfrm>
            <a:off x="320675" y="3181350"/>
            <a:ext cx="9431338" cy="381000"/>
          </a:xfrm>
          <a:custGeom>
            <a:avLst/>
            <a:gdLst>
              <a:gd name="T0" fmla="*/ 0 w 5484"/>
              <a:gd name="T1" fmla="*/ 240 h 240"/>
              <a:gd name="T2" fmla="*/ 2526 w 5484"/>
              <a:gd name="T3" fmla="*/ 12 h 240"/>
              <a:gd name="T4" fmla="*/ 5202 w 5484"/>
              <a:gd name="T5" fmla="*/ 0 h 240"/>
              <a:gd name="T6" fmla="*/ 5484 w 5484"/>
              <a:gd name="T7" fmla="*/ 240 h 240"/>
              <a:gd name="T8" fmla="*/ 0 w 5484"/>
              <a:gd name="T9" fmla="*/ 240 h 240"/>
            </a:gdLst>
            <a:ahLst/>
            <a:cxnLst>
              <a:cxn ang="0">
                <a:pos x="T0" y="T1"/>
              </a:cxn>
              <a:cxn ang="0">
                <a:pos x="T2" y="T3"/>
              </a:cxn>
              <a:cxn ang="0">
                <a:pos x="T4" y="T5"/>
              </a:cxn>
              <a:cxn ang="0">
                <a:pos x="T6" y="T7"/>
              </a:cxn>
              <a:cxn ang="0">
                <a:pos x="T8" y="T9"/>
              </a:cxn>
            </a:cxnLst>
            <a:rect l="0" t="0" r="r" b="b"/>
            <a:pathLst>
              <a:path w="5484" h="240">
                <a:moveTo>
                  <a:pt x="0" y="240"/>
                </a:moveTo>
                <a:lnTo>
                  <a:pt x="2526" y="12"/>
                </a:lnTo>
                <a:lnTo>
                  <a:pt x="5202" y="0"/>
                </a:lnTo>
                <a:lnTo>
                  <a:pt x="5484" y="240"/>
                </a:lnTo>
                <a:lnTo>
                  <a:pt x="0" y="240"/>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306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6060C1C-82B1-46E8-93D8-5BBDF7516915}" type="slidenum">
              <a:rPr lang="zh-CN" altLang="en-US" smtClean="0"/>
              <a:pPr eaLnBrk="1" hangingPunct="1"/>
              <a:t>37</a:t>
            </a:fld>
            <a:endParaRPr lang="en-US" altLang="zh-CN" smtClean="0"/>
          </a:p>
        </p:txBody>
      </p:sp>
      <p:sp>
        <p:nvSpPr>
          <p:cNvPr id="196306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5057" name="Freeform 200"/>
          <p:cNvSpPr>
            <a:spLocks noChangeArrowheads="1"/>
          </p:cNvSpPr>
          <p:nvPr/>
        </p:nvSpPr>
        <p:spPr bwMode="auto">
          <a:xfrm>
            <a:off x="217488" y="2713038"/>
            <a:ext cx="9396412" cy="279400"/>
          </a:xfrm>
          <a:custGeom>
            <a:avLst/>
            <a:gdLst>
              <a:gd name="T0" fmla="*/ 0 w 5464"/>
              <a:gd name="T1" fmla="*/ 176 h 176"/>
              <a:gd name="T2" fmla="*/ 1534 w 5464"/>
              <a:gd name="T3" fmla="*/ 0 h 176"/>
              <a:gd name="T4" fmla="*/ 5152 w 5464"/>
              <a:gd name="T5" fmla="*/ 6 h 176"/>
              <a:gd name="T6" fmla="*/ 5464 w 5464"/>
              <a:gd name="T7" fmla="*/ 174 h 176"/>
              <a:gd name="T8" fmla="*/ 0 w 5464"/>
              <a:gd name="T9" fmla="*/ 176 h 176"/>
            </a:gdLst>
            <a:ahLst/>
            <a:cxnLst>
              <a:cxn ang="0">
                <a:pos x="T0" y="T1"/>
              </a:cxn>
              <a:cxn ang="0">
                <a:pos x="T2" y="T3"/>
              </a:cxn>
              <a:cxn ang="0">
                <a:pos x="T4" y="T5"/>
              </a:cxn>
              <a:cxn ang="0">
                <a:pos x="T6" y="T7"/>
              </a:cxn>
              <a:cxn ang="0">
                <a:pos x="T8" y="T9"/>
              </a:cxn>
            </a:cxnLst>
            <a:rect l="0" t="0" r="r" b="b"/>
            <a:pathLst>
              <a:path w="5464" h="176">
                <a:moveTo>
                  <a:pt x="0" y="176"/>
                </a:moveTo>
                <a:lnTo>
                  <a:pt x="1534" y="0"/>
                </a:lnTo>
                <a:lnTo>
                  <a:pt x="5152" y="6"/>
                </a:lnTo>
                <a:lnTo>
                  <a:pt x="5464" y="174"/>
                </a:lnTo>
                <a:lnTo>
                  <a:pt x="0" y="176"/>
                </a:lnTo>
                <a:close/>
              </a:path>
            </a:pathLst>
          </a:custGeom>
          <a:gradFill rotWithShape="1">
            <a:gsLst>
              <a:gs pos="0">
                <a:srgbClr val="C2C274"/>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58" name="Rectangle 195"/>
          <p:cNvSpPr>
            <a:spLocks noChangeArrowheads="1"/>
          </p:cNvSpPr>
          <p:nvPr/>
        </p:nvSpPr>
        <p:spPr bwMode="auto">
          <a:xfrm>
            <a:off x="8593138" y="4941888"/>
            <a:ext cx="1247775" cy="61118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059" name="Rectangle 168"/>
          <p:cNvSpPr>
            <a:spLocks noChangeArrowheads="1"/>
          </p:cNvSpPr>
          <p:nvPr/>
        </p:nvSpPr>
        <p:spPr bwMode="auto">
          <a:xfrm>
            <a:off x="6080125" y="3956050"/>
            <a:ext cx="3575050" cy="608013"/>
          </a:xfrm>
          <a:prstGeom prst="rect">
            <a:avLst/>
          </a:prstGeom>
          <a:solidFill>
            <a:srgbClr val="CC99FF"/>
          </a:solidFill>
          <a:ln w="19050">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65060" name="Rectangle 197"/>
          <p:cNvSpPr>
            <a:spLocks noChangeArrowheads="1"/>
          </p:cNvSpPr>
          <p:nvPr/>
        </p:nvSpPr>
        <p:spPr bwMode="auto">
          <a:xfrm>
            <a:off x="8691563" y="3981450"/>
            <a:ext cx="957262" cy="56356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061" name="Rectangle 198"/>
          <p:cNvSpPr>
            <a:spLocks noChangeArrowheads="1"/>
          </p:cNvSpPr>
          <p:nvPr/>
        </p:nvSpPr>
        <p:spPr bwMode="auto">
          <a:xfrm>
            <a:off x="7905750" y="3971925"/>
            <a:ext cx="755650" cy="5635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062" name="Rectangle 134"/>
          <p:cNvSpPr>
            <a:spLocks noChangeArrowheads="1"/>
          </p:cNvSpPr>
          <p:nvPr/>
        </p:nvSpPr>
        <p:spPr bwMode="auto">
          <a:xfrm>
            <a:off x="203200" y="2989263"/>
            <a:ext cx="9451975" cy="608012"/>
          </a:xfrm>
          <a:prstGeom prst="rect">
            <a:avLst/>
          </a:prstGeom>
          <a:solidFill>
            <a:srgbClr val="FFFF99"/>
          </a:solidFill>
          <a:ln w="19050">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65063" name="Text Box 126"/>
          <p:cNvSpPr txBox="1">
            <a:spLocks noChangeArrowheads="1"/>
          </p:cNvSpPr>
          <p:nvPr/>
        </p:nvSpPr>
        <p:spPr bwMode="auto">
          <a:xfrm>
            <a:off x="7958138" y="4073525"/>
            <a:ext cx="14906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name       value</a:t>
            </a:r>
          </a:p>
        </p:txBody>
      </p:sp>
      <p:sp>
        <p:nvSpPr>
          <p:cNvPr id="1965064" name="Freeform 190"/>
          <p:cNvSpPr>
            <a:spLocks noChangeArrowheads="1"/>
          </p:cNvSpPr>
          <p:nvPr/>
        </p:nvSpPr>
        <p:spPr bwMode="auto">
          <a:xfrm>
            <a:off x="2868613" y="1893888"/>
            <a:ext cx="6178550" cy="450850"/>
          </a:xfrm>
          <a:custGeom>
            <a:avLst/>
            <a:gdLst>
              <a:gd name="T0" fmla="*/ 0 w 3592"/>
              <a:gd name="T1" fmla="*/ 284 h 284"/>
              <a:gd name="T2" fmla="*/ 1354 w 3592"/>
              <a:gd name="T3" fmla="*/ 0 h 284"/>
              <a:gd name="T4" fmla="*/ 2044 w 3592"/>
              <a:gd name="T5" fmla="*/ 0 h 284"/>
              <a:gd name="T6" fmla="*/ 3592 w 3592"/>
              <a:gd name="T7" fmla="*/ 282 h 284"/>
              <a:gd name="T8" fmla="*/ 0 w 3592"/>
              <a:gd name="T9" fmla="*/ 284 h 284"/>
            </a:gdLst>
            <a:ahLst/>
            <a:cxnLst>
              <a:cxn ang="0">
                <a:pos x="T0" y="T1"/>
              </a:cxn>
              <a:cxn ang="0">
                <a:pos x="T2" y="T3"/>
              </a:cxn>
              <a:cxn ang="0">
                <a:pos x="T4" y="T5"/>
              </a:cxn>
              <a:cxn ang="0">
                <a:pos x="T6" y="T7"/>
              </a:cxn>
              <a:cxn ang="0">
                <a:pos x="T8" y="T9"/>
              </a:cxn>
            </a:cxnLst>
            <a:rect l="0" t="0" r="r" b="b"/>
            <a:pathLst>
              <a:path w="3592" h="284">
                <a:moveTo>
                  <a:pt x="0" y="284"/>
                </a:moveTo>
                <a:lnTo>
                  <a:pt x="1354" y="0"/>
                </a:lnTo>
                <a:lnTo>
                  <a:pt x="2044" y="0"/>
                </a:lnTo>
                <a:lnTo>
                  <a:pt x="3592" y="282"/>
                </a:lnTo>
                <a:lnTo>
                  <a:pt x="0" y="284"/>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5065" name="Rectangle 2"/>
          <p:cNvSpPr>
            <a:spLocks noGrp="1" noChangeArrowheads="1"/>
          </p:cNvSpPr>
          <p:nvPr>
            <p:ph type="title"/>
          </p:nvPr>
        </p:nvSpPr>
        <p:spPr/>
        <p:txBody>
          <a:bodyPr/>
          <a:lstStyle/>
          <a:p>
            <a:pPr algn="ctr"/>
            <a:r>
              <a:rPr lang="en-US" altLang="zh-CN" smtClean="0">
                <a:ea typeface="黑体" panose="02010609060101010101" pitchFamily="49" charset="-122"/>
              </a:rPr>
              <a:t>Get-request </a:t>
            </a:r>
            <a:r>
              <a:rPr lang="zh-CN" altLang="zh-CN" smtClean="0">
                <a:ea typeface="黑体" panose="02010609060101010101" pitchFamily="49" charset="-122"/>
              </a:rPr>
              <a:t>报文 </a:t>
            </a:r>
            <a:r>
              <a:rPr lang="en-US" altLang="zh-CN" smtClean="0">
                <a:ea typeface="黑体" panose="02010609060101010101" pitchFamily="49" charset="-122"/>
              </a:rPr>
              <a:t>ASN.1 </a:t>
            </a:r>
            <a:r>
              <a:rPr lang="zh-CN" altLang="zh-CN" smtClean="0">
                <a:ea typeface="黑体" panose="02010609060101010101" pitchFamily="49" charset="-122"/>
              </a:rPr>
              <a:t>编码</a:t>
            </a:r>
          </a:p>
        </p:txBody>
      </p:sp>
      <p:sp>
        <p:nvSpPr>
          <p:cNvPr id="1965066" name="Rectangle 192"/>
          <p:cNvSpPr>
            <a:spLocks noChangeArrowheads="1"/>
          </p:cNvSpPr>
          <p:nvPr/>
        </p:nvSpPr>
        <p:spPr bwMode="auto">
          <a:xfrm>
            <a:off x="3278188" y="4948238"/>
            <a:ext cx="5305425" cy="5905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067" name="Text Box 118"/>
          <p:cNvSpPr txBox="1">
            <a:spLocks noChangeArrowheads="1"/>
          </p:cNvSpPr>
          <p:nvPr/>
        </p:nvSpPr>
        <p:spPr bwMode="auto">
          <a:xfrm>
            <a:off x="5872163" y="4929188"/>
            <a:ext cx="2441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dirty="0">
                <a:solidFill>
                  <a:srgbClr val="000099"/>
                </a:solidFill>
                <a:latin typeface="Times New Roman" panose="02020603050405020304" pitchFamily="18" charset="0"/>
                <a:ea typeface="宋体" panose="02010600030101010101" pitchFamily="2" charset="-122"/>
              </a:rPr>
              <a:t>                                 </a:t>
            </a:r>
            <a:r>
              <a:rPr lang="en-US" altLang="zh-CN" sz="1600" b="1" dirty="0">
                <a:solidFill>
                  <a:srgbClr val="000099"/>
                </a:solidFill>
                <a:latin typeface="Times New Roman" panose="02020603050405020304" pitchFamily="18" charset="0"/>
                <a:ea typeface="宋体" panose="02010600030101010101" pitchFamily="2" charset="-122"/>
              </a:rPr>
              <a:t>V</a:t>
            </a:r>
          </a:p>
          <a:p>
            <a:r>
              <a:rPr lang="en-US" altLang="zh-CN" sz="1600" b="1" dirty="0">
                <a:solidFill>
                  <a:srgbClr val="000099"/>
                </a:solidFill>
                <a:latin typeface="Times New Roman" panose="02020603050405020304" pitchFamily="18" charset="0"/>
                <a:ea typeface="宋体" panose="02010600030101010101" pitchFamily="2" charset="-122"/>
              </a:rPr>
              <a:t>01 03 06 01 02 01 01 01 00</a:t>
            </a:r>
          </a:p>
        </p:txBody>
      </p:sp>
      <p:sp>
        <p:nvSpPr>
          <p:cNvPr id="1965068" name="Text Box 119"/>
          <p:cNvSpPr txBox="1">
            <a:spLocks noChangeArrowheads="1"/>
          </p:cNvSpPr>
          <p:nvPr/>
        </p:nvSpPr>
        <p:spPr bwMode="auto">
          <a:xfrm>
            <a:off x="5478463" y="4929188"/>
            <a:ext cx="388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09</a:t>
            </a:r>
          </a:p>
        </p:txBody>
      </p:sp>
      <p:sp>
        <p:nvSpPr>
          <p:cNvPr id="1965069" name="Text Box 120"/>
          <p:cNvSpPr txBox="1">
            <a:spLocks noChangeArrowheads="1"/>
          </p:cNvSpPr>
          <p:nvPr/>
        </p:nvSpPr>
        <p:spPr bwMode="auto">
          <a:xfrm>
            <a:off x="3206750" y="4929188"/>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dirty="0">
                <a:solidFill>
                  <a:srgbClr val="000099"/>
                </a:solidFill>
                <a:latin typeface="Times New Roman" panose="02020603050405020304" pitchFamily="18" charset="0"/>
                <a:ea typeface="宋体" panose="02010600030101010101" pitchFamily="2" charset="-122"/>
              </a:rPr>
              <a:t>                 T</a:t>
            </a:r>
          </a:p>
          <a:p>
            <a:r>
              <a:rPr lang="en-US" altLang="zh-CN" sz="1600" b="1" dirty="0">
                <a:solidFill>
                  <a:srgbClr val="000099"/>
                </a:solidFill>
                <a:latin typeface="Times New Roman" panose="02020603050405020304" pitchFamily="18" charset="0"/>
                <a:ea typeface="宋体" panose="02010600030101010101" pitchFamily="2" charset="-122"/>
              </a:rPr>
              <a:t>OBJECT IDENTIFIER</a:t>
            </a:r>
          </a:p>
        </p:txBody>
      </p:sp>
      <p:sp>
        <p:nvSpPr>
          <p:cNvPr id="1965070" name="Text Box 121"/>
          <p:cNvSpPr txBox="1">
            <a:spLocks noChangeArrowheads="1"/>
          </p:cNvSpPr>
          <p:nvPr/>
        </p:nvSpPr>
        <p:spPr bwMode="auto">
          <a:xfrm>
            <a:off x="8586788" y="4929188"/>
            <a:ext cx="752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NULL</a:t>
            </a:r>
          </a:p>
        </p:txBody>
      </p:sp>
      <p:sp>
        <p:nvSpPr>
          <p:cNvPr id="1965071" name="Text Box 122"/>
          <p:cNvSpPr txBox="1">
            <a:spLocks noChangeArrowheads="1"/>
          </p:cNvSpPr>
          <p:nvPr/>
        </p:nvSpPr>
        <p:spPr bwMode="auto">
          <a:xfrm>
            <a:off x="9388475" y="49291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00</a:t>
            </a:r>
          </a:p>
        </p:txBody>
      </p:sp>
      <p:sp>
        <p:nvSpPr>
          <p:cNvPr id="1965072" name="Text Box 123"/>
          <p:cNvSpPr txBox="1">
            <a:spLocks noChangeArrowheads="1"/>
          </p:cNvSpPr>
          <p:nvPr/>
        </p:nvSpPr>
        <p:spPr bwMode="auto">
          <a:xfrm>
            <a:off x="5818188"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01</a:t>
            </a:r>
          </a:p>
        </p:txBody>
      </p:sp>
      <p:sp>
        <p:nvSpPr>
          <p:cNvPr id="1965073" name="Text Box 124"/>
          <p:cNvSpPr txBox="1">
            <a:spLocks noChangeArrowheads="1"/>
          </p:cNvSpPr>
          <p:nvPr/>
        </p:nvSpPr>
        <p:spPr bwMode="auto">
          <a:xfrm>
            <a:off x="6062663" y="3927475"/>
            <a:ext cx="13096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SEQUENCE</a:t>
            </a:r>
          </a:p>
        </p:txBody>
      </p:sp>
      <p:sp>
        <p:nvSpPr>
          <p:cNvPr id="1965074" name="Text Box 125"/>
          <p:cNvSpPr txBox="1">
            <a:spLocks noChangeArrowheads="1"/>
          </p:cNvSpPr>
          <p:nvPr/>
        </p:nvSpPr>
        <p:spPr bwMode="auto">
          <a:xfrm>
            <a:off x="7421563" y="3927475"/>
            <a:ext cx="434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0D</a:t>
            </a:r>
          </a:p>
        </p:txBody>
      </p:sp>
      <p:sp>
        <p:nvSpPr>
          <p:cNvPr id="1965075" name="Text Box 130"/>
          <p:cNvSpPr txBox="1">
            <a:spLocks noChangeArrowheads="1"/>
          </p:cNvSpPr>
          <p:nvPr/>
        </p:nvSpPr>
        <p:spPr bwMode="auto">
          <a:xfrm>
            <a:off x="8197850" y="2973388"/>
            <a:ext cx="412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0F</a:t>
            </a:r>
          </a:p>
        </p:txBody>
      </p:sp>
      <p:sp>
        <p:nvSpPr>
          <p:cNvPr id="1965076" name="Text Box 131"/>
          <p:cNvSpPr txBox="1">
            <a:spLocks noChangeArrowheads="1"/>
          </p:cNvSpPr>
          <p:nvPr/>
        </p:nvSpPr>
        <p:spPr bwMode="auto">
          <a:xfrm>
            <a:off x="1303338"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04</a:t>
            </a:r>
          </a:p>
        </p:txBody>
      </p:sp>
      <p:sp>
        <p:nvSpPr>
          <p:cNvPr id="1965077" name="Text Box 132"/>
          <p:cNvSpPr txBox="1">
            <a:spLocks noChangeArrowheads="1"/>
          </p:cNvSpPr>
          <p:nvPr/>
        </p:nvSpPr>
        <p:spPr bwMode="auto">
          <a:xfrm>
            <a:off x="3035300" y="2973388"/>
            <a:ext cx="1128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dirty="0">
                <a:solidFill>
                  <a:srgbClr val="000099"/>
                </a:solidFill>
                <a:latin typeface="Times New Roman" panose="02020603050405020304" pitchFamily="18" charset="0"/>
                <a:ea typeface="宋体" panose="02010600030101010101" pitchFamily="2" charset="-122"/>
              </a:rPr>
              <a:t>       T</a:t>
            </a:r>
          </a:p>
          <a:p>
            <a:r>
              <a:rPr lang="en-US" altLang="zh-CN" sz="1600" b="1" dirty="0">
                <a:solidFill>
                  <a:srgbClr val="000099"/>
                </a:solidFill>
                <a:latin typeface="Times New Roman" panose="02020603050405020304" pitchFamily="18" charset="0"/>
                <a:ea typeface="宋体" panose="02010600030101010101" pitchFamily="2" charset="-122"/>
              </a:rPr>
              <a:t>INTEGER</a:t>
            </a:r>
          </a:p>
        </p:txBody>
      </p:sp>
      <p:sp>
        <p:nvSpPr>
          <p:cNvPr id="1965078" name="Text Box 133"/>
          <p:cNvSpPr txBox="1">
            <a:spLocks noChangeArrowheads="1"/>
          </p:cNvSpPr>
          <p:nvPr/>
        </p:nvSpPr>
        <p:spPr bwMode="auto">
          <a:xfrm>
            <a:off x="4103688"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dirty="0">
                <a:solidFill>
                  <a:srgbClr val="000099"/>
                </a:solidFill>
                <a:latin typeface="Times New Roman" panose="02020603050405020304" pitchFamily="18" charset="0"/>
                <a:ea typeface="宋体" panose="02010600030101010101" pitchFamily="2" charset="-122"/>
              </a:rPr>
              <a:t>  </a:t>
            </a:r>
            <a:r>
              <a:rPr lang="en-US" altLang="zh-CN" sz="1600" b="1" dirty="0">
                <a:solidFill>
                  <a:srgbClr val="000099"/>
                </a:solidFill>
                <a:latin typeface="Times New Roman" panose="02020603050405020304" pitchFamily="18" charset="0"/>
                <a:ea typeface="宋体" panose="02010600030101010101" pitchFamily="2" charset="-122"/>
              </a:rPr>
              <a:t>L</a:t>
            </a:r>
          </a:p>
          <a:p>
            <a:r>
              <a:rPr lang="en-US" altLang="zh-CN" sz="1600" b="1" dirty="0">
                <a:solidFill>
                  <a:srgbClr val="000099"/>
                </a:solidFill>
                <a:latin typeface="Times New Roman" panose="02020603050405020304" pitchFamily="18" charset="0"/>
                <a:ea typeface="宋体" panose="02010600030101010101" pitchFamily="2" charset="-122"/>
              </a:rPr>
              <a:t>01</a:t>
            </a:r>
          </a:p>
        </p:txBody>
      </p:sp>
      <p:sp>
        <p:nvSpPr>
          <p:cNvPr id="1965079" name="Rectangle 136"/>
          <p:cNvSpPr>
            <a:spLocks noChangeArrowheads="1"/>
          </p:cNvSpPr>
          <p:nvPr/>
        </p:nvSpPr>
        <p:spPr bwMode="auto">
          <a:xfrm>
            <a:off x="2857500" y="2362200"/>
            <a:ext cx="6215063" cy="358775"/>
          </a:xfrm>
          <a:prstGeom prst="rect">
            <a:avLst/>
          </a:prstGeom>
          <a:solidFill>
            <a:srgbClr val="FFFF99"/>
          </a:solidFill>
          <a:ln w="19050">
            <a:solidFill>
              <a:schemeClr val="tx2"/>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65080" name="Line 137"/>
          <p:cNvSpPr>
            <a:spLocks noChangeShapeType="1"/>
          </p:cNvSpPr>
          <p:nvPr/>
        </p:nvSpPr>
        <p:spPr bwMode="auto">
          <a:xfrm>
            <a:off x="4214813" y="2362200"/>
            <a:ext cx="3175"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1" name="Line 138"/>
          <p:cNvSpPr>
            <a:spLocks noChangeShapeType="1"/>
          </p:cNvSpPr>
          <p:nvPr/>
        </p:nvSpPr>
        <p:spPr bwMode="auto">
          <a:xfrm>
            <a:off x="5672138" y="2362200"/>
            <a:ext cx="1587"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2" name="Line 139"/>
          <p:cNvSpPr>
            <a:spLocks noChangeShapeType="1"/>
          </p:cNvSpPr>
          <p:nvPr/>
        </p:nvSpPr>
        <p:spPr bwMode="auto">
          <a:xfrm>
            <a:off x="7131050" y="2362200"/>
            <a:ext cx="1588"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3" name="Text Box 141"/>
          <p:cNvSpPr txBox="1">
            <a:spLocks noChangeArrowheads="1"/>
          </p:cNvSpPr>
          <p:nvPr/>
        </p:nvSpPr>
        <p:spPr bwMode="auto">
          <a:xfrm>
            <a:off x="2954338" y="2344738"/>
            <a:ext cx="1073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request-id</a:t>
            </a:r>
          </a:p>
        </p:txBody>
      </p:sp>
      <p:sp>
        <p:nvSpPr>
          <p:cNvPr id="1965084" name="Text Box 142"/>
          <p:cNvSpPr txBox="1">
            <a:spLocks noChangeArrowheads="1"/>
          </p:cNvSpPr>
          <p:nvPr/>
        </p:nvSpPr>
        <p:spPr bwMode="auto">
          <a:xfrm>
            <a:off x="4313238" y="2344738"/>
            <a:ext cx="12255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error-status</a:t>
            </a:r>
          </a:p>
        </p:txBody>
      </p:sp>
      <p:sp>
        <p:nvSpPr>
          <p:cNvPr id="1965085" name="Text Box 143"/>
          <p:cNvSpPr txBox="1">
            <a:spLocks noChangeArrowheads="1"/>
          </p:cNvSpPr>
          <p:nvPr/>
        </p:nvSpPr>
        <p:spPr bwMode="auto">
          <a:xfrm>
            <a:off x="5770563" y="2344738"/>
            <a:ext cx="11890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error-index</a:t>
            </a:r>
          </a:p>
        </p:txBody>
      </p:sp>
      <p:sp>
        <p:nvSpPr>
          <p:cNvPr id="1965086" name="Text Box 144"/>
          <p:cNvSpPr txBox="1">
            <a:spLocks noChangeArrowheads="1"/>
          </p:cNvSpPr>
          <p:nvPr/>
        </p:nvSpPr>
        <p:spPr bwMode="auto">
          <a:xfrm>
            <a:off x="7226300" y="2344738"/>
            <a:ext cx="1727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variable-bindings</a:t>
            </a:r>
          </a:p>
        </p:txBody>
      </p:sp>
      <p:sp>
        <p:nvSpPr>
          <p:cNvPr id="1965087" name="Line 145"/>
          <p:cNvSpPr>
            <a:spLocks noChangeShapeType="1"/>
          </p:cNvSpPr>
          <p:nvPr/>
        </p:nvSpPr>
        <p:spPr bwMode="auto">
          <a:xfrm flipH="1">
            <a:off x="4800600" y="2989263"/>
            <a:ext cx="0" cy="582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8" name="Line 146"/>
          <p:cNvSpPr>
            <a:spLocks noChangeShapeType="1"/>
          </p:cNvSpPr>
          <p:nvPr/>
        </p:nvSpPr>
        <p:spPr bwMode="auto">
          <a:xfrm>
            <a:off x="3098800" y="2989263"/>
            <a:ext cx="0" cy="604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9" name="Line 147"/>
          <p:cNvSpPr>
            <a:spLocks noChangeShapeType="1"/>
          </p:cNvSpPr>
          <p:nvPr/>
        </p:nvSpPr>
        <p:spPr bwMode="auto">
          <a:xfrm flipH="1">
            <a:off x="1266825" y="2989263"/>
            <a:ext cx="4763" cy="596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0" name="Line 148"/>
          <p:cNvSpPr>
            <a:spLocks noChangeShapeType="1"/>
          </p:cNvSpPr>
          <p:nvPr/>
        </p:nvSpPr>
        <p:spPr bwMode="auto">
          <a:xfrm>
            <a:off x="1755775" y="2989263"/>
            <a:ext cx="0" cy="593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1" name="Line 149"/>
          <p:cNvSpPr>
            <a:spLocks noChangeShapeType="1"/>
          </p:cNvSpPr>
          <p:nvPr/>
        </p:nvSpPr>
        <p:spPr bwMode="auto">
          <a:xfrm>
            <a:off x="8197850" y="2989263"/>
            <a:ext cx="0" cy="593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2" name="Line 150"/>
          <p:cNvSpPr>
            <a:spLocks noChangeShapeType="1"/>
          </p:cNvSpPr>
          <p:nvPr/>
        </p:nvSpPr>
        <p:spPr bwMode="auto">
          <a:xfrm>
            <a:off x="8683625" y="2989263"/>
            <a:ext cx="0" cy="604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3" name="Text Box 151"/>
          <p:cNvSpPr txBox="1">
            <a:spLocks noChangeArrowheads="1"/>
          </p:cNvSpPr>
          <p:nvPr/>
        </p:nvSpPr>
        <p:spPr bwMode="auto">
          <a:xfrm>
            <a:off x="138113" y="2973388"/>
            <a:ext cx="11287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dirty="0">
                <a:solidFill>
                  <a:srgbClr val="000099"/>
                </a:solidFill>
                <a:latin typeface="Times New Roman" panose="02020603050405020304" pitchFamily="18" charset="0"/>
                <a:ea typeface="宋体" panose="02010600030101010101" pitchFamily="2" charset="-122"/>
              </a:rPr>
              <a:t>       T</a:t>
            </a:r>
          </a:p>
          <a:p>
            <a:r>
              <a:rPr lang="en-US" altLang="zh-CN" sz="1600" b="1" dirty="0">
                <a:solidFill>
                  <a:srgbClr val="000099"/>
                </a:solidFill>
                <a:latin typeface="Times New Roman" panose="02020603050405020304" pitchFamily="18" charset="0"/>
                <a:ea typeface="宋体" panose="02010600030101010101" pitchFamily="2" charset="-122"/>
              </a:rPr>
              <a:t>INTEGER</a:t>
            </a:r>
          </a:p>
        </p:txBody>
      </p:sp>
      <p:sp>
        <p:nvSpPr>
          <p:cNvPr id="1965094" name="Text Box 152"/>
          <p:cNvSpPr txBox="1">
            <a:spLocks noChangeArrowheads="1"/>
          </p:cNvSpPr>
          <p:nvPr/>
        </p:nvSpPr>
        <p:spPr bwMode="auto">
          <a:xfrm>
            <a:off x="1765300" y="2973388"/>
            <a:ext cx="1214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dirty="0">
                <a:solidFill>
                  <a:srgbClr val="000099"/>
                </a:solidFill>
                <a:latin typeface="Times New Roman" panose="02020603050405020304" pitchFamily="18" charset="0"/>
                <a:ea typeface="宋体" panose="02010600030101010101" pitchFamily="2" charset="-122"/>
              </a:rPr>
              <a:t>                </a:t>
            </a:r>
            <a:r>
              <a:rPr lang="en-US" altLang="zh-CN" sz="1600" b="1" dirty="0">
                <a:solidFill>
                  <a:srgbClr val="000099"/>
                </a:solidFill>
                <a:latin typeface="Times New Roman" panose="02020603050405020304" pitchFamily="18" charset="0"/>
                <a:ea typeface="宋体" panose="02010600030101010101" pitchFamily="2" charset="-122"/>
              </a:rPr>
              <a:t>V</a:t>
            </a:r>
          </a:p>
          <a:p>
            <a:r>
              <a:rPr lang="en-US" altLang="zh-CN" sz="1600" b="1" dirty="0">
                <a:solidFill>
                  <a:srgbClr val="000099"/>
                </a:solidFill>
                <a:latin typeface="Times New Roman" panose="02020603050405020304" pitchFamily="18" charset="0"/>
                <a:ea typeface="宋体" panose="02010600030101010101" pitchFamily="2" charset="-122"/>
              </a:rPr>
              <a:t>05 AE 56 02</a:t>
            </a:r>
          </a:p>
        </p:txBody>
      </p:sp>
      <p:sp>
        <p:nvSpPr>
          <p:cNvPr id="1965095" name="Text Box 153"/>
          <p:cNvSpPr txBox="1">
            <a:spLocks noChangeArrowheads="1"/>
          </p:cNvSpPr>
          <p:nvPr/>
        </p:nvSpPr>
        <p:spPr bwMode="auto">
          <a:xfrm>
            <a:off x="4435475"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V</a:t>
            </a:r>
          </a:p>
          <a:p>
            <a:r>
              <a:rPr lang="en-US" altLang="zh-CN" sz="1600" b="1">
                <a:solidFill>
                  <a:srgbClr val="000099"/>
                </a:solidFill>
                <a:latin typeface="Times New Roman" panose="02020603050405020304" pitchFamily="18" charset="0"/>
                <a:ea typeface="宋体" panose="02010600030101010101" pitchFamily="2" charset="-122"/>
              </a:rPr>
              <a:t>00</a:t>
            </a:r>
          </a:p>
        </p:txBody>
      </p:sp>
      <p:sp>
        <p:nvSpPr>
          <p:cNvPr id="1965096" name="Text Box 154"/>
          <p:cNvSpPr txBox="1">
            <a:spLocks noChangeArrowheads="1"/>
          </p:cNvSpPr>
          <p:nvPr/>
        </p:nvSpPr>
        <p:spPr bwMode="auto">
          <a:xfrm>
            <a:off x="6477000" y="2973388"/>
            <a:ext cx="1690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SEQUENCE OF </a:t>
            </a:r>
          </a:p>
        </p:txBody>
      </p:sp>
      <p:sp>
        <p:nvSpPr>
          <p:cNvPr id="1965097" name="Line 155"/>
          <p:cNvSpPr>
            <a:spLocks noChangeShapeType="1"/>
          </p:cNvSpPr>
          <p:nvPr/>
        </p:nvSpPr>
        <p:spPr bwMode="auto">
          <a:xfrm>
            <a:off x="4137025" y="2989263"/>
            <a:ext cx="0" cy="604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8" name="Line 156"/>
          <p:cNvSpPr>
            <a:spLocks noChangeShapeType="1"/>
          </p:cNvSpPr>
          <p:nvPr/>
        </p:nvSpPr>
        <p:spPr bwMode="auto">
          <a:xfrm>
            <a:off x="4492625" y="2989263"/>
            <a:ext cx="0" cy="582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9" name="Text Box 157"/>
          <p:cNvSpPr txBox="1">
            <a:spLocks noChangeArrowheads="1"/>
          </p:cNvSpPr>
          <p:nvPr/>
        </p:nvSpPr>
        <p:spPr bwMode="auto">
          <a:xfrm>
            <a:off x="4749800" y="2973388"/>
            <a:ext cx="1128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INTEGER</a:t>
            </a:r>
          </a:p>
        </p:txBody>
      </p:sp>
      <p:sp>
        <p:nvSpPr>
          <p:cNvPr id="1965100" name="Line 158"/>
          <p:cNvSpPr>
            <a:spLocks noChangeShapeType="1"/>
          </p:cNvSpPr>
          <p:nvPr/>
        </p:nvSpPr>
        <p:spPr bwMode="auto">
          <a:xfrm>
            <a:off x="6538913" y="3000375"/>
            <a:ext cx="0" cy="5826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1" name="Text Box 159"/>
          <p:cNvSpPr txBox="1">
            <a:spLocks noChangeArrowheads="1"/>
          </p:cNvSpPr>
          <p:nvPr/>
        </p:nvSpPr>
        <p:spPr bwMode="auto">
          <a:xfrm>
            <a:off x="6149975"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V</a:t>
            </a:r>
          </a:p>
          <a:p>
            <a:r>
              <a:rPr lang="en-US" altLang="zh-CN" sz="1600" b="1">
                <a:solidFill>
                  <a:srgbClr val="000099"/>
                </a:solidFill>
                <a:latin typeface="Times New Roman" panose="02020603050405020304" pitchFamily="18" charset="0"/>
                <a:ea typeface="宋体" panose="02010600030101010101" pitchFamily="2" charset="-122"/>
              </a:rPr>
              <a:t>00</a:t>
            </a:r>
          </a:p>
        </p:txBody>
      </p:sp>
      <p:sp>
        <p:nvSpPr>
          <p:cNvPr id="1965102" name="Line 160"/>
          <p:cNvSpPr>
            <a:spLocks noChangeShapeType="1"/>
          </p:cNvSpPr>
          <p:nvPr/>
        </p:nvSpPr>
        <p:spPr bwMode="auto">
          <a:xfrm>
            <a:off x="5851525" y="2989263"/>
            <a:ext cx="0" cy="582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3" name="Line 161"/>
          <p:cNvSpPr>
            <a:spLocks noChangeShapeType="1"/>
          </p:cNvSpPr>
          <p:nvPr/>
        </p:nvSpPr>
        <p:spPr bwMode="auto">
          <a:xfrm>
            <a:off x="6207125" y="2989263"/>
            <a:ext cx="0" cy="593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4" name="Line 162"/>
          <p:cNvSpPr>
            <a:spLocks noChangeShapeType="1"/>
          </p:cNvSpPr>
          <p:nvPr/>
        </p:nvSpPr>
        <p:spPr bwMode="auto">
          <a:xfrm flipV="1">
            <a:off x="203200" y="2720975"/>
            <a:ext cx="2654300" cy="265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5" name="Line 163"/>
          <p:cNvSpPr>
            <a:spLocks noChangeShapeType="1"/>
          </p:cNvSpPr>
          <p:nvPr/>
        </p:nvSpPr>
        <p:spPr bwMode="auto">
          <a:xfrm flipV="1">
            <a:off x="3098800" y="2720975"/>
            <a:ext cx="1119188" cy="260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6" name="Line 164"/>
          <p:cNvSpPr>
            <a:spLocks noChangeShapeType="1"/>
          </p:cNvSpPr>
          <p:nvPr/>
        </p:nvSpPr>
        <p:spPr bwMode="auto">
          <a:xfrm flipV="1">
            <a:off x="4800600" y="2720975"/>
            <a:ext cx="873125" cy="268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7" name="Line 165"/>
          <p:cNvSpPr>
            <a:spLocks noChangeShapeType="1"/>
          </p:cNvSpPr>
          <p:nvPr/>
        </p:nvSpPr>
        <p:spPr bwMode="auto">
          <a:xfrm flipV="1">
            <a:off x="6532563" y="2720975"/>
            <a:ext cx="598487" cy="268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8" name="Rectangle 199"/>
          <p:cNvSpPr>
            <a:spLocks noChangeArrowheads="1"/>
          </p:cNvSpPr>
          <p:nvPr/>
        </p:nvSpPr>
        <p:spPr bwMode="auto">
          <a:xfrm>
            <a:off x="8686800" y="2995613"/>
            <a:ext cx="958850" cy="596900"/>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109" name="Text Box 166"/>
          <p:cNvSpPr txBox="1">
            <a:spLocks noChangeArrowheads="1"/>
          </p:cNvSpPr>
          <p:nvPr/>
        </p:nvSpPr>
        <p:spPr bwMode="auto">
          <a:xfrm>
            <a:off x="8639175" y="3097213"/>
            <a:ext cx="9286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VarBind</a:t>
            </a:r>
          </a:p>
        </p:txBody>
      </p:sp>
      <p:sp>
        <p:nvSpPr>
          <p:cNvPr id="1965110" name="Line 167"/>
          <p:cNvSpPr>
            <a:spLocks noChangeShapeType="1"/>
          </p:cNvSpPr>
          <p:nvPr/>
        </p:nvSpPr>
        <p:spPr bwMode="auto">
          <a:xfrm>
            <a:off x="9072563" y="2720975"/>
            <a:ext cx="582612" cy="284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1" name="Line 169"/>
          <p:cNvSpPr>
            <a:spLocks noChangeShapeType="1"/>
          </p:cNvSpPr>
          <p:nvPr/>
        </p:nvSpPr>
        <p:spPr bwMode="auto">
          <a:xfrm>
            <a:off x="7421563" y="3956050"/>
            <a:ext cx="0" cy="608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2" name="Line 170"/>
          <p:cNvSpPr>
            <a:spLocks noChangeShapeType="1"/>
          </p:cNvSpPr>
          <p:nvPr/>
        </p:nvSpPr>
        <p:spPr bwMode="auto">
          <a:xfrm flipV="1">
            <a:off x="6069013" y="3597275"/>
            <a:ext cx="2611437" cy="365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3" name="Line 171"/>
          <p:cNvSpPr>
            <a:spLocks noChangeShapeType="1"/>
          </p:cNvSpPr>
          <p:nvPr/>
        </p:nvSpPr>
        <p:spPr bwMode="auto">
          <a:xfrm>
            <a:off x="9642475" y="3597275"/>
            <a:ext cx="0"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4" name="Rectangle 172"/>
          <p:cNvSpPr>
            <a:spLocks noChangeArrowheads="1"/>
          </p:cNvSpPr>
          <p:nvPr/>
        </p:nvSpPr>
        <p:spPr bwMode="auto">
          <a:xfrm>
            <a:off x="3276600" y="4940300"/>
            <a:ext cx="6572250" cy="627063"/>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965115" name="Line 173"/>
          <p:cNvSpPr>
            <a:spLocks noChangeShapeType="1"/>
          </p:cNvSpPr>
          <p:nvPr/>
        </p:nvSpPr>
        <p:spPr bwMode="auto">
          <a:xfrm>
            <a:off x="8586788" y="4940300"/>
            <a:ext cx="0" cy="627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6" name="Line 174"/>
          <p:cNvSpPr>
            <a:spLocks noChangeShapeType="1"/>
          </p:cNvSpPr>
          <p:nvPr/>
        </p:nvSpPr>
        <p:spPr bwMode="auto">
          <a:xfrm>
            <a:off x="5480050" y="4940300"/>
            <a:ext cx="0" cy="627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7" name="Rectangle 201"/>
          <p:cNvSpPr>
            <a:spLocks noChangeArrowheads="1"/>
          </p:cNvSpPr>
          <p:nvPr/>
        </p:nvSpPr>
        <p:spPr bwMode="auto">
          <a:xfrm>
            <a:off x="3938588" y="1355725"/>
            <a:ext cx="619125" cy="53816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118" name="Line 175"/>
          <p:cNvSpPr>
            <a:spLocks noChangeShapeType="1"/>
          </p:cNvSpPr>
          <p:nvPr/>
        </p:nvSpPr>
        <p:spPr bwMode="auto">
          <a:xfrm>
            <a:off x="5938838" y="4940300"/>
            <a:ext cx="0" cy="627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9" name="Line 176"/>
          <p:cNvSpPr>
            <a:spLocks noChangeShapeType="1"/>
          </p:cNvSpPr>
          <p:nvPr/>
        </p:nvSpPr>
        <p:spPr bwMode="auto">
          <a:xfrm>
            <a:off x="9421813" y="4940300"/>
            <a:ext cx="0" cy="627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20" name="Rectangle 202"/>
          <p:cNvSpPr>
            <a:spLocks noChangeArrowheads="1"/>
          </p:cNvSpPr>
          <p:nvPr/>
        </p:nvSpPr>
        <p:spPr bwMode="auto">
          <a:xfrm>
            <a:off x="4575175" y="1365250"/>
            <a:ext cx="619125" cy="52863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121" name="Text Box 127"/>
          <p:cNvSpPr txBox="1">
            <a:spLocks noChangeArrowheads="1"/>
          </p:cNvSpPr>
          <p:nvPr/>
        </p:nvSpPr>
        <p:spPr bwMode="auto">
          <a:xfrm>
            <a:off x="4011613" y="1336675"/>
            <a:ext cx="4333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A0</a:t>
            </a:r>
          </a:p>
        </p:txBody>
      </p:sp>
      <p:sp>
        <p:nvSpPr>
          <p:cNvPr id="1965122" name="Rectangle 189"/>
          <p:cNvSpPr>
            <a:spLocks noChangeArrowheads="1"/>
          </p:cNvSpPr>
          <p:nvPr/>
        </p:nvSpPr>
        <p:spPr bwMode="auto">
          <a:xfrm>
            <a:off x="5208588" y="1370013"/>
            <a:ext cx="1176337" cy="523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123" name="Text Box 128"/>
          <p:cNvSpPr txBox="1">
            <a:spLocks noChangeArrowheads="1"/>
          </p:cNvSpPr>
          <p:nvPr/>
        </p:nvSpPr>
        <p:spPr bwMode="auto">
          <a:xfrm>
            <a:off x="4613275" y="1336675"/>
            <a:ext cx="434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1D</a:t>
            </a:r>
          </a:p>
        </p:txBody>
      </p:sp>
      <p:sp>
        <p:nvSpPr>
          <p:cNvPr id="1965124" name="Text Box 129"/>
          <p:cNvSpPr txBox="1">
            <a:spLocks noChangeArrowheads="1"/>
          </p:cNvSpPr>
          <p:nvPr/>
        </p:nvSpPr>
        <p:spPr bwMode="auto">
          <a:xfrm>
            <a:off x="5184775" y="1336675"/>
            <a:ext cx="1212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b="1" dirty="0" err="1">
                <a:solidFill>
                  <a:srgbClr val="000099"/>
                </a:solidFill>
                <a:latin typeface="Times New Roman" panose="02020603050405020304" pitchFamily="18" charset="0"/>
                <a:ea typeface="宋体" panose="02010600030101010101" pitchFamily="2" charset="-122"/>
              </a:rPr>
              <a:t>GetRequest</a:t>
            </a:r>
            <a:endParaRPr lang="en-US" altLang="zh-CN" sz="1600" b="1" dirty="0">
              <a:solidFill>
                <a:srgbClr val="000099"/>
              </a:solidFill>
              <a:latin typeface="Times New Roman" panose="02020603050405020304" pitchFamily="18" charset="0"/>
              <a:ea typeface="宋体" panose="02010600030101010101" pitchFamily="2" charset="-122"/>
            </a:endParaRPr>
          </a:p>
          <a:p>
            <a:pPr algn="ctr"/>
            <a:r>
              <a:rPr lang="en-US" altLang="zh-CN" sz="1600" b="1" dirty="0">
                <a:solidFill>
                  <a:srgbClr val="000099"/>
                </a:solidFill>
                <a:latin typeface="Times New Roman" panose="02020603050405020304" pitchFamily="18" charset="0"/>
                <a:ea typeface="宋体" panose="02010600030101010101" pitchFamily="2" charset="-122"/>
              </a:rPr>
              <a:t>-PDU</a:t>
            </a:r>
          </a:p>
        </p:txBody>
      </p:sp>
      <p:sp>
        <p:nvSpPr>
          <p:cNvPr id="1965125" name="Rectangle 135"/>
          <p:cNvSpPr>
            <a:spLocks noChangeArrowheads="1"/>
          </p:cNvSpPr>
          <p:nvPr/>
        </p:nvSpPr>
        <p:spPr bwMode="auto">
          <a:xfrm>
            <a:off x="3919538" y="1358900"/>
            <a:ext cx="2478087" cy="538163"/>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965126" name="Line 177"/>
          <p:cNvSpPr>
            <a:spLocks noChangeShapeType="1"/>
          </p:cNvSpPr>
          <p:nvPr/>
        </p:nvSpPr>
        <p:spPr bwMode="auto">
          <a:xfrm>
            <a:off x="5203825" y="1362075"/>
            <a:ext cx="0" cy="534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27" name="Line 178"/>
          <p:cNvSpPr>
            <a:spLocks noChangeShapeType="1"/>
          </p:cNvSpPr>
          <p:nvPr/>
        </p:nvSpPr>
        <p:spPr bwMode="auto">
          <a:xfrm>
            <a:off x="4560888" y="1362075"/>
            <a:ext cx="0" cy="534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28" name="Line 179"/>
          <p:cNvSpPr>
            <a:spLocks noChangeShapeType="1"/>
          </p:cNvSpPr>
          <p:nvPr/>
        </p:nvSpPr>
        <p:spPr bwMode="auto">
          <a:xfrm>
            <a:off x="7907338" y="3956050"/>
            <a:ext cx="0" cy="608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29" name="Line 180"/>
          <p:cNvSpPr>
            <a:spLocks noChangeShapeType="1"/>
          </p:cNvSpPr>
          <p:nvPr/>
        </p:nvSpPr>
        <p:spPr bwMode="auto">
          <a:xfrm>
            <a:off x="8683625" y="3956050"/>
            <a:ext cx="0" cy="60801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30" name="Line 181"/>
          <p:cNvSpPr>
            <a:spLocks noChangeShapeType="1"/>
          </p:cNvSpPr>
          <p:nvPr/>
        </p:nvSpPr>
        <p:spPr bwMode="auto">
          <a:xfrm flipV="1">
            <a:off x="3276600" y="4567238"/>
            <a:ext cx="4630738" cy="369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31" name="Line 182"/>
          <p:cNvSpPr>
            <a:spLocks noChangeShapeType="1"/>
          </p:cNvSpPr>
          <p:nvPr/>
        </p:nvSpPr>
        <p:spPr bwMode="auto">
          <a:xfrm flipH="1">
            <a:off x="8602663" y="4552950"/>
            <a:ext cx="80962" cy="373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32" name="Line 183"/>
          <p:cNvSpPr>
            <a:spLocks noChangeShapeType="1"/>
          </p:cNvSpPr>
          <p:nvPr/>
        </p:nvSpPr>
        <p:spPr bwMode="auto">
          <a:xfrm>
            <a:off x="9655175" y="4567238"/>
            <a:ext cx="193675" cy="373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33" name="Text Box 184"/>
          <p:cNvSpPr txBox="1">
            <a:spLocks noChangeArrowheads="1"/>
          </p:cNvSpPr>
          <p:nvPr/>
        </p:nvSpPr>
        <p:spPr bwMode="auto">
          <a:xfrm>
            <a:off x="1700213" y="3532188"/>
            <a:ext cx="1360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latin typeface="Times New Roman" panose="02020603050405020304" pitchFamily="18" charset="0"/>
                <a:ea typeface="宋体" panose="02010600030101010101" pitchFamily="2" charset="-122"/>
              </a:rPr>
              <a:t>request-ID</a:t>
            </a:r>
          </a:p>
        </p:txBody>
      </p:sp>
      <p:sp>
        <p:nvSpPr>
          <p:cNvPr id="1965134" name="Text Box 185"/>
          <p:cNvSpPr txBox="1">
            <a:spLocks noChangeArrowheads="1"/>
          </p:cNvSpPr>
          <p:nvPr/>
        </p:nvSpPr>
        <p:spPr bwMode="auto">
          <a:xfrm>
            <a:off x="5938838" y="5538788"/>
            <a:ext cx="23383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1.  3.  6.  1.  2.  1.  7.  1.  0</a:t>
            </a:r>
          </a:p>
        </p:txBody>
      </p:sp>
      <p:sp>
        <p:nvSpPr>
          <p:cNvPr id="1965135" name="Text Box 186"/>
          <p:cNvSpPr txBox="1">
            <a:spLocks noChangeArrowheads="1"/>
          </p:cNvSpPr>
          <p:nvPr/>
        </p:nvSpPr>
        <p:spPr bwMode="auto">
          <a:xfrm>
            <a:off x="1385888" y="1384300"/>
            <a:ext cx="2460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latin typeface="Times New Roman" panose="02020603050405020304" pitchFamily="18" charset="0"/>
                <a:ea typeface="宋体" panose="02010600030101010101" pitchFamily="2" charset="-122"/>
              </a:rPr>
              <a:t>GetRequest-PDU</a:t>
            </a:r>
          </a:p>
        </p:txBody>
      </p:sp>
      <p:sp>
        <p:nvSpPr>
          <p:cNvPr id="1965136" name="Freeform 193"/>
          <p:cNvSpPr>
            <a:spLocks noChangeArrowheads="1"/>
          </p:cNvSpPr>
          <p:nvPr/>
        </p:nvSpPr>
        <p:spPr bwMode="auto">
          <a:xfrm>
            <a:off x="6084888" y="3589338"/>
            <a:ext cx="3581400" cy="361950"/>
          </a:xfrm>
          <a:custGeom>
            <a:avLst/>
            <a:gdLst>
              <a:gd name="T0" fmla="*/ 0 w 2082"/>
              <a:gd name="T1" fmla="*/ 228 h 228"/>
              <a:gd name="T2" fmla="*/ 1512 w 2082"/>
              <a:gd name="T3" fmla="*/ 0 h 228"/>
              <a:gd name="T4" fmla="*/ 2076 w 2082"/>
              <a:gd name="T5" fmla="*/ 6 h 228"/>
              <a:gd name="T6" fmla="*/ 2082 w 2082"/>
              <a:gd name="T7" fmla="*/ 222 h 228"/>
              <a:gd name="T8" fmla="*/ 0 w 2082"/>
              <a:gd name="T9" fmla="*/ 228 h 228"/>
            </a:gdLst>
            <a:ahLst/>
            <a:cxnLst>
              <a:cxn ang="0">
                <a:pos x="T0" y="T1"/>
              </a:cxn>
              <a:cxn ang="0">
                <a:pos x="T2" y="T3"/>
              </a:cxn>
              <a:cxn ang="0">
                <a:pos x="T4" y="T5"/>
              </a:cxn>
              <a:cxn ang="0">
                <a:pos x="T6" y="T7"/>
              </a:cxn>
              <a:cxn ang="0">
                <a:pos x="T8" y="T9"/>
              </a:cxn>
            </a:cxnLst>
            <a:rect l="0" t="0" r="r" b="b"/>
            <a:pathLst>
              <a:path w="2082" h="228">
                <a:moveTo>
                  <a:pt x="0" y="228"/>
                </a:moveTo>
                <a:lnTo>
                  <a:pt x="1512" y="0"/>
                </a:lnTo>
                <a:lnTo>
                  <a:pt x="2076" y="6"/>
                </a:lnTo>
                <a:lnTo>
                  <a:pt x="2082" y="222"/>
                </a:lnTo>
                <a:lnTo>
                  <a:pt x="0" y="228"/>
                </a:lnTo>
                <a:close/>
              </a:path>
            </a:pathLst>
          </a:custGeom>
          <a:gradFill rotWithShape="1">
            <a:gsLst>
              <a:gs pos="0">
                <a:srgbClr val="5E4776"/>
              </a:gs>
              <a:gs pos="100000">
                <a:srgbClr val="CC99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5137" name="Freeform 194"/>
          <p:cNvSpPr>
            <a:spLocks noChangeArrowheads="1"/>
          </p:cNvSpPr>
          <p:nvPr/>
        </p:nvSpPr>
        <p:spPr bwMode="auto">
          <a:xfrm>
            <a:off x="3259138" y="4560888"/>
            <a:ext cx="5416550" cy="381000"/>
          </a:xfrm>
          <a:custGeom>
            <a:avLst/>
            <a:gdLst>
              <a:gd name="T0" fmla="*/ 0 w 3149"/>
              <a:gd name="T1" fmla="*/ 237 h 240"/>
              <a:gd name="T2" fmla="*/ 2693 w 3149"/>
              <a:gd name="T3" fmla="*/ 0 h 240"/>
              <a:gd name="T4" fmla="*/ 3149 w 3149"/>
              <a:gd name="T5" fmla="*/ 0 h 240"/>
              <a:gd name="T6" fmla="*/ 3101 w 3149"/>
              <a:gd name="T7" fmla="*/ 240 h 240"/>
              <a:gd name="T8" fmla="*/ 0 w 3149"/>
              <a:gd name="T9" fmla="*/ 237 h 240"/>
            </a:gdLst>
            <a:ahLst/>
            <a:cxnLst>
              <a:cxn ang="0">
                <a:pos x="T0" y="T1"/>
              </a:cxn>
              <a:cxn ang="0">
                <a:pos x="T2" y="T3"/>
              </a:cxn>
              <a:cxn ang="0">
                <a:pos x="T4" y="T5"/>
              </a:cxn>
              <a:cxn ang="0">
                <a:pos x="T6" y="T7"/>
              </a:cxn>
              <a:cxn ang="0">
                <a:pos x="T8" y="T9"/>
              </a:cxn>
            </a:cxnLst>
            <a:rect l="0" t="0" r="r" b="b"/>
            <a:pathLst>
              <a:path w="3149" h="240">
                <a:moveTo>
                  <a:pt x="0" y="237"/>
                </a:moveTo>
                <a:lnTo>
                  <a:pt x="2693" y="0"/>
                </a:lnTo>
                <a:lnTo>
                  <a:pt x="3149" y="0"/>
                </a:lnTo>
                <a:lnTo>
                  <a:pt x="3101" y="240"/>
                </a:lnTo>
                <a:lnTo>
                  <a:pt x="0" y="237"/>
                </a:lnTo>
                <a:close/>
              </a:path>
            </a:pathLst>
          </a:custGeom>
          <a:gradFill rotWithShape="1">
            <a:gsLst>
              <a:gs pos="0">
                <a:srgbClr val="889DAA"/>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5138" name="Freeform 196"/>
          <p:cNvSpPr>
            <a:spLocks noChangeArrowheads="1"/>
          </p:cNvSpPr>
          <p:nvPr/>
        </p:nvSpPr>
        <p:spPr bwMode="auto">
          <a:xfrm>
            <a:off x="8602663" y="4560888"/>
            <a:ext cx="1238250" cy="381000"/>
          </a:xfrm>
          <a:custGeom>
            <a:avLst/>
            <a:gdLst>
              <a:gd name="T0" fmla="*/ 0 w 720"/>
              <a:gd name="T1" fmla="*/ 240 h 240"/>
              <a:gd name="T2" fmla="*/ 48 w 720"/>
              <a:gd name="T3" fmla="*/ 12 h 240"/>
              <a:gd name="T4" fmla="*/ 606 w 720"/>
              <a:gd name="T5" fmla="*/ 0 h 240"/>
              <a:gd name="T6" fmla="*/ 720 w 720"/>
              <a:gd name="T7" fmla="*/ 240 h 240"/>
              <a:gd name="T8" fmla="*/ 0 w 720"/>
              <a:gd name="T9" fmla="*/ 240 h 240"/>
            </a:gdLst>
            <a:ahLst/>
            <a:cxnLst>
              <a:cxn ang="0">
                <a:pos x="T0" y="T1"/>
              </a:cxn>
              <a:cxn ang="0">
                <a:pos x="T2" y="T3"/>
              </a:cxn>
              <a:cxn ang="0">
                <a:pos x="T4" y="T5"/>
              </a:cxn>
              <a:cxn ang="0">
                <a:pos x="T6" y="T7"/>
              </a:cxn>
              <a:cxn ang="0">
                <a:pos x="T8" y="T9"/>
              </a:cxn>
            </a:cxnLst>
            <a:rect l="0" t="0" r="r" b="b"/>
            <a:pathLst>
              <a:path w="720" h="240">
                <a:moveTo>
                  <a:pt x="0" y="240"/>
                </a:moveTo>
                <a:lnTo>
                  <a:pt x="48" y="12"/>
                </a:lnTo>
                <a:lnTo>
                  <a:pt x="606" y="0"/>
                </a:lnTo>
                <a:lnTo>
                  <a:pt x="720" y="240"/>
                </a:lnTo>
                <a:lnTo>
                  <a:pt x="0" y="240"/>
                </a:lnTo>
                <a:close/>
              </a:path>
            </a:pathLst>
          </a:custGeom>
          <a:gradFill rotWithShape="1">
            <a:gsLst>
              <a:gs pos="0">
                <a:srgbClr val="C29B9B"/>
              </a:gs>
              <a:gs pos="100000">
                <a:srgbClr val="FFCCCC"/>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51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B9D9EC-2036-4369-A233-A1F364E40E4C}" type="slidenum">
              <a:rPr lang="zh-CN" altLang="en-US" smtClean="0"/>
              <a:pPr eaLnBrk="1" hangingPunct="1"/>
              <a:t>38</a:t>
            </a:fld>
            <a:endParaRPr lang="en-US" altLang="zh-CN" smtClean="0"/>
          </a:p>
        </p:txBody>
      </p:sp>
      <p:sp>
        <p:nvSpPr>
          <p:cNvPr id="19651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710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6.8  </a:t>
            </a:r>
            <a:r>
              <a:rPr lang="zh-CN" altLang="en-US" smtClean="0">
                <a:ea typeface="黑体" panose="02010609060101010101" pitchFamily="49" charset="-122"/>
              </a:rPr>
              <a:t>应用进程跨越网络的通信</a:t>
            </a:r>
          </a:p>
        </p:txBody>
      </p:sp>
      <p:sp>
        <p:nvSpPr>
          <p:cNvPr id="196710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6.8.1  </a:t>
            </a:r>
            <a:r>
              <a:rPr lang="zh-CN" altLang="en-US" smtClean="0">
                <a:ea typeface="黑体" panose="02010609060101010101" pitchFamily="49" charset="-122"/>
              </a:rPr>
              <a:t>系统调用和应用编程接口</a:t>
            </a:r>
            <a:endParaRPr lang="en-US" altLang="zh-CN" smtClean="0">
              <a:ea typeface="黑体" panose="02010609060101010101" pitchFamily="49" charset="-122"/>
            </a:endParaRPr>
          </a:p>
          <a:p>
            <a:r>
              <a:rPr lang="en-US" altLang="zh-CN" smtClean="0">
                <a:ea typeface="黑体" panose="02010609060101010101" pitchFamily="49" charset="-122"/>
              </a:rPr>
              <a:t>6.8.2  </a:t>
            </a:r>
            <a:r>
              <a:rPr lang="zh-CN" altLang="en-US" smtClean="0">
                <a:ea typeface="黑体" panose="02010609060101010101" pitchFamily="49" charset="-122"/>
              </a:rPr>
              <a:t>几种常用的系统调用</a:t>
            </a:r>
          </a:p>
        </p:txBody>
      </p:sp>
      <p:sp>
        <p:nvSpPr>
          <p:cNvPr id="196710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8CD971-AFBE-4CC5-A575-904E0E4C2825}" type="slidenum">
              <a:rPr lang="zh-CN" altLang="en-US" smtClean="0"/>
              <a:pPr eaLnBrk="1" hangingPunct="1"/>
              <a:t>39</a:t>
            </a:fld>
            <a:endParaRPr lang="en-US" altLang="zh-CN" smtClean="0"/>
          </a:p>
        </p:txBody>
      </p:sp>
      <p:sp>
        <p:nvSpPr>
          <p:cNvPr id="196710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8129"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
            </a:r>
            <a:br>
              <a:rPr lang="zh-CN" altLang="en-US" smtClean="0">
                <a:ea typeface="黑体" panose="02010609060101010101" pitchFamily="49" charset="-122"/>
              </a:rPr>
            </a:br>
            <a:r>
              <a:rPr lang="en-GB" altLang="zh-CN" smtClean="0">
                <a:ea typeface="黑体" panose="02010609060101010101" pitchFamily="49" charset="-122"/>
              </a:rPr>
              <a:t>6.8.1  </a:t>
            </a:r>
            <a:r>
              <a:rPr lang="zh-CN" altLang="en-US" smtClean="0">
                <a:ea typeface="黑体" panose="02010609060101010101" pitchFamily="49" charset="-122"/>
              </a:rPr>
              <a:t>系统调用和应用编程接口</a:t>
            </a:r>
          </a:p>
        </p:txBody>
      </p:sp>
      <p:sp>
        <p:nvSpPr>
          <p:cNvPr id="78950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大多数操作系统使用</a:t>
            </a:r>
            <a:r>
              <a:rPr lang="zh-CN" altLang="en-US" smtClean="0">
                <a:solidFill>
                  <a:srgbClr val="FF0000"/>
                </a:solidFill>
                <a:ea typeface="黑体" panose="02010609060101010101" pitchFamily="49" charset="-122"/>
              </a:rPr>
              <a:t>系统调用 </a:t>
            </a:r>
            <a:r>
              <a:rPr lang="en-US" altLang="zh-CN" smtClean="0">
                <a:ea typeface="黑体" panose="02010609060101010101" pitchFamily="49" charset="-122"/>
              </a:rPr>
              <a:t>(system call )</a:t>
            </a:r>
            <a:r>
              <a:rPr lang="zh-CN" altLang="en-US" smtClean="0">
                <a:ea typeface="黑体" panose="02010609060101010101" pitchFamily="49" charset="-122"/>
              </a:rPr>
              <a:t>的机制在应用程序和操作系统之间传递控制权。</a:t>
            </a:r>
          </a:p>
          <a:p>
            <a:r>
              <a:rPr lang="zh-CN" altLang="en-US" smtClean="0">
                <a:ea typeface="黑体" panose="02010609060101010101" pitchFamily="49" charset="-122"/>
              </a:rPr>
              <a:t>对程序员来说，每一个系统调用和一般程序设计中的函数调用非常相似，只是系统调用是将控制权传递给了操作系统。 </a:t>
            </a:r>
          </a:p>
        </p:txBody>
      </p:sp>
      <p:sp>
        <p:nvSpPr>
          <p:cNvPr id="19681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95BBFB-76B4-4772-B7BC-D3B8D64FE340}" type="slidenum">
              <a:rPr lang="zh-CN" altLang="en-US" smtClean="0"/>
              <a:pPr eaLnBrk="1" hangingPunct="1"/>
              <a:t>40</a:t>
            </a:fld>
            <a:endParaRPr lang="en-US" altLang="zh-CN" smtClean="0"/>
          </a:p>
        </p:txBody>
      </p:sp>
      <p:sp>
        <p:nvSpPr>
          <p:cNvPr id="19681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895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0177" name="Rectangle 2"/>
          <p:cNvSpPr>
            <a:spLocks noGrp="1" noChangeArrowheads="1"/>
          </p:cNvSpPr>
          <p:nvPr>
            <p:ph type="title" idx="4294967295"/>
          </p:nvPr>
        </p:nvSpPr>
        <p:spPr>
          <a:xfrm>
            <a:off x="344488" y="530225"/>
            <a:ext cx="9066212" cy="1027113"/>
          </a:xfrm>
        </p:spPr>
        <p:txBody>
          <a:bodyPr/>
          <a:lstStyle/>
          <a:p>
            <a:pPr algn="ctr"/>
            <a:r>
              <a:rPr lang="zh-CN" altLang="en-US" smtClean="0">
                <a:ea typeface="黑体" panose="02010609060101010101" pitchFamily="49" charset="-122"/>
              </a:rPr>
              <a:t>多个应用进程</a:t>
            </a:r>
            <a:br>
              <a:rPr lang="zh-CN" altLang="en-US" smtClean="0">
                <a:ea typeface="黑体" panose="02010609060101010101" pitchFamily="49" charset="-122"/>
              </a:rPr>
            </a:br>
            <a:r>
              <a:rPr lang="zh-CN" altLang="en-US" smtClean="0">
                <a:ea typeface="黑体" panose="02010609060101010101" pitchFamily="49" charset="-122"/>
              </a:rPr>
              <a:t>使用系统调用的机制 </a:t>
            </a:r>
          </a:p>
        </p:txBody>
      </p:sp>
      <p:sp>
        <p:nvSpPr>
          <p:cNvPr id="1970178" name="Rectangle 3"/>
          <p:cNvSpPr>
            <a:spLocks noChangeArrowheads="1"/>
          </p:cNvSpPr>
          <p:nvPr/>
        </p:nvSpPr>
        <p:spPr bwMode="auto">
          <a:xfrm>
            <a:off x="920750" y="2143125"/>
            <a:ext cx="6294438" cy="3373438"/>
          </a:xfrm>
          <a:prstGeom prst="rect">
            <a:avLst/>
          </a:prstGeom>
          <a:solidFill>
            <a:srgbClr val="CCECFF"/>
          </a:solidFill>
          <a:ln w="19050">
            <a:solidFill>
              <a:srgbClr val="333399"/>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70179" name="Oval 4"/>
          <p:cNvSpPr>
            <a:spLocks noChangeArrowheads="1"/>
          </p:cNvSpPr>
          <p:nvPr/>
        </p:nvSpPr>
        <p:spPr bwMode="auto">
          <a:xfrm>
            <a:off x="1211263" y="2354263"/>
            <a:ext cx="1549400"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应用程序 </a:t>
            </a:r>
            <a:r>
              <a:rPr lang="en-US" altLang="zh-CN" sz="2000" b="1">
                <a:solidFill>
                  <a:srgbClr val="000099"/>
                </a:solidFill>
                <a:ea typeface="黑体" panose="02010609060101010101" pitchFamily="49" charset="-122"/>
              </a:rPr>
              <a:t>1</a:t>
            </a:r>
          </a:p>
        </p:txBody>
      </p:sp>
      <p:sp>
        <p:nvSpPr>
          <p:cNvPr id="1970180" name="Oval 5"/>
          <p:cNvSpPr>
            <a:spLocks noChangeArrowheads="1"/>
          </p:cNvSpPr>
          <p:nvPr/>
        </p:nvSpPr>
        <p:spPr bwMode="auto">
          <a:xfrm>
            <a:off x="3051175" y="2354263"/>
            <a:ext cx="1549400"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应用程序 </a:t>
            </a:r>
            <a:r>
              <a:rPr lang="en-US" altLang="zh-CN" sz="2000" b="1">
                <a:solidFill>
                  <a:srgbClr val="000099"/>
                </a:solidFill>
                <a:ea typeface="黑体" panose="02010609060101010101" pitchFamily="49" charset="-122"/>
              </a:rPr>
              <a:t>2</a:t>
            </a:r>
          </a:p>
        </p:txBody>
      </p:sp>
      <p:sp>
        <p:nvSpPr>
          <p:cNvPr id="1970181" name="Oval 6"/>
          <p:cNvSpPr>
            <a:spLocks noChangeArrowheads="1"/>
          </p:cNvSpPr>
          <p:nvPr/>
        </p:nvSpPr>
        <p:spPr bwMode="auto">
          <a:xfrm>
            <a:off x="5375275" y="2354263"/>
            <a:ext cx="1549400"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应用程序 </a:t>
            </a:r>
            <a:r>
              <a:rPr lang="en-US" altLang="zh-CN" sz="2000" b="1">
                <a:solidFill>
                  <a:srgbClr val="000099"/>
                </a:solidFill>
                <a:ea typeface="黑体" panose="02010609060101010101" pitchFamily="49" charset="-122"/>
              </a:rPr>
              <a:t>n</a:t>
            </a:r>
          </a:p>
        </p:txBody>
      </p:sp>
      <p:sp>
        <p:nvSpPr>
          <p:cNvPr id="1970182" name="Text Box 7"/>
          <p:cNvSpPr txBox="1">
            <a:spLocks noChangeArrowheads="1"/>
          </p:cNvSpPr>
          <p:nvPr/>
        </p:nvSpPr>
        <p:spPr bwMode="auto">
          <a:xfrm>
            <a:off x="4697413" y="2344738"/>
            <a:ext cx="595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a:solidFill>
                  <a:srgbClr val="000099"/>
                </a:solidFill>
                <a:ea typeface="黑体" panose="02010609060101010101" pitchFamily="49" charset="-122"/>
              </a:rPr>
              <a:t>…</a:t>
            </a:r>
          </a:p>
        </p:txBody>
      </p:sp>
      <p:sp>
        <p:nvSpPr>
          <p:cNvPr id="1970183" name="Line 8"/>
          <p:cNvSpPr>
            <a:spLocks noChangeShapeType="1"/>
          </p:cNvSpPr>
          <p:nvPr/>
        </p:nvSpPr>
        <p:spPr bwMode="auto">
          <a:xfrm>
            <a:off x="920750" y="3830638"/>
            <a:ext cx="62944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84" name="Rectangle 9"/>
          <p:cNvSpPr>
            <a:spLocks noChangeArrowheads="1"/>
          </p:cNvSpPr>
          <p:nvPr/>
        </p:nvSpPr>
        <p:spPr bwMode="auto">
          <a:xfrm>
            <a:off x="944563" y="3849688"/>
            <a:ext cx="6251575" cy="388937"/>
          </a:xfrm>
          <a:prstGeom prst="rect">
            <a:avLst/>
          </a:prstGeom>
          <a:solidFill>
            <a:srgbClr val="FFCCFF"/>
          </a:solidFill>
          <a:ln w="9525">
            <a:solidFill>
              <a:srgbClr val="333399"/>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70185" name="Line 10"/>
          <p:cNvSpPr>
            <a:spLocks noChangeShapeType="1"/>
          </p:cNvSpPr>
          <p:nvPr/>
        </p:nvSpPr>
        <p:spPr bwMode="auto">
          <a:xfrm>
            <a:off x="920750" y="4251325"/>
            <a:ext cx="62944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86" name="Text Box 11"/>
          <p:cNvSpPr txBox="1">
            <a:spLocks noChangeArrowheads="1"/>
          </p:cNvSpPr>
          <p:nvPr/>
        </p:nvSpPr>
        <p:spPr bwMode="auto">
          <a:xfrm>
            <a:off x="2325688" y="3860800"/>
            <a:ext cx="3262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由应用程序调用的系统函数</a:t>
            </a:r>
          </a:p>
        </p:txBody>
      </p:sp>
      <p:sp>
        <p:nvSpPr>
          <p:cNvPr id="1970187" name="Line 12"/>
          <p:cNvSpPr>
            <a:spLocks noChangeShapeType="1"/>
          </p:cNvSpPr>
          <p:nvPr/>
        </p:nvSpPr>
        <p:spPr bwMode="auto">
          <a:xfrm>
            <a:off x="1984375" y="3092450"/>
            <a:ext cx="0" cy="73818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88" name="Line 13"/>
          <p:cNvSpPr>
            <a:spLocks noChangeShapeType="1"/>
          </p:cNvSpPr>
          <p:nvPr/>
        </p:nvSpPr>
        <p:spPr bwMode="auto">
          <a:xfrm>
            <a:off x="3825875" y="3092450"/>
            <a:ext cx="0" cy="73818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89" name="Line 14"/>
          <p:cNvSpPr>
            <a:spLocks noChangeShapeType="1"/>
          </p:cNvSpPr>
          <p:nvPr/>
        </p:nvSpPr>
        <p:spPr bwMode="auto">
          <a:xfrm>
            <a:off x="6149975" y="3092450"/>
            <a:ext cx="0" cy="73818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0" name="Line 15"/>
          <p:cNvSpPr>
            <a:spLocks noChangeShapeType="1"/>
          </p:cNvSpPr>
          <p:nvPr/>
        </p:nvSpPr>
        <p:spPr bwMode="auto">
          <a:xfrm>
            <a:off x="2373313" y="3092450"/>
            <a:ext cx="1452562" cy="73818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1" name="Line 16"/>
          <p:cNvSpPr>
            <a:spLocks noChangeShapeType="1"/>
          </p:cNvSpPr>
          <p:nvPr/>
        </p:nvSpPr>
        <p:spPr bwMode="auto">
          <a:xfrm flipH="1">
            <a:off x="3944938" y="3057525"/>
            <a:ext cx="1728787" cy="779463"/>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2" name="Line 17"/>
          <p:cNvSpPr>
            <a:spLocks noChangeShapeType="1"/>
          </p:cNvSpPr>
          <p:nvPr/>
        </p:nvSpPr>
        <p:spPr bwMode="auto">
          <a:xfrm flipH="1">
            <a:off x="2030413" y="2876550"/>
            <a:ext cx="3400425" cy="931863"/>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3" name="Line 18"/>
          <p:cNvSpPr>
            <a:spLocks noChangeShapeType="1"/>
          </p:cNvSpPr>
          <p:nvPr/>
        </p:nvSpPr>
        <p:spPr bwMode="auto">
          <a:xfrm>
            <a:off x="4248150" y="3071813"/>
            <a:ext cx="760413" cy="747712"/>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790554" name="Group 26"/>
          <p:cNvGrpSpPr>
            <a:grpSpLocks/>
          </p:cNvGrpSpPr>
          <p:nvPr/>
        </p:nvGrpSpPr>
        <p:grpSpPr bwMode="auto">
          <a:xfrm>
            <a:off x="7240588" y="2481263"/>
            <a:ext cx="2346325" cy="646112"/>
            <a:chOff x="4004" y="1563"/>
            <a:chExt cx="1364" cy="407"/>
          </a:xfrm>
        </p:grpSpPr>
        <p:sp>
          <p:nvSpPr>
            <p:cNvPr id="1970195" name="Text Box 19"/>
            <p:cNvSpPr txBox="1">
              <a:spLocks noChangeArrowheads="1"/>
            </p:cNvSpPr>
            <p:nvPr/>
          </p:nvSpPr>
          <p:spPr bwMode="auto">
            <a:xfrm>
              <a:off x="4366" y="1563"/>
              <a:ext cx="100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zh-CN" altLang="en-US" sz="2000" b="1">
                  <a:solidFill>
                    <a:srgbClr val="000099"/>
                  </a:solidFill>
                  <a:ea typeface="黑体" panose="02010609060101010101" pitchFamily="49" charset="-122"/>
                </a:rPr>
                <a:t>用户地址空间</a:t>
              </a:r>
            </a:p>
            <a:p>
              <a:pPr>
                <a:lnSpc>
                  <a:spcPct val="90000"/>
                </a:lnSpc>
              </a:pPr>
              <a:r>
                <a:rPr lang="zh-CN" altLang="en-US" sz="2000" b="1">
                  <a:solidFill>
                    <a:srgbClr val="000099"/>
                  </a:solidFill>
                  <a:ea typeface="黑体" panose="02010609060101010101" pitchFamily="49" charset="-122"/>
                </a:rPr>
                <a:t>中的应用程序</a:t>
              </a:r>
            </a:p>
          </p:txBody>
        </p:sp>
        <p:sp>
          <p:nvSpPr>
            <p:cNvPr id="1970196" name="Line 20"/>
            <p:cNvSpPr>
              <a:spLocks noChangeShapeType="1"/>
            </p:cNvSpPr>
            <p:nvPr/>
          </p:nvSpPr>
          <p:spPr bwMode="auto">
            <a:xfrm rot="5400000">
              <a:off x="4201" y="1551"/>
              <a:ext cx="0" cy="3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790555" name="Group 27"/>
          <p:cNvGrpSpPr>
            <a:grpSpLocks/>
          </p:cNvGrpSpPr>
          <p:nvPr/>
        </p:nvGrpSpPr>
        <p:grpSpPr bwMode="auto">
          <a:xfrm>
            <a:off x="7240588" y="3827463"/>
            <a:ext cx="2346325" cy="400050"/>
            <a:chOff x="4004" y="2411"/>
            <a:chExt cx="1364" cy="252"/>
          </a:xfrm>
        </p:grpSpPr>
        <p:sp>
          <p:nvSpPr>
            <p:cNvPr id="1970198" name="Line 21"/>
            <p:cNvSpPr>
              <a:spLocks noChangeShapeType="1"/>
            </p:cNvSpPr>
            <p:nvPr/>
          </p:nvSpPr>
          <p:spPr bwMode="auto">
            <a:xfrm rot="5400000">
              <a:off x="4201" y="2348"/>
              <a:ext cx="0" cy="3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9" name="Text Box 23"/>
            <p:cNvSpPr txBox="1">
              <a:spLocks noChangeArrowheads="1"/>
            </p:cNvSpPr>
            <p:nvPr/>
          </p:nvSpPr>
          <p:spPr bwMode="auto">
            <a:xfrm>
              <a:off x="4366" y="2411"/>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系统调用接口</a:t>
              </a:r>
            </a:p>
          </p:txBody>
        </p:sp>
      </p:grpSp>
      <p:grpSp>
        <p:nvGrpSpPr>
          <p:cNvPr id="790556" name="Group 28"/>
          <p:cNvGrpSpPr>
            <a:grpSpLocks/>
          </p:cNvGrpSpPr>
          <p:nvPr/>
        </p:nvGrpSpPr>
        <p:grpSpPr bwMode="auto">
          <a:xfrm>
            <a:off x="7240588" y="4516438"/>
            <a:ext cx="2346325" cy="646112"/>
            <a:chOff x="4004" y="2845"/>
            <a:chExt cx="1364" cy="407"/>
          </a:xfrm>
        </p:grpSpPr>
        <p:sp>
          <p:nvSpPr>
            <p:cNvPr id="1970201" name="Line 22"/>
            <p:cNvSpPr>
              <a:spLocks noChangeShapeType="1"/>
            </p:cNvSpPr>
            <p:nvPr/>
          </p:nvSpPr>
          <p:spPr bwMode="auto">
            <a:xfrm rot="5400000">
              <a:off x="4201" y="2845"/>
              <a:ext cx="0" cy="3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202" name="Text Box 24"/>
            <p:cNvSpPr txBox="1">
              <a:spLocks noChangeArrowheads="1"/>
            </p:cNvSpPr>
            <p:nvPr/>
          </p:nvSpPr>
          <p:spPr bwMode="auto">
            <a:xfrm>
              <a:off x="4366" y="2845"/>
              <a:ext cx="100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zh-CN" altLang="en-US" sz="2000" b="1">
                  <a:solidFill>
                    <a:srgbClr val="000099"/>
                  </a:solidFill>
                  <a:ea typeface="黑体" panose="02010609060101010101" pitchFamily="49" charset="-122"/>
                </a:rPr>
                <a:t>系统地址空间</a:t>
              </a:r>
            </a:p>
            <a:p>
              <a:pPr>
                <a:lnSpc>
                  <a:spcPct val="90000"/>
                </a:lnSpc>
              </a:pPr>
              <a:r>
                <a:rPr lang="zh-CN" altLang="en-US" sz="2000" b="1">
                  <a:solidFill>
                    <a:srgbClr val="000099"/>
                  </a:solidFill>
                  <a:ea typeface="黑体" panose="02010609060101010101" pitchFamily="49" charset="-122"/>
                </a:rPr>
                <a:t>中的协议软件</a:t>
              </a:r>
            </a:p>
          </p:txBody>
        </p:sp>
      </p:grpSp>
      <p:sp>
        <p:nvSpPr>
          <p:cNvPr id="1970203" name="Text Box 25"/>
          <p:cNvSpPr txBox="1">
            <a:spLocks noChangeArrowheads="1"/>
          </p:cNvSpPr>
          <p:nvPr/>
        </p:nvSpPr>
        <p:spPr bwMode="auto">
          <a:xfrm>
            <a:off x="1701800" y="4616450"/>
            <a:ext cx="4476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包括 </a:t>
            </a:r>
            <a:r>
              <a:rPr lang="en-US" altLang="zh-CN" sz="2000" b="1">
                <a:solidFill>
                  <a:srgbClr val="000099"/>
                </a:solidFill>
                <a:ea typeface="黑体" panose="02010609060101010101" pitchFamily="49" charset="-122"/>
              </a:rPr>
              <a:t>TCP/IP </a:t>
            </a:r>
            <a:r>
              <a:rPr lang="zh-CN" altLang="en-US" sz="2000" b="1">
                <a:solidFill>
                  <a:srgbClr val="000099"/>
                </a:solidFill>
                <a:ea typeface="黑体" panose="02010609060101010101" pitchFamily="49" charset="-122"/>
              </a:rPr>
              <a:t>协议软件的操作系统内核</a:t>
            </a:r>
          </a:p>
        </p:txBody>
      </p:sp>
      <p:sp>
        <p:nvSpPr>
          <p:cNvPr id="197020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DAD3761-C141-4F43-AD2A-69354E6BC4A2}" type="slidenum">
              <a:rPr lang="zh-CN" altLang="en-US" smtClean="0"/>
              <a:pPr/>
              <a:t>41</a:t>
            </a:fld>
            <a:endParaRPr lang="en-US" altLang="zh-CN" smtClean="0"/>
          </a:p>
        </p:txBody>
      </p:sp>
      <p:sp>
        <p:nvSpPr>
          <p:cNvPr id="197020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0554"/>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nodeType="afterEffect">
                                  <p:stCondLst>
                                    <p:cond delay="500"/>
                                  </p:stCondLst>
                                  <p:childTnLst>
                                    <p:anim calcmode="discrete" valueType="str">
                                      <p:cBhvr>
                                        <p:cTn id="9" dur="1000" fill="hold"/>
                                        <p:tgtEl>
                                          <p:spTgt spid="790554"/>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repeatCount="3000" fill="hold" nodeType="clickEffect">
                                  <p:stCondLst>
                                    <p:cond delay="0"/>
                                  </p:stCondLst>
                                  <p:childTnLst>
                                    <p:set>
                                      <p:cBhvr>
                                        <p:cTn id="13" dur="1" fill="hold">
                                          <p:stCondLst>
                                            <p:cond delay="0"/>
                                          </p:stCondLst>
                                        </p:cTn>
                                        <p:tgtEl>
                                          <p:spTgt spid="790555"/>
                                        </p:tgtEl>
                                        <p:attrNameLst>
                                          <p:attrName>style.visibility</p:attrName>
                                        </p:attrNameLst>
                                      </p:cBhvr>
                                      <p:to>
                                        <p:strVal val="visible"/>
                                      </p:to>
                                    </p:set>
                                  </p:childTnLst>
                                </p:cTn>
                              </p:par>
                            </p:childTnLst>
                          </p:cTn>
                        </p:par>
                        <p:par>
                          <p:cTn id="14" fill="hold" nodeType="afterGroup">
                            <p:stCondLst>
                              <p:cond delay="3"/>
                            </p:stCondLst>
                            <p:childTnLst>
                              <p:par>
                                <p:cTn id="15" presetID="35" presetClass="emph" presetSubtype="0" repeatCount="3000" fill="hold" nodeType="afterEffect">
                                  <p:stCondLst>
                                    <p:cond delay="500"/>
                                  </p:stCondLst>
                                  <p:childTnLst>
                                    <p:anim calcmode="discrete" valueType="str">
                                      <p:cBhvr>
                                        <p:cTn id="16" dur="1000" fill="hold"/>
                                        <p:tgtEl>
                                          <p:spTgt spid="790555"/>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90556"/>
                                        </p:tgtEl>
                                        <p:attrNameLst>
                                          <p:attrName>style.visibility</p:attrName>
                                        </p:attrNameLst>
                                      </p:cBhvr>
                                      <p:to>
                                        <p:strVal val="visible"/>
                                      </p:to>
                                    </p:set>
                                  </p:childTnLst>
                                </p:cTn>
                              </p:par>
                            </p:childTnLst>
                          </p:cTn>
                        </p:par>
                        <p:par>
                          <p:cTn id="21" fill="hold" nodeType="afterGroup">
                            <p:stCondLst>
                              <p:cond delay="1"/>
                            </p:stCondLst>
                            <p:childTnLst>
                              <p:par>
                                <p:cTn id="22" presetID="35" presetClass="emph" presetSubtype="0" repeatCount="3000" fill="hold" nodeType="afterEffect">
                                  <p:stCondLst>
                                    <p:cond delay="500"/>
                                  </p:stCondLst>
                                  <p:childTnLst>
                                    <p:anim calcmode="discrete" valueType="str">
                                      <p:cBhvr>
                                        <p:cTn id="23" dur="1000" fill="hold"/>
                                        <p:tgtEl>
                                          <p:spTgt spid="7905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22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应用编程接口 </a:t>
            </a:r>
            <a:r>
              <a:rPr lang="en-US" altLang="zh-CN" smtClean="0">
                <a:ea typeface="黑体" panose="02010609060101010101" pitchFamily="49" charset="-122"/>
              </a:rPr>
              <a:t>API</a:t>
            </a:r>
          </a:p>
        </p:txBody>
      </p:sp>
      <p:sp>
        <p:nvSpPr>
          <p:cNvPr id="791555"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当某个应用进程启动系统调用时，控制权就从应用进程传递给了</a:t>
            </a:r>
            <a:r>
              <a:rPr lang="zh-CN" altLang="en-US" sz="2800" dirty="0" smtClean="0">
                <a:solidFill>
                  <a:srgbClr val="FF0000"/>
                </a:solidFill>
                <a:ea typeface="黑体" panose="02010609060101010101" pitchFamily="49" charset="-122"/>
              </a:rPr>
              <a:t>系统调用接口</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此接口再将控制权传递给计算机的操作系统。操作系统将此调用转给某个内部过程，并执行所请求的操作。</a:t>
            </a:r>
          </a:p>
          <a:p>
            <a:r>
              <a:rPr lang="zh-CN" altLang="en-US" sz="2800" dirty="0" smtClean="0">
                <a:ea typeface="黑体" panose="02010609060101010101" pitchFamily="49" charset="-122"/>
              </a:rPr>
              <a:t>内部过程一旦执行完毕，控制权就又通过系统调用接口返回给应用进程。</a:t>
            </a:r>
          </a:p>
          <a:p>
            <a:r>
              <a:rPr lang="zh-CN" altLang="en-US" sz="2800" dirty="0" smtClean="0">
                <a:ea typeface="黑体" panose="02010609060101010101" pitchFamily="49" charset="-122"/>
              </a:rPr>
              <a:t>系统调用接口实际上就是</a:t>
            </a:r>
            <a:r>
              <a:rPr lang="zh-CN" altLang="en-US" sz="2800" dirty="0" smtClean="0">
                <a:solidFill>
                  <a:srgbClr val="0000FF"/>
                </a:solidFill>
                <a:ea typeface="黑体" panose="02010609060101010101" pitchFamily="49" charset="-122"/>
              </a:rPr>
              <a:t>应用进程的控制权和操作系统的控制权进行转换的一个接口</a:t>
            </a:r>
            <a:r>
              <a:rPr lang="zh-CN" altLang="en-US" sz="2800" dirty="0" smtClean="0">
                <a:ea typeface="黑体" panose="02010609060101010101" pitchFamily="49" charset="-122"/>
              </a:rPr>
              <a:t>，即</a:t>
            </a:r>
            <a:r>
              <a:rPr lang="zh-CN" altLang="en-US" sz="2800" u="sng" dirty="0" smtClean="0">
                <a:solidFill>
                  <a:srgbClr val="FF0000"/>
                </a:solidFill>
                <a:ea typeface="黑体" panose="02010609060101010101" pitchFamily="49" charset="-122"/>
              </a:rPr>
              <a:t>应用编程接口  </a:t>
            </a:r>
            <a:r>
              <a:rPr lang="en-US" altLang="zh-CN" sz="2800" u="sng" dirty="0" smtClean="0">
                <a:solidFill>
                  <a:srgbClr val="FF0000"/>
                </a:solidFill>
                <a:ea typeface="黑体" panose="02010609060101010101" pitchFamily="49" charset="-122"/>
              </a:rPr>
              <a:t>API</a:t>
            </a:r>
            <a:r>
              <a:rPr lang="zh-CN" altLang="en-US" sz="2800" u="sng" dirty="0" smtClean="0">
                <a:ea typeface="黑体" panose="02010609060101010101" pitchFamily="49" charset="-122"/>
              </a:rPr>
              <a:t> </a:t>
            </a:r>
            <a:r>
              <a:rPr lang="en-US" altLang="zh-CN" sz="2800" u="sng" dirty="0" smtClean="0">
                <a:ea typeface="黑体" panose="02010609060101010101" pitchFamily="49" charset="-122"/>
              </a:rPr>
              <a:t>(Application Programming Interface) </a:t>
            </a:r>
            <a:endParaRPr lang="zh-CN" altLang="en-US" sz="2800" u="sng" dirty="0" smtClean="0">
              <a:ea typeface="黑体" panose="02010609060101010101" pitchFamily="49" charset="-122"/>
            </a:endParaRPr>
          </a:p>
        </p:txBody>
      </p:sp>
      <p:sp>
        <p:nvSpPr>
          <p:cNvPr id="1972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53D5FB-E336-47B0-8E5E-7909FD270433}" type="slidenum">
              <a:rPr lang="zh-CN" altLang="en-US" smtClean="0"/>
              <a:pPr eaLnBrk="1" hangingPunct="1"/>
              <a:t>42</a:t>
            </a:fld>
            <a:endParaRPr lang="en-US" altLang="zh-CN" smtClean="0"/>
          </a:p>
        </p:txBody>
      </p:sp>
      <p:sp>
        <p:nvSpPr>
          <p:cNvPr id="1972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1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91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915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4273"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几种应用</a:t>
            </a:r>
            <a:r>
              <a:rPr lang="en-US" altLang="zh-CN" dirty="0" smtClean="0">
                <a:ea typeface="黑体" panose="02010609060101010101" pitchFamily="49" charset="-122"/>
              </a:rPr>
              <a:t>TCP/IP</a:t>
            </a:r>
            <a:r>
              <a:rPr lang="zh-CN" altLang="en-US" dirty="0" smtClean="0">
                <a:ea typeface="黑体" panose="02010609060101010101" pitchFamily="49" charset="-122"/>
              </a:rPr>
              <a:t>编程接口 </a:t>
            </a:r>
            <a:r>
              <a:rPr lang="en-US" altLang="zh-CN" dirty="0" smtClean="0">
                <a:ea typeface="黑体" panose="02010609060101010101" pitchFamily="49" charset="-122"/>
              </a:rPr>
              <a:t>API  </a:t>
            </a:r>
          </a:p>
        </p:txBody>
      </p:sp>
      <p:sp>
        <p:nvSpPr>
          <p:cNvPr id="1974274"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Berkeley UNIX </a:t>
            </a:r>
            <a:r>
              <a:rPr lang="zh-CN" altLang="en-US" smtClean="0">
                <a:ea typeface="黑体" panose="02010609060101010101" pitchFamily="49" charset="-122"/>
              </a:rPr>
              <a:t>操作系统定义了一种 </a:t>
            </a:r>
            <a:r>
              <a:rPr lang="en-US" altLang="zh-CN" smtClean="0">
                <a:ea typeface="黑体" panose="02010609060101010101" pitchFamily="49" charset="-122"/>
              </a:rPr>
              <a:t>API</a:t>
            </a:r>
            <a:r>
              <a:rPr lang="zh-CN" altLang="en-US" smtClean="0">
                <a:ea typeface="黑体" panose="02010609060101010101" pitchFamily="49" charset="-122"/>
              </a:rPr>
              <a:t>，它又称为套接字接口 </a:t>
            </a:r>
            <a:r>
              <a:rPr lang="en-US" altLang="zh-CN" smtClean="0">
                <a:ea typeface="黑体" panose="02010609060101010101" pitchFamily="49" charset="-122"/>
              </a:rPr>
              <a:t>(socket interface)</a:t>
            </a:r>
            <a:r>
              <a:rPr lang="zh-CN" altLang="en-US" smtClean="0">
                <a:ea typeface="黑体" panose="02010609060101010101" pitchFamily="49" charset="-122"/>
              </a:rPr>
              <a:t>。</a:t>
            </a:r>
          </a:p>
          <a:p>
            <a:r>
              <a:rPr lang="zh-CN" altLang="en-US" smtClean="0">
                <a:ea typeface="黑体" panose="02010609060101010101" pitchFamily="49" charset="-122"/>
              </a:rPr>
              <a:t>微软公司在其操作系统中采用了套接字接口  </a:t>
            </a:r>
            <a:r>
              <a:rPr lang="en-US" altLang="zh-CN" smtClean="0">
                <a:ea typeface="黑体" panose="02010609060101010101" pitchFamily="49" charset="-122"/>
              </a:rPr>
              <a:t>API</a:t>
            </a:r>
            <a:r>
              <a:rPr lang="zh-CN" altLang="en-US" smtClean="0">
                <a:ea typeface="黑体" panose="02010609060101010101" pitchFamily="49" charset="-122"/>
              </a:rPr>
              <a:t>，形成了一个稍有不同的 </a:t>
            </a:r>
            <a:r>
              <a:rPr lang="en-US" altLang="zh-CN" smtClean="0">
                <a:ea typeface="黑体" panose="02010609060101010101" pitchFamily="49" charset="-122"/>
              </a:rPr>
              <a:t>API</a:t>
            </a:r>
            <a:r>
              <a:rPr lang="zh-CN" altLang="en-US" smtClean="0">
                <a:ea typeface="黑体" panose="02010609060101010101" pitchFamily="49" charset="-122"/>
              </a:rPr>
              <a:t>，并称之为  </a:t>
            </a:r>
            <a:r>
              <a:rPr lang="en-US" altLang="zh-CN" smtClean="0">
                <a:ea typeface="黑体" panose="02010609060101010101" pitchFamily="49" charset="-122"/>
              </a:rPr>
              <a:t>Windows Socket</a:t>
            </a:r>
            <a:r>
              <a:rPr lang="zh-CN" altLang="en-US" smtClean="0">
                <a:ea typeface="黑体" panose="02010609060101010101" pitchFamily="49" charset="-122"/>
              </a:rPr>
              <a:t>。</a:t>
            </a:r>
          </a:p>
          <a:p>
            <a:r>
              <a:rPr lang="en-US" altLang="zh-CN" smtClean="0">
                <a:ea typeface="黑体" panose="02010609060101010101" pitchFamily="49" charset="-122"/>
              </a:rPr>
              <a:t>AT&amp;T </a:t>
            </a:r>
            <a:r>
              <a:rPr lang="zh-CN" altLang="en-US" smtClean="0">
                <a:ea typeface="黑体" panose="02010609060101010101" pitchFamily="49" charset="-122"/>
              </a:rPr>
              <a:t>为其 </a:t>
            </a:r>
            <a:r>
              <a:rPr lang="en-US" altLang="zh-CN" smtClean="0">
                <a:ea typeface="黑体" panose="02010609060101010101" pitchFamily="49" charset="-122"/>
              </a:rPr>
              <a:t>UNIX </a:t>
            </a:r>
            <a:r>
              <a:rPr lang="zh-CN" altLang="en-US" smtClean="0">
                <a:ea typeface="黑体" panose="02010609060101010101" pitchFamily="49" charset="-122"/>
              </a:rPr>
              <a:t>系统 </a:t>
            </a:r>
            <a:r>
              <a:rPr lang="en-US" altLang="zh-CN" smtClean="0">
                <a:ea typeface="黑体" panose="02010609060101010101" pitchFamily="49" charset="-122"/>
              </a:rPr>
              <a:t>V </a:t>
            </a:r>
            <a:r>
              <a:rPr lang="zh-CN" altLang="en-US" smtClean="0">
                <a:ea typeface="黑体" panose="02010609060101010101" pitchFamily="49" charset="-122"/>
              </a:rPr>
              <a:t>定义了一种 </a:t>
            </a:r>
            <a:r>
              <a:rPr lang="en-US" altLang="zh-CN" smtClean="0">
                <a:ea typeface="黑体" panose="02010609060101010101" pitchFamily="49" charset="-122"/>
              </a:rPr>
              <a:t>API</a:t>
            </a:r>
            <a:r>
              <a:rPr lang="zh-CN" altLang="en-US" smtClean="0">
                <a:ea typeface="黑体" panose="02010609060101010101" pitchFamily="49" charset="-122"/>
              </a:rPr>
              <a:t>，简写为 </a:t>
            </a:r>
            <a:r>
              <a:rPr lang="en-US" altLang="zh-CN" smtClean="0">
                <a:ea typeface="黑体" panose="02010609060101010101" pitchFamily="49" charset="-122"/>
              </a:rPr>
              <a:t>TLI (Transport Layer Interface)</a:t>
            </a:r>
            <a:r>
              <a:rPr lang="zh-CN" altLang="en-US" smtClean="0">
                <a:ea typeface="黑体" panose="02010609060101010101" pitchFamily="49" charset="-122"/>
              </a:rPr>
              <a:t>。 </a:t>
            </a:r>
          </a:p>
        </p:txBody>
      </p:sp>
      <p:sp>
        <p:nvSpPr>
          <p:cNvPr id="1974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5EFA3E-84BF-43D2-A900-75F598D0FE90}" type="slidenum">
              <a:rPr lang="zh-CN" altLang="en-US" smtClean="0"/>
              <a:pPr eaLnBrk="1" hangingPunct="1"/>
              <a:t>43</a:t>
            </a:fld>
            <a:endParaRPr lang="en-US" altLang="zh-CN" smtClean="0"/>
          </a:p>
        </p:txBody>
      </p:sp>
      <p:sp>
        <p:nvSpPr>
          <p:cNvPr id="1974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21" name="Rectangle 2"/>
          <p:cNvSpPr>
            <a:spLocks noGrp="1" noChangeArrowheads="1"/>
          </p:cNvSpPr>
          <p:nvPr>
            <p:ph type="title"/>
          </p:nvPr>
        </p:nvSpPr>
        <p:spPr>
          <a:xfrm>
            <a:off x="506413" y="188913"/>
            <a:ext cx="8570912" cy="812800"/>
          </a:xfrm>
        </p:spPr>
        <p:txBody>
          <a:bodyPr/>
          <a:lstStyle/>
          <a:p>
            <a:pPr algn="ctr"/>
            <a:r>
              <a:rPr lang="zh-CN" altLang="zh-CN" dirty="0" smtClean="0">
                <a:ea typeface="黑体" panose="02010609060101010101" pitchFamily="49" charset="-122"/>
              </a:rPr>
              <a:t>应用进程通过套接字接入到网络 </a:t>
            </a:r>
          </a:p>
        </p:txBody>
      </p:sp>
      <p:sp>
        <p:nvSpPr>
          <p:cNvPr id="1976322" name="AutoShape 71"/>
          <p:cNvSpPr>
            <a:spLocks noChangeArrowheads="1"/>
          </p:cNvSpPr>
          <p:nvPr/>
        </p:nvSpPr>
        <p:spPr bwMode="auto">
          <a:xfrm>
            <a:off x="1530350" y="1952625"/>
            <a:ext cx="508000" cy="1323975"/>
          </a:xfrm>
          <a:prstGeom prst="upArrow">
            <a:avLst>
              <a:gd name="adj1" fmla="val 50000"/>
              <a:gd name="adj2" fmla="val 70574"/>
            </a:avLst>
          </a:prstGeom>
          <a:solidFill>
            <a:srgbClr val="CCECFF"/>
          </a:solidFill>
          <a:ln w="9525">
            <a:solidFill>
              <a:schemeClr val="tx1"/>
            </a:solidFill>
            <a:miter lim="800000"/>
            <a:headEnd/>
            <a:tailEnd/>
          </a:ln>
        </p:spPr>
        <p:txBody>
          <a:bodyPr vert="eaVert" wrap="none" anchor="ctr"/>
          <a:lstStyle/>
          <a:p>
            <a:endParaRPr lang="zh-CN" altLang="en-US" b="1">
              <a:solidFill>
                <a:srgbClr val="000099"/>
              </a:solidFill>
              <a:ea typeface="宋体" panose="02010600030101010101" pitchFamily="2" charset="-122"/>
            </a:endParaRPr>
          </a:p>
        </p:txBody>
      </p:sp>
      <p:graphicFrame>
        <p:nvGraphicFramePr>
          <p:cNvPr id="1976323" name="Object 72"/>
          <p:cNvGraphicFramePr>
            <a:graphicFrameLocks noChangeAspect="1"/>
          </p:cNvGraphicFramePr>
          <p:nvPr/>
        </p:nvGraphicFramePr>
        <p:xfrm>
          <a:off x="4498975" y="2874963"/>
          <a:ext cx="3333750" cy="2247900"/>
        </p:xfrm>
        <a:graphic>
          <a:graphicData uri="http://schemas.openxmlformats.org/presentationml/2006/ole">
            <mc:AlternateContent xmlns:mc="http://schemas.openxmlformats.org/markup-compatibility/2006">
              <mc:Choice xmlns:v="urn:schemas-microsoft-com:vml" Requires="v">
                <p:oleObj spid="_x0000_s1976467" r:id="rId4" imgW="1687068" imgH="964692" progId="Visio.Drawing.6">
                  <p:embed/>
                </p:oleObj>
              </mc:Choice>
              <mc:Fallback>
                <p:oleObj r:id="rId4" imgW="1687068" imgH="964692" progId="Visio.Drawing.6">
                  <p:embed/>
                  <p:pic>
                    <p:nvPicPr>
                      <p:cNvPr id="0" name="Object 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8975" y="2874963"/>
                        <a:ext cx="33337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76324" name="Rectangle 73"/>
          <p:cNvSpPr>
            <a:spLocks noChangeArrowheads="1"/>
          </p:cNvSpPr>
          <p:nvPr/>
        </p:nvSpPr>
        <p:spPr bwMode="auto">
          <a:xfrm>
            <a:off x="2478088" y="2614613"/>
            <a:ext cx="1898650" cy="727075"/>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应用进程</a:t>
            </a:r>
          </a:p>
        </p:txBody>
      </p:sp>
      <p:sp>
        <p:nvSpPr>
          <p:cNvPr id="1976325" name="Rectangle 74"/>
          <p:cNvSpPr>
            <a:spLocks noChangeArrowheads="1"/>
          </p:cNvSpPr>
          <p:nvPr/>
        </p:nvSpPr>
        <p:spPr bwMode="auto">
          <a:xfrm>
            <a:off x="2478088" y="3808413"/>
            <a:ext cx="1898650" cy="11239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pPr algn="ctr">
              <a:spcAft>
                <a:spcPct val="30000"/>
              </a:spcAft>
            </a:pPr>
            <a:endParaRPr lang="en-US" altLang="zh-CN" sz="2000" b="1">
              <a:solidFill>
                <a:srgbClr val="000099"/>
              </a:solidFill>
              <a:ea typeface="黑体" panose="02010609060101010101" pitchFamily="49" charset="-122"/>
            </a:endParaRPr>
          </a:p>
          <a:p>
            <a:pPr algn="ctr">
              <a:spcAft>
                <a:spcPct val="30000"/>
              </a:spcAft>
            </a:pPr>
            <a:r>
              <a:rPr lang="en-US" altLang="zh-CN" sz="2000" b="1">
                <a:solidFill>
                  <a:srgbClr val="000099"/>
                </a:solidFill>
                <a:ea typeface="黑体" panose="02010609060101010101" pitchFamily="49" charset="-122"/>
              </a:rPr>
              <a:t>TCP</a:t>
            </a:r>
          </a:p>
          <a:p>
            <a:pPr algn="ctr"/>
            <a:endParaRPr lang="en-US" altLang="zh-CN" sz="2000" b="1">
              <a:solidFill>
                <a:srgbClr val="000099"/>
              </a:solidFill>
              <a:ea typeface="黑体" panose="02010609060101010101" pitchFamily="49" charset="-122"/>
            </a:endParaRPr>
          </a:p>
        </p:txBody>
      </p:sp>
      <p:sp>
        <p:nvSpPr>
          <p:cNvPr id="1976326" name="Line 75"/>
          <p:cNvSpPr>
            <a:spLocks noChangeShapeType="1"/>
          </p:cNvSpPr>
          <p:nvPr/>
        </p:nvSpPr>
        <p:spPr bwMode="auto">
          <a:xfrm>
            <a:off x="4376738" y="4268788"/>
            <a:ext cx="3586162" cy="7937"/>
          </a:xfrm>
          <a:prstGeom prst="line">
            <a:avLst/>
          </a:prstGeom>
          <a:noFill/>
          <a:ln w="76200">
            <a:solidFill>
              <a:schemeClr va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27" name="Group 76"/>
          <p:cNvGrpSpPr>
            <a:grpSpLocks/>
          </p:cNvGrpSpPr>
          <p:nvPr/>
        </p:nvGrpSpPr>
        <p:grpSpPr bwMode="auto">
          <a:xfrm>
            <a:off x="3109913" y="2130425"/>
            <a:ext cx="636587" cy="644525"/>
            <a:chOff x="921" y="2412"/>
            <a:chExt cx="284" cy="265"/>
          </a:xfrm>
        </p:grpSpPr>
        <p:grpSp>
          <p:nvGrpSpPr>
            <p:cNvPr id="1976328" name="Group 77"/>
            <p:cNvGrpSpPr>
              <a:grpSpLocks/>
            </p:cNvGrpSpPr>
            <p:nvPr/>
          </p:nvGrpSpPr>
          <p:grpSpPr bwMode="auto">
            <a:xfrm>
              <a:off x="928" y="2417"/>
              <a:ext cx="277" cy="260"/>
              <a:chOff x="928" y="2417"/>
              <a:chExt cx="277" cy="260"/>
            </a:xfrm>
          </p:grpSpPr>
          <p:sp>
            <p:nvSpPr>
              <p:cNvPr id="1976329" name="Freeform 78"/>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0" name="Freeform 79"/>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1" name="Freeform 80"/>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2" name="Freeform 81"/>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3" name="Rectangle 8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34" name="Rectangle 8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35" name="Rectangle 8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36" name="Line 8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37" name="Group 86"/>
              <p:cNvGrpSpPr>
                <a:grpSpLocks/>
              </p:cNvGrpSpPr>
              <p:nvPr/>
            </p:nvGrpSpPr>
            <p:grpSpPr bwMode="auto">
              <a:xfrm>
                <a:off x="928" y="2639"/>
                <a:ext cx="277" cy="38"/>
                <a:chOff x="928" y="2639"/>
                <a:chExt cx="277" cy="38"/>
              </a:xfrm>
            </p:grpSpPr>
            <p:sp>
              <p:nvSpPr>
                <p:cNvPr id="1976338" name="Freeform 87"/>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9" name="Freeform 88"/>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0" name="Rectangle 8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976341" name="Group 90"/>
            <p:cNvGrpSpPr>
              <a:grpSpLocks/>
            </p:cNvGrpSpPr>
            <p:nvPr/>
          </p:nvGrpSpPr>
          <p:grpSpPr bwMode="auto">
            <a:xfrm>
              <a:off x="921" y="2412"/>
              <a:ext cx="277" cy="261"/>
              <a:chOff x="921" y="2412"/>
              <a:chExt cx="277" cy="261"/>
            </a:xfrm>
          </p:grpSpPr>
          <p:sp>
            <p:nvSpPr>
              <p:cNvPr id="1976342" name="Freeform 91"/>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3" name="Freeform 92"/>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4" name="Freeform 93"/>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5" name="Freeform 94"/>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6" name="Rectangle 9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47" name="Rectangle 9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48" name="Rectangle 9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49" name="Line 9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50" name="Group 99"/>
              <p:cNvGrpSpPr>
                <a:grpSpLocks/>
              </p:cNvGrpSpPr>
              <p:nvPr/>
            </p:nvGrpSpPr>
            <p:grpSpPr bwMode="auto">
              <a:xfrm>
                <a:off x="921" y="2635"/>
                <a:ext cx="277" cy="38"/>
                <a:chOff x="921" y="2635"/>
                <a:chExt cx="277" cy="38"/>
              </a:xfrm>
            </p:grpSpPr>
            <p:sp>
              <p:nvSpPr>
                <p:cNvPr id="1976351" name="Freeform 100"/>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52" name="Freeform 101"/>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53" name="Rectangle 10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sp>
        <p:nvSpPr>
          <p:cNvPr id="1976354" name="Text Box 103"/>
          <p:cNvSpPr txBox="1">
            <a:spLocks noChangeArrowheads="1"/>
          </p:cNvSpPr>
          <p:nvPr/>
        </p:nvSpPr>
        <p:spPr bwMode="auto">
          <a:xfrm>
            <a:off x="85725" y="2222500"/>
            <a:ext cx="1466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由应用程序</a:t>
            </a:r>
          </a:p>
          <a:p>
            <a:pPr algn="ctr"/>
            <a:r>
              <a:rPr lang="zh-CN" altLang="en-US" sz="2000" b="1">
                <a:solidFill>
                  <a:srgbClr val="000099"/>
                </a:solidFill>
                <a:ea typeface="黑体" panose="02010609060101010101" pitchFamily="49" charset="-122"/>
              </a:rPr>
              <a:t>控制</a:t>
            </a:r>
          </a:p>
        </p:txBody>
      </p:sp>
      <p:sp>
        <p:nvSpPr>
          <p:cNvPr id="1976355" name="Text Box 104"/>
          <p:cNvSpPr txBox="1">
            <a:spLocks noChangeArrowheads="1"/>
          </p:cNvSpPr>
          <p:nvPr/>
        </p:nvSpPr>
        <p:spPr bwMode="auto">
          <a:xfrm>
            <a:off x="5529263" y="3322638"/>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99"/>
                </a:solidFill>
                <a:ea typeface="黑体" panose="02010609060101010101" pitchFamily="49" charset="-122"/>
              </a:rPr>
              <a:t>互联网</a:t>
            </a:r>
          </a:p>
        </p:txBody>
      </p:sp>
      <p:sp>
        <p:nvSpPr>
          <p:cNvPr id="1976356" name="Text Box 105"/>
          <p:cNvSpPr txBox="1">
            <a:spLocks noChangeArrowheads="1"/>
          </p:cNvSpPr>
          <p:nvPr/>
        </p:nvSpPr>
        <p:spPr bwMode="auto">
          <a:xfrm>
            <a:off x="85725" y="3876675"/>
            <a:ext cx="1466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由操作系统</a:t>
            </a:r>
          </a:p>
          <a:p>
            <a:pPr algn="ctr"/>
            <a:r>
              <a:rPr lang="zh-CN" altLang="en-US" sz="2000" b="1">
                <a:solidFill>
                  <a:srgbClr val="000099"/>
                </a:solidFill>
                <a:ea typeface="黑体" panose="02010609060101010101" pitchFamily="49" charset="-122"/>
              </a:rPr>
              <a:t>控制</a:t>
            </a:r>
          </a:p>
        </p:txBody>
      </p:sp>
      <p:sp>
        <p:nvSpPr>
          <p:cNvPr id="1976357" name="Text Box 106"/>
          <p:cNvSpPr txBox="1">
            <a:spLocks noChangeArrowheads="1"/>
          </p:cNvSpPr>
          <p:nvPr/>
        </p:nvSpPr>
        <p:spPr bwMode="auto">
          <a:xfrm>
            <a:off x="3035300" y="170338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客户</a:t>
            </a:r>
          </a:p>
        </p:txBody>
      </p:sp>
      <p:sp>
        <p:nvSpPr>
          <p:cNvPr id="1976358" name="Text Box 107"/>
          <p:cNvSpPr txBox="1">
            <a:spLocks noChangeArrowheads="1"/>
          </p:cNvSpPr>
          <p:nvPr/>
        </p:nvSpPr>
        <p:spPr bwMode="auto">
          <a:xfrm>
            <a:off x="8339138" y="1700213"/>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服务器</a:t>
            </a:r>
          </a:p>
        </p:txBody>
      </p:sp>
      <p:sp>
        <p:nvSpPr>
          <p:cNvPr id="1976359" name="Rectangle 108"/>
          <p:cNvSpPr>
            <a:spLocks noChangeArrowheads="1"/>
          </p:cNvSpPr>
          <p:nvPr/>
        </p:nvSpPr>
        <p:spPr bwMode="auto">
          <a:xfrm>
            <a:off x="2919413" y="3287713"/>
            <a:ext cx="1017587" cy="584200"/>
          </a:xfrm>
          <a:prstGeom prst="rect">
            <a:avLst/>
          </a:prstGeom>
          <a:solidFill>
            <a:srgbClr val="FF99CC"/>
          </a:solidFill>
          <a:ln w="28575">
            <a:solidFill>
              <a:schemeClr val="folHlink"/>
            </a:solidFill>
            <a:miter lim="800000"/>
            <a:headEnd/>
            <a:tailEnd/>
          </a:ln>
        </p:spPr>
        <p:txBody>
          <a:bodyPr wrap="none" anchor="ctr"/>
          <a:lstStyle/>
          <a:p>
            <a:pPr algn="ctr"/>
            <a:r>
              <a:rPr lang="zh-CN" altLang="en-US" sz="2000" b="1">
                <a:solidFill>
                  <a:srgbClr val="000099"/>
                </a:solidFill>
                <a:ea typeface="黑体" panose="02010609060101010101" pitchFamily="49" charset="-122"/>
              </a:rPr>
              <a:t>套接字</a:t>
            </a:r>
          </a:p>
        </p:txBody>
      </p:sp>
      <p:sp>
        <p:nvSpPr>
          <p:cNvPr id="1976360" name="Rectangle 109"/>
          <p:cNvSpPr>
            <a:spLocks noChangeArrowheads="1"/>
          </p:cNvSpPr>
          <p:nvPr/>
        </p:nvSpPr>
        <p:spPr bwMode="auto">
          <a:xfrm>
            <a:off x="7948613" y="3829050"/>
            <a:ext cx="1900237" cy="11239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pPr algn="ctr">
              <a:spcAft>
                <a:spcPct val="30000"/>
              </a:spcAft>
            </a:pPr>
            <a:endParaRPr lang="en-US" altLang="zh-CN" sz="2000" b="1">
              <a:solidFill>
                <a:srgbClr val="000099"/>
              </a:solidFill>
              <a:ea typeface="黑体" panose="02010609060101010101" pitchFamily="49" charset="-122"/>
            </a:endParaRPr>
          </a:p>
          <a:p>
            <a:pPr algn="ctr">
              <a:spcAft>
                <a:spcPct val="30000"/>
              </a:spcAft>
            </a:pPr>
            <a:r>
              <a:rPr lang="en-US" altLang="zh-CN" sz="2000" b="1">
                <a:solidFill>
                  <a:srgbClr val="000099"/>
                </a:solidFill>
                <a:ea typeface="黑体" panose="02010609060101010101" pitchFamily="49" charset="-122"/>
              </a:rPr>
              <a:t>TCP</a:t>
            </a:r>
          </a:p>
          <a:p>
            <a:pPr algn="ctr">
              <a:spcAft>
                <a:spcPct val="30000"/>
              </a:spcAft>
            </a:pPr>
            <a:endParaRPr lang="en-US" altLang="zh-CN" sz="2000" b="1">
              <a:solidFill>
                <a:srgbClr val="000099"/>
              </a:solidFill>
              <a:ea typeface="黑体" panose="02010609060101010101" pitchFamily="49" charset="-122"/>
            </a:endParaRPr>
          </a:p>
        </p:txBody>
      </p:sp>
      <p:sp>
        <p:nvSpPr>
          <p:cNvPr id="1976361" name="Rectangle 110"/>
          <p:cNvSpPr>
            <a:spLocks noChangeArrowheads="1"/>
          </p:cNvSpPr>
          <p:nvPr/>
        </p:nvSpPr>
        <p:spPr bwMode="auto">
          <a:xfrm>
            <a:off x="7948613" y="2614613"/>
            <a:ext cx="1900237" cy="727075"/>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应用进程</a:t>
            </a:r>
          </a:p>
        </p:txBody>
      </p:sp>
      <p:sp>
        <p:nvSpPr>
          <p:cNvPr id="1976362" name="Rectangle 111"/>
          <p:cNvSpPr>
            <a:spLocks noChangeArrowheads="1"/>
          </p:cNvSpPr>
          <p:nvPr/>
        </p:nvSpPr>
        <p:spPr bwMode="auto">
          <a:xfrm>
            <a:off x="8391525" y="3287713"/>
            <a:ext cx="1016000" cy="584200"/>
          </a:xfrm>
          <a:prstGeom prst="rect">
            <a:avLst/>
          </a:prstGeom>
          <a:solidFill>
            <a:srgbClr val="FF99CC"/>
          </a:solidFill>
          <a:ln w="28575">
            <a:solidFill>
              <a:schemeClr val="folHlink"/>
            </a:solidFill>
            <a:miter lim="800000"/>
            <a:headEnd/>
            <a:tailEnd/>
          </a:ln>
        </p:spPr>
        <p:txBody>
          <a:bodyPr wrap="none" anchor="ctr"/>
          <a:lstStyle/>
          <a:p>
            <a:pPr algn="ctr"/>
            <a:r>
              <a:rPr lang="zh-CN" altLang="en-US" sz="2000" b="1">
                <a:solidFill>
                  <a:srgbClr val="000099"/>
                </a:solidFill>
                <a:ea typeface="黑体" panose="02010609060101010101" pitchFamily="49" charset="-122"/>
              </a:rPr>
              <a:t>套接字</a:t>
            </a:r>
          </a:p>
        </p:txBody>
      </p:sp>
      <p:grpSp>
        <p:nvGrpSpPr>
          <p:cNvPr id="1976363" name="Group 112"/>
          <p:cNvGrpSpPr>
            <a:grpSpLocks/>
          </p:cNvGrpSpPr>
          <p:nvPr/>
        </p:nvGrpSpPr>
        <p:grpSpPr bwMode="auto">
          <a:xfrm>
            <a:off x="8582025" y="2130425"/>
            <a:ext cx="636588" cy="644525"/>
            <a:chOff x="921" y="2412"/>
            <a:chExt cx="284" cy="265"/>
          </a:xfrm>
        </p:grpSpPr>
        <p:grpSp>
          <p:nvGrpSpPr>
            <p:cNvPr id="1976364" name="Group 113"/>
            <p:cNvGrpSpPr>
              <a:grpSpLocks/>
            </p:cNvGrpSpPr>
            <p:nvPr/>
          </p:nvGrpSpPr>
          <p:grpSpPr bwMode="auto">
            <a:xfrm>
              <a:off x="928" y="2417"/>
              <a:ext cx="277" cy="260"/>
              <a:chOff x="928" y="2417"/>
              <a:chExt cx="277" cy="260"/>
            </a:xfrm>
          </p:grpSpPr>
          <p:sp>
            <p:nvSpPr>
              <p:cNvPr id="1976365" name="Freeform 114"/>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66" name="Freeform 115"/>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67" name="Freeform 116"/>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68" name="Freeform 117"/>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69" name="Rectangle 118"/>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70" name="Rectangle 119"/>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71" name="Rectangle 120"/>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72" name="Line 121"/>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73" name="Group 122"/>
              <p:cNvGrpSpPr>
                <a:grpSpLocks/>
              </p:cNvGrpSpPr>
              <p:nvPr/>
            </p:nvGrpSpPr>
            <p:grpSpPr bwMode="auto">
              <a:xfrm>
                <a:off x="928" y="2639"/>
                <a:ext cx="277" cy="38"/>
                <a:chOff x="928" y="2639"/>
                <a:chExt cx="277" cy="38"/>
              </a:xfrm>
            </p:grpSpPr>
            <p:sp>
              <p:nvSpPr>
                <p:cNvPr id="1976374" name="Freeform 123"/>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75" name="Freeform 124"/>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76" name="Rectangle 125"/>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976377" name="Group 126"/>
            <p:cNvGrpSpPr>
              <a:grpSpLocks/>
            </p:cNvGrpSpPr>
            <p:nvPr/>
          </p:nvGrpSpPr>
          <p:grpSpPr bwMode="auto">
            <a:xfrm>
              <a:off x="921" y="2412"/>
              <a:ext cx="277" cy="261"/>
              <a:chOff x="921" y="2412"/>
              <a:chExt cx="277" cy="261"/>
            </a:xfrm>
          </p:grpSpPr>
          <p:sp>
            <p:nvSpPr>
              <p:cNvPr id="1976378" name="Freeform 127"/>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79" name="Freeform 128"/>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0" name="Freeform 129"/>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1" name="Freeform 130"/>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2" name="Rectangle 131"/>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83" name="Rectangle 132"/>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84" name="Rectangle 133"/>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85" name="Line 134"/>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86" name="Group 135"/>
              <p:cNvGrpSpPr>
                <a:grpSpLocks/>
              </p:cNvGrpSpPr>
              <p:nvPr/>
            </p:nvGrpSpPr>
            <p:grpSpPr bwMode="auto">
              <a:xfrm>
                <a:off x="921" y="2635"/>
                <a:ext cx="277" cy="38"/>
                <a:chOff x="921" y="2635"/>
                <a:chExt cx="277" cy="38"/>
              </a:xfrm>
            </p:grpSpPr>
            <p:sp>
              <p:nvSpPr>
                <p:cNvPr id="1976387" name="Freeform 136"/>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8" name="Freeform 137"/>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9" name="Rectangle 138"/>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sp>
        <p:nvSpPr>
          <p:cNvPr id="1976390" name="Line 139"/>
          <p:cNvSpPr>
            <a:spLocks noChangeShapeType="1"/>
          </p:cNvSpPr>
          <p:nvPr/>
        </p:nvSpPr>
        <p:spPr bwMode="auto">
          <a:xfrm>
            <a:off x="111125" y="3829050"/>
            <a:ext cx="2436813"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6391" name="AutoShape 140"/>
          <p:cNvSpPr>
            <a:spLocks noChangeArrowheads="1"/>
          </p:cNvSpPr>
          <p:nvPr/>
        </p:nvSpPr>
        <p:spPr bwMode="auto">
          <a:xfrm flipV="1">
            <a:off x="1531938" y="3830638"/>
            <a:ext cx="509587" cy="1211262"/>
          </a:xfrm>
          <a:prstGeom prst="upArrow">
            <a:avLst>
              <a:gd name="adj1" fmla="val 50000"/>
              <a:gd name="adj2" fmla="val 64376"/>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76392" name="Line 141"/>
          <p:cNvSpPr>
            <a:spLocks noChangeShapeType="1"/>
          </p:cNvSpPr>
          <p:nvPr/>
        </p:nvSpPr>
        <p:spPr bwMode="auto">
          <a:xfrm>
            <a:off x="111125" y="3276600"/>
            <a:ext cx="2335213"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63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F98D6A-FADD-44C4-B01E-6705EB115EA8}" type="slidenum">
              <a:rPr lang="zh-CN" altLang="en-US" smtClean="0"/>
              <a:pPr eaLnBrk="1" hangingPunct="1"/>
              <a:t>44</a:t>
            </a:fld>
            <a:endParaRPr lang="en-US" altLang="zh-CN" smtClean="0"/>
          </a:p>
        </p:txBody>
      </p:sp>
      <p:sp>
        <p:nvSpPr>
          <p:cNvPr id="19763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836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套接字的作用 </a:t>
            </a:r>
          </a:p>
        </p:txBody>
      </p:sp>
      <p:sp>
        <p:nvSpPr>
          <p:cNvPr id="794627"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当</a:t>
            </a:r>
            <a:r>
              <a:rPr lang="zh-CN" altLang="en-US" sz="2800" dirty="0" smtClean="0">
                <a:solidFill>
                  <a:srgbClr val="0000FF"/>
                </a:solidFill>
                <a:ea typeface="黑体" panose="02010609060101010101" pitchFamily="49" charset="-122"/>
              </a:rPr>
              <a:t>应用进程</a:t>
            </a:r>
            <a:r>
              <a:rPr lang="zh-CN" altLang="en-US" sz="2800" dirty="0" smtClean="0">
                <a:ea typeface="黑体" panose="02010609060101010101" pitchFamily="49" charset="-122"/>
              </a:rPr>
              <a:t>需要使用网络进行通信时就</a:t>
            </a:r>
            <a:r>
              <a:rPr lang="zh-CN" altLang="en-US" sz="2800" dirty="0" smtClean="0">
                <a:solidFill>
                  <a:srgbClr val="0000FF"/>
                </a:solidFill>
                <a:ea typeface="黑体" panose="02010609060101010101" pitchFamily="49" charset="-122"/>
              </a:rPr>
              <a:t>发出系统调用</a:t>
            </a:r>
            <a:r>
              <a:rPr lang="zh-CN" altLang="en-US" sz="2800" dirty="0" smtClean="0">
                <a:ea typeface="黑体" panose="02010609060101010101" pitchFamily="49" charset="-122"/>
              </a:rPr>
              <a:t>，请求</a:t>
            </a:r>
            <a:r>
              <a:rPr lang="zh-CN" altLang="en-US" sz="2800" dirty="0" smtClean="0">
                <a:solidFill>
                  <a:srgbClr val="0000FF"/>
                </a:solidFill>
                <a:ea typeface="黑体" panose="02010609060101010101" pitchFamily="49" charset="-122"/>
              </a:rPr>
              <a:t>操作系统</a:t>
            </a:r>
            <a:r>
              <a:rPr lang="zh-CN" altLang="en-US" sz="2800" dirty="0" smtClean="0">
                <a:ea typeface="黑体" panose="02010609060101010101" pitchFamily="49" charset="-122"/>
              </a:rPr>
              <a:t>为其</a:t>
            </a:r>
            <a:r>
              <a:rPr lang="zh-CN" altLang="en-US" sz="2800" dirty="0" smtClean="0">
                <a:solidFill>
                  <a:srgbClr val="0000FF"/>
                </a:solidFill>
                <a:ea typeface="黑体" panose="02010609060101010101" pitchFamily="49" charset="-122"/>
              </a:rPr>
              <a:t>创建“套接字”</a:t>
            </a:r>
            <a:r>
              <a:rPr lang="zh-CN" altLang="en-US" sz="2800" dirty="0" smtClean="0">
                <a:ea typeface="黑体" panose="02010609060101010101" pitchFamily="49" charset="-122"/>
              </a:rPr>
              <a:t>，以便把网络通信所需要的系统</a:t>
            </a:r>
            <a:r>
              <a:rPr lang="zh-CN" altLang="en-US" sz="2800" dirty="0" smtClean="0">
                <a:solidFill>
                  <a:srgbClr val="0000FF"/>
                </a:solidFill>
                <a:ea typeface="黑体" panose="02010609060101010101" pitchFamily="49" charset="-122"/>
              </a:rPr>
              <a:t>资源</a:t>
            </a:r>
            <a:r>
              <a:rPr lang="zh-CN" altLang="en-GB" sz="2800" dirty="0" smtClean="0">
                <a:solidFill>
                  <a:srgbClr val="0000FF"/>
                </a:solidFill>
                <a:ea typeface="黑体" panose="02010609060101010101" pitchFamily="49" charset="-122"/>
              </a:rPr>
              <a:t>分配</a:t>
            </a:r>
            <a:r>
              <a:rPr lang="zh-CN" altLang="en-GB" sz="2800" dirty="0" smtClean="0">
                <a:ea typeface="黑体" panose="02010609060101010101" pitchFamily="49" charset="-122"/>
              </a:rPr>
              <a:t>给该应用进程。</a:t>
            </a:r>
          </a:p>
          <a:p>
            <a:r>
              <a:rPr lang="zh-CN" altLang="en-GB" sz="2800" dirty="0" smtClean="0">
                <a:solidFill>
                  <a:srgbClr val="0000FF"/>
                </a:solidFill>
                <a:ea typeface="黑体" panose="02010609060101010101" pitchFamily="49" charset="-122"/>
              </a:rPr>
              <a:t>操作系统为这些资源的总和用一个叫做</a:t>
            </a:r>
            <a:r>
              <a:rPr lang="zh-CN" altLang="en-GB" sz="2800" dirty="0" smtClean="0">
                <a:solidFill>
                  <a:srgbClr val="FF0000"/>
                </a:solidFill>
                <a:ea typeface="黑体" panose="02010609060101010101" pitchFamily="49" charset="-122"/>
              </a:rPr>
              <a:t>套接字描述符</a:t>
            </a:r>
            <a:r>
              <a:rPr lang="zh-CN" altLang="en-GB" sz="2800" dirty="0" smtClean="0">
                <a:solidFill>
                  <a:srgbClr val="0000FF"/>
                </a:solidFill>
                <a:ea typeface="黑体" panose="02010609060101010101" pitchFamily="49" charset="-122"/>
              </a:rPr>
              <a:t>的号码来表示</a:t>
            </a:r>
            <a:r>
              <a:rPr lang="zh-CN" altLang="en-GB" sz="2800" dirty="0" smtClean="0">
                <a:ea typeface="黑体" panose="02010609060101010101" pitchFamily="49" charset="-122"/>
              </a:rPr>
              <a:t>，</a:t>
            </a:r>
            <a:r>
              <a:rPr lang="zh-CN" altLang="en-GB" sz="2800" dirty="0" smtClean="0">
                <a:solidFill>
                  <a:srgbClr val="0000FF"/>
                </a:solidFill>
                <a:ea typeface="黑体" panose="02010609060101010101" pitchFamily="49" charset="-122"/>
              </a:rPr>
              <a:t>并把此号码返回给应用进程</a:t>
            </a:r>
            <a:r>
              <a:rPr lang="zh-CN" altLang="en-GB" sz="2800" dirty="0" smtClean="0">
                <a:ea typeface="黑体" panose="02010609060101010101" pitchFamily="49" charset="-122"/>
              </a:rPr>
              <a:t>。应用进程所进行的网络操作都必须使用这个号码。</a:t>
            </a:r>
          </a:p>
          <a:p>
            <a:r>
              <a:rPr lang="zh-CN" altLang="en-GB" sz="2800" dirty="0" smtClean="0">
                <a:ea typeface="黑体" panose="02010609060101010101" pitchFamily="49" charset="-122"/>
              </a:rPr>
              <a:t>通信完毕后，应用进程通过一个</a:t>
            </a:r>
            <a:r>
              <a:rPr lang="zh-CN" altLang="en-GB" sz="2800" dirty="0" smtClean="0">
                <a:solidFill>
                  <a:srgbClr val="0000FF"/>
                </a:solidFill>
                <a:ea typeface="黑体" panose="02010609060101010101" pitchFamily="49" charset="-122"/>
              </a:rPr>
              <a:t>关闭套接字</a:t>
            </a:r>
            <a:r>
              <a:rPr lang="zh-CN" altLang="en-GB" sz="2800" dirty="0" smtClean="0">
                <a:ea typeface="黑体" panose="02010609060101010101" pitchFamily="49" charset="-122"/>
              </a:rPr>
              <a:t>的系统调用通知</a:t>
            </a:r>
            <a:r>
              <a:rPr lang="zh-CN" altLang="en-GB" sz="2800" dirty="0" smtClean="0">
                <a:solidFill>
                  <a:srgbClr val="0000FF"/>
                </a:solidFill>
                <a:ea typeface="黑体" panose="02010609060101010101" pitchFamily="49" charset="-122"/>
              </a:rPr>
              <a:t>操作系统回收与该“号码”相关的所有资源</a:t>
            </a:r>
            <a:r>
              <a:rPr lang="zh-CN" altLang="en-GB" sz="2800" dirty="0" smtClean="0">
                <a:ea typeface="黑体" panose="02010609060101010101" pitchFamily="49" charset="-122"/>
              </a:rPr>
              <a:t>。</a:t>
            </a:r>
            <a:endParaRPr lang="zh-CN" altLang="en-US" sz="2800" dirty="0" smtClean="0">
              <a:ea typeface="黑体" panose="02010609060101010101" pitchFamily="49" charset="-122"/>
            </a:endParaRPr>
          </a:p>
        </p:txBody>
      </p:sp>
      <p:sp>
        <p:nvSpPr>
          <p:cNvPr id="1978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1D5AE0B-DB5C-4302-9983-9289E67CD5CD}" type="slidenum">
              <a:rPr lang="zh-CN" altLang="en-US" smtClean="0"/>
              <a:pPr eaLnBrk="1" hangingPunct="1"/>
              <a:t>45</a:t>
            </a:fld>
            <a:endParaRPr lang="en-US" altLang="zh-CN" smtClean="0"/>
          </a:p>
        </p:txBody>
      </p:sp>
      <p:sp>
        <p:nvSpPr>
          <p:cNvPr id="1978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46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946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0417" name="Rectangle 32"/>
          <p:cNvSpPr>
            <a:spLocks noChangeArrowheads="1"/>
          </p:cNvSpPr>
          <p:nvPr/>
        </p:nvSpPr>
        <p:spPr bwMode="auto">
          <a:xfrm>
            <a:off x="501650" y="1282700"/>
            <a:ext cx="9204325" cy="4941888"/>
          </a:xfrm>
          <a:prstGeom prst="rect">
            <a:avLst/>
          </a:prstGeom>
          <a:solidFill>
            <a:srgbClr val="CCE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0418" name="Rectangle 4"/>
          <p:cNvSpPr>
            <a:spLocks noChangeArrowheads="1"/>
          </p:cNvSpPr>
          <p:nvPr/>
        </p:nvSpPr>
        <p:spPr bwMode="auto">
          <a:xfrm>
            <a:off x="1081088" y="2455863"/>
            <a:ext cx="2901950" cy="301466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80419" name="Text Box 5"/>
          <p:cNvSpPr txBox="1">
            <a:spLocks noChangeArrowheads="1"/>
          </p:cNvSpPr>
          <p:nvPr/>
        </p:nvSpPr>
        <p:spPr bwMode="auto">
          <a:xfrm>
            <a:off x="866775" y="1793875"/>
            <a:ext cx="32813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套接字描述符表</a:t>
            </a:r>
          </a:p>
          <a:p>
            <a:pPr algn="ctr"/>
            <a:r>
              <a:rPr lang="zh-CN" altLang="en-US" sz="2000" b="1">
                <a:solidFill>
                  <a:srgbClr val="000099"/>
                </a:solidFill>
                <a:ea typeface="黑体" panose="02010609060101010101" pitchFamily="49" charset="-122"/>
              </a:rPr>
              <a:t>（每一个进程一个描述符）</a:t>
            </a:r>
          </a:p>
        </p:txBody>
      </p:sp>
      <p:sp>
        <p:nvSpPr>
          <p:cNvPr id="1980420" name="Line 6"/>
          <p:cNvSpPr>
            <a:spLocks noChangeShapeType="1"/>
          </p:cNvSpPr>
          <p:nvPr/>
        </p:nvSpPr>
        <p:spPr bwMode="auto">
          <a:xfrm>
            <a:off x="1081088" y="28749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1" name="Line 7"/>
          <p:cNvSpPr>
            <a:spLocks noChangeShapeType="1"/>
          </p:cNvSpPr>
          <p:nvPr/>
        </p:nvSpPr>
        <p:spPr bwMode="auto">
          <a:xfrm>
            <a:off x="1081088" y="32940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2" name="Line 8"/>
          <p:cNvSpPr>
            <a:spLocks noChangeShapeType="1"/>
          </p:cNvSpPr>
          <p:nvPr/>
        </p:nvSpPr>
        <p:spPr bwMode="auto">
          <a:xfrm>
            <a:off x="1081088" y="37131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3" name="Line 9"/>
          <p:cNvSpPr>
            <a:spLocks noChangeShapeType="1"/>
          </p:cNvSpPr>
          <p:nvPr/>
        </p:nvSpPr>
        <p:spPr bwMode="auto">
          <a:xfrm>
            <a:off x="1081088" y="41322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4" name="Line 10"/>
          <p:cNvSpPr>
            <a:spLocks noChangeShapeType="1"/>
          </p:cNvSpPr>
          <p:nvPr/>
        </p:nvSpPr>
        <p:spPr bwMode="auto">
          <a:xfrm>
            <a:off x="1081088" y="45513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5" name="Text Box 11"/>
          <p:cNvSpPr txBox="1">
            <a:spLocks noChangeArrowheads="1"/>
          </p:cNvSpPr>
          <p:nvPr/>
        </p:nvSpPr>
        <p:spPr bwMode="auto">
          <a:xfrm>
            <a:off x="639763" y="2420938"/>
            <a:ext cx="5842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30000"/>
              </a:lnSpc>
            </a:pPr>
            <a:r>
              <a:rPr lang="en-US" altLang="zh-CN" sz="2000" b="1">
                <a:solidFill>
                  <a:srgbClr val="000099"/>
                </a:solidFill>
                <a:ea typeface="黑体" panose="02010609060101010101" pitchFamily="49" charset="-122"/>
              </a:rPr>
              <a:t>0</a:t>
            </a:r>
            <a:r>
              <a:rPr lang="zh-CN" altLang="en-US" sz="2000" b="1">
                <a:solidFill>
                  <a:srgbClr val="000099"/>
                </a:solidFill>
                <a:ea typeface="黑体" panose="02010609060101010101" pitchFamily="49" charset="-122"/>
              </a:rPr>
              <a:t>：</a:t>
            </a:r>
          </a:p>
          <a:p>
            <a:pPr>
              <a:lnSpc>
                <a:spcPct val="130000"/>
              </a:lnSpc>
            </a:pPr>
            <a:r>
              <a:rPr lang="en-US" altLang="zh-CN" sz="2000" b="1">
                <a:solidFill>
                  <a:srgbClr val="000099"/>
                </a:solidFill>
                <a:ea typeface="黑体" panose="02010609060101010101" pitchFamily="49" charset="-122"/>
              </a:rPr>
              <a:t>1</a:t>
            </a:r>
            <a:r>
              <a:rPr lang="zh-CN" altLang="en-US" sz="2000" b="1">
                <a:solidFill>
                  <a:srgbClr val="000099"/>
                </a:solidFill>
                <a:ea typeface="黑体" panose="02010609060101010101" pitchFamily="49" charset="-122"/>
              </a:rPr>
              <a:t>：</a:t>
            </a:r>
          </a:p>
          <a:p>
            <a:pPr>
              <a:lnSpc>
                <a:spcPct val="130000"/>
              </a:lnSpc>
            </a:pP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a:t>
            </a:r>
          </a:p>
          <a:p>
            <a:pPr>
              <a:lnSpc>
                <a:spcPct val="130000"/>
              </a:lnSpc>
            </a:pP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a:t>
            </a:r>
          </a:p>
          <a:p>
            <a:pPr>
              <a:lnSpc>
                <a:spcPct val="130000"/>
              </a:lnSpc>
            </a:pPr>
            <a:r>
              <a:rPr lang="en-US" altLang="zh-CN" sz="2000" b="1">
                <a:solidFill>
                  <a:srgbClr val="000099"/>
                </a:solidFill>
                <a:ea typeface="黑体" panose="02010609060101010101" pitchFamily="49" charset="-122"/>
              </a:rPr>
              <a:t>4</a:t>
            </a:r>
            <a:r>
              <a:rPr lang="zh-CN" altLang="en-US" sz="2000" b="1">
                <a:solidFill>
                  <a:srgbClr val="000099"/>
                </a:solidFill>
                <a:ea typeface="黑体" panose="02010609060101010101" pitchFamily="49" charset="-122"/>
              </a:rPr>
              <a:t>：</a:t>
            </a:r>
          </a:p>
        </p:txBody>
      </p:sp>
      <p:sp>
        <p:nvSpPr>
          <p:cNvPr id="1980426" name="Line 13"/>
          <p:cNvSpPr>
            <a:spLocks noChangeShapeType="1"/>
          </p:cNvSpPr>
          <p:nvPr/>
        </p:nvSpPr>
        <p:spPr bwMode="auto">
          <a:xfrm>
            <a:off x="2492375" y="2673350"/>
            <a:ext cx="1824038" cy="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7" name="Oval 14"/>
          <p:cNvSpPr>
            <a:spLocks noChangeArrowheads="1"/>
          </p:cNvSpPr>
          <p:nvPr/>
        </p:nvSpPr>
        <p:spPr bwMode="auto">
          <a:xfrm>
            <a:off x="2419350" y="2584450"/>
            <a:ext cx="165100" cy="166688"/>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28" name="Rectangle 15"/>
          <p:cNvSpPr>
            <a:spLocks noChangeArrowheads="1"/>
          </p:cNvSpPr>
          <p:nvPr/>
        </p:nvSpPr>
        <p:spPr bwMode="auto">
          <a:xfrm>
            <a:off x="6388100" y="2455863"/>
            <a:ext cx="2903538" cy="3517900"/>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80429" name="Rectangle 16"/>
          <p:cNvSpPr>
            <a:spLocks noChangeArrowheads="1"/>
          </p:cNvSpPr>
          <p:nvPr/>
        </p:nvSpPr>
        <p:spPr bwMode="auto">
          <a:xfrm>
            <a:off x="6397625" y="3294063"/>
            <a:ext cx="288925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80430" name="Line 17"/>
          <p:cNvSpPr>
            <a:spLocks noChangeShapeType="1"/>
          </p:cNvSpPr>
          <p:nvPr/>
        </p:nvSpPr>
        <p:spPr bwMode="auto">
          <a:xfrm>
            <a:off x="6388100" y="28749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1" name="Line 18"/>
          <p:cNvSpPr>
            <a:spLocks noChangeShapeType="1"/>
          </p:cNvSpPr>
          <p:nvPr/>
        </p:nvSpPr>
        <p:spPr bwMode="auto">
          <a:xfrm>
            <a:off x="6388100" y="32940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2" name="Line 19"/>
          <p:cNvSpPr>
            <a:spLocks noChangeShapeType="1"/>
          </p:cNvSpPr>
          <p:nvPr/>
        </p:nvSpPr>
        <p:spPr bwMode="auto">
          <a:xfrm>
            <a:off x="6388100" y="37131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3" name="Line 20"/>
          <p:cNvSpPr>
            <a:spLocks noChangeShapeType="1"/>
          </p:cNvSpPr>
          <p:nvPr/>
        </p:nvSpPr>
        <p:spPr bwMode="auto">
          <a:xfrm>
            <a:off x="6388100" y="41322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4" name="Line 21"/>
          <p:cNvSpPr>
            <a:spLocks noChangeShapeType="1"/>
          </p:cNvSpPr>
          <p:nvPr/>
        </p:nvSpPr>
        <p:spPr bwMode="auto">
          <a:xfrm>
            <a:off x="6388100" y="45513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5" name="Line 22"/>
          <p:cNvSpPr>
            <a:spLocks noChangeShapeType="1"/>
          </p:cNvSpPr>
          <p:nvPr/>
        </p:nvSpPr>
        <p:spPr bwMode="auto">
          <a:xfrm>
            <a:off x="6388100" y="4968875"/>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6" name="Line 24"/>
          <p:cNvSpPr>
            <a:spLocks noChangeShapeType="1"/>
          </p:cNvSpPr>
          <p:nvPr/>
        </p:nvSpPr>
        <p:spPr bwMode="auto">
          <a:xfrm>
            <a:off x="2492375" y="3094038"/>
            <a:ext cx="1824038" cy="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7" name="Oval 25"/>
          <p:cNvSpPr>
            <a:spLocks noChangeArrowheads="1"/>
          </p:cNvSpPr>
          <p:nvPr/>
        </p:nvSpPr>
        <p:spPr bwMode="auto">
          <a:xfrm>
            <a:off x="2419350" y="3006725"/>
            <a:ext cx="165100" cy="165100"/>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38" name="Line 27"/>
          <p:cNvSpPr>
            <a:spLocks noChangeShapeType="1"/>
          </p:cNvSpPr>
          <p:nvPr/>
        </p:nvSpPr>
        <p:spPr bwMode="auto">
          <a:xfrm>
            <a:off x="2492375" y="3517900"/>
            <a:ext cx="1824038" cy="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9" name="Oval 28"/>
          <p:cNvSpPr>
            <a:spLocks noChangeArrowheads="1"/>
          </p:cNvSpPr>
          <p:nvPr/>
        </p:nvSpPr>
        <p:spPr bwMode="auto">
          <a:xfrm>
            <a:off x="2419350" y="3429000"/>
            <a:ext cx="165100" cy="166688"/>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40" name="Line 30"/>
          <p:cNvSpPr>
            <a:spLocks noChangeShapeType="1"/>
          </p:cNvSpPr>
          <p:nvPr/>
        </p:nvSpPr>
        <p:spPr bwMode="auto">
          <a:xfrm>
            <a:off x="2492375" y="3940175"/>
            <a:ext cx="1824038" cy="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41" name="Oval 31"/>
          <p:cNvSpPr>
            <a:spLocks noChangeArrowheads="1"/>
          </p:cNvSpPr>
          <p:nvPr/>
        </p:nvSpPr>
        <p:spPr bwMode="auto">
          <a:xfrm>
            <a:off x="2419350" y="3851275"/>
            <a:ext cx="165100" cy="166688"/>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42" name="Text Box 33"/>
          <p:cNvSpPr txBox="1">
            <a:spLocks noChangeArrowheads="1"/>
          </p:cNvSpPr>
          <p:nvPr/>
        </p:nvSpPr>
        <p:spPr bwMode="auto">
          <a:xfrm>
            <a:off x="4349750" y="1268413"/>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800" b="1">
                <a:solidFill>
                  <a:srgbClr val="000099"/>
                </a:solidFill>
                <a:ea typeface="黑体" panose="02010609060101010101" pitchFamily="49" charset="-122"/>
              </a:rPr>
              <a:t>操作系统</a:t>
            </a:r>
          </a:p>
        </p:txBody>
      </p:sp>
      <p:sp>
        <p:nvSpPr>
          <p:cNvPr id="1980443" name="Text Box 34"/>
          <p:cNvSpPr txBox="1">
            <a:spLocks noChangeArrowheads="1"/>
          </p:cNvSpPr>
          <p:nvPr/>
        </p:nvSpPr>
        <p:spPr bwMode="auto">
          <a:xfrm>
            <a:off x="6637338" y="2009775"/>
            <a:ext cx="2247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套接字的数据结构</a:t>
            </a:r>
          </a:p>
        </p:txBody>
      </p:sp>
      <p:sp>
        <p:nvSpPr>
          <p:cNvPr id="1980444" name="Text Box 35"/>
          <p:cNvSpPr txBox="1">
            <a:spLocks noChangeArrowheads="1"/>
          </p:cNvSpPr>
          <p:nvPr/>
        </p:nvSpPr>
        <p:spPr bwMode="auto">
          <a:xfrm>
            <a:off x="6480175" y="2473325"/>
            <a:ext cx="2057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协议族：</a:t>
            </a:r>
            <a:r>
              <a:rPr lang="en-US" altLang="zh-CN" b="1">
                <a:solidFill>
                  <a:srgbClr val="000099"/>
                </a:solidFill>
                <a:ea typeface="黑体" panose="02010609060101010101" pitchFamily="49" charset="-122"/>
              </a:rPr>
              <a:t>PF_INET</a:t>
            </a:r>
          </a:p>
        </p:txBody>
      </p:sp>
      <p:sp>
        <p:nvSpPr>
          <p:cNvPr id="1980445" name="Text Box 36"/>
          <p:cNvSpPr txBox="1">
            <a:spLocks noChangeArrowheads="1"/>
          </p:cNvSpPr>
          <p:nvPr/>
        </p:nvSpPr>
        <p:spPr bwMode="auto">
          <a:xfrm>
            <a:off x="6505575" y="2882900"/>
            <a:ext cx="2651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服务：</a:t>
            </a:r>
            <a:r>
              <a:rPr lang="en-US" altLang="zh-CN" b="1">
                <a:solidFill>
                  <a:srgbClr val="000099"/>
                </a:solidFill>
                <a:ea typeface="黑体" panose="02010609060101010101" pitchFamily="49" charset="-122"/>
              </a:rPr>
              <a:t>SOCK_STREAM</a:t>
            </a:r>
          </a:p>
        </p:txBody>
      </p:sp>
      <p:sp>
        <p:nvSpPr>
          <p:cNvPr id="1980446" name="Text Box 37"/>
          <p:cNvSpPr txBox="1">
            <a:spLocks noChangeArrowheads="1"/>
          </p:cNvSpPr>
          <p:nvPr/>
        </p:nvSpPr>
        <p:spPr bwMode="auto">
          <a:xfrm>
            <a:off x="6511925" y="3292475"/>
            <a:ext cx="1681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本地 </a:t>
            </a: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地址：</a:t>
            </a:r>
          </a:p>
        </p:txBody>
      </p:sp>
      <p:sp>
        <p:nvSpPr>
          <p:cNvPr id="1980447" name="Text Box 38"/>
          <p:cNvSpPr txBox="1">
            <a:spLocks noChangeArrowheads="1"/>
          </p:cNvSpPr>
          <p:nvPr/>
        </p:nvSpPr>
        <p:spPr bwMode="auto">
          <a:xfrm>
            <a:off x="6511925" y="3702050"/>
            <a:ext cx="1681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远地 </a:t>
            </a: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地址：</a:t>
            </a:r>
          </a:p>
        </p:txBody>
      </p:sp>
      <p:sp>
        <p:nvSpPr>
          <p:cNvPr id="1980448" name="Text Box 39"/>
          <p:cNvSpPr txBox="1">
            <a:spLocks noChangeArrowheads="1"/>
          </p:cNvSpPr>
          <p:nvPr/>
        </p:nvSpPr>
        <p:spPr bwMode="auto">
          <a:xfrm>
            <a:off x="6511925" y="4110038"/>
            <a:ext cx="1339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本地端口：</a:t>
            </a:r>
          </a:p>
        </p:txBody>
      </p:sp>
      <p:sp>
        <p:nvSpPr>
          <p:cNvPr id="1980449" name="Text Box 40"/>
          <p:cNvSpPr txBox="1">
            <a:spLocks noChangeArrowheads="1"/>
          </p:cNvSpPr>
          <p:nvPr/>
        </p:nvSpPr>
        <p:spPr bwMode="auto">
          <a:xfrm>
            <a:off x="6511925" y="4522788"/>
            <a:ext cx="1339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远地端口：</a:t>
            </a:r>
          </a:p>
        </p:txBody>
      </p:sp>
      <p:sp>
        <p:nvSpPr>
          <p:cNvPr id="1980450" name="Text Box 41"/>
          <p:cNvSpPr txBox="1">
            <a:spLocks noChangeArrowheads="1"/>
          </p:cNvSpPr>
          <p:nvPr/>
        </p:nvSpPr>
        <p:spPr bwMode="auto">
          <a:xfrm rot="5400000">
            <a:off x="2374901" y="4722812"/>
            <a:ext cx="6461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3600" b="1">
                <a:solidFill>
                  <a:srgbClr val="000099"/>
                </a:solidFill>
                <a:ea typeface="黑体" panose="02010609060101010101" pitchFamily="49" charset="-122"/>
                <a:sym typeface="Symbol" panose="05050102010706020507" pitchFamily="18" charset="2"/>
              </a:rPr>
              <a:t></a:t>
            </a:r>
          </a:p>
        </p:txBody>
      </p:sp>
      <p:sp>
        <p:nvSpPr>
          <p:cNvPr id="1980451" name="Text Box 42"/>
          <p:cNvSpPr txBox="1">
            <a:spLocks noChangeArrowheads="1"/>
          </p:cNvSpPr>
          <p:nvPr/>
        </p:nvSpPr>
        <p:spPr bwMode="auto">
          <a:xfrm rot="5400000">
            <a:off x="7762876" y="5224462"/>
            <a:ext cx="6461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3600" b="1">
                <a:solidFill>
                  <a:srgbClr val="000099"/>
                </a:solidFill>
                <a:ea typeface="黑体" panose="02010609060101010101" pitchFamily="49" charset="-122"/>
                <a:sym typeface="Symbol" panose="05050102010706020507" pitchFamily="18" charset="2"/>
              </a:rPr>
              <a:t></a:t>
            </a:r>
          </a:p>
        </p:txBody>
      </p:sp>
      <p:sp>
        <p:nvSpPr>
          <p:cNvPr id="1980452" name="Freeform 43"/>
          <p:cNvSpPr>
            <a:spLocks noChangeArrowheads="1"/>
          </p:cNvSpPr>
          <p:nvPr/>
        </p:nvSpPr>
        <p:spPr bwMode="auto">
          <a:xfrm>
            <a:off x="2492375" y="2671763"/>
            <a:ext cx="3898900" cy="1689100"/>
          </a:xfrm>
          <a:custGeom>
            <a:avLst/>
            <a:gdLst>
              <a:gd name="T0" fmla="*/ 0 w 2133"/>
              <a:gd name="T1" fmla="*/ 899 h 915"/>
              <a:gd name="T2" fmla="*/ 724 w 2133"/>
              <a:gd name="T3" fmla="*/ 899 h 915"/>
              <a:gd name="T4" fmla="*/ 1131 w 2133"/>
              <a:gd name="T5" fmla="*/ 901 h 915"/>
              <a:gd name="T6" fmla="*/ 1395 w 2133"/>
              <a:gd name="T7" fmla="*/ 817 h 915"/>
              <a:gd name="T8" fmla="*/ 1455 w 2133"/>
              <a:gd name="T9" fmla="*/ 463 h 915"/>
              <a:gd name="T10" fmla="*/ 1497 w 2133"/>
              <a:gd name="T11" fmla="*/ 187 h 915"/>
              <a:gd name="T12" fmla="*/ 1629 w 2133"/>
              <a:gd name="T13" fmla="*/ 31 h 915"/>
              <a:gd name="T14" fmla="*/ 2133 w 2133"/>
              <a:gd name="T15" fmla="*/ 1 h 9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3" h="915">
                <a:moveTo>
                  <a:pt x="0" y="899"/>
                </a:moveTo>
                <a:lnTo>
                  <a:pt x="724" y="899"/>
                </a:lnTo>
                <a:cubicBezTo>
                  <a:pt x="912" y="899"/>
                  <a:pt x="1019" y="915"/>
                  <a:pt x="1131" y="901"/>
                </a:cubicBezTo>
                <a:cubicBezTo>
                  <a:pt x="1243" y="887"/>
                  <a:pt x="1341" y="890"/>
                  <a:pt x="1395" y="817"/>
                </a:cubicBezTo>
                <a:cubicBezTo>
                  <a:pt x="1449" y="744"/>
                  <a:pt x="1438" y="568"/>
                  <a:pt x="1455" y="463"/>
                </a:cubicBezTo>
                <a:cubicBezTo>
                  <a:pt x="1472" y="358"/>
                  <a:pt x="1468" y="259"/>
                  <a:pt x="1497" y="187"/>
                </a:cubicBezTo>
                <a:cubicBezTo>
                  <a:pt x="1526" y="115"/>
                  <a:pt x="1523" y="62"/>
                  <a:pt x="1629" y="31"/>
                </a:cubicBezTo>
                <a:cubicBezTo>
                  <a:pt x="1735" y="0"/>
                  <a:pt x="2028" y="7"/>
                  <a:pt x="2133" y="1"/>
                </a:cubicBezTo>
              </a:path>
            </a:pathLst>
          </a:custGeom>
          <a:noFill/>
          <a:ln w="381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53" name="Oval 44"/>
          <p:cNvSpPr>
            <a:spLocks noChangeArrowheads="1"/>
          </p:cNvSpPr>
          <p:nvPr/>
        </p:nvSpPr>
        <p:spPr bwMode="auto">
          <a:xfrm>
            <a:off x="2419350" y="4243388"/>
            <a:ext cx="165100" cy="166687"/>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54" name="Rectangle 2"/>
          <p:cNvSpPr>
            <a:spLocks noGrp="1" noChangeArrowheads="1"/>
          </p:cNvSpPr>
          <p:nvPr>
            <p:ph type="title"/>
          </p:nvPr>
        </p:nvSpPr>
        <p:spPr/>
        <p:txBody>
          <a:bodyPr/>
          <a:lstStyle/>
          <a:p>
            <a:pPr algn="ctr"/>
            <a:r>
              <a:rPr lang="zh-CN" altLang="en-GB" smtClean="0">
                <a:ea typeface="黑体" panose="02010609060101010101" pitchFamily="49" charset="-122"/>
              </a:rPr>
              <a:t>调用 </a:t>
            </a:r>
            <a:r>
              <a:rPr lang="en-GB" altLang="zh-CN" smtClean="0">
                <a:ea typeface="黑体" panose="02010609060101010101" pitchFamily="49" charset="-122"/>
              </a:rPr>
              <a:t>socket </a:t>
            </a:r>
            <a:r>
              <a:rPr lang="zh-CN" altLang="en-GB" smtClean="0">
                <a:ea typeface="黑体" panose="02010609060101010101" pitchFamily="49" charset="-122"/>
              </a:rPr>
              <a:t>创建套接字 </a:t>
            </a:r>
            <a:endParaRPr lang="zh-CN" altLang="zh-CN" smtClean="0">
              <a:ea typeface="黑体" panose="02010609060101010101" pitchFamily="49" charset="-122"/>
            </a:endParaRPr>
          </a:p>
        </p:txBody>
      </p:sp>
      <p:sp>
        <p:nvSpPr>
          <p:cNvPr id="19804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3A00CE-76B5-4C9F-BFD4-CC10F9EA659B}" type="slidenum">
              <a:rPr lang="zh-CN" altLang="en-US" smtClean="0"/>
              <a:pPr eaLnBrk="1" hangingPunct="1"/>
              <a:t>46</a:t>
            </a:fld>
            <a:endParaRPr lang="en-US" altLang="zh-CN" smtClean="0"/>
          </a:p>
        </p:txBody>
      </p:sp>
      <p:sp>
        <p:nvSpPr>
          <p:cNvPr id="19804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144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6.8.2  </a:t>
            </a:r>
            <a:r>
              <a:rPr lang="zh-CN" altLang="en-US" smtClean="0">
                <a:ea typeface="黑体" panose="02010609060101010101" pitchFamily="49" charset="-122"/>
              </a:rPr>
              <a:t>几种常用的系统调用 </a:t>
            </a:r>
            <a:endParaRPr lang="zh-CN" altLang="en-US" sz="3600" smtClean="0">
              <a:ea typeface="黑体" panose="02010609060101010101" pitchFamily="49" charset="-122"/>
            </a:endParaRPr>
          </a:p>
        </p:txBody>
      </p:sp>
      <p:sp>
        <p:nvSpPr>
          <p:cNvPr id="398339" name="Rectangle 3"/>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en-US" altLang="zh-CN" sz="4000" dirty="0" smtClean="0">
                <a:solidFill>
                  <a:srgbClr val="333399"/>
                </a:solidFill>
                <a:latin typeface="Times New Roman" panose="02020603050405020304" pitchFamily="18" charset="0"/>
                <a:ea typeface="黑体" panose="02010609060101010101" pitchFamily="49" charset="-122"/>
              </a:rPr>
              <a:t>1. </a:t>
            </a:r>
            <a:r>
              <a:rPr lang="zh-CN" altLang="en-US" sz="4000" dirty="0" smtClean="0">
                <a:solidFill>
                  <a:srgbClr val="333399"/>
                </a:solidFill>
                <a:latin typeface="Times New Roman" panose="02020603050405020304" pitchFamily="18" charset="0"/>
                <a:ea typeface="黑体" panose="02010609060101010101" pitchFamily="49" charset="-122"/>
              </a:rPr>
              <a:t>连接建立阶段</a:t>
            </a:r>
            <a:endParaRPr lang="en-US" altLang="zh-CN" sz="4000" dirty="0" smtClean="0">
              <a:solidFill>
                <a:srgbClr val="333399"/>
              </a:solidFill>
              <a:latin typeface="Times New Roman" panose="02020603050405020304" pitchFamily="18" charset="0"/>
              <a:ea typeface="黑体" panose="02010609060101010101" pitchFamily="49" charset="-122"/>
            </a:endParaRPr>
          </a:p>
          <a:p>
            <a:pPr marL="0" indent="0"/>
            <a:r>
              <a:rPr lang="zh-CN" altLang="en-US" sz="2400" dirty="0" smtClean="0">
                <a:ea typeface="黑体" panose="02010609060101010101" pitchFamily="49" charset="-122"/>
              </a:rPr>
              <a:t>当套接字被</a:t>
            </a:r>
            <a:r>
              <a:rPr lang="zh-CN" altLang="en-US" sz="2400" dirty="0" smtClean="0">
                <a:solidFill>
                  <a:srgbClr val="0000FF"/>
                </a:solidFill>
                <a:ea typeface="黑体" panose="02010609060101010101" pitchFamily="49" charset="-122"/>
              </a:rPr>
              <a:t>创建后</a:t>
            </a:r>
            <a:r>
              <a:rPr lang="zh-CN" altLang="en-US" sz="2400" dirty="0" smtClean="0">
                <a:ea typeface="黑体" panose="02010609060101010101" pitchFamily="49" charset="-122"/>
              </a:rPr>
              <a:t>，它的</a:t>
            </a:r>
            <a:r>
              <a:rPr lang="zh-CN" altLang="en-US" sz="2400" dirty="0" smtClean="0">
                <a:solidFill>
                  <a:srgbClr val="0000FF"/>
                </a:solidFill>
                <a:ea typeface="黑体" panose="02010609060101010101" pitchFamily="49" charset="-122"/>
              </a:rPr>
              <a:t>端口号和 </a:t>
            </a:r>
            <a:r>
              <a:rPr lang="en-US" altLang="zh-CN" sz="2400" dirty="0" smtClean="0">
                <a:solidFill>
                  <a:srgbClr val="0000FF"/>
                </a:solidFill>
                <a:ea typeface="黑体" panose="02010609060101010101" pitchFamily="49" charset="-122"/>
              </a:rPr>
              <a:t>IP </a:t>
            </a:r>
            <a:r>
              <a:rPr lang="zh-CN" altLang="en-US" sz="2400" dirty="0" smtClean="0">
                <a:solidFill>
                  <a:srgbClr val="0000FF"/>
                </a:solidFill>
                <a:ea typeface="黑体" panose="02010609060101010101" pitchFamily="49" charset="-122"/>
              </a:rPr>
              <a:t>地址</a:t>
            </a:r>
            <a:r>
              <a:rPr lang="zh-CN" altLang="en-US" sz="2400" dirty="0" smtClean="0">
                <a:ea typeface="黑体" panose="02010609060101010101" pitchFamily="49" charset="-122"/>
              </a:rPr>
              <a:t>都是</a:t>
            </a:r>
            <a:r>
              <a:rPr lang="zh-CN" altLang="en-US" sz="2400" dirty="0" smtClean="0">
                <a:solidFill>
                  <a:srgbClr val="0000FF"/>
                </a:solidFill>
                <a:ea typeface="黑体" panose="02010609060101010101" pitchFamily="49" charset="-122"/>
              </a:rPr>
              <a:t>空的</a:t>
            </a:r>
            <a:r>
              <a:rPr lang="zh-CN" altLang="en-US" sz="2400" dirty="0" smtClean="0">
                <a:ea typeface="黑体" panose="02010609060101010101" pitchFamily="49" charset="-122"/>
              </a:rPr>
              <a:t>，因此应用进程要</a:t>
            </a:r>
            <a:r>
              <a:rPr lang="zh-CN" altLang="en-US" sz="2400" dirty="0" smtClean="0">
                <a:solidFill>
                  <a:srgbClr val="0000FF"/>
                </a:solidFill>
                <a:ea typeface="黑体" panose="02010609060101010101" pitchFamily="49" charset="-122"/>
              </a:rPr>
              <a:t>调用 </a:t>
            </a:r>
            <a:r>
              <a:rPr lang="en-US" altLang="zh-CN" sz="2400" dirty="0" smtClean="0">
                <a:solidFill>
                  <a:srgbClr val="0000FF"/>
                </a:solidFill>
                <a:ea typeface="黑体" panose="02010609060101010101" pitchFamily="49" charset="-122"/>
              </a:rPr>
              <a:t>bind</a:t>
            </a:r>
            <a:r>
              <a:rPr lang="zh-CN" altLang="en-US" sz="2400" dirty="0" smtClean="0">
                <a:solidFill>
                  <a:srgbClr val="0000FF"/>
                </a:solidFill>
                <a:ea typeface="黑体" panose="02010609060101010101" pitchFamily="49" charset="-122"/>
              </a:rPr>
              <a:t>（绑定）来指明</a:t>
            </a:r>
            <a:r>
              <a:rPr lang="zh-CN" altLang="en-US" sz="2400" dirty="0" smtClean="0">
                <a:ea typeface="黑体" panose="02010609060101010101" pitchFamily="49" charset="-122"/>
              </a:rPr>
              <a:t>套接字的本地地址（也可不用，系统动态分配）。在服务器端调用 </a:t>
            </a:r>
            <a:r>
              <a:rPr lang="en-US" altLang="zh-CN" sz="2400" dirty="0" smtClean="0">
                <a:ea typeface="黑体" panose="02010609060101010101" pitchFamily="49" charset="-122"/>
              </a:rPr>
              <a:t>bind </a:t>
            </a:r>
            <a:r>
              <a:rPr lang="zh-CN" altLang="en-US" sz="2400" dirty="0" smtClean="0">
                <a:ea typeface="黑体" panose="02010609060101010101" pitchFamily="49" charset="-122"/>
              </a:rPr>
              <a:t>时就是把熟知端口号和本地</a:t>
            </a:r>
            <a:r>
              <a:rPr lang="en-US" altLang="zh-CN" sz="2400" dirty="0" smtClean="0">
                <a:ea typeface="黑体" panose="02010609060101010101" pitchFamily="49" charset="-122"/>
              </a:rPr>
              <a:t>IP</a:t>
            </a:r>
            <a:r>
              <a:rPr lang="zh-CN" altLang="en-US" sz="2400" dirty="0" smtClean="0">
                <a:ea typeface="黑体" panose="02010609060101010101" pitchFamily="49" charset="-122"/>
              </a:rPr>
              <a:t>地址填写到已创建的套接字中。这就叫做把本地地址绑定到套接字。</a:t>
            </a:r>
          </a:p>
          <a:p>
            <a:pPr marL="0" indent="0"/>
            <a:r>
              <a:rPr lang="zh-CN" altLang="en-US" sz="2400" dirty="0" smtClean="0">
                <a:solidFill>
                  <a:srgbClr val="0000FF"/>
                </a:solidFill>
                <a:ea typeface="黑体" panose="02010609060101010101" pitchFamily="49" charset="-122"/>
              </a:rPr>
              <a:t>服务器</a:t>
            </a:r>
            <a:r>
              <a:rPr lang="zh-CN" altLang="en-US" sz="2400" dirty="0" smtClean="0">
                <a:ea typeface="黑体" panose="02010609060101010101" pitchFamily="49" charset="-122"/>
              </a:rPr>
              <a:t>在调用 </a:t>
            </a:r>
            <a:r>
              <a:rPr lang="en-US" altLang="zh-CN" sz="2400" dirty="0" smtClean="0">
                <a:solidFill>
                  <a:srgbClr val="0000FF"/>
                </a:solidFill>
                <a:ea typeface="黑体" panose="02010609060101010101" pitchFamily="49" charset="-122"/>
              </a:rPr>
              <a:t>bind </a:t>
            </a:r>
            <a:r>
              <a:rPr lang="zh-CN" altLang="en-US" sz="2400" dirty="0" smtClean="0">
                <a:solidFill>
                  <a:srgbClr val="0000FF"/>
                </a:solidFill>
                <a:ea typeface="黑体" panose="02010609060101010101" pitchFamily="49" charset="-122"/>
              </a:rPr>
              <a:t>后</a:t>
            </a:r>
            <a:r>
              <a:rPr lang="zh-CN" altLang="en-US" sz="2400" dirty="0" smtClean="0">
                <a:ea typeface="黑体" panose="02010609060101010101" pitchFamily="49" charset="-122"/>
              </a:rPr>
              <a:t>，还必须</a:t>
            </a:r>
            <a:r>
              <a:rPr lang="zh-CN" altLang="en-US" sz="2400" dirty="0" smtClean="0">
                <a:solidFill>
                  <a:srgbClr val="0000FF"/>
                </a:solidFill>
                <a:ea typeface="黑体" panose="02010609060101010101" pitchFamily="49" charset="-122"/>
              </a:rPr>
              <a:t>调用 </a:t>
            </a:r>
            <a:r>
              <a:rPr lang="en-US" altLang="zh-CN" sz="2400" dirty="0" smtClean="0">
                <a:solidFill>
                  <a:srgbClr val="0000FF"/>
                </a:solidFill>
                <a:ea typeface="黑体" panose="02010609060101010101" pitchFamily="49" charset="-122"/>
              </a:rPr>
              <a:t>listen</a:t>
            </a:r>
            <a:r>
              <a:rPr lang="zh-CN" altLang="en-US" sz="2400" dirty="0" smtClean="0">
                <a:ea typeface="黑体" panose="02010609060101010101" pitchFamily="49" charset="-122"/>
              </a:rPr>
              <a:t>（收听）把套接字设置为被动方式，以便</a:t>
            </a:r>
            <a:r>
              <a:rPr lang="zh-CN" altLang="en-US" sz="2400" dirty="0" smtClean="0">
                <a:solidFill>
                  <a:srgbClr val="0000FF"/>
                </a:solidFill>
                <a:ea typeface="黑体" panose="02010609060101010101" pitchFamily="49" charset="-122"/>
              </a:rPr>
              <a:t>随时接受客户</a:t>
            </a:r>
            <a:r>
              <a:rPr lang="zh-CN" altLang="en-US" sz="2400" dirty="0" smtClean="0">
                <a:ea typeface="黑体" panose="02010609060101010101" pitchFamily="49" charset="-122"/>
              </a:rPr>
              <a:t>的服务请求。</a:t>
            </a:r>
            <a:r>
              <a:rPr lang="en-US" altLang="zh-CN" sz="2400" dirty="0" smtClean="0">
                <a:ea typeface="黑体" panose="02010609060101010101" pitchFamily="49" charset="-122"/>
              </a:rPr>
              <a:t>UDP </a:t>
            </a:r>
            <a:r>
              <a:rPr lang="zh-CN" altLang="en-US" sz="2400" dirty="0" smtClean="0">
                <a:ea typeface="黑体" panose="02010609060101010101" pitchFamily="49" charset="-122"/>
              </a:rPr>
              <a:t>服务器由于只提供无连接服务，不使用 </a:t>
            </a:r>
            <a:r>
              <a:rPr lang="en-US" altLang="zh-CN" sz="2400" dirty="0" smtClean="0">
                <a:ea typeface="黑体" panose="02010609060101010101" pitchFamily="49" charset="-122"/>
              </a:rPr>
              <a:t>listen </a:t>
            </a:r>
            <a:r>
              <a:rPr lang="zh-CN" altLang="en-US" sz="2400" dirty="0" smtClean="0">
                <a:ea typeface="黑体" panose="02010609060101010101" pitchFamily="49" charset="-122"/>
              </a:rPr>
              <a:t>系统调用。</a:t>
            </a:r>
          </a:p>
          <a:p>
            <a:pPr marL="0" indent="0"/>
            <a:r>
              <a:rPr lang="zh-CN" altLang="en-US" sz="2400" dirty="0" smtClean="0">
                <a:ea typeface="黑体" panose="02010609060101010101" pitchFamily="49" charset="-122"/>
              </a:rPr>
              <a:t>服务器紧接着就</a:t>
            </a:r>
            <a:r>
              <a:rPr lang="zh-CN" altLang="en-US" sz="2400" dirty="0" smtClean="0">
                <a:solidFill>
                  <a:srgbClr val="0000FF"/>
                </a:solidFill>
                <a:ea typeface="黑体" panose="02010609060101010101" pitchFamily="49" charset="-122"/>
              </a:rPr>
              <a:t>调用 </a:t>
            </a:r>
            <a:r>
              <a:rPr lang="en-US" altLang="zh-CN" sz="2400" dirty="0" smtClean="0">
                <a:solidFill>
                  <a:srgbClr val="0000FF"/>
                </a:solidFill>
                <a:ea typeface="黑体" panose="02010609060101010101" pitchFamily="49" charset="-122"/>
              </a:rPr>
              <a:t>accept</a:t>
            </a:r>
            <a:r>
              <a:rPr lang="zh-CN" altLang="en-US" sz="2400" dirty="0" smtClean="0">
                <a:ea typeface="黑体" panose="02010609060101010101" pitchFamily="49" charset="-122"/>
              </a:rPr>
              <a:t>（接受），以便把远地客户进程发来的连接</a:t>
            </a:r>
            <a:r>
              <a:rPr lang="zh-CN" altLang="en-US" sz="2400" dirty="0" smtClean="0">
                <a:solidFill>
                  <a:srgbClr val="0000FF"/>
                </a:solidFill>
                <a:ea typeface="黑体" panose="02010609060101010101" pitchFamily="49" charset="-122"/>
              </a:rPr>
              <a:t>请求提取</a:t>
            </a:r>
            <a:r>
              <a:rPr lang="zh-CN" altLang="en-US" sz="2400" dirty="0" smtClean="0">
                <a:ea typeface="黑体" panose="02010609060101010101" pitchFamily="49" charset="-122"/>
              </a:rPr>
              <a:t>出来。系统调用 </a:t>
            </a:r>
            <a:r>
              <a:rPr lang="en-US" altLang="zh-CN" sz="2400" dirty="0" smtClean="0">
                <a:ea typeface="黑体" panose="02010609060101010101" pitchFamily="49" charset="-122"/>
              </a:rPr>
              <a:t>accept </a:t>
            </a:r>
            <a:r>
              <a:rPr lang="zh-CN" altLang="en-US" sz="2400" dirty="0" smtClean="0">
                <a:ea typeface="黑体" panose="02010609060101010101" pitchFamily="49" charset="-122"/>
              </a:rPr>
              <a:t>的一个变量就是要指明从哪一个套接字发起的连接。 </a:t>
            </a:r>
          </a:p>
        </p:txBody>
      </p:sp>
      <p:sp>
        <p:nvSpPr>
          <p:cNvPr id="19814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8DD9F0-72D8-4130-8E7D-247988F03359}" type="slidenum">
              <a:rPr lang="zh-CN" altLang="en-US" smtClean="0"/>
              <a:pPr eaLnBrk="1" hangingPunct="1"/>
              <a:t>47</a:t>
            </a:fld>
            <a:endParaRPr lang="en-US" altLang="zh-CN" smtClean="0"/>
          </a:p>
        </p:txBody>
      </p:sp>
      <p:sp>
        <p:nvSpPr>
          <p:cNvPr id="19814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3489" name="Rectangle 2"/>
          <p:cNvSpPr>
            <a:spLocks noGrp="1" noChangeArrowheads="1"/>
          </p:cNvSpPr>
          <p:nvPr>
            <p:ph type="title"/>
          </p:nvPr>
        </p:nvSpPr>
        <p:spPr/>
        <p:txBody>
          <a:bodyPr/>
          <a:lstStyle/>
          <a:p>
            <a:pPr algn="ctr"/>
            <a:r>
              <a:rPr lang="zh-CN" altLang="zh-CN" smtClean="0">
                <a:ea typeface="黑体" panose="02010609060101010101" pitchFamily="49" charset="-122"/>
              </a:rPr>
              <a:t>并发方式工作的服务器 </a:t>
            </a:r>
          </a:p>
        </p:txBody>
      </p:sp>
      <p:sp>
        <p:nvSpPr>
          <p:cNvPr id="1983490" name="Text Box 4"/>
          <p:cNvSpPr txBox="1">
            <a:spLocks noChangeArrowheads="1"/>
          </p:cNvSpPr>
          <p:nvPr/>
        </p:nvSpPr>
        <p:spPr bwMode="auto">
          <a:xfrm>
            <a:off x="1336675" y="5170488"/>
            <a:ext cx="1570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接受连接请求</a:t>
            </a:r>
          </a:p>
          <a:p>
            <a:pPr algn="ctr"/>
            <a:r>
              <a:rPr lang="zh-CN" altLang="en-US" b="1">
                <a:solidFill>
                  <a:srgbClr val="000099"/>
                </a:solidFill>
                <a:ea typeface="黑体" panose="02010609060101010101" pitchFamily="49" charset="-122"/>
              </a:rPr>
              <a:t>的套接字</a:t>
            </a:r>
          </a:p>
        </p:txBody>
      </p:sp>
      <p:sp>
        <p:nvSpPr>
          <p:cNvPr id="1983491" name="Rectangle 5"/>
          <p:cNvSpPr>
            <a:spLocks noChangeArrowheads="1"/>
          </p:cNvSpPr>
          <p:nvPr/>
        </p:nvSpPr>
        <p:spPr bwMode="auto">
          <a:xfrm>
            <a:off x="1081088" y="2273300"/>
            <a:ext cx="6464300" cy="4179888"/>
          </a:xfrm>
          <a:prstGeom prst="rect">
            <a:avLst/>
          </a:prstGeom>
          <a:solidFill>
            <a:srgbClr val="CCE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492" name="Rectangle 36"/>
          <p:cNvSpPr>
            <a:spLocks noChangeArrowheads="1"/>
          </p:cNvSpPr>
          <p:nvPr/>
        </p:nvSpPr>
        <p:spPr bwMode="auto">
          <a:xfrm>
            <a:off x="1085850" y="4940300"/>
            <a:ext cx="2012950" cy="150495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83493" name="Oval 6"/>
          <p:cNvSpPr>
            <a:spLocks noChangeArrowheads="1"/>
          </p:cNvSpPr>
          <p:nvPr/>
        </p:nvSpPr>
        <p:spPr bwMode="auto">
          <a:xfrm>
            <a:off x="1635125" y="2735263"/>
            <a:ext cx="923925" cy="836612"/>
          </a:xfrm>
          <a:prstGeom prst="ellipse">
            <a:avLst/>
          </a:prstGeom>
          <a:solidFill>
            <a:srgbClr val="FF99CC"/>
          </a:solidFill>
          <a:ln w="38100" cmpd="dbl">
            <a:solidFill>
              <a:schemeClr val="tx1"/>
            </a:solidFill>
            <a:round/>
            <a:headEnd/>
            <a:tailEnd/>
          </a:ln>
        </p:spPr>
        <p:txBody>
          <a:bodyPr wrap="none" anchor="ctr"/>
          <a:lstStyle/>
          <a:p>
            <a:pPr algn="ctr"/>
            <a:r>
              <a:rPr lang="en-US" altLang="zh-CN" sz="2800" b="1">
                <a:solidFill>
                  <a:srgbClr val="000099"/>
                </a:solidFill>
                <a:ea typeface="黑体" panose="02010609060101010101" pitchFamily="49" charset="-122"/>
              </a:rPr>
              <a:t>M</a:t>
            </a:r>
          </a:p>
        </p:txBody>
      </p:sp>
      <p:sp>
        <p:nvSpPr>
          <p:cNvPr id="1983494" name="Oval 7"/>
          <p:cNvSpPr>
            <a:spLocks noChangeArrowheads="1"/>
          </p:cNvSpPr>
          <p:nvPr/>
        </p:nvSpPr>
        <p:spPr bwMode="auto">
          <a:xfrm>
            <a:off x="3389313" y="3694113"/>
            <a:ext cx="647700" cy="585787"/>
          </a:xfrm>
          <a:prstGeom prst="ellipse">
            <a:avLst/>
          </a:prstGeom>
          <a:solidFill>
            <a:srgbClr val="FFFF99"/>
          </a:solidFill>
          <a:ln w="9525">
            <a:solidFill>
              <a:schemeClr val="folHlink"/>
            </a:solidFill>
            <a:round/>
            <a:headEnd/>
            <a:tailEnd/>
          </a:ln>
        </p:spPr>
        <p:txBody>
          <a:bodyPr wrap="none" anchor="ctr"/>
          <a:lstStyle/>
          <a:p>
            <a:pPr algn="ctr"/>
            <a:r>
              <a:rPr lang="en-US" altLang="zh-CN" sz="2400" b="1">
                <a:solidFill>
                  <a:srgbClr val="000099"/>
                </a:solidFill>
                <a:ea typeface="黑体" panose="02010609060101010101" pitchFamily="49" charset="-122"/>
              </a:rPr>
              <a:t>S</a:t>
            </a:r>
            <a:r>
              <a:rPr lang="en-US" altLang="zh-CN" sz="2400" b="1" baseline="-25000">
                <a:solidFill>
                  <a:srgbClr val="000099"/>
                </a:solidFill>
                <a:ea typeface="黑体" panose="02010609060101010101" pitchFamily="49" charset="-122"/>
              </a:rPr>
              <a:t>1</a:t>
            </a:r>
          </a:p>
        </p:txBody>
      </p:sp>
      <p:sp>
        <p:nvSpPr>
          <p:cNvPr id="1983495" name="Rectangle 37"/>
          <p:cNvSpPr>
            <a:spLocks noChangeArrowheads="1"/>
          </p:cNvSpPr>
          <p:nvPr/>
        </p:nvSpPr>
        <p:spPr bwMode="auto">
          <a:xfrm>
            <a:off x="3097213" y="4938713"/>
            <a:ext cx="4419600" cy="15049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83496" name="Rectangle 8"/>
          <p:cNvSpPr>
            <a:spLocks noChangeArrowheads="1"/>
          </p:cNvSpPr>
          <p:nvPr/>
        </p:nvSpPr>
        <p:spPr bwMode="auto">
          <a:xfrm>
            <a:off x="3481388" y="4946650"/>
            <a:ext cx="461962" cy="250825"/>
          </a:xfrm>
          <a:prstGeom prst="rect">
            <a:avLst/>
          </a:prstGeom>
          <a:solidFill>
            <a:srgbClr val="CC9900"/>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497" name="Rectangle 9"/>
          <p:cNvSpPr>
            <a:spLocks noChangeArrowheads="1"/>
          </p:cNvSpPr>
          <p:nvPr/>
        </p:nvSpPr>
        <p:spPr bwMode="auto">
          <a:xfrm>
            <a:off x="4821238" y="4946650"/>
            <a:ext cx="461962" cy="250825"/>
          </a:xfrm>
          <a:prstGeom prst="rect">
            <a:avLst/>
          </a:prstGeom>
          <a:solidFill>
            <a:srgbClr val="CC9900"/>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498" name="Rectangle 10"/>
          <p:cNvSpPr>
            <a:spLocks noChangeArrowheads="1"/>
          </p:cNvSpPr>
          <p:nvPr/>
        </p:nvSpPr>
        <p:spPr bwMode="auto">
          <a:xfrm>
            <a:off x="6161088" y="4946650"/>
            <a:ext cx="460375" cy="250825"/>
          </a:xfrm>
          <a:prstGeom prst="rect">
            <a:avLst/>
          </a:prstGeom>
          <a:solidFill>
            <a:srgbClr val="CC9900"/>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499" name="Text Box 11"/>
          <p:cNvSpPr txBox="1">
            <a:spLocks noChangeArrowheads="1"/>
          </p:cNvSpPr>
          <p:nvPr/>
        </p:nvSpPr>
        <p:spPr bwMode="auto">
          <a:xfrm>
            <a:off x="3273425" y="5170488"/>
            <a:ext cx="876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连接</a:t>
            </a:r>
          </a:p>
          <a:p>
            <a:pPr algn="ctr"/>
            <a:r>
              <a:rPr lang="zh-CN" altLang="en-US" b="1">
                <a:solidFill>
                  <a:srgbClr val="000099"/>
                </a:solidFill>
                <a:ea typeface="黑体" panose="02010609060101010101" pitchFamily="49" charset="-122"/>
              </a:rPr>
              <a:t>套接字</a:t>
            </a:r>
          </a:p>
        </p:txBody>
      </p:sp>
      <p:sp>
        <p:nvSpPr>
          <p:cNvPr id="1983500" name="Text Box 12"/>
          <p:cNvSpPr txBox="1">
            <a:spLocks noChangeArrowheads="1"/>
          </p:cNvSpPr>
          <p:nvPr/>
        </p:nvSpPr>
        <p:spPr bwMode="auto">
          <a:xfrm>
            <a:off x="4659313" y="5170488"/>
            <a:ext cx="876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连接</a:t>
            </a:r>
          </a:p>
          <a:p>
            <a:pPr algn="ctr"/>
            <a:r>
              <a:rPr lang="zh-CN" altLang="en-US" b="1">
                <a:solidFill>
                  <a:srgbClr val="000099"/>
                </a:solidFill>
                <a:ea typeface="黑体" panose="02010609060101010101" pitchFamily="49" charset="-122"/>
              </a:rPr>
              <a:t>套接字</a:t>
            </a:r>
          </a:p>
        </p:txBody>
      </p:sp>
      <p:sp>
        <p:nvSpPr>
          <p:cNvPr id="1983501" name="Text Box 13"/>
          <p:cNvSpPr txBox="1">
            <a:spLocks noChangeArrowheads="1"/>
          </p:cNvSpPr>
          <p:nvPr/>
        </p:nvSpPr>
        <p:spPr bwMode="auto">
          <a:xfrm>
            <a:off x="6040438" y="5170488"/>
            <a:ext cx="876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连接</a:t>
            </a:r>
          </a:p>
          <a:p>
            <a:pPr algn="ctr"/>
            <a:r>
              <a:rPr lang="zh-CN" altLang="en-US" b="1">
                <a:solidFill>
                  <a:srgbClr val="000099"/>
                </a:solidFill>
                <a:ea typeface="黑体" panose="02010609060101010101" pitchFamily="49" charset="-122"/>
              </a:rPr>
              <a:t>套接字</a:t>
            </a:r>
          </a:p>
        </p:txBody>
      </p:sp>
      <p:sp>
        <p:nvSpPr>
          <p:cNvPr id="1983502" name="Line 14"/>
          <p:cNvSpPr>
            <a:spLocks noChangeShapeType="1"/>
          </p:cNvSpPr>
          <p:nvPr/>
        </p:nvSpPr>
        <p:spPr bwMode="auto">
          <a:xfrm>
            <a:off x="1081088" y="4946650"/>
            <a:ext cx="64643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83503" name="Line 15"/>
          <p:cNvSpPr>
            <a:spLocks noChangeShapeType="1"/>
          </p:cNvSpPr>
          <p:nvPr/>
        </p:nvSpPr>
        <p:spPr bwMode="auto">
          <a:xfrm>
            <a:off x="3713163" y="4278313"/>
            <a:ext cx="0" cy="668337"/>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04" name="Line 16"/>
          <p:cNvSpPr>
            <a:spLocks noChangeShapeType="1"/>
          </p:cNvSpPr>
          <p:nvPr/>
        </p:nvSpPr>
        <p:spPr bwMode="auto">
          <a:xfrm>
            <a:off x="5053013" y="4278313"/>
            <a:ext cx="0" cy="668337"/>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05" name="Line 17"/>
          <p:cNvSpPr>
            <a:spLocks noChangeShapeType="1"/>
          </p:cNvSpPr>
          <p:nvPr/>
        </p:nvSpPr>
        <p:spPr bwMode="auto">
          <a:xfrm>
            <a:off x="6392863" y="4278313"/>
            <a:ext cx="0" cy="668337"/>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06" name="Rectangle 18"/>
          <p:cNvSpPr>
            <a:spLocks noChangeArrowheads="1"/>
          </p:cNvSpPr>
          <p:nvPr/>
        </p:nvSpPr>
        <p:spPr bwMode="auto">
          <a:xfrm>
            <a:off x="1863725" y="4946650"/>
            <a:ext cx="463550" cy="250825"/>
          </a:xfrm>
          <a:prstGeom prst="rect">
            <a:avLst/>
          </a:prstGeom>
          <a:solidFill>
            <a:srgbClr val="CC9900"/>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507" name="Line 19"/>
          <p:cNvSpPr>
            <a:spLocks noChangeShapeType="1"/>
          </p:cNvSpPr>
          <p:nvPr/>
        </p:nvSpPr>
        <p:spPr bwMode="auto">
          <a:xfrm flipV="1">
            <a:off x="2097088" y="3571875"/>
            <a:ext cx="0" cy="1374775"/>
          </a:xfrm>
          <a:prstGeom prst="line">
            <a:avLst/>
          </a:prstGeom>
          <a:noFill/>
          <a:ln w="952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08" name="Oval 20"/>
          <p:cNvSpPr>
            <a:spLocks noChangeArrowheads="1"/>
          </p:cNvSpPr>
          <p:nvPr/>
        </p:nvSpPr>
        <p:spPr bwMode="auto">
          <a:xfrm>
            <a:off x="4719638" y="3694113"/>
            <a:ext cx="646112" cy="585787"/>
          </a:xfrm>
          <a:prstGeom prst="ellipse">
            <a:avLst/>
          </a:prstGeom>
          <a:solidFill>
            <a:srgbClr val="FFFF99"/>
          </a:solidFill>
          <a:ln w="9525">
            <a:solidFill>
              <a:schemeClr val="folHlink"/>
            </a:solidFill>
            <a:round/>
            <a:headEnd/>
            <a:tailEnd/>
          </a:ln>
        </p:spPr>
        <p:txBody>
          <a:bodyPr wrap="none" anchor="ctr"/>
          <a:lstStyle/>
          <a:p>
            <a:pPr algn="ctr"/>
            <a:r>
              <a:rPr lang="en-US" altLang="zh-CN" sz="2400" b="1">
                <a:solidFill>
                  <a:srgbClr val="000099"/>
                </a:solidFill>
                <a:ea typeface="黑体" panose="02010609060101010101" pitchFamily="49" charset="-122"/>
              </a:rPr>
              <a:t>S</a:t>
            </a:r>
            <a:r>
              <a:rPr lang="en-US" altLang="zh-CN" sz="2400" b="1" baseline="-25000">
                <a:solidFill>
                  <a:srgbClr val="000099"/>
                </a:solidFill>
                <a:ea typeface="黑体" panose="02010609060101010101" pitchFamily="49" charset="-122"/>
              </a:rPr>
              <a:t>2</a:t>
            </a:r>
          </a:p>
        </p:txBody>
      </p:sp>
      <p:sp>
        <p:nvSpPr>
          <p:cNvPr id="1983509" name="Oval 21"/>
          <p:cNvSpPr>
            <a:spLocks noChangeArrowheads="1"/>
          </p:cNvSpPr>
          <p:nvPr/>
        </p:nvSpPr>
        <p:spPr bwMode="auto">
          <a:xfrm>
            <a:off x="6048375" y="3694113"/>
            <a:ext cx="646113" cy="585787"/>
          </a:xfrm>
          <a:prstGeom prst="ellipse">
            <a:avLst/>
          </a:prstGeom>
          <a:solidFill>
            <a:srgbClr val="FFFF99"/>
          </a:solidFill>
          <a:ln w="9525">
            <a:solidFill>
              <a:schemeClr val="folHlink"/>
            </a:solidFill>
            <a:round/>
            <a:headEnd/>
            <a:tailEnd/>
          </a:ln>
        </p:spPr>
        <p:txBody>
          <a:bodyPr wrap="none" anchor="ctr"/>
          <a:lstStyle/>
          <a:p>
            <a:pPr algn="ctr"/>
            <a:r>
              <a:rPr lang="en-US" altLang="zh-CN" sz="2400" b="1">
                <a:solidFill>
                  <a:srgbClr val="000099"/>
                </a:solidFill>
                <a:ea typeface="黑体" panose="02010609060101010101" pitchFamily="49" charset="-122"/>
              </a:rPr>
              <a:t>S</a:t>
            </a:r>
            <a:r>
              <a:rPr lang="en-US" altLang="zh-CN" sz="2400" b="1" baseline="-25000">
                <a:solidFill>
                  <a:srgbClr val="000099"/>
                </a:solidFill>
                <a:ea typeface="黑体" panose="02010609060101010101" pitchFamily="49" charset="-122"/>
              </a:rPr>
              <a:t>3</a:t>
            </a:r>
          </a:p>
        </p:txBody>
      </p:sp>
      <p:sp>
        <p:nvSpPr>
          <p:cNvPr id="1983510" name="Line 22"/>
          <p:cNvSpPr>
            <a:spLocks noChangeShapeType="1"/>
          </p:cNvSpPr>
          <p:nvPr/>
        </p:nvSpPr>
        <p:spPr bwMode="auto">
          <a:xfrm>
            <a:off x="2468563" y="3443288"/>
            <a:ext cx="1012825" cy="333375"/>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1" name="Line 23"/>
          <p:cNvSpPr>
            <a:spLocks noChangeShapeType="1"/>
          </p:cNvSpPr>
          <p:nvPr/>
        </p:nvSpPr>
        <p:spPr bwMode="auto">
          <a:xfrm>
            <a:off x="2528888" y="3325813"/>
            <a:ext cx="2239962" cy="492125"/>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2" name="Line 24"/>
          <p:cNvSpPr>
            <a:spLocks noChangeShapeType="1"/>
          </p:cNvSpPr>
          <p:nvPr/>
        </p:nvSpPr>
        <p:spPr bwMode="auto">
          <a:xfrm>
            <a:off x="2559050" y="3154363"/>
            <a:ext cx="3508375" cy="708025"/>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3" name="Text Box 25"/>
          <p:cNvSpPr txBox="1">
            <a:spLocks noChangeArrowheads="1"/>
          </p:cNvSpPr>
          <p:nvPr/>
        </p:nvSpPr>
        <p:spPr bwMode="auto">
          <a:xfrm>
            <a:off x="8274050" y="544988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操作系统</a:t>
            </a:r>
          </a:p>
        </p:txBody>
      </p:sp>
      <p:sp>
        <p:nvSpPr>
          <p:cNvPr id="1983514" name="Line 26"/>
          <p:cNvSpPr>
            <a:spLocks noChangeShapeType="1"/>
          </p:cNvSpPr>
          <p:nvPr/>
        </p:nvSpPr>
        <p:spPr bwMode="auto">
          <a:xfrm flipH="1">
            <a:off x="7637463" y="5699125"/>
            <a:ext cx="554037" cy="0"/>
          </a:xfrm>
          <a:prstGeom prst="line">
            <a:avLst/>
          </a:prstGeom>
          <a:noFill/>
          <a:ln w="952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5" name="Line 27"/>
          <p:cNvSpPr>
            <a:spLocks noChangeShapeType="1"/>
          </p:cNvSpPr>
          <p:nvPr/>
        </p:nvSpPr>
        <p:spPr bwMode="auto">
          <a:xfrm flipH="1">
            <a:off x="7637463" y="3443288"/>
            <a:ext cx="554037" cy="0"/>
          </a:xfrm>
          <a:prstGeom prst="line">
            <a:avLst/>
          </a:prstGeom>
          <a:noFill/>
          <a:ln w="952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6" name="Text Box 28"/>
          <p:cNvSpPr txBox="1">
            <a:spLocks noChangeArrowheads="1"/>
          </p:cNvSpPr>
          <p:nvPr/>
        </p:nvSpPr>
        <p:spPr bwMode="auto">
          <a:xfrm>
            <a:off x="8229600" y="3119438"/>
            <a:ext cx="1108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服务器</a:t>
            </a:r>
          </a:p>
          <a:p>
            <a:pPr algn="ctr"/>
            <a:r>
              <a:rPr lang="zh-CN" altLang="en-US" b="1">
                <a:solidFill>
                  <a:srgbClr val="000099"/>
                </a:solidFill>
                <a:ea typeface="黑体" panose="02010609060101010101" pitchFamily="49" charset="-122"/>
              </a:rPr>
              <a:t>应用进程</a:t>
            </a:r>
          </a:p>
        </p:txBody>
      </p:sp>
      <p:sp>
        <p:nvSpPr>
          <p:cNvPr id="1983517" name="Text Box 29"/>
          <p:cNvSpPr txBox="1">
            <a:spLocks noChangeArrowheads="1"/>
          </p:cNvSpPr>
          <p:nvPr/>
        </p:nvSpPr>
        <p:spPr bwMode="auto">
          <a:xfrm>
            <a:off x="4592638" y="3189288"/>
            <a:ext cx="1800225"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5000"/>
              </a:lnSpc>
            </a:pPr>
            <a:r>
              <a:rPr lang="zh-CN" altLang="en-US" b="1">
                <a:solidFill>
                  <a:srgbClr val="000099"/>
                </a:solidFill>
                <a:ea typeface="黑体" panose="02010609060101010101" pitchFamily="49" charset="-122"/>
              </a:rPr>
              <a:t>从属服务器进程</a:t>
            </a:r>
          </a:p>
        </p:txBody>
      </p:sp>
      <p:sp>
        <p:nvSpPr>
          <p:cNvPr id="1983518" name="Text Box 30"/>
          <p:cNvSpPr txBox="1">
            <a:spLocks noChangeArrowheads="1"/>
          </p:cNvSpPr>
          <p:nvPr/>
        </p:nvSpPr>
        <p:spPr bwMode="auto">
          <a:xfrm>
            <a:off x="1295400" y="2397125"/>
            <a:ext cx="157003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5000"/>
              </a:lnSpc>
            </a:pPr>
            <a:r>
              <a:rPr lang="zh-CN" altLang="en-US" b="1">
                <a:solidFill>
                  <a:srgbClr val="000099"/>
                </a:solidFill>
                <a:ea typeface="黑体" panose="02010609060101010101" pitchFamily="49" charset="-122"/>
              </a:rPr>
              <a:t>主服务器进程</a:t>
            </a:r>
          </a:p>
        </p:txBody>
      </p:sp>
      <p:sp>
        <p:nvSpPr>
          <p:cNvPr id="1983519" name="Text Box 31"/>
          <p:cNvSpPr txBox="1">
            <a:spLocks noChangeArrowheads="1"/>
          </p:cNvSpPr>
          <p:nvPr/>
        </p:nvSpPr>
        <p:spPr bwMode="auto">
          <a:xfrm>
            <a:off x="895350" y="5853113"/>
            <a:ext cx="203200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5000"/>
              </a:lnSpc>
            </a:pPr>
            <a:r>
              <a:rPr lang="zh-CN" altLang="en-US" b="1">
                <a:solidFill>
                  <a:srgbClr val="000099"/>
                </a:solidFill>
                <a:ea typeface="黑体" panose="02010609060101010101" pitchFamily="49" charset="-122"/>
              </a:rPr>
              <a:t>（原来的套接字）</a:t>
            </a:r>
          </a:p>
        </p:txBody>
      </p:sp>
      <p:sp>
        <p:nvSpPr>
          <p:cNvPr id="1983520" name="Line 32"/>
          <p:cNvSpPr>
            <a:spLocks noChangeShapeType="1"/>
          </p:cNvSpPr>
          <p:nvPr/>
        </p:nvSpPr>
        <p:spPr bwMode="auto">
          <a:xfrm>
            <a:off x="3389313" y="6130925"/>
            <a:ext cx="3324225"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21" name="Text Box 33"/>
          <p:cNvSpPr txBox="1">
            <a:spLocks noChangeArrowheads="1"/>
          </p:cNvSpPr>
          <p:nvPr/>
        </p:nvSpPr>
        <p:spPr bwMode="auto">
          <a:xfrm>
            <a:off x="3943350" y="5927725"/>
            <a:ext cx="1954213" cy="3825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ctr">
              <a:lnSpc>
                <a:spcPct val="105000"/>
              </a:lnSpc>
            </a:pPr>
            <a:r>
              <a:rPr lang="en-US" altLang="zh-CN" b="1">
                <a:solidFill>
                  <a:srgbClr val="000099"/>
                </a:solidFill>
                <a:ea typeface="黑体" panose="02010609060101010101" pitchFamily="49" charset="-122"/>
              </a:rPr>
              <a:t>(</a:t>
            </a:r>
            <a:r>
              <a:rPr lang="zh-CN" altLang="en-US" b="1">
                <a:solidFill>
                  <a:srgbClr val="000099"/>
                </a:solidFill>
                <a:ea typeface="黑体" panose="02010609060101010101" pitchFamily="49" charset="-122"/>
              </a:rPr>
              <a:t>新创建的套接字</a:t>
            </a:r>
            <a:r>
              <a:rPr lang="en-US" altLang="zh-CN" b="1">
                <a:solidFill>
                  <a:srgbClr val="000099"/>
                </a:solidFill>
                <a:ea typeface="黑体" panose="02010609060101010101" pitchFamily="49" charset="-122"/>
              </a:rPr>
              <a:t>)</a:t>
            </a:r>
          </a:p>
        </p:txBody>
      </p:sp>
      <p:sp>
        <p:nvSpPr>
          <p:cNvPr id="1983522" name="Line 34"/>
          <p:cNvSpPr>
            <a:spLocks noChangeShapeType="1"/>
          </p:cNvSpPr>
          <p:nvPr/>
        </p:nvSpPr>
        <p:spPr bwMode="auto">
          <a:xfrm>
            <a:off x="3113088" y="4946650"/>
            <a:ext cx="0" cy="1506538"/>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23" name="矩形 1"/>
          <p:cNvSpPr>
            <a:spLocks noChangeArrowheads="1"/>
          </p:cNvSpPr>
          <p:nvPr/>
        </p:nvSpPr>
        <p:spPr bwMode="auto">
          <a:xfrm>
            <a:off x="488950" y="1209675"/>
            <a:ext cx="9217025" cy="837152"/>
          </a:xfrm>
          <a:prstGeom prst="rect">
            <a:avLst/>
          </a:prstGeom>
          <a:solidFill>
            <a:srgbClr val="66FF66"/>
          </a:solidFill>
          <a:ln w="9525">
            <a:solidFill>
              <a:srgbClr val="000099"/>
            </a:solidFill>
            <a:round/>
            <a:headEnd/>
            <a:tailEnd/>
          </a:ln>
        </p:spPr>
        <p:txBody>
          <a:bodyPr>
            <a:spAutoFit/>
          </a:bodyPr>
          <a:lstStyle/>
          <a:p>
            <a:pPr eaLnBrk="0" hangingPunct="0">
              <a:lnSpc>
                <a:spcPct val="110000"/>
              </a:lnSpc>
            </a:pPr>
            <a:r>
              <a:rPr lang="zh-CN" altLang="zh-CN" sz="2200" b="1" dirty="0">
                <a:solidFill>
                  <a:srgbClr val="000099"/>
                </a:solidFill>
                <a:ea typeface="宋体" panose="02010600030101010101" pitchFamily="2" charset="-122"/>
              </a:rPr>
              <a:t>调用</a:t>
            </a:r>
            <a:r>
              <a:rPr lang="en-US" altLang="zh-CN" sz="2200" b="1" dirty="0">
                <a:solidFill>
                  <a:srgbClr val="000099"/>
                </a:solidFill>
                <a:ea typeface="宋体" panose="02010600030101010101" pitchFamily="2" charset="-122"/>
              </a:rPr>
              <a:t> accept </a:t>
            </a:r>
            <a:r>
              <a:rPr lang="zh-CN" altLang="zh-CN" sz="2200" b="1" dirty="0">
                <a:solidFill>
                  <a:srgbClr val="000099"/>
                </a:solidFill>
                <a:ea typeface="宋体" panose="02010600030101010101" pitchFamily="2" charset="-122"/>
              </a:rPr>
              <a:t>要完成的动作较多。这是因为一个服务器必须能够同时处理多个连接。这样的服务器常称为</a:t>
            </a:r>
            <a:r>
              <a:rPr lang="zh-CN" altLang="zh-CN" sz="2200" b="1" dirty="0">
                <a:solidFill>
                  <a:srgbClr val="FF0000"/>
                </a:solidFill>
                <a:ea typeface="宋体" panose="02010600030101010101" pitchFamily="2" charset="-122"/>
              </a:rPr>
              <a:t>并发方式</a:t>
            </a:r>
            <a:r>
              <a:rPr lang="en-US" altLang="zh-CN" sz="2200" b="1" dirty="0">
                <a:solidFill>
                  <a:srgbClr val="FF0000"/>
                </a:solidFill>
                <a:ea typeface="宋体" panose="02010600030101010101" pitchFamily="2" charset="-122"/>
              </a:rPr>
              <a:t> (concurrent</a:t>
            </a:r>
            <a:r>
              <a:rPr lang="en-US" altLang="zh-CN" sz="2200" b="1" dirty="0">
                <a:solidFill>
                  <a:srgbClr val="000099"/>
                </a:solidFill>
                <a:ea typeface="宋体" panose="02010600030101010101" pitchFamily="2" charset="-122"/>
              </a:rPr>
              <a:t>) </a:t>
            </a:r>
            <a:r>
              <a:rPr lang="zh-CN" altLang="zh-CN" sz="2200" b="1" dirty="0">
                <a:solidFill>
                  <a:srgbClr val="000099"/>
                </a:solidFill>
                <a:ea typeface="宋体" panose="02010600030101010101" pitchFamily="2" charset="-122"/>
              </a:rPr>
              <a:t>工作的服务器。</a:t>
            </a:r>
            <a:endParaRPr lang="zh-CN" altLang="en-US" sz="2200" b="1" dirty="0">
              <a:solidFill>
                <a:srgbClr val="000099"/>
              </a:solidFill>
              <a:ea typeface="宋体" panose="02010600030101010101" pitchFamily="2" charset="-122"/>
            </a:endParaRPr>
          </a:p>
        </p:txBody>
      </p:sp>
      <p:sp>
        <p:nvSpPr>
          <p:cNvPr id="198352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E94C0B-522C-4DB4-A436-E3ADEDFE415C}" type="slidenum">
              <a:rPr lang="zh-CN" altLang="en-US" smtClean="0"/>
              <a:pPr eaLnBrk="1" hangingPunct="1"/>
              <a:t>48</a:t>
            </a:fld>
            <a:endParaRPr lang="en-US" altLang="zh-CN" smtClean="0"/>
          </a:p>
        </p:txBody>
      </p:sp>
      <p:sp>
        <p:nvSpPr>
          <p:cNvPr id="198352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451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传送阶段</a:t>
            </a:r>
            <a:endParaRPr lang="zh-CN" altLang="en-US" smtClean="0">
              <a:ea typeface="黑体" panose="02010609060101010101" pitchFamily="49" charset="-122"/>
            </a:endParaRPr>
          </a:p>
        </p:txBody>
      </p:sp>
      <p:sp>
        <p:nvSpPr>
          <p:cNvPr id="1984514" name="内容占位符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客户和服务器都在</a:t>
            </a:r>
            <a:r>
              <a:rPr lang="en-US" altLang="zh-CN" dirty="0" smtClean="0">
                <a:ea typeface="黑体" panose="02010609060101010101" pitchFamily="49" charset="-122"/>
              </a:rPr>
              <a:t> TCP </a:t>
            </a:r>
            <a:r>
              <a:rPr lang="zh-CN" altLang="zh-CN" dirty="0" smtClean="0">
                <a:ea typeface="黑体" panose="02010609060101010101" pitchFamily="49" charset="-122"/>
              </a:rPr>
              <a:t>连接上使用</a:t>
            </a:r>
            <a:r>
              <a:rPr lang="en-US" altLang="zh-CN" dirty="0" smtClean="0">
                <a:ea typeface="黑体" panose="02010609060101010101" pitchFamily="49" charset="-122"/>
              </a:rPr>
              <a:t> </a:t>
            </a:r>
            <a:r>
              <a:rPr lang="en-US" altLang="zh-CN" dirty="0" smtClean="0">
                <a:solidFill>
                  <a:srgbClr val="0000FF"/>
                </a:solidFill>
                <a:ea typeface="黑体" panose="02010609060101010101" pitchFamily="49" charset="-122"/>
              </a:rPr>
              <a:t>send </a:t>
            </a:r>
            <a:r>
              <a:rPr lang="zh-CN" altLang="zh-CN" dirty="0" smtClean="0">
                <a:ea typeface="黑体" panose="02010609060101010101" pitchFamily="49" charset="-122"/>
              </a:rPr>
              <a:t>系统</a:t>
            </a:r>
            <a:r>
              <a:rPr lang="zh-CN" altLang="zh-CN" dirty="0" smtClean="0">
                <a:solidFill>
                  <a:srgbClr val="0000FF"/>
                </a:solidFill>
                <a:ea typeface="黑体" panose="02010609060101010101" pitchFamily="49" charset="-122"/>
              </a:rPr>
              <a:t>调用传送数据</a:t>
            </a:r>
            <a:r>
              <a:rPr lang="zh-CN" altLang="zh-CN" dirty="0" smtClean="0">
                <a:ea typeface="黑体" panose="02010609060101010101" pitchFamily="49" charset="-122"/>
              </a:rPr>
              <a:t>，使用</a:t>
            </a:r>
            <a:r>
              <a:rPr lang="en-US" altLang="zh-CN" dirty="0" smtClean="0">
                <a:ea typeface="黑体" panose="02010609060101010101" pitchFamily="49" charset="-122"/>
              </a:rPr>
              <a:t> </a:t>
            </a:r>
            <a:r>
              <a:rPr lang="en-US" altLang="zh-CN" dirty="0" err="1" smtClean="0">
                <a:solidFill>
                  <a:srgbClr val="0000FF"/>
                </a:solidFill>
                <a:ea typeface="黑体" panose="02010609060101010101" pitchFamily="49" charset="-122"/>
              </a:rPr>
              <a:t>recv</a:t>
            </a:r>
            <a:r>
              <a:rPr lang="en-US" altLang="zh-CN" dirty="0" smtClean="0">
                <a:solidFill>
                  <a:srgbClr val="0000FF"/>
                </a:solidFill>
                <a:ea typeface="黑体" panose="02010609060101010101" pitchFamily="49" charset="-122"/>
              </a:rPr>
              <a:t> </a:t>
            </a:r>
            <a:r>
              <a:rPr lang="zh-CN" altLang="zh-CN" dirty="0" smtClean="0">
                <a:ea typeface="黑体" panose="02010609060101010101" pitchFamily="49" charset="-122"/>
              </a:rPr>
              <a:t>系统</a:t>
            </a:r>
            <a:r>
              <a:rPr lang="zh-CN" altLang="zh-CN" dirty="0" smtClean="0">
                <a:solidFill>
                  <a:srgbClr val="0000FF"/>
                </a:solidFill>
                <a:ea typeface="黑体" panose="02010609060101010101" pitchFamily="49" charset="-122"/>
              </a:rPr>
              <a:t>调用接收数据</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通常客户使用</a:t>
            </a:r>
            <a:r>
              <a:rPr lang="en-US" altLang="zh-CN" dirty="0" smtClean="0">
                <a:ea typeface="黑体" panose="02010609060101010101" pitchFamily="49" charset="-122"/>
              </a:rPr>
              <a:t> send </a:t>
            </a:r>
            <a:r>
              <a:rPr lang="zh-CN" altLang="zh-CN" dirty="0" smtClean="0">
                <a:ea typeface="黑体" panose="02010609060101010101" pitchFamily="49" charset="-122"/>
              </a:rPr>
              <a:t>发送请求，而服务器使用</a:t>
            </a:r>
            <a:r>
              <a:rPr lang="en-US" altLang="zh-CN" dirty="0" smtClean="0">
                <a:ea typeface="黑体" panose="02010609060101010101" pitchFamily="49" charset="-122"/>
              </a:rPr>
              <a:t> send </a:t>
            </a:r>
            <a:r>
              <a:rPr lang="zh-CN" altLang="zh-CN" dirty="0" smtClean="0">
                <a:ea typeface="黑体" panose="02010609060101010101" pitchFamily="49" charset="-122"/>
              </a:rPr>
              <a:t>发送回答。</a:t>
            </a:r>
            <a:endParaRPr lang="en-US" altLang="zh-CN" dirty="0" smtClean="0">
              <a:ea typeface="黑体" panose="02010609060101010101" pitchFamily="49" charset="-122"/>
            </a:endParaRPr>
          </a:p>
          <a:p>
            <a:r>
              <a:rPr lang="zh-CN" altLang="zh-CN" dirty="0" smtClean="0">
                <a:ea typeface="黑体" panose="02010609060101010101" pitchFamily="49" charset="-122"/>
              </a:rPr>
              <a:t>服务器使用</a:t>
            </a:r>
            <a:r>
              <a:rPr lang="en-US" altLang="zh-CN" dirty="0" smtClean="0">
                <a:ea typeface="黑体" panose="02010609060101010101" pitchFamily="49" charset="-122"/>
              </a:rPr>
              <a:t> </a:t>
            </a:r>
            <a:r>
              <a:rPr lang="en-US" altLang="zh-CN" dirty="0" err="1" smtClean="0">
                <a:ea typeface="黑体" panose="02010609060101010101" pitchFamily="49" charset="-122"/>
              </a:rPr>
              <a:t>recv</a:t>
            </a:r>
            <a:r>
              <a:rPr lang="en-US" altLang="zh-CN" dirty="0" smtClean="0">
                <a:ea typeface="黑体" panose="02010609060101010101" pitchFamily="49" charset="-122"/>
              </a:rPr>
              <a:t> </a:t>
            </a:r>
            <a:r>
              <a:rPr lang="zh-CN" altLang="zh-CN" dirty="0" smtClean="0">
                <a:ea typeface="黑体" panose="02010609060101010101" pitchFamily="49" charset="-122"/>
              </a:rPr>
              <a:t>接收客户用</a:t>
            </a:r>
            <a:r>
              <a:rPr lang="en-US" altLang="zh-CN" dirty="0" smtClean="0">
                <a:ea typeface="黑体" panose="02010609060101010101" pitchFamily="49" charset="-122"/>
              </a:rPr>
              <a:t> send </a:t>
            </a:r>
            <a:r>
              <a:rPr lang="zh-CN" altLang="zh-CN" dirty="0" smtClean="0">
                <a:ea typeface="黑体" panose="02010609060101010101" pitchFamily="49" charset="-122"/>
              </a:rPr>
              <a:t>调用发送的请求。客户在发完请求后用</a:t>
            </a:r>
            <a:r>
              <a:rPr lang="en-US" altLang="zh-CN" dirty="0" smtClean="0">
                <a:ea typeface="黑体" panose="02010609060101010101" pitchFamily="49" charset="-122"/>
              </a:rPr>
              <a:t> </a:t>
            </a:r>
            <a:r>
              <a:rPr lang="en-US" altLang="zh-CN" dirty="0" err="1" smtClean="0">
                <a:ea typeface="黑体" panose="02010609060101010101" pitchFamily="49" charset="-122"/>
              </a:rPr>
              <a:t>recv</a:t>
            </a:r>
            <a:r>
              <a:rPr lang="en-US" altLang="zh-CN" dirty="0" smtClean="0">
                <a:ea typeface="黑体" panose="02010609060101010101" pitchFamily="49" charset="-122"/>
              </a:rPr>
              <a:t> </a:t>
            </a:r>
            <a:r>
              <a:rPr lang="zh-CN" altLang="zh-CN" dirty="0" smtClean="0">
                <a:ea typeface="黑体" panose="02010609060101010101" pitchFamily="49" charset="-122"/>
              </a:rPr>
              <a:t>接收回答。</a:t>
            </a:r>
          </a:p>
          <a:p>
            <a:endParaRPr lang="zh-CN" altLang="en-US" dirty="0" smtClean="0">
              <a:ea typeface="黑体" panose="02010609060101010101" pitchFamily="49" charset="-122"/>
            </a:endParaRPr>
          </a:p>
        </p:txBody>
      </p:sp>
      <p:sp>
        <p:nvSpPr>
          <p:cNvPr id="19845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729C8F-E36A-40D4-8A8F-51F9E0134042}" type="slidenum">
              <a:rPr lang="zh-CN" altLang="en-US" smtClean="0"/>
              <a:pPr eaLnBrk="1" hangingPunct="1"/>
              <a:t>49</a:t>
            </a:fld>
            <a:endParaRPr lang="en-US" altLang="zh-CN" smtClean="0"/>
          </a:p>
        </p:txBody>
      </p:sp>
      <p:sp>
        <p:nvSpPr>
          <p:cNvPr id="198451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5537" name="标题 1"/>
          <p:cNvSpPr>
            <a:spLocks noGrp="1" noChangeArrowheads="1"/>
          </p:cNvSpPr>
          <p:nvPr>
            <p:ph type="title"/>
          </p:nvPr>
        </p:nvSpPr>
        <p:spPr>
          <a:xfrm>
            <a:off x="495300" y="188913"/>
            <a:ext cx="9066213" cy="792162"/>
          </a:xfrm>
        </p:spPr>
        <p:txBody>
          <a:bodyPr/>
          <a:lstStyle/>
          <a:p>
            <a:pPr hangingPunct="0"/>
            <a:r>
              <a:rPr lang="en-US" altLang="zh-CN" smtClean="0">
                <a:ea typeface="黑体" panose="02010609060101010101" pitchFamily="49" charset="-122"/>
              </a:rPr>
              <a:t>3. </a:t>
            </a:r>
            <a:r>
              <a:rPr lang="zh-CN" altLang="zh-CN" smtClean="0">
                <a:ea typeface="黑体" panose="02010609060101010101" pitchFamily="49" charset="-122"/>
              </a:rPr>
              <a:t>连接释放阶段</a:t>
            </a:r>
          </a:p>
        </p:txBody>
      </p:sp>
      <p:sp>
        <p:nvSpPr>
          <p:cNvPr id="1985538" name="内容占位符 3"/>
          <p:cNvSpPr>
            <a:spLocks noGrp="1" noChangeArrowheads="1"/>
          </p:cNvSpPr>
          <p:nvPr>
            <p:ph idx="1"/>
          </p:nvPr>
        </p:nvSpPr>
        <p:spPr>
          <a:xfrm>
            <a:off x="495300" y="1196975"/>
            <a:ext cx="9066213" cy="4933950"/>
          </a:xfrm>
        </p:spPr>
        <p:txBody>
          <a:bodyPr/>
          <a:lstStyle/>
          <a:p>
            <a:pPr hangingPunct="0"/>
            <a:r>
              <a:rPr lang="zh-CN" altLang="zh-CN" dirty="0" smtClean="0">
                <a:ea typeface="黑体" panose="02010609060101010101" pitchFamily="49" charset="-122"/>
              </a:rPr>
              <a:t>一旦客户或服务器结束使用套接字，就把套接字撤消。这时就</a:t>
            </a:r>
            <a:r>
              <a:rPr lang="zh-CN" altLang="zh-CN" dirty="0" smtClean="0">
                <a:solidFill>
                  <a:srgbClr val="0000FF"/>
                </a:solidFill>
                <a:ea typeface="黑体" panose="02010609060101010101" pitchFamily="49" charset="-122"/>
              </a:rPr>
              <a:t>调用</a:t>
            </a:r>
            <a:r>
              <a:rPr lang="en-US" altLang="zh-CN" dirty="0" smtClean="0">
                <a:solidFill>
                  <a:srgbClr val="0000FF"/>
                </a:solidFill>
                <a:ea typeface="黑体" panose="02010609060101010101" pitchFamily="49" charset="-122"/>
              </a:rPr>
              <a:t> close </a:t>
            </a:r>
            <a:r>
              <a:rPr lang="zh-CN" altLang="zh-CN" dirty="0" smtClean="0">
                <a:solidFill>
                  <a:srgbClr val="0000FF"/>
                </a:solidFill>
                <a:ea typeface="黑体" panose="02010609060101010101" pitchFamily="49" charset="-122"/>
              </a:rPr>
              <a:t>释放连接和撤销套接字</a:t>
            </a:r>
            <a:r>
              <a:rPr lang="zh-CN" altLang="zh-CN" dirty="0" smtClean="0">
                <a:ea typeface="黑体" panose="02010609060101010101" pitchFamily="49" charset="-122"/>
              </a:rPr>
              <a:t>。</a:t>
            </a:r>
          </a:p>
          <a:p>
            <a:endParaRPr lang="zh-CN" altLang="en-US" dirty="0" smtClean="0">
              <a:ea typeface="黑体" panose="02010609060101010101" pitchFamily="49" charset="-122"/>
            </a:endParaRPr>
          </a:p>
        </p:txBody>
      </p:sp>
      <p:sp>
        <p:nvSpPr>
          <p:cNvPr id="198553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2B2E19-0492-4588-B55F-FC25F6C487C9}" type="slidenum">
              <a:rPr lang="zh-CN" altLang="en-US" smtClean="0"/>
              <a:pPr eaLnBrk="1" hangingPunct="1"/>
              <a:t>50</a:t>
            </a:fld>
            <a:endParaRPr lang="en-US" altLang="zh-CN" smtClean="0"/>
          </a:p>
        </p:txBody>
      </p:sp>
      <p:sp>
        <p:nvSpPr>
          <p:cNvPr id="198554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61" name="Rectangle 2"/>
          <p:cNvSpPr>
            <a:spLocks noGrp="1" noChangeArrowheads="1"/>
          </p:cNvSpPr>
          <p:nvPr>
            <p:ph type="title"/>
          </p:nvPr>
        </p:nvSpPr>
        <p:spPr/>
        <p:txBody>
          <a:bodyPr/>
          <a:lstStyle/>
          <a:p>
            <a:pPr algn="ctr"/>
            <a:r>
              <a:rPr lang="zh-CN" altLang="zh-CN" smtClean="0">
                <a:ea typeface="黑体" panose="02010609060101010101" pitchFamily="49" charset="-122"/>
              </a:rPr>
              <a:t>系统调用使用顺序的例子 </a:t>
            </a:r>
          </a:p>
        </p:txBody>
      </p:sp>
      <p:sp>
        <p:nvSpPr>
          <p:cNvPr id="1986562" name="Text Box 4"/>
          <p:cNvSpPr txBox="1">
            <a:spLocks noChangeArrowheads="1"/>
          </p:cNvSpPr>
          <p:nvPr/>
        </p:nvSpPr>
        <p:spPr bwMode="auto">
          <a:xfrm>
            <a:off x="5872163" y="1412875"/>
            <a:ext cx="1414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服务器端</a:t>
            </a:r>
          </a:p>
        </p:txBody>
      </p:sp>
      <p:sp>
        <p:nvSpPr>
          <p:cNvPr id="1986563" name="Text Box 5"/>
          <p:cNvSpPr txBox="1">
            <a:spLocks noChangeArrowheads="1"/>
          </p:cNvSpPr>
          <p:nvPr/>
        </p:nvSpPr>
        <p:spPr bwMode="auto">
          <a:xfrm>
            <a:off x="5916613" y="1849438"/>
            <a:ext cx="1290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socket</a:t>
            </a:r>
          </a:p>
        </p:txBody>
      </p:sp>
      <p:sp>
        <p:nvSpPr>
          <p:cNvPr id="1986564" name="Text Box 6"/>
          <p:cNvSpPr txBox="1">
            <a:spLocks noChangeArrowheads="1"/>
          </p:cNvSpPr>
          <p:nvPr/>
        </p:nvSpPr>
        <p:spPr bwMode="auto">
          <a:xfrm>
            <a:off x="6094413" y="2452688"/>
            <a:ext cx="922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bind</a:t>
            </a:r>
          </a:p>
        </p:txBody>
      </p:sp>
      <p:sp>
        <p:nvSpPr>
          <p:cNvPr id="1986565" name="Text Box 7"/>
          <p:cNvSpPr txBox="1">
            <a:spLocks noChangeArrowheads="1"/>
          </p:cNvSpPr>
          <p:nvPr/>
        </p:nvSpPr>
        <p:spPr bwMode="auto">
          <a:xfrm>
            <a:off x="5905500" y="3055938"/>
            <a:ext cx="1290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listen</a:t>
            </a:r>
          </a:p>
        </p:txBody>
      </p:sp>
      <p:sp>
        <p:nvSpPr>
          <p:cNvPr id="1986566" name="Text Box 8"/>
          <p:cNvSpPr txBox="1">
            <a:spLocks noChangeArrowheads="1"/>
          </p:cNvSpPr>
          <p:nvPr/>
        </p:nvSpPr>
        <p:spPr bwMode="auto">
          <a:xfrm>
            <a:off x="5900738" y="3659188"/>
            <a:ext cx="1290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accept</a:t>
            </a:r>
          </a:p>
        </p:txBody>
      </p:sp>
      <p:sp>
        <p:nvSpPr>
          <p:cNvPr id="1986567" name="Text Box 9"/>
          <p:cNvSpPr txBox="1">
            <a:spLocks noChangeArrowheads="1"/>
          </p:cNvSpPr>
          <p:nvPr/>
        </p:nvSpPr>
        <p:spPr bwMode="auto">
          <a:xfrm>
            <a:off x="6080125" y="4262438"/>
            <a:ext cx="920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recv</a:t>
            </a:r>
          </a:p>
        </p:txBody>
      </p:sp>
      <p:sp>
        <p:nvSpPr>
          <p:cNvPr id="1986568" name="Text Box 10"/>
          <p:cNvSpPr txBox="1">
            <a:spLocks noChangeArrowheads="1"/>
          </p:cNvSpPr>
          <p:nvPr/>
        </p:nvSpPr>
        <p:spPr bwMode="auto">
          <a:xfrm>
            <a:off x="6073775" y="4865688"/>
            <a:ext cx="922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send</a:t>
            </a:r>
          </a:p>
        </p:txBody>
      </p:sp>
      <p:sp>
        <p:nvSpPr>
          <p:cNvPr id="1986569" name="Text Box 11"/>
          <p:cNvSpPr txBox="1">
            <a:spLocks noChangeArrowheads="1"/>
          </p:cNvSpPr>
          <p:nvPr/>
        </p:nvSpPr>
        <p:spPr bwMode="auto">
          <a:xfrm>
            <a:off x="5978525" y="5468938"/>
            <a:ext cx="1106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close</a:t>
            </a:r>
          </a:p>
        </p:txBody>
      </p:sp>
      <p:sp>
        <p:nvSpPr>
          <p:cNvPr id="1986570" name="Line 12"/>
          <p:cNvSpPr>
            <a:spLocks noChangeShapeType="1"/>
          </p:cNvSpPr>
          <p:nvPr/>
        </p:nvSpPr>
        <p:spPr bwMode="auto">
          <a:xfrm>
            <a:off x="6557963" y="2238375"/>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1" name="Line 13"/>
          <p:cNvSpPr>
            <a:spLocks noChangeShapeType="1"/>
          </p:cNvSpPr>
          <p:nvPr/>
        </p:nvSpPr>
        <p:spPr bwMode="auto">
          <a:xfrm>
            <a:off x="6557963" y="2814638"/>
            <a:ext cx="0" cy="360362"/>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2" name="Line 14"/>
          <p:cNvSpPr>
            <a:spLocks noChangeShapeType="1"/>
          </p:cNvSpPr>
          <p:nvPr/>
        </p:nvSpPr>
        <p:spPr bwMode="auto">
          <a:xfrm>
            <a:off x="6557963" y="33909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3" name="Line 15"/>
          <p:cNvSpPr>
            <a:spLocks noChangeShapeType="1"/>
          </p:cNvSpPr>
          <p:nvPr/>
        </p:nvSpPr>
        <p:spPr bwMode="auto">
          <a:xfrm>
            <a:off x="6557963" y="40386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4" name="Line 16"/>
          <p:cNvSpPr>
            <a:spLocks noChangeShapeType="1"/>
          </p:cNvSpPr>
          <p:nvPr/>
        </p:nvSpPr>
        <p:spPr bwMode="auto">
          <a:xfrm>
            <a:off x="6557963" y="46863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5" name="Line 17"/>
          <p:cNvSpPr>
            <a:spLocks noChangeShapeType="1"/>
          </p:cNvSpPr>
          <p:nvPr/>
        </p:nvSpPr>
        <p:spPr bwMode="auto">
          <a:xfrm>
            <a:off x="6557963" y="5262563"/>
            <a:ext cx="0" cy="360362"/>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6" name="Text Box 18"/>
          <p:cNvSpPr txBox="1">
            <a:spLocks noChangeArrowheads="1"/>
          </p:cNvSpPr>
          <p:nvPr/>
        </p:nvSpPr>
        <p:spPr bwMode="auto">
          <a:xfrm>
            <a:off x="2033588" y="141287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客户端</a:t>
            </a:r>
          </a:p>
        </p:txBody>
      </p:sp>
      <p:sp>
        <p:nvSpPr>
          <p:cNvPr id="1986577" name="Text Box 19"/>
          <p:cNvSpPr txBox="1">
            <a:spLocks noChangeArrowheads="1"/>
          </p:cNvSpPr>
          <p:nvPr/>
        </p:nvSpPr>
        <p:spPr bwMode="auto">
          <a:xfrm>
            <a:off x="1939925" y="3063875"/>
            <a:ext cx="1290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socket</a:t>
            </a:r>
          </a:p>
        </p:txBody>
      </p:sp>
      <p:sp>
        <p:nvSpPr>
          <p:cNvPr id="1986578" name="Text Box 20"/>
          <p:cNvSpPr txBox="1">
            <a:spLocks noChangeArrowheads="1"/>
          </p:cNvSpPr>
          <p:nvPr/>
        </p:nvSpPr>
        <p:spPr bwMode="auto">
          <a:xfrm>
            <a:off x="2124075" y="4865688"/>
            <a:ext cx="922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recv</a:t>
            </a:r>
          </a:p>
        </p:txBody>
      </p:sp>
      <p:sp>
        <p:nvSpPr>
          <p:cNvPr id="1986579" name="Text Box 21"/>
          <p:cNvSpPr txBox="1">
            <a:spLocks noChangeArrowheads="1"/>
          </p:cNvSpPr>
          <p:nvPr/>
        </p:nvSpPr>
        <p:spPr bwMode="auto">
          <a:xfrm>
            <a:off x="2124075" y="4262438"/>
            <a:ext cx="922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send</a:t>
            </a:r>
          </a:p>
        </p:txBody>
      </p:sp>
      <p:sp>
        <p:nvSpPr>
          <p:cNvPr id="1986580" name="Text Box 22"/>
          <p:cNvSpPr txBox="1">
            <a:spLocks noChangeArrowheads="1"/>
          </p:cNvSpPr>
          <p:nvPr/>
        </p:nvSpPr>
        <p:spPr bwMode="auto">
          <a:xfrm>
            <a:off x="2032000" y="5468938"/>
            <a:ext cx="1106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close</a:t>
            </a:r>
          </a:p>
        </p:txBody>
      </p:sp>
      <p:sp>
        <p:nvSpPr>
          <p:cNvPr id="1986581" name="Text Box 23"/>
          <p:cNvSpPr txBox="1">
            <a:spLocks noChangeArrowheads="1"/>
          </p:cNvSpPr>
          <p:nvPr/>
        </p:nvSpPr>
        <p:spPr bwMode="auto">
          <a:xfrm>
            <a:off x="1847850" y="3665538"/>
            <a:ext cx="1476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connect</a:t>
            </a:r>
          </a:p>
        </p:txBody>
      </p:sp>
      <p:sp>
        <p:nvSpPr>
          <p:cNvPr id="1986582" name="Line 24"/>
          <p:cNvSpPr>
            <a:spLocks noChangeShapeType="1"/>
          </p:cNvSpPr>
          <p:nvPr/>
        </p:nvSpPr>
        <p:spPr bwMode="auto">
          <a:xfrm>
            <a:off x="2584450" y="3444875"/>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3" name="Line 25"/>
          <p:cNvSpPr>
            <a:spLocks noChangeShapeType="1"/>
          </p:cNvSpPr>
          <p:nvPr/>
        </p:nvSpPr>
        <p:spPr bwMode="auto">
          <a:xfrm>
            <a:off x="2584450" y="4021138"/>
            <a:ext cx="0" cy="360362"/>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4" name="Line 26"/>
          <p:cNvSpPr>
            <a:spLocks noChangeShapeType="1"/>
          </p:cNvSpPr>
          <p:nvPr/>
        </p:nvSpPr>
        <p:spPr bwMode="auto">
          <a:xfrm>
            <a:off x="2584450" y="45974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5" name="Line 27"/>
          <p:cNvSpPr>
            <a:spLocks noChangeShapeType="1"/>
          </p:cNvSpPr>
          <p:nvPr/>
        </p:nvSpPr>
        <p:spPr bwMode="auto">
          <a:xfrm>
            <a:off x="2584450" y="52451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6" name="Freeform 28"/>
          <p:cNvSpPr>
            <a:spLocks noChangeArrowheads="1"/>
          </p:cNvSpPr>
          <p:nvPr/>
        </p:nvSpPr>
        <p:spPr bwMode="auto">
          <a:xfrm flipH="1">
            <a:off x="1174750" y="4537075"/>
            <a:ext cx="928688" cy="595313"/>
          </a:xfrm>
          <a:custGeom>
            <a:avLst/>
            <a:gdLst>
              <a:gd name="T0" fmla="*/ 0 w 540"/>
              <a:gd name="T1" fmla="*/ 384 h 391"/>
              <a:gd name="T2" fmla="*/ 311 w 540"/>
              <a:gd name="T3" fmla="*/ 389 h 391"/>
              <a:gd name="T4" fmla="*/ 427 w 540"/>
              <a:gd name="T5" fmla="*/ 385 h 391"/>
              <a:gd name="T6" fmla="*/ 494 w 540"/>
              <a:gd name="T7" fmla="*/ 355 h 391"/>
              <a:gd name="T8" fmla="*/ 529 w 540"/>
              <a:gd name="T9" fmla="*/ 284 h 391"/>
              <a:gd name="T10" fmla="*/ 533 w 540"/>
              <a:gd name="T11" fmla="*/ 113 h 391"/>
              <a:gd name="T12" fmla="*/ 488 w 540"/>
              <a:gd name="T13" fmla="*/ 34 h 391"/>
              <a:gd name="T14" fmla="*/ 370 w 540"/>
              <a:gd name="T15" fmla="*/ 5 h 391"/>
              <a:gd name="T16" fmla="*/ 0 w 540"/>
              <a:gd name="T17" fmla="*/ 6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 h="391">
                <a:moveTo>
                  <a:pt x="0" y="384"/>
                </a:moveTo>
                <a:cubicBezTo>
                  <a:pt x="52" y="385"/>
                  <a:pt x="240" y="389"/>
                  <a:pt x="311" y="389"/>
                </a:cubicBezTo>
                <a:cubicBezTo>
                  <a:pt x="382" y="389"/>
                  <a:pt x="397" y="391"/>
                  <a:pt x="427" y="385"/>
                </a:cubicBezTo>
                <a:cubicBezTo>
                  <a:pt x="457" y="379"/>
                  <a:pt x="477" y="372"/>
                  <a:pt x="494" y="355"/>
                </a:cubicBezTo>
                <a:cubicBezTo>
                  <a:pt x="511" y="338"/>
                  <a:pt x="523" y="324"/>
                  <a:pt x="529" y="284"/>
                </a:cubicBezTo>
                <a:cubicBezTo>
                  <a:pt x="535" y="244"/>
                  <a:pt x="540" y="155"/>
                  <a:pt x="533" y="113"/>
                </a:cubicBezTo>
                <a:cubicBezTo>
                  <a:pt x="526" y="71"/>
                  <a:pt x="515" y="52"/>
                  <a:pt x="488" y="34"/>
                </a:cubicBezTo>
                <a:cubicBezTo>
                  <a:pt x="461" y="16"/>
                  <a:pt x="451" y="10"/>
                  <a:pt x="370" y="5"/>
                </a:cubicBezTo>
                <a:cubicBezTo>
                  <a:pt x="289" y="0"/>
                  <a:pt x="77" y="6"/>
                  <a:pt x="0" y="6"/>
                </a:cubicBezTo>
              </a:path>
            </a:pathLst>
          </a:custGeom>
          <a:noFill/>
          <a:ln w="38100">
            <a:solidFill>
              <a:schemeClr val="fo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7" name="Freeform 29"/>
          <p:cNvSpPr>
            <a:spLocks noChangeArrowheads="1"/>
          </p:cNvSpPr>
          <p:nvPr/>
        </p:nvSpPr>
        <p:spPr bwMode="auto">
          <a:xfrm>
            <a:off x="7259638" y="4525963"/>
            <a:ext cx="534987" cy="620712"/>
          </a:xfrm>
          <a:custGeom>
            <a:avLst/>
            <a:gdLst>
              <a:gd name="T0" fmla="*/ 0 w 311"/>
              <a:gd name="T1" fmla="*/ 387 h 391"/>
              <a:gd name="T2" fmla="*/ 182 w 311"/>
              <a:gd name="T3" fmla="*/ 389 h 391"/>
              <a:gd name="T4" fmla="*/ 256 w 311"/>
              <a:gd name="T5" fmla="*/ 373 h 391"/>
              <a:gd name="T6" fmla="*/ 293 w 311"/>
              <a:gd name="T7" fmla="*/ 337 h 391"/>
              <a:gd name="T8" fmla="*/ 308 w 311"/>
              <a:gd name="T9" fmla="*/ 269 h 391"/>
              <a:gd name="T10" fmla="*/ 308 w 311"/>
              <a:gd name="T11" fmla="*/ 124 h 391"/>
              <a:gd name="T12" fmla="*/ 289 w 311"/>
              <a:gd name="T13" fmla="*/ 50 h 391"/>
              <a:gd name="T14" fmla="*/ 211 w 311"/>
              <a:gd name="T15" fmla="*/ 7 h 391"/>
              <a:gd name="T16" fmla="*/ 0 w 311"/>
              <a:gd name="T17" fmla="*/ 9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1" h="391">
                <a:moveTo>
                  <a:pt x="0" y="387"/>
                </a:moveTo>
                <a:cubicBezTo>
                  <a:pt x="30" y="387"/>
                  <a:pt x="139" y="391"/>
                  <a:pt x="182" y="389"/>
                </a:cubicBezTo>
                <a:cubicBezTo>
                  <a:pt x="225" y="387"/>
                  <a:pt x="238" y="382"/>
                  <a:pt x="256" y="373"/>
                </a:cubicBezTo>
                <a:cubicBezTo>
                  <a:pt x="274" y="364"/>
                  <a:pt x="284" y="354"/>
                  <a:pt x="293" y="337"/>
                </a:cubicBezTo>
                <a:cubicBezTo>
                  <a:pt x="302" y="320"/>
                  <a:pt x="306" y="304"/>
                  <a:pt x="308" y="269"/>
                </a:cubicBezTo>
                <a:cubicBezTo>
                  <a:pt x="310" y="234"/>
                  <a:pt x="311" y="160"/>
                  <a:pt x="308" y="124"/>
                </a:cubicBezTo>
                <a:cubicBezTo>
                  <a:pt x="305" y="88"/>
                  <a:pt x="305" y="70"/>
                  <a:pt x="289" y="50"/>
                </a:cubicBezTo>
                <a:cubicBezTo>
                  <a:pt x="273" y="30"/>
                  <a:pt x="259" y="14"/>
                  <a:pt x="211" y="7"/>
                </a:cubicBezTo>
                <a:cubicBezTo>
                  <a:pt x="163" y="0"/>
                  <a:pt x="44" y="9"/>
                  <a:pt x="0" y="9"/>
                </a:cubicBezTo>
              </a:path>
            </a:pathLst>
          </a:custGeom>
          <a:noFill/>
          <a:ln w="38100">
            <a:solidFill>
              <a:schemeClr val="fo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8" name="Freeform 30"/>
          <p:cNvSpPr>
            <a:spLocks noChangeArrowheads="1"/>
          </p:cNvSpPr>
          <p:nvPr/>
        </p:nvSpPr>
        <p:spPr bwMode="auto">
          <a:xfrm>
            <a:off x="7267575" y="3878263"/>
            <a:ext cx="925513" cy="1857375"/>
          </a:xfrm>
          <a:custGeom>
            <a:avLst/>
            <a:gdLst>
              <a:gd name="T0" fmla="*/ 0 w 538"/>
              <a:gd name="T1" fmla="*/ 1171 h 1175"/>
              <a:gd name="T2" fmla="*/ 306 w 538"/>
              <a:gd name="T3" fmla="*/ 1168 h 1175"/>
              <a:gd name="T4" fmla="*/ 417 w 538"/>
              <a:gd name="T5" fmla="*/ 1129 h 1175"/>
              <a:gd name="T6" fmla="*/ 489 w 538"/>
              <a:gd name="T7" fmla="*/ 1036 h 1175"/>
              <a:gd name="T8" fmla="*/ 522 w 538"/>
              <a:gd name="T9" fmla="*/ 865 h 1175"/>
              <a:gd name="T10" fmla="*/ 534 w 538"/>
              <a:gd name="T11" fmla="*/ 348 h 1175"/>
              <a:gd name="T12" fmla="*/ 501 w 538"/>
              <a:gd name="T13" fmla="*/ 121 h 1175"/>
              <a:gd name="T14" fmla="*/ 365 w 538"/>
              <a:gd name="T15" fmla="*/ 19 h 1175"/>
              <a:gd name="T16" fmla="*/ 0 w 538"/>
              <a:gd name="T17" fmla="*/ 9 h 1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1175">
                <a:moveTo>
                  <a:pt x="0" y="1171"/>
                </a:moveTo>
                <a:cubicBezTo>
                  <a:pt x="51" y="1171"/>
                  <a:pt x="237" y="1175"/>
                  <a:pt x="306" y="1168"/>
                </a:cubicBezTo>
                <a:cubicBezTo>
                  <a:pt x="375" y="1161"/>
                  <a:pt x="386" y="1151"/>
                  <a:pt x="417" y="1129"/>
                </a:cubicBezTo>
                <a:cubicBezTo>
                  <a:pt x="448" y="1107"/>
                  <a:pt x="472" y="1080"/>
                  <a:pt x="489" y="1036"/>
                </a:cubicBezTo>
                <a:cubicBezTo>
                  <a:pt x="506" y="992"/>
                  <a:pt x="515" y="980"/>
                  <a:pt x="522" y="865"/>
                </a:cubicBezTo>
                <a:cubicBezTo>
                  <a:pt x="529" y="750"/>
                  <a:pt x="538" y="472"/>
                  <a:pt x="534" y="348"/>
                </a:cubicBezTo>
                <a:cubicBezTo>
                  <a:pt x="530" y="224"/>
                  <a:pt x="529" y="176"/>
                  <a:pt x="501" y="121"/>
                </a:cubicBezTo>
                <a:cubicBezTo>
                  <a:pt x="473" y="66"/>
                  <a:pt x="448" y="38"/>
                  <a:pt x="365" y="19"/>
                </a:cubicBezTo>
                <a:cubicBezTo>
                  <a:pt x="282" y="0"/>
                  <a:pt x="76" y="11"/>
                  <a:pt x="0" y="9"/>
                </a:cubicBezTo>
              </a:path>
            </a:pathLst>
          </a:custGeom>
          <a:noFill/>
          <a:ln w="38100">
            <a:solidFill>
              <a:schemeClr val="fo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9" name="Line 31"/>
          <p:cNvSpPr>
            <a:spLocks noChangeShapeType="1"/>
          </p:cNvSpPr>
          <p:nvPr/>
        </p:nvSpPr>
        <p:spPr bwMode="auto">
          <a:xfrm>
            <a:off x="2938463" y="4621213"/>
            <a:ext cx="3509962" cy="142875"/>
          </a:xfrm>
          <a:prstGeom prst="line">
            <a:avLst/>
          </a:prstGeom>
          <a:noFill/>
          <a:ln w="38100">
            <a:solidFill>
              <a:schemeClr val="folHlink"/>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90" name="Line 32"/>
          <p:cNvSpPr>
            <a:spLocks noChangeShapeType="1"/>
          </p:cNvSpPr>
          <p:nvPr/>
        </p:nvSpPr>
        <p:spPr bwMode="auto">
          <a:xfrm flipH="1">
            <a:off x="2768600" y="5227638"/>
            <a:ext cx="3509963" cy="142875"/>
          </a:xfrm>
          <a:prstGeom prst="line">
            <a:avLst/>
          </a:prstGeom>
          <a:noFill/>
          <a:ln w="38100">
            <a:solidFill>
              <a:schemeClr val="folHlink"/>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91" name="Line 34"/>
          <p:cNvSpPr>
            <a:spLocks noChangeShapeType="1"/>
          </p:cNvSpPr>
          <p:nvPr/>
        </p:nvSpPr>
        <p:spPr bwMode="auto">
          <a:xfrm rot="186387" flipV="1">
            <a:off x="3152775" y="4014788"/>
            <a:ext cx="3224213" cy="7937"/>
          </a:xfrm>
          <a:prstGeom prst="line">
            <a:avLst/>
          </a:prstGeom>
          <a:noFill/>
          <a:ln w="38100">
            <a:solidFill>
              <a:schemeClr val="folHlink"/>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92" name="Text Box 35"/>
          <p:cNvSpPr txBox="1">
            <a:spLocks noChangeArrowheads="1"/>
          </p:cNvSpPr>
          <p:nvPr/>
        </p:nvSpPr>
        <p:spPr bwMode="auto">
          <a:xfrm rot="186387">
            <a:off x="3717925" y="3498850"/>
            <a:ext cx="20304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连接建立请求</a:t>
            </a:r>
          </a:p>
        </p:txBody>
      </p:sp>
      <p:sp>
        <p:nvSpPr>
          <p:cNvPr id="19865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B297D6-165F-4FD2-9224-3E877D21CA7D}" type="slidenum">
              <a:rPr lang="zh-CN" altLang="en-US" smtClean="0"/>
              <a:pPr eaLnBrk="1" hangingPunct="1"/>
              <a:t>51</a:t>
            </a:fld>
            <a:endParaRPr lang="en-US" altLang="zh-CN" smtClean="0"/>
          </a:p>
        </p:txBody>
      </p:sp>
      <p:sp>
        <p:nvSpPr>
          <p:cNvPr id="19865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860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6.9  P2P </a:t>
            </a:r>
            <a:r>
              <a:rPr lang="zh-CN" altLang="en-US" smtClean="0">
                <a:ea typeface="黑体" panose="02010609060101010101" pitchFamily="49" charset="-122"/>
              </a:rPr>
              <a:t>应用</a:t>
            </a:r>
          </a:p>
        </p:txBody>
      </p:sp>
      <p:sp>
        <p:nvSpPr>
          <p:cNvPr id="1988610"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6.9.1  </a:t>
            </a:r>
            <a:r>
              <a:rPr lang="zh-CN" altLang="zh-CN" smtClean="0">
                <a:ea typeface="黑体" panose="02010609060101010101" pitchFamily="49" charset="-122"/>
              </a:rPr>
              <a:t>具有集中目录服务器的</a:t>
            </a:r>
            <a:r>
              <a:rPr lang="en-US" altLang="zh-CN" smtClean="0">
                <a:ea typeface="黑体" panose="02010609060101010101" pitchFamily="49" charset="-122"/>
              </a:rPr>
              <a:t> P2P </a:t>
            </a:r>
            <a:r>
              <a:rPr lang="zh-CN" altLang="zh-CN" smtClean="0">
                <a:ea typeface="黑体" panose="02010609060101010101" pitchFamily="49" charset="-122"/>
              </a:rPr>
              <a:t>工作方式</a:t>
            </a:r>
            <a:endParaRPr lang="en-US" altLang="zh-CN" smtClean="0">
              <a:ea typeface="黑体" panose="02010609060101010101" pitchFamily="49" charset="-122"/>
            </a:endParaRPr>
          </a:p>
          <a:p>
            <a:r>
              <a:rPr lang="en-US" altLang="zh-CN" smtClean="0">
                <a:ea typeface="黑体" panose="02010609060101010101" pitchFamily="49" charset="-122"/>
              </a:rPr>
              <a:t>6.9.2  </a:t>
            </a:r>
            <a:r>
              <a:rPr lang="zh-CN" altLang="zh-CN" smtClean="0">
                <a:ea typeface="黑体" panose="02010609060101010101" pitchFamily="49" charset="-122"/>
              </a:rPr>
              <a:t>具有全分布式结构的</a:t>
            </a:r>
            <a:r>
              <a:rPr lang="en-US" altLang="zh-CN" smtClean="0">
                <a:ea typeface="黑体" panose="02010609060101010101" pitchFamily="49" charset="-122"/>
              </a:rPr>
              <a:t> P2P </a:t>
            </a:r>
            <a:r>
              <a:rPr lang="zh-CN" altLang="zh-CN" smtClean="0">
                <a:ea typeface="黑体" panose="02010609060101010101" pitchFamily="49" charset="-122"/>
              </a:rPr>
              <a:t>文件共享程序</a:t>
            </a:r>
            <a:endParaRPr lang="en-US" altLang="zh-CN" smtClean="0">
              <a:ea typeface="黑体" panose="02010609060101010101" pitchFamily="49" charset="-122"/>
            </a:endParaRPr>
          </a:p>
          <a:p>
            <a:r>
              <a:rPr lang="en-US" altLang="zh-CN" smtClean="0">
                <a:ea typeface="黑体" panose="02010609060101010101" pitchFamily="49" charset="-122"/>
              </a:rPr>
              <a:t>6.9.3  P2P </a:t>
            </a:r>
            <a:r>
              <a:rPr lang="zh-CN" altLang="zh-CN" smtClean="0">
                <a:ea typeface="黑体" panose="02010609060101010101" pitchFamily="49" charset="-122"/>
              </a:rPr>
              <a:t>文件分发的分析</a:t>
            </a:r>
            <a:endParaRPr lang="en-US" altLang="zh-CN" smtClean="0">
              <a:ea typeface="黑体" panose="02010609060101010101" pitchFamily="49" charset="-122"/>
            </a:endParaRPr>
          </a:p>
          <a:p>
            <a:r>
              <a:rPr lang="en-US" altLang="zh-CN" smtClean="0">
                <a:ea typeface="黑体" panose="02010609060101010101" pitchFamily="49" charset="-122"/>
              </a:rPr>
              <a:t>6.9.4  </a:t>
            </a:r>
            <a:r>
              <a:rPr lang="zh-CN" altLang="zh-CN" smtClean="0">
                <a:ea typeface="黑体" panose="02010609060101010101" pitchFamily="49" charset="-122"/>
              </a:rPr>
              <a:t>在</a:t>
            </a:r>
            <a:r>
              <a:rPr lang="en-US" altLang="zh-CN" smtClean="0">
                <a:ea typeface="黑体" panose="02010609060101010101" pitchFamily="49" charset="-122"/>
              </a:rPr>
              <a:t> P2P </a:t>
            </a:r>
            <a:r>
              <a:rPr lang="zh-CN" altLang="zh-CN" smtClean="0">
                <a:ea typeface="黑体" panose="02010609060101010101" pitchFamily="49" charset="-122"/>
              </a:rPr>
              <a:t>对等方中搜索对象</a:t>
            </a:r>
            <a:endParaRPr lang="zh-CN" altLang="en-US" smtClean="0">
              <a:ea typeface="黑体" panose="02010609060101010101" pitchFamily="49" charset="-122"/>
            </a:endParaRPr>
          </a:p>
        </p:txBody>
      </p:sp>
      <p:sp>
        <p:nvSpPr>
          <p:cNvPr id="198861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6BB454-FED9-4E26-99E1-5D0673C87311}" type="slidenum">
              <a:rPr lang="zh-CN" altLang="en-US" smtClean="0"/>
              <a:pPr eaLnBrk="1" hangingPunct="1"/>
              <a:t>52</a:t>
            </a:fld>
            <a:endParaRPr lang="en-US" altLang="zh-CN" smtClean="0"/>
          </a:p>
        </p:txBody>
      </p:sp>
      <p:sp>
        <p:nvSpPr>
          <p:cNvPr id="198861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96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
            </a:r>
            <a:br>
              <a:rPr lang="zh-CN" altLang="en-US" smtClean="0">
                <a:ea typeface="黑体" panose="02010609060101010101" pitchFamily="49" charset="-122"/>
              </a:rPr>
            </a:br>
            <a:r>
              <a:rPr lang="en-US" altLang="zh-CN" smtClean="0">
                <a:ea typeface="黑体" panose="02010609060101010101" pitchFamily="49" charset="-122"/>
              </a:rPr>
              <a:t>P2P </a:t>
            </a:r>
            <a:r>
              <a:rPr lang="zh-CN" altLang="en-US" smtClean="0">
                <a:ea typeface="黑体" panose="02010609060101010101" pitchFamily="49" charset="-122"/>
              </a:rPr>
              <a:t>工作方式概述 </a:t>
            </a:r>
          </a:p>
        </p:txBody>
      </p:sp>
      <p:sp>
        <p:nvSpPr>
          <p:cNvPr id="1989634"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自从互联网能够提供</a:t>
            </a:r>
            <a:r>
              <a:rPr lang="zh-CN" altLang="en-US" sz="2800" dirty="0" smtClean="0">
                <a:solidFill>
                  <a:srgbClr val="0000FF"/>
                </a:solidFill>
                <a:ea typeface="黑体" panose="02010609060101010101" pitchFamily="49" charset="-122"/>
              </a:rPr>
              <a:t>音频</a:t>
            </a:r>
            <a:r>
              <a:rPr lang="en-US" altLang="zh-CN" sz="2800" dirty="0" smtClean="0">
                <a:solidFill>
                  <a:srgbClr val="0000FF"/>
                </a:solidFill>
                <a:ea typeface="黑体" panose="02010609060101010101" pitchFamily="49" charset="-122"/>
              </a:rPr>
              <a:t>/</a:t>
            </a:r>
            <a:r>
              <a:rPr lang="zh-CN" altLang="en-US" sz="2800" dirty="0" smtClean="0">
                <a:solidFill>
                  <a:srgbClr val="0000FF"/>
                </a:solidFill>
                <a:ea typeface="黑体" panose="02010609060101010101" pitchFamily="49" charset="-122"/>
              </a:rPr>
              <a:t>视频服务</a:t>
            </a:r>
            <a:r>
              <a:rPr lang="zh-CN" altLang="en-US" sz="2800" dirty="0" smtClean="0">
                <a:ea typeface="黑体" panose="02010609060101010101" pitchFamily="49" charset="-122"/>
              </a:rPr>
              <a:t>后，宽带上网用户数也</a:t>
            </a:r>
            <a:r>
              <a:rPr lang="zh-CN" altLang="en-US" sz="2800" dirty="0" smtClean="0">
                <a:solidFill>
                  <a:srgbClr val="0000FF"/>
                </a:solidFill>
                <a:ea typeface="黑体" panose="02010609060101010101" pitchFamily="49" charset="-122"/>
              </a:rPr>
              <a:t>急剧增长</a:t>
            </a:r>
            <a:r>
              <a:rPr lang="zh-CN" altLang="en-US" sz="2800" dirty="0" smtClean="0">
                <a:ea typeface="黑体" panose="02010609060101010101" pitchFamily="49" charset="-122"/>
              </a:rPr>
              <a:t>。很多用户使用宽带接入的目的就是为了更快地下载音频</a:t>
            </a:r>
            <a:r>
              <a:rPr lang="en-US" altLang="zh-CN" sz="2800" dirty="0" smtClean="0">
                <a:ea typeface="黑体" panose="02010609060101010101" pitchFamily="49" charset="-122"/>
              </a:rPr>
              <a:t>/</a:t>
            </a:r>
            <a:r>
              <a:rPr lang="zh-CN" altLang="en-US" sz="2800" dirty="0" smtClean="0">
                <a:ea typeface="黑体" panose="02010609060101010101" pitchFamily="49" charset="-122"/>
              </a:rPr>
              <a:t>视频文件。</a:t>
            </a:r>
          </a:p>
          <a:p>
            <a:r>
              <a:rPr lang="en-US" altLang="zh-CN" sz="2800" dirty="0" smtClean="0">
                <a:solidFill>
                  <a:srgbClr val="0000FF"/>
                </a:solidFill>
                <a:ea typeface="黑体" panose="02010609060101010101" pitchFamily="49" charset="-122"/>
              </a:rPr>
              <a:t>P2P </a:t>
            </a:r>
            <a:r>
              <a:rPr lang="zh-CN" altLang="en-US" sz="2800" dirty="0" smtClean="0">
                <a:solidFill>
                  <a:srgbClr val="0000FF"/>
                </a:solidFill>
                <a:ea typeface="黑体" panose="02010609060101010101" pitchFamily="49" charset="-122"/>
              </a:rPr>
              <a:t>工作方式</a:t>
            </a:r>
            <a:r>
              <a:rPr lang="zh-CN" altLang="en-US" sz="2800" dirty="0" smtClean="0">
                <a:ea typeface="黑体" panose="02010609060101010101" pitchFamily="49" charset="-122"/>
              </a:rPr>
              <a:t>受到广大网民的欢迎。这种工作方式</a:t>
            </a:r>
            <a:r>
              <a:rPr lang="zh-CN" altLang="en-US" sz="2800" dirty="0" smtClean="0">
                <a:solidFill>
                  <a:srgbClr val="0000FF"/>
                </a:solidFill>
                <a:ea typeface="黑体" panose="02010609060101010101" pitchFamily="49" charset="-122"/>
              </a:rPr>
              <a:t>解决</a:t>
            </a:r>
            <a:r>
              <a:rPr lang="zh-CN" altLang="en-US" sz="2800" dirty="0" smtClean="0">
                <a:ea typeface="黑体" panose="02010609060101010101" pitchFamily="49" charset="-122"/>
              </a:rPr>
              <a:t>了集中式媒体</a:t>
            </a:r>
            <a:r>
              <a:rPr lang="zh-CN" altLang="en-US" sz="2800" dirty="0" smtClean="0">
                <a:solidFill>
                  <a:srgbClr val="0000FF"/>
                </a:solidFill>
                <a:ea typeface="黑体" panose="02010609060101010101" pitchFamily="49" charset="-122"/>
              </a:rPr>
              <a:t>服务器</a:t>
            </a:r>
            <a:r>
              <a:rPr lang="zh-CN" altLang="en-US" sz="2800" dirty="0" smtClean="0">
                <a:ea typeface="黑体" panose="02010609060101010101" pitchFamily="49" charset="-122"/>
              </a:rPr>
              <a:t>可能出现的</a:t>
            </a:r>
            <a:r>
              <a:rPr lang="zh-CN" altLang="en-US" sz="2800" dirty="0" smtClean="0">
                <a:solidFill>
                  <a:srgbClr val="0000FF"/>
                </a:solidFill>
                <a:ea typeface="黑体" panose="02010609060101010101" pitchFamily="49" charset="-122"/>
              </a:rPr>
              <a:t>瓶颈问题</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在 </a:t>
            </a:r>
            <a:r>
              <a:rPr lang="en-US" altLang="zh-CN" sz="2800" dirty="0" smtClean="0">
                <a:ea typeface="黑体" panose="02010609060101010101" pitchFamily="49" charset="-122"/>
              </a:rPr>
              <a:t>P2P </a:t>
            </a:r>
            <a:r>
              <a:rPr lang="zh-CN" altLang="en-US" sz="2800" dirty="0" smtClean="0">
                <a:ea typeface="黑体" panose="02010609060101010101" pitchFamily="49" charset="-122"/>
              </a:rPr>
              <a:t>工作方式下，所有的音频</a:t>
            </a:r>
            <a:r>
              <a:rPr lang="en-US" altLang="zh-CN" sz="2800" dirty="0" smtClean="0">
                <a:ea typeface="黑体" panose="02010609060101010101" pitchFamily="49" charset="-122"/>
              </a:rPr>
              <a:t>/</a:t>
            </a:r>
            <a:r>
              <a:rPr lang="zh-CN" altLang="en-US" sz="2800" dirty="0" smtClean="0">
                <a:ea typeface="黑体" panose="02010609060101010101" pitchFamily="49" charset="-122"/>
              </a:rPr>
              <a:t>视频文件都是</a:t>
            </a:r>
            <a:r>
              <a:rPr lang="zh-CN" altLang="en-US" sz="2800" dirty="0" smtClean="0">
                <a:solidFill>
                  <a:srgbClr val="0000FF"/>
                </a:solidFill>
                <a:ea typeface="黑体" panose="02010609060101010101" pitchFamily="49" charset="-122"/>
              </a:rPr>
              <a:t>在普通的互联网用户之间传输</a:t>
            </a:r>
            <a:r>
              <a:rPr lang="zh-CN" altLang="en-US" sz="2800" dirty="0" smtClean="0">
                <a:ea typeface="黑体" panose="02010609060101010101" pitchFamily="49" charset="-122"/>
              </a:rPr>
              <a:t>。这是相当于有很多分散在各地的媒体服务器向其他用户提供所要下载的音频</a:t>
            </a:r>
            <a:r>
              <a:rPr lang="en-US" altLang="zh-CN" sz="2800" dirty="0" smtClean="0">
                <a:ea typeface="黑体" panose="02010609060101010101" pitchFamily="49" charset="-122"/>
              </a:rPr>
              <a:t>/</a:t>
            </a:r>
            <a:r>
              <a:rPr lang="zh-CN" altLang="en-US" sz="2800" dirty="0" smtClean="0">
                <a:ea typeface="黑体" panose="02010609060101010101" pitchFamily="49" charset="-122"/>
              </a:rPr>
              <a:t>视频文件。</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在互联网流量中，</a:t>
            </a:r>
            <a:r>
              <a:rPr lang="en-US" altLang="zh-CN" sz="2800" dirty="0" smtClean="0">
                <a:ea typeface="黑体" panose="02010609060101010101" pitchFamily="49" charset="-122"/>
              </a:rPr>
              <a:t>P2P</a:t>
            </a:r>
            <a:r>
              <a:rPr lang="zh-CN" altLang="zh-CN" sz="2800" dirty="0" smtClean="0">
                <a:ea typeface="黑体" panose="02010609060101010101" pitchFamily="49" charset="-122"/>
              </a:rPr>
              <a:t>工作方式下的文件分发已占据了最大的份额，比万维网应用所占的比例大得多。</a:t>
            </a:r>
            <a:r>
              <a:rPr lang="zh-CN" altLang="en-US" sz="2800" dirty="0" smtClean="0">
                <a:ea typeface="黑体" panose="02010609060101010101" pitchFamily="49" charset="-122"/>
              </a:rPr>
              <a:t> </a:t>
            </a:r>
          </a:p>
        </p:txBody>
      </p:sp>
      <p:sp>
        <p:nvSpPr>
          <p:cNvPr id="19896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D2F45E-0A03-4D14-94BF-7921835D4B1D}" type="slidenum">
              <a:rPr lang="zh-CN" altLang="en-US" smtClean="0"/>
              <a:pPr eaLnBrk="1" hangingPunct="1"/>
              <a:t>53</a:t>
            </a:fld>
            <a:endParaRPr lang="en-US" altLang="zh-CN" smtClean="0"/>
          </a:p>
        </p:txBody>
      </p:sp>
      <p:sp>
        <p:nvSpPr>
          <p:cNvPr id="19896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0657" name="Rectangle 2"/>
          <p:cNvSpPr>
            <a:spLocks noGrp="1" noChangeArrowheads="1"/>
          </p:cNvSpPr>
          <p:nvPr>
            <p:ph type="title"/>
          </p:nvPr>
        </p:nvSpPr>
        <p:spPr>
          <a:xfrm>
            <a:off x="496888" y="188913"/>
            <a:ext cx="9064625" cy="1584325"/>
          </a:xfrm>
        </p:spPr>
        <p:txBody>
          <a:bodyPr/>
          <a:lstStyle/>
          <a:p>
            <a:r>
              <a:rPr lang="en-US" altLang="zh-CN" dirty="0" smtClean="0">
                <a:ea typeface="黑体" panose="02010609060101010101" pitchFamily="49" charset="-122"/>
              </a:rPr>
              <a:t>6.9.1  </a:t>
            </a:r>
            <a:r>
              <a:rPr lang="zh-CN" altLang="en-US" dirty="0" smtClean="0">
                <a:ea typeface="黑体" panose="02010609060101010101" pitchFamily="49" charset="-122"/>
              </a:rPr>
              <a:t>集中目录服务器 </a:t>
            </a:r>
            <a:r>
              <a:rPr lang="en-US" altLang="zh-CN" dirty="0" smtClean="0">
                <a:ea typeface="黑体" panose="02010609060101010101" pitchFamily="49" charset="-122"/>
              </a:rPr>
              <a:t>P2P</a:t>
            </a:r>
            <a:br>
              <a:rPr lang="en-US" altLang="zh-CN" dirty="0" smtClean="0">
                <a:ea typeface="黑体" panose="02010609060101010101" pitchFamily="49" charset="-122"/>
              </a:rPr>
            </a:br>
            <a:r>
              <a:rPr lang="en-US" altLang="zh-CN" dirty="0" smtClean="0">
                <a:ea typeface="黑体" panose="02010609060101010101" pitchFamily="49" charset="-122"/>
              </a:rPr>
              <a:t>			Napster</a:t>
            </a:r>
          </a:p>
        </p:txBody>
      </p:sp>
      <p:sp>
        <p:nvSpPr>
          <p:cNvPr id="1990658" name="Rectangle 3"/>
          <p:cNvSpPr>
            <a:spLocks noGrp="1" noChangeArrowheads="1"/>
          </p:cNvSpPr>
          <p:nvPr>
            <p:ph idx="1"/>
          </p:nvPr>
        </p:nvSpPr>
        <p:spPr>
          <a:xfrm>
            <a:off x="496888" y="1735138"/>
            <a:ext cx="9064625" cy="4070350"/>
          </a:xfrm>
        </p:spPr>
        <p:txBody>
          <a:bodyPr/>
          <a:lstStyle/>
          <a:p>
            <a:r>
              <a:rPr lang="zh-CN" altLang="en-US" sz="2400" dirty="0" smtClean="0">
                <a:ea typeface="黑体" panose="02010609060101010101" pitchFamily="49" charset="-122"/>
              </a:rPr>
              <a:t>最早出现的 </a:t>
            </a:r>
            <a:r>
              <a:rPr lang="en-US" altLang="zh-CN" sz="2400" dirty="0" smtClean="0">
                <a:ea typeface="黑体" panose="02010609060101010101" pitchFamily="49" charset="-122"/>
              </a:rPr>
              <a:t>P2P </a:t>
            </a:r>
            <a:r>
              <a:rPr lang="zh-CN" altLang="en-US" sz="2400" dirty="0" smtClean="0">
                <a:ea typeface="黑体" panose="02010609060101010101" pitchFamily="49" charset="-122"/>
              </a:rPr>
              <a:t>技术，可提供免费下载 </a:t>
            </a:r>
            <a:r>
              <a:rPr lang="en-US" altLang="zh-CN" sz="2400" dirty="0" smtClean="0">
                <a:ea typeface="黑体" panose="02010609060101010101" pitchFamily="49" charset="-122"/>
              </a:rPr>
              <a:t>MP3 </a:t>
            </a:r>
            <a:r>
              <a:rPr lang="zh-CN" altLang="en-US" sz="2400" dirty="0" smtClean="0">
                <a:ea typeface="黑体" panose="02010609060101010101" pitchFamily="49" charset="-122"/>
              </a:rPr>
              <a:t>音乐。</a:t>
            </a:r>
          </a:p>
          <a:p>
            <a:r>
              <a:rPr lang="en-US" altLang="zh-CN" sz="2400" dirty="0" smtClean="0">
                <a:ea typeface="黑体" panose="02010609060101010101" pitchFamily="49" charset="-122"/>
              </a:rPr>
              <a:t>Napster </a:t>
            </a:r>
            <a:r>
              <a:rPr lang="zh-CN" altLang="en-US" sz="2400" dirty="0" smtClean="0">
                <a:ea typeface="黑体" panose="02010609060101010101" pitchFamily="49" charset="-122"/>
              </a:rPr>
              <a:t>能够搜索音乐文件，能够提供检索功能。</a:t>
            </a:r>
            <a:r>
              <a:rPr lang="zh-CN" altLang="en-US" sz="2400" dirty="0" smtClean="0">
                <a:solidFill>
                  <a:srgbClr val="0000FF"/>
                </a:solidFill>
                <a:ea typeface="黑体" panose="02010609060101010101" pitchFamily="49" charset="-122"/>
              </a:rPr>
              <a:t>所有的音乐文件地址集中存放在一个 </a:t>
            </a:r>
            <a:r>
              <a:rPr lang="en-US" altLang="zh-CN" sz="2400" dirty="0" smtClean="0">
                <a:solidFill>
                  <a:srgbClr val="0000FF"/>
                </a:solidFill>
                <a:ea typeface="黑体" panose="02010609060101010101" pitchFamily="49" charset="-122"/>
              </a:rPr>
              <a:t>Napster </a:t>
            </a:r>
            <a:r>
              <a:rPr lang="zh-CN" altLang="en-US" sz="2400" dirty="0" smtClean="0">
                <a:solidFill>
                  <a:srgbClr val="0000FF"/>
                </a:solidFill>
                <a:ea typeface="黑体" panose="02010609060101010101" pitchFamily="49" charset="-122"/>
              </a:rPr>
              <a:t>目录服务器中</a:t>
            </a:r>
            <a:r>
              <a:rPr lang="zh-CN" altLang="en-US" sz="2400" dirty="0" smtClean="0">
                <a:ea typeface="黑体" panose="02010609060101010101" pitchFamily="49" charset="-122"/>
              </a:rPr>
              <a:t>。使用者可很方便地下载需要的 </a:t>
            </a:r>
            <a:r>
              <a:rPr lang="en-US" altLang="zh-CN" sz="2400" dirty="0" smtClean="0">
                <a:ea typeface="黑体" panose="02010609060101010101" pitchFamily="49" charset="-122"/>
              </a:rPr>
              <a:t>MP3 </a:t>
            </a:r>
            <a:r>
              <a:rPr lang="zh-CN" altLang="en-US" sz="2400" dirty="0" smtClean="0">
                <a:ea typeface="黑体" panose="02010609060101010101" pitchFamily="49" charset="-122"/>
              </a:rPr>
              <a:t>文件。</a:t>
            </a:r>
          </a:p>
          <a:p>
            <a:r>
              <a:rPr lang="zh-CN" altLang="en-US" sz="2400" dirty="0" smtClean="0">
                <a:solidFill>
                  <a:srgbClr val="0000FF"/>
                </a:solidFill>
                <a:ea typeface="黑体" panose="02010609060101010101" pitchFamily="49" charset="-122"/>
              </a:rPr>
              <a:t>用户</a:t>
            </a:r>
            <a:r>
              <a:rPr lang="zh-CN" altLang="en-US" sz="2400" dirty="0" smtClean="0">
                <a:ea typeface="黑体" panose="02010609060101010101" pitchFamily="49" charset="-122"/>
              </a:rPr>
              <a:t>要及时向 </a:t>
            </a:r>
            <a:r>
              <a:rPr lang="en-US" altLang="zh-CN" sz="2400" dirty="0" smtClean="0">
                <a:ea typeface="黑体" panose="02010609060101010101" pitchFamily="49" charset="-122"/>
              </a:rPr>
              <a:t>Napster </a:t>
            </a:r>
            <a:r>
              <a:rPr lang="zh-CN" altLang="en-US" sz="2400" dirty="0" smtClean="0">
                <a:ea typeface="黑体" panose="02010609060101010101" pitchFamily="49" charset="-122"/>
              </a:rPr>
              <a:t>的目录</a:t>
            </a:r>
            <a:r>
              <a:rPr lang="zh-CN" altLang="en-US" sz="2400" dirty="0" smtClean="0">
                <a:solidFill>
                  <a:srgbClr val="0000FF"/>
                </a:solidFill>
                <a:ea typeface="黑体" panose="02010609060101010101" pitchFamily="49" charset="-122"/>
              </a:rPr>
              <a:t>服务器报告自己</a:t>
            </a:r>
            <a:r>
              <a:rPr lang="zh-CN" altLang="en-US" sz="2400" dirty="0" smtClean="0">
                <a:ea typeface="黑体" panose="02010609060101010101" pitchFamily="49" charset="-122"/>
              </a:rPr>
              <a:t>存有的音乐文件。当用户想</a:t>
            </a:r>
            <a:r>
              <a:rPr lang="zh-CN" altLang="en-US" sz="2400" dirty="0" smtClean="0">
                <a:solidFill>
                  <a:srgbClr val="0000FF"/>
                </a:solidFill>
                <a:ea typeface="黑体" panose="02010609060101010101" pitchFamily="49" charset="-122"/>
              </a:rPr>
              <a:t>下载</a:t>
            </a:r>
            <a:r>
              <a:rPr lang="zh-CN" altLang="en-US" sz="2400" dirty="0" smtClean="0">
                <a:ea typeface="黑体" panose="02010609060101010101" pitchFamily="49" charset="-122"/>
              </a:rPr>
              <a:t>某个 </a:t>
            </a:r>
            <a:r>
              <a:rPr lang="en-US" altLang="zh-CN" sz="2400" dirty="0" smtClean="0">
                <a:ea typeface="黑体" panose="02010609060101010101" pitchFamily="49" charset="-122"/>
              </a:rPr>
              <a:t>MP3 </a:t>
            </a:r>
            <a:r>
              <a:rPr lang="zh-CN" altLang="en-US" sz="2400" dirty="0" smtClean="0">
                <a:ea typeface="黑体" panose="02010609060101010101" pitchFamily="49" charset="-122"/>
              </a:rPr>
              <a:t>文件</a:t>
            </a:r>
            <a:r>
              <a:rPr lang="zh-CN" altLang="en-US" sz="2400" dirty="0" smtClean="0">
                <a:solidFill>
                  <a:srgbClr val="0000FF"/>
                </a:solidFill>
                <a:ea typeface="黑体" panose="02010609060101010101" pitchFamily="49" charset="-122"/>
              </a:rPr>
              <a:t>时</a:t>
            </a:r>
            <a:r>
              <a:rPr lang="zh-CN" altLang="en-US" sz="2400" dirty="0" smtClean="0">
                <a:ea typeface="黑体" panose="02010609060101010101" pitchFamily="49" charset="-122"/>
              </a:rPr>
              <a:t>，就</a:t>
            </a:r>
            <a:r>
              <a:rPr lang="zh-CN" altLang="en-US" sz="2400" dirty="0" smtClean="0">
                <a:solidFill>
                  <a:srgbClr val="0000FF"/>
                </a:solidFill>
                <a:ea typeface="黑体" panose="02010609060101010101" pitchFamily="49" charset="-122"/>
              </a:rPr>
              <a:t>向目录服务器</a:t>
            </a:r>
            <a:r>
              <a:rPr lang="zh-CN" altLang="en-US" sz="2400" dirty="0" smtClean="0">
                <a:ea typeface="黑体" panose="02010609060101010101" pitchFamily="49" charset="-122"/>
              </a:rPr>
              <a:t>发出</a:t>
            </a:r>
            <a:r>
              <a:rPr lang="zh-CN" altLang="en-US" sz="2400" dirty="0" smtClean="0">
                <a:solidFill>
                  <a:srgbClr val="0000FF"/>
                </a:solidFill>
                <a:ea typeface="黑体" panose="02010609060101010101" pitchFamily="49" charset="-122"/>
              </a:rPr>
              <a:t>询问</a:t>
            </a:r>
            <a:r>
              <a:rPr lang="zh-CN" altLang="en-US" sz="2400" dirty="0" smtClean="0">
                <a:ea typeface="黑体" panose="02010609060101010101" pitchFamily="49" charset="-122"/>
              </a:rPr>
              <a:t>。目录服务器检索出结果后向用户</a:t>
            </a:r>
            <a:r>
              <a:rPr lang="zh-CN" altLang="en-US" sz="2400" dirty="0" smtClean="0">
                <a:solidFill>
                  <a:srgbClr val="0000FF"/>
                </a:solidFill>
                <a:ea typeface="黑体" panose="02010609060101010101" pitchFamily="49" charset="-122"/>
              </a:rPr>
              <a:t>返回</a:t>
            </a:r>
            <a:r>
              <a:rPr lang="zh-CN" altLang="en-US" sz="2400" dirty="0" smtClean="0">
                <a:ea typeface="黑体" panose="02010609060101010101" pitchFamily="49" charset="-122"/>
              </a:rPr>
              <a:t>存放此文件的 </a:t>
            </a:r>
            <a:r>
              <a:rPr lang="en-US" altLang="zh-CN" sz="2400" dirty="0" smtClean="0">
                <a:ea typeface="黑体" panose="02010609060101010101" pitchFamily="49" charset="-122"/>
              </a:rPr>
              <a:t>PC </a:t>
            </a:r>
            <a:r>
              <a:rPr lang="zh-CN" altLang="en-US" sz="2400" dirty="0" smtClean="0">
                <a:ea typeface="黑体" panose="02010609060101010101" pitchFamily="49" charset="-122"/>
              </a:rPr>
              <a:t>机</a:t>
            </a:r>
            <a:r>
              <a:rPr lang="zh-CN" altLang="en-US" sz="2400" dirty="0" smtClean="0">
                <a:solidFill>
                  <a:srgbClr val="0000FF"/>
                </a:solidFill>
                <a:ea typeface="黑体" panose="02010609060101010101" pitchFamily="49" charset="-122"/>
              </a:rPr>
              <a:t>的 </a:t>
            </a:r>
            <a:r>
              <a:rPr lang="en-US" altLang="zh-CN" sz="2400" dirty="0" smtClean="0">
                <a:solidFill>
                  <a:srgbClr val="0000FF"/>
                </a:solidFill>
                <a:ea typeface="黑体" panose="02010609060101010101" pitchFamily="49" charset="-122"/>
              </a:rPr>
              <a:t>IP </a:t>
            </a:r>
            <a:r>
              <a:rPr lang="zh-CN" altLang="en-US" sz="2400" dirty="0" smtClean="0">
                <a:solidFill>
                  <a:srgbClr val="0000FF"/>
                </a:solidFill>
                <a:ea typeface="黑体" panose="02010609060101010101" pitchFamily="49" charset="-122"/>
              </a:rPr>
              <a:t>地址</a:t>
            </a:r>
            <a:r>
              <a:rPr lang="zh-CN" altLang="en-US" sz="2400" dirty="0" smtClean="0">
                <a:ea typeface="黑体" panose="02010609060101010101" pitchFamily="49" charset="-122"/>
              </a:rPr>
              <a:t>。</a:t>
            </a:r>
            <a:r>
              <a:rPr lang="en-US" altLang="zh-CN" sz="2400" dirty="0" smtClean="0">
                <a:ea typeface="黑体" panose="02010609060101010101" pitchFamily="49" charset="-122"/>
              </a:rPr>
              <a:t>Napster </a:t>
            </a:r>
            <a:r>
              <a:rPr lang="zh-CN" altLang="en-US" sz="2400" dirty="0" smtClean="0">
                <a:ea typeface="黑体" panose="02010609060101010101" pitchFamily="49" charset="-122"/>
              </a:rPr>
              <a:t>的</a:t>
            </a:r>
            <a:r>
              <a:rPr lang="zh-CN" altLang="en-US" sz="2400" dirty="0" smtClean="0">
                <a:solidFill>
                  <a:srgbClr val="FF0000"/>
                </a:solidFill>
                <a:ea typeface="黑体" panose="02010609060101010101" pitchFamily="49" charset="-122"/>
              </a:rPr>
              <a:t>文件传输是分散的，但文件的定位则是集中的</a:t>
            </a:r>
            <a:r>
              <a:rPr lang="zh-CN" altLang="en-US" sz="2400" dirty="0" smtClean="0">
                <a:ea typeface="黑体" panose="02010609060101010101" pitchFamily="49" charset="-122"/>
              </a:rPr>
              <a:t>。</a:t>
            </a:r>
          </a:p>
          <a:p>
            <a:r>
              <a:rPr lang="zh-CN" altLang="en-US" sz="2400" dirty="0" smtClean="0">
                <a:solidFill>
                  <a:srgbClr val="FF0000"/>
                </a:solidFill>
                <a:ea typeface="黑体" panose="02010609060101010101" pitchFamily="49" charset="-122"/>
              </a:rPr>
              <a:t>这种集中式目录服务器的缺点就是可靠性差。</a:t>
            </a:r>
            <a:r>
              <a:rPr lang="en-US" altLang="zh-CN" sz="2400" dirty="0" smtClean="0">
                <a:ea typeface="黑体" panose="02010609060101010101" pitchFamily="49" charset="-122"/>
              </a:rPr>
              <a:t>Napster </a:t>
            </a:r>
            <a:r>
              <a:rPr lang="zh-CN" altLang="en-US" sz="2400" dirty="0" smtClean="0">
                <a:ea typeface="黑体" panose="02010609060101010101" pitchFamily="49" charset="-122"/>
              </a:rPr>
              <a:t>被判决属于“间接侵害版权”，因此在 </a:t>
            </a:r>
            <a:r>
              <a:rPr lang="en-US" altLang="zh-CN" sz="2400" dirty="0" smtClean="0">
                <a:ea typeface="黑体" panose="02010609060101010101" pitchFamily="49" charset="-122"/>
              </a:rPr>
              <a:t>2000 </a:t>
            </a:r>
            <a:r>
              <a:rPr lang="zh-CN" altLang="en-US" sz="2400" dirty="0" smtClean="0">
                <a:ea typeface="黑体" panose="02010609060101010101" pitchFamily="49" charset="-122"/>
              </a:rPr>
              <a:t>年 </a:t>
            </a:r>
            <a:r>
              <a:rPr lang="en-US" altLang="zh-CN" sz="2400" dirty="0" smtClean="0">
                <a:ea typeface="黑体" panose="02010609060101010101" pitchFamily="49" charset="-122"/>
              </a:rPr>
              <a:t>7 </a:t>
            </a:r>
            <a:r>
              <a:rPr lang="zh-CN" altLang="en-US" sz="2400" dirty="0" smtClean="0">
                <a:ea typeface="黑体" panose="02010609060101010101" pitchFamily="49" charset="-122"/>
              </a:rPr>
              <a:t>月底 </a:t>
            </a:r>
            <a:r>
              <a:rPr lang="en-US" altLang="zh-CN" sz="2400" dirty="0" smtClean="0">
                <a:ea typeface="黑体" panose="02010609060101010101" pitchFamily="49" charset="-122"/>
              </a:rPr>
              <a:t>Napster </a:t>
            </a:r>
            <a:r>
              <a:rPr lang="zh-CN" altLang="en-US" sz="2400" dirty="0" smtClean="0">
                <a:ea typeface="黑体" panose="02010609060101010101" pitchFamily="49" charset="-122"/>
              </a:rPr>
              <a:t>网站就被迫关闭了。 </a:t>
            </a:r>
          </a:p>
        </p:txBody>
      </p:sp>
      <p:sp>
        <p:nvSpPr>
          <p:cNvPr id="1990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41A30B-818B-4CEE-9B62-1E99A1C671FD}" type="slidenum">
              <a:rPr lang="zh-CN" altLang="en-US" smtClean="0"/>
              <a:pPr eaLnBrk="1" hangingPunct="1"/>
              <a:t>54</a:t>
            </a:fld>
            <a:endParaRPr lang="en-US" altLang="zh-CN" smtClean="0"/>
          </a:p>
        </p:txBody>
      </p:sp>
      <p:sp>
        <p:nvSpPr>
          <p:cNvPr id="1990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Napster </a:t>
            </a:r>
            <a:r>
              <a:rPr lang="zh-CN" altLang="en-US" dirty="0" smtClean="0"/>
              <a:t>工作过程</a:t>
            </a:r>
            <a:endParaRPr lang="zh-CN" altLang="en-US" dirty="0"/>
          </a:p>
        </p:txBody>
      </p:sp>
      <p:pic>
        <p:nvPicPr>
          <p:cNvPr id="7" name="内容占位符 6"/>
          <p:cNvPicPr>
            <a:picLocks noGrp="1" noChangeAspect="1"/>
          </p:cNvPicPr>
          <p:nvPr>
            <p:ph idx="1"/>
          </p:nvPr>
        </p:nvPicPr>
        <p:blipFill rotWithShape="1">
          <a:blip r:embed="rId2">
            <a:extLst>
              <a:ext uri="{28A0092B-C50C-407E-A947-70E740481C1C}">
                <a14:useLocalDpi xmlns:a14="http://schemas.microsoft.com/office/drawing/2010/main" val="0"/>
              </a:ext>
            </a:extLst>
          </a:blip>
          <a:srcRect t="2916"/>
          <a:stretch/>
        </p:blipFill>
        <p:spPr>
          <a:xfrm>
            <a:off x="783758" y="1340825"/>
            <a:ext cx="8489296" cy="4790099"/>
          </a:xfrm>
        </p:spPr>
      </p:pic>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55</a:t>
            </a:fld>
            <a:endParaRPr lang="en-US" altLang="zh-CN"/>
          </a:p>
        </p:txBody>
      </p:sp>
    </p:spTree>
    <p:extLst>
      <p:ext uri="{BB962C8B-B14F-4D97-AF65-F5344CB8AC3E}">
        <p14:creationId xmlns:p14="http://schemas.microsoft.com/office/powerpoint/2010/main" val="32785506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1681" name="Rectangle 2"/>
          <p:cNvSpPr>
            <a:spLocks noGrp="1" noChangeArrowheads="1"/>
          </p:cNvSpPr>
          <p:nvPr>
            <p:ph type="title"/>
          </p:nvPr>
        </p:nvSpPr>
        <p:spPr>
          <a:xfrm>
            <a:off x="496888" y="188913"/>
            <a:ext cx="9064625" cy="1584325"/>
          </a:xfrm>
        </p:spPr>
        <p:txBody>
          <a:bodyPr/>
          <a:lstStyle/>
          <a:p>
            <a:r>
              <a:rPr lang="en-US" altLang="zh-CN" smtClean="0">
                <a:ea typeface="黑体" panose="02010609060101010101" pitchFamily="49" charset="-122"/>
              </a:rPr>
              <a:t>6.9.2  </a:t>
            </a:r>
            <a:r>
              <a:rPr lang="zh-CN" altLang="en-US" smtClean="0">
                <a:ea typeface="黑体" panose="02010609060101010101" pitchFamily="49" charset="-122"/>
              </a:rPr>
              <a:t>全分布式结构的 </a:t>
            </a:r>
            <a:r>
              <a:rPr lang="en-US" altLang="zh-CN" smtClean="0">
                <a:ea typeface="黑体" panose="02010609060101010101" pitchFamily="49" charset="-122"/>
              </a:rPr>
              <a:t>P2P</a:t>
            </a:r>
            <a:br>
              <a:rPr lang="en-US" altLang="zh-CN" smtClean="0">
                <a:ea typeface="黑体" panose="02010609060101010101" pitchFamily="49" charset="-122"/>
              </a:rPr>
            </a:br>
            <a:r>
              <a:rPr lang="en-US" altLang="zh-CN" smtClean="0">
                <a:ea typeface="黑体" panose="02010609060101010101" pitchFamily="49" charset="-122"/>
              </a:rPr>
              <a:t>			Gnutella</a:t>
            </a:r>
          </a:p>
        </p:txBody>
      </p:sp>
      <p:sp>
        <p:nvSpPr>
          <p:cNvPr id="1991682" name="Rectangle 3"/>
          <p:cNvSpPr>
            <a:spLocks noGrp="1" noChangeArrowheads="1"/>
          </p:cNvSpPr>
          <p:nvPr>
            <p:ph idx="1"/>
          </p:nvPr>
        </p:nvSpPr>
        <p:spPr>
          <a:xfrm>
            <a:off x="496888" y="1773238"/>
            <a:ext cx="9064625" cy="4213225"/>
          </a:xfrm>
        </p:spPr>
        <p:txBody>
          <a:bodyPr/>
          <a:lstStyle/>
          <a:p>
            <a:r>
              <a:rPr lang="en-US" altLang="zh-CN" sz="2800" dirty="0" smtClean="0">
                <a:ea typeface="黑体" panose="02010609060101010101" pitchFamily="49" charset="-122"/>
              </a:rPr>
              <a:t>Gnutella </a:t>
            </a:r>
            <a:r>
              <a:rPr lang="zh-CN" altLang="en-US" sz="2800" dirty="0" smtClean="0">
                <a:ea typeface="黑体" panose="02010609060101010101" pitchFamily="49" charset="-122"/>
              </a:rPr>
              <a:t>是第二代 </a:t>
            </a:r>
            <a:r>
              <a:rPr lang="en-US" altLang="zh-CN" sz="2800" dirty="0" smtClean="0">
                <a:ea typeface="黑体" panose="02010609060101010101" pitchFamily="49" charset="-122"/>
              </a:rPr>
              <a:t>P2P </a:t>
            </a:r>
            <a:r>
              <a:rPr lang="zh-CN" altLang="en-US" sz="2800" dirty="0" smtClean="0">
                <a:ea typeface="黑体" panose="02010609060101010101" pitchFamily="49" charset="-122"/>
              </a:rPr>
              <a:t>文件共享程序，采用</a:t>
            </a:r>
            <a:r>
              <a:rPr lang="zh-CN" altLang="en-US" sz="2800" dirty="0" smtClean="0">
                <a:solidFill>
                  <a:srgbClr val="FF0000"/>
                </a:solidFill>
                <a:ea typeface="黑体" panose="02010609060101010101" pitchFamily="49" charset="-122"/>
              </a:rPr>
              <a:t>全分布方法</a:t>
            </a:r>
            <a:r>
              <a:rPr lang="zh-CN" altLang="en-US" sz="2800" dirty="0" smtClean="0">
                <a:ea typeface="黑体" panose="02010609060101010101" pitchFamily="49" charset="-122"/>
              </a:rPr>
              <a:t>定位内容的</a:t>
            </a:r>
            <a:r>
              <a:rPr lang="en-US" altLang="zh-CN" sz="2800" dirty="0" smtClean="0">
                <a:ea typeface="黑体" panose="02010609060101010101" pitchFamily="49" charset="-122"/>
              </a:rPr>
              <a:t>P2P </a:t>
            </a:r>
            <a:r>
              <a:rPr lang="zh-CN" altLang="en-US" sz="2800" dirty="0" smtClean="0">
                <a:ea typeface="黑体" panose="02010609060101010101" pitchFamily="49" charset="-122"/>
              </a:rPr>
              <a:t>文件共享应用程序。 </a:t>
            </a:r>
          </a:p>
          <a:p>
            <a:r>
              <a:rPr lang="en-US" altLang="zh-CN" sz="2800" dirty="0" smtClean="0">
                <a:ea typeface="黑体" panose="02010609060101010101" pitchFamily="49" charset="-122"/>
              </a:rPr>
              <a:t>Gnutella </a:t>
            </a:r>
            <a:r>
              <a:rPr lang="zh-CN" altLang="en-US" sz="2800" dirty="0" smtClean="0">
                <a:ea typeface="黑体" panose="02010609060101010101" pitchFamily="49" charset="-122"/>
              </a:rPr>
              <a:t>与 </a:t>
            </a:r>
            <a:r>
              <a:rPr lang="en-US" altLang="zh-CN" sz="2800" dirty="0" smtClean="0">
                <a:ea typeface="黑体" panose="02010609060101010101" pitchFamily="49" charset="-122"/>
              </a:rPr>
              <a:t>Napster </a:t>
            </a:r>
            <a:r>
              <a:rPr lang="zh-CN" altLang="en-US" sz="2800" dirty="0" smtClean="0">
                <a:ea typeface="黑体" panose="02010609060101010101" pitchFamily="49" charset="-122"/>
              </a:rPr>
              <a:t>最大的区别就是不使用集中式的目录服务器，而是使用</a:t>
            </a:r>
            <a:r>
              <a:rPr lang="zh-CN" altLang="en-US" sz="2800" dirty="0" smtClean="0">
                <a:solidFill>
                  <a:srgbClr val="0000FF"/>
                </a:solidFill>
                <a:ea typeface="黑体" panose="02010609060101010101" pitchFamily="49" charset="-122"/>
              </a:rPr>
              <a:t>洪泛法在大量 </a:t>
            </a:r>
            <a:r>
              <a:rPr lang="en-US" altLang="zh-CN" sz="2800" dirty="0" smtClean="0">
                <a:solidFill>
                  <a:srgbClr val="0000FF"/>
                </a:solidFill>
                <a:ea typeface="黑体" panose="02010609060101010101" pitchFamily="49" charset="-122"/>
              </a:rPr>
              <a:t>Gnutella </a:t>
            </a:r>
            <a:r>
              <a:rPr lang="zh-CN" altLang="en-US" sz="2800" dirty="0" smtClean="0">
                <a:solidFill>
                  <a:srgbClr val="0000FF"/>
                </a:solidFill>
                <a:ea typeface="黑体" panose="02010609060101010101" pitchFamily="49" charset="-122"/>
              </a:rPr>
              <a:t>用户之间进行查询</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为了不使查询的通信量过大，</a:t>
            </a:r>
            <a:r>
              <a:rPr lang="en-US" altLang="zh-CN" sz="2800" dirty="0" smtClean="0">
                <a:ea typeface="黑体" panose="02010609060101010101" pitchFamily="49" charset="-122"/>
              </a:rPr>
              <a:t>Gnutella </a:t>
            </a:r>
            <a:r>
              <a:rPr lang="zh-CN" altLang="en-US" sz="2800" dirty="0" smtClean="0">
                <a:ea typeface="黑体" panose="02010609060101010101" pitchFamily="49" charset="-122"/>
              </a:rPr>
              <a:t>设计了</a:t>
            </a:r>
            <a:r>
              <a:rPr lang="zh-CN" altLang="en-US" sz="2800" dirty="0" smtClean="0">
                <a:solidFill>
                  <a:srgbClr val="0000FF"/>
                </a:solidFill>
                <a:ea typeface="黑体" panose="02010609060101010101" pitchFamily="49" charset="-122"/>
              </a:rPr>
              <a:t>一种有限范围的洪泛查询</a:t>
            </a:r>
            <a:r>
              <a:rPr lang="zh-CN" altLang="en-US" sz="2800" dirty="0" smtClean="0">
                <a:ea typeface="黑体" panose="02010609060101010101" pitchFamily="49" charset="-122"/>
              </a:rPr>
              <a:t>。这样可以减少倾注到互联网的查询流量，但由于查询的范围受限，因而这也影响到查询定位的准确性。 </a:t>
            </a:r>
          </a:p>
        </p:txBody>
      </p:sp>
      <p:sp>
        <p:nvSpPr>
          <p:cNvPr id="19916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F95283-A0E1-4539-90C0-DF48A08ACA86}" type="slidenum">
              <a:rPr lang="zh-CN" altLang="en-US" smtClean="0"/>
              <a:pPr eaLnBrk="1" hangingPunct="1"/>
              <a:t>56</a:t>
            </a:fld>
            <a:endParaRPr lang="en-US" altLang="zh-CN" smtClean="0"/>
          </a:p>
        </p:txBody>
      </p:sp>
      <p:sp>
        <p:nvSpPr>
          <p:cNvPr id="19916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2705" name="Rectangle 2"/>
          <p:cNvSpPr>
            <a:spLocks noGrp="1" noChangeArrowheads="1"/>
          </p:cNvSpPr>
          <p:nvPr>
            <p:ph type="title"/>
          </p:nvPr>
        </p:nvSpPr>
        <p:spPr>
          <a:xfrm>
            <a:off x="496888" y="188913"/>
            <a:ext cx="9064625" cy="1584325"/>
          </a:xfrm>
        </p:spPr>
        <p:txBody>
          <a:bodyPr/>
          <a:lstStyle/>
          <a:p>
            <a:r>
              <a:rPr lang="en-US" altLang="zh-CN" dirty="0" smtClean="0">
                <a:ea typeface="黑体" panose="02010609060101010101" pitchFamily="49" charset="-122"/>
              </a:rPr>
              <a:t>6.9.2  </a:t>
            </a:r>
            <a:r>
              <a:rPr lang="zh-CN" altLang="en-US" dirty="0" smtClean="0">
                <a:ea typeface="黑体" panose="02010609060101010101" pitchFamily="49" charset="-122"/>
              </a:rPr>
              <a:t>全分布式结构的 </a:t>
            </a:r>
            <a:r>
              <a:rPr lang="en-US" altLang="zh-CN" dirty="0" smtClean="0">
                <a:ea typeface="黑体" panose="02010609060101010101" pitchFamily="49" charset="-122"/>
              </a:rPr>
              <a:t>P2P</a:t>
            </a:r>
            <a:r>
              <a:rPr lang="zh-CN" altLang="en-US" dirty="0" smtClean="0">
                <a:ea typeface="黑体" panose="02010609060101010101" pitchFamily="49" charset="-122"/>
              </a:rPr>
              <a:t/>
            </a:r>
            <a:br>
              <a:rPr lang="zh-CN" altLang="en-US" dirty="0" smtClean="0">
                <a:ea typeface="黑体" panose="02010609060101010101" pitchFamily="49" charset="-122"/>
              </a:rPr>
            </a:br>
            <a:r>
              <a:rPr lang="en-US" altLang="zh-CN" dirty="0" smtClean="0">
                <a:ea typeface="黑体" panose="02010609060101010101" pitchFamily="49" charset="-122"/>
              </a:rPr>
              <a:t>			</a:t>
            </a:r>
            <a:r>
              <a:rPr lang="zh-CN" altLang="en-US" dirty="0" smtClean="0">
                <a:ea typeface="黑体" panose="02010609060101010101" pitchFamily="49" charset="-122"/>
              </a:rPr>
              <a:t>电骡 </a:t>
            </a:r>
            <a:r>
              <a:rPr lang="en-US" altLang="zh-CN" dirty="0" err="1" smtClean="0">
                <a:ea typeface="黑体" panose="02010609060101010101" pitchFamily="49" charset="-122"/>
              </a:rPr>
              <a:t>eMule</a:t>
            </a:r>
            <a:endParaRPr lang="en-US" altLang="zh-CN" dirty="0" smtClean="0">
              <a:ea typeface="黑体" panose="02010609060101010101" pitchFamily="49" charset="-122"/>
            </a:endParaRPr>
          </a:p>
        </p:txBody>
      </p:sp>
      <p:sp>
        <p:nvSpPr>
          <p:cNvPr id="1992706" name="Rectangle 3"/>
          <p:cNvSpPr>
            <a:spLocks noGrp="1" noChangeArrowheads="1"/>
          </p:cNvSpPr>
          <p:nvPr>
            <p:ph idx="1"/>
          </p:nvPr>
        </p:nvSpPr>
        <p:spPr>
          <a:xfrm>
            <a:off x="496888" y="1844675"/>
            <a:ext cx="9064625" cy="4286250"/>
          </a:xfrm>
        </p:spPr>
        <p:txBody>
          <a:bodyPr/>
          <a:lstStyle/>
          <a:p>
            <a:r>
              <a:rPr lang="zh-CN" altLang="en-US" sz="2800" dirty="0" smtClean="0">
                <a:ea typeface="黑体" panose="02010609060101010101" pitchFamily="49" charset="-122"/>
              </a:rPr>
              <a:t>电骡 </a:t>
            </a:r>
            <a:r>
              <a:rPr lang="en-US" altLang="zh-CN" sz="2800" dirty="0" err="1" smtClean="0">
                <a:ea typeface="黑体" panose="02010609060101010101" pitchFamily="49" charset="-122"/>
              </a:rPr>
              <a:t>eMule</a:t>
            </a:r>
            <a:r>
              <a:rPr lang="en-US" altLang="zh-CN" sz="2800" dirty="0" smtClean="0">
                <a:ea typeface="黑体" panose="02010609060101010101" pitchFamily="49" charset="-122"/>
              </a:rPr>
              <a:t> </a:t>
            </a:r>
            <a:r>
              <a:rPr lang="zh-CN" altLang="en-US" sz="2800" dirty="0" smtClean="0">
                <a:ea typeface="黑体" panose="02010609060101010101" pitchFamily="49" charset="-122"/>
              </a:rPr>
              <a:t>使用</a:t>
            </a:r>
            <a:r>
              <a:rPr lang="zh-CN" altLang="en-US" sz="2800" dirty="0" smtClean="0">
                <a:solidFill>
                  <a:srgbClr val="FF0000"/>
                </a:solidFill>
                <a:ea typeface="黑体" panose="02010609060101010101" pitchFamily="49" charset="-122"/>
              </a:rPr>
              <a:t>分散定位和分散传输技术，</a:t>
            </a:r>
            <a:r>
              <a:rPr lang="zh-CN" altLang="en-US" sz="2800" dirty="0" smtClean="0">
                <a:ea typeface="黑体" panose="02010609060101010101" pitchFamily="49" charset="-122"/>
              </a:rPr>
              <a:t>把每一个</a:t>
            </a:r>
            <a:r>
              <a:rPr lang="zh-CN" altLang="en-US" sz="2800" dirty="0" smtClean="0">
                <a:solidFill>
                  <a:srgbClr val="0000FF"/>
                </a:solidFill>
                <a:ea typeface="黑体" panose="02010609060101010101" pitchFamily="49" charset="-122"/>
              </a:rPr>
              <a:t>文件划分为许多小文件块</a:t>
            </a:r>
            <a:r>
              <a:rPr lang="zh-CN" altLang="en-US" sz="2800" dirty="0" smtClean="0">
                <a:ea typeface="黑体" panose="02010609060101010101" pitchFamily="49" charset="-122"/>
              </a:rPr>
              <a:t>，并使用</a:t>
            </a:r>
            <a:r>
              <a:rPr lang="zh-CN" altLang="en-US" sz="2800" dirty="0" smtClean="0">
                <a:solidFill>
                  <a:srgbClr val="0000FF"/>
                </a:solidFill>
                <a:ea typeface="黑体" panose="02010609060101010101" pitchFamily="49" charset="-122"/>
              </a:rPr>
              <a:t>多源文件传输协议 </a:t>
            </a:r>
            <a:r>
              <a:rPr lang="en-US" altLang="zh-CN" sz="2800" dirty="0" smtClean="0">
                <a:ea typeface="黑体" panose="02010609060101010101" pitchFamily="49" charset="-122"/>
              </a:rPr>
              <a:t>MFTP </a:t>
            </a:r>
            <a:r>
              <a:rPr lang="zh-CN" altLang="en-US" sz="2800" dirty="0" smtClean="0">
                <a:ea typeface="黑体" panose="02010609060101010101" pitchFamily="49" charset="-122"/>
              </a:rPr>
              <a:t>进行传送。因此用户可以</a:t>
            </a:r>
            <a:r>
              <a:rPr lang="zh-CN" altLang="en-US" sz="2800" dirty="0" smtClean="0">
                <a:solidFill>
                  <a:srgbClr val="0000FF"/>
                </a:solidFill>
                <a:ea typeface="黑体" panose="02010609060101010101" pitchFamily="49" charset="-122"/>
              </a:rPr>
              <a:t>同时从很多地方下载</a:t>
            </a:r>
            <a:r>
              <a:rPr lang="zh-CN" altLang="en-US" sz="2800" dirty="0" smtClean="0">
                <a:ea typeface="黑体" panose="02010609060101010101" pitchFamily="49" charset="-122"/>
              </a:rPr>
              <a:t>一个文件中的</a:t>
            </a:r>
            <a:r>
              <a:rPr lang="zh-CN" altLang="en-US" sz="2800" dirty="0" smtClean="0">
                <a:solidFill>
                  <a:srgbClr val="0000FF"/>
                </a:solidFill>
                <a:ea typeface="黑体" panose="02010609060101010101" pitchFamily="49" charset="-122"/>
              </a:rPr>
              <a:t>不同文件块</a:t>
            </a:r>
            <a:r>
              <a:rPr lang="zh-CN" altLang="en-US" sz="2800" dirty="0" smtClean="0">
                <a:ea typeface="黑体" panose="02010609060101010101" pitchFamily="49" charset="-122"/>
              </a:rPr>
              <a:t>。由于每一个文件块都很小，并且是并行下载，所以下载可以比较快地完成。</a:t>
            </a:r>
          </a:p>
          <a:p>
            <a:r>
              <a:rPr lang="en-US" altLang="zh-CN" sz="2800" dirty="0" err="1" smtClean="0">
                <a:ea typeface="黑体" panose="02010609060101010101" pitchFamily="49" charset="-122"/>
              </a:rPr>
              <a:t>eMule</a:t>
            </a:r>
            <a:r>
              <a:rPr lang="en-US" altLang="zh-CN" sz="2800" dirty="0" smtClean="0">
                <a:ea typeface="黑体" panose="02010609060101010101" pitchFamily="49" charset="-122"/>
              </a:rPr>
              <a:t> </a:t>
            </a:r>
            <a:r>
              <a:rPr lang="zh-CN" altLang="en-US" sz="2800" dirty="0" smtClean="0">
                <a:ea typeface="黑体" panose="02010609060101010101" pitchFamily="49" charset="-122"/>
              </a:rPr>
              <a:t>用户在</a:t>
            </a:r>
            <a:r>
              <a:rPr lang="zh-CN" altLang="en-US" sz="2800" dirty="0" smtClean="0">
                <a:solidFill>
                  <a:srgbClr val="0000FF"/>
                </a:solidFill>
                <a:ea typeface="黑体" panose="02010609060101010101" pitchFamily="49" charset="-122"/>
              </a:rPr>
              <a:t>下载文件的同时</a:t>
            </a:r>
            <a:r>
              <a:rPr lang="zh-CN" altLang="en-US" sz="2800" dirty="0" smtClean="0">
                <a:ea typeface="黑体" panose="02010609060101010101" pitchFamily="49" charset="-122"/>
              </a:rPr>
              <a:t>，</a:t>
            </a:r>
            <a:r>
              <a:rPr lang="zh-CN" altLang="en-US" sz="2800" dirty="0" smtClean="0">
                <a:solidFill>
                  <a:srgbClr val="0000FF"/>
                </a:solidFill>
                <a:ea typeface="黑体" panose="02010609060101010101" pitchFamily="49" charset="-122"/>
              </a:rPr>
              <a:t>也在上传文件</a:t>
            </a:r>
            <a:r>
              <a:rPr lang="zh-CN" altLang="en-US" sz="2800" dirty="0" smtClean="0">
                <a:ea typeface="黑体" panose="02010609060101010101" pitchFamily="49" charset="-122"/>
              </a:rPr>
              <a:t>，因此，互联网上成千上万的 </a:t>
            </a:r>
            <a:r>
              <a:rPr lang="en-US" altLang="zh-CN" sz="2800" dirty="0" err="1" smtClean="0">
                <a:ea typeface="黑体" panose="02010609060101010101" pitchFamily="49" charset="-122"/>
              </a:rPr>
              <a:t>eMule</a:t>
            </a:r>
            <a:r>
              <a:rPr lang="en-US" altLang="zh-CN" sz="2800" dirty="0" smtClean="0">
                <a:ea typeface="黑体" panose="02010609060101010101" pitchFamily="49" charset="-122"/>
              </a:rPr>
              <a:t> </a:t>
            </a:r>
            <a:r>
              <a:rPr lang="zh-CN" altLang="en-US" sz="2800" dirty="0" smtClean="0">
                <a:ea typeface="黑体" panose="02010609060101010101" pitchFamily="49" charset="-122"/>
              </a:rPr>
              <a:t>用户在同时下载和上传一个个小的文件块。</a:t>
            </a:r>
          </a:p>
        </p:txBody>
      </p:sp>
      <p:sp>
        <p:nvSpPr>
          <p:cNvPr id="19927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C78BD7-8557-46F5-916A-F917C00C9EB3}" type="slidenum">
              <a:rPr lang="zh-CN" altLang="en-US" smtClean="0"/>
              <a:pPr eaLnBrk="1" hangingPunct="1"/>
              <a:t>57</a:t>
            </a:fld>
            <a:endParaRPr lang="en-US" altLang="zh-CN" smtClean="0"/>
          </a:p>
        </p:txBody>
      </p:sp>
      <p:sp>
        <p:nvSpPr>
          <p:cNvPr id="19927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372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eMule </a:t>
            </a:r>
            <a:r>
              <a:rPr lang="zh-CN" altLang="en-US" smtClean="0">
                <a:ea typeface="黑体" panose="02010609060101010101" pitchFamily="49" charset="-122"/>
              </a:rPr>
              <a:t>的其他特点</a:t>
            </a:r>
          </a:p>
        </p:txBody>
      </p:sp>
      <p:sp>
        <p:nvSpPr>
          <p:cNvPr id="1993730" name="Rectangle 3"/>
          <p:cNvSpPr>
            <a:spLocks noGrp="1" noChangeArrowheads="1"/>
          </p:cNvSpPr>
          <p:nvPr>
            <p:ph idx="1"/>
          </p:nvPr>
        </p:nvSpPr>
        <p:spPr>
          <a:xfrm>
            <a:off x="495300" y="1196975"/>
            <a:ext cx="9066213" cy="4933950"/>
          </a:xfrm>
        </p:spPr>
        <p:txBody>
          <a:bodyPr/>
          <a:lstStyle/>
          <a:p>
            <a:r>
              <a:rPr lang="en-US" altLang="zh-CN" dirty="0" err="1" smtClean="0">
                <a:ea typeface="黑体" panose="02010609060101010101" pitchFamily="49" charset="-122"/>
              </a:rPr>
              <a:t>eMule</a:t>
            </a:r>
            <a:r>
              <a:rPr lang="en-US" altLang="zh-CN" dirty="0" smtClean="0">
                <a:ea typeface="黑体" panose="02010609060101010101" pitchFamily="49" charset="-122"/>
              </a:rPr>
              <a:t> </a:t>
            </a:r>
            <a:r>
              <a:rPr lang="zh-CN" altLang="en-US" dirty="0" smtClean="0">
                <a:ea typeface="黑体" panose="02010609060101010101" pitchFamily="49" charset="-122"/>
              </a:rPr>
              <a:t>使用了一些</a:t>
            </a:r>
            <a:r>
              <a:rPr lang="zh-CN" altLang="en-US" dirty="0" smtClean="0">
                <a:solidFill>
                  <a:srgbClr val="0000FF"/>
                </a:solidFill>
                <a:ea typeface="黑体" panose="02010609060101010101" pitchFamily="49" charset="-122"/>
              </a:rPr>
              <a:t>服务器</a:t>
            </a:r>
            <a:r>
              <a:rPr lang="zh-CN" altLang="en-US" dirty="0" smtClean="0">
                <a:ea typeface="黑体" panose="02010609060101010101" pitchFamily="49" charset="-122"/>
              </a:rPr>
              <a:t>。这些服务器并不是保存音频</a:t>
            </a:r>
            <a:r>
              <a:rPr lang="en-US" altLang="zh-CN" dirty="0" smtClean="0">
                <a:ea typeface="黑体" panose="02010609060101010101" pitchFamily="49" charset="-122"/>
              </a:rPr>
              <a:t>/</a:t>
            </a:r>
            <a:r>
              <a:rPr lang="zh-CN" altLang="en-US" dirty="0" smtClean="0">
                <a:ea typeface="黑体" panose="02010609060101010101" pitchFamily="49" charset="-122"/>
              </a:rPr>
              <a:t>视频文件，而是</a:t>
            </a:r>
            <a:r>
              <a:rPr lang="zh-CN" altLang="en-US" dirty="0" smtClean="0">
                <a:solidFill>
                  <a:srgbClr val="0000FF"/>
                </a:solidFill>
                <a:ea typeface="黑体" panose="02010609060101010101" pitchFamily="49" charset="-122"/>
              </a:rPr>
              <a:t>保存用户的有关信息</a:t>
            </a:r>
            <a:r>
              <a:rPr lang="zh-CN" altLang="en-US" dirty="0" smtClean="0">
                <a:ea typeface="黑体" panose="02010609060101010101" pitchFamily="49" charset="-122"/>
              </a:rPr>
              <a:t>，因而可以告诉用户从哪些地方可以下载到所需的文件。</a:t>
            </a:r>
          </a:p>
          <a:p>
            <a:r>
              <a:rPr lang="en-US" altLang="zh-CN" dirty="0" err="1" smtClean="0">
                <a:ea typeface="黑体" panose="02010609060101010101" pitchFamily="49" charset="-122"/>
              </a:rPr>
              <a:t>eMule</a:t>
            </a:r>
            <a:r>
              <a:rPr lang="en-US" altLang="zh-CN" dirty="0" smtClean="0">
                <a:ea typeface="黑体" panose="02010609060101010101" pitchFamily="49" charset="-122"/>
              </a:rPr>
              <a:t> </a:t>
            </a:r>
            <a:r>
              <a:rPr lang="zh-CN" altLang="en-US" dirty="0" smtClean="0">
                <a:ea typeface="黑体" panose="02010609060101010101" pitchFamily="49" charset="-122"/>
              </a:rPr>
              <a:t>使用了</a:t>
            </a:r>
            <a:r>
              <a:rPr lang="zh-CN" altLang="en-US" dirty="0" smtClean="0">
                <a:solidFill>
                  <a:srgbClr val="0000FF"/>
                </a:solidFill>
                <a:ea typeface="黑体" panose="02010609060101010101" pitchFamily="49" charset="-122"/>
              </a:rPr>
              <a:t>专门定义的文件夹</a:t>
            </a:r>
            <a:r>
              <a:rPr lang="zh-CN" altLang="en-US" dirty="0" smtClean="0">
                <a:ea typeface="黑体" panose="02010609060101010101" pitchFamily="49" charset="-122"/>
              </a:rPr>
              <a:t>，让用户</a:t>
            </a:r>
            <a:r>
              <a:rPr lang="zh-CN" altLang="en-US" dirty="0" smtClean="0">
                <a:solidFill>
                  <a:srgbClr val="0000FF"/>
                </a:solidFill>
                <a:ea typeface="黑体" panose="02010609060101010101" pitchFamily="49" charset="-122"/>
              </a:rPr>
              <a:t>存放</a:t>
            </a:r>
            <a:r>
              <a:rPr lang="zh-CN" altLang="en-US" dirty="0" smtClean="0">
                <a:ea typeface="黑体" panose="02010609060101010101" pitchFamily="49" charset="-122"/>
              </a:rPr>
              <a:t>可以和其他用户</a:t>
            </a:r>
            <a:r>
              <a:rPr lang="zh-CN" altLang="en-US" dirty="0" smtClean="0">
                <a:solidFill>
                  <a:srgbClr val="0000FF"/>
                </a:solidFill>
                <a:ea typeface="黑体" panose="02010609060101010101" pitchFamily="49" charset="-122"/>
              </a:rPr>
              <a:t>共享</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文件</a:t>
            </a:r>
            <a:r>
              <a:rPr lang="zh-CN" altLang="en-US" dirty="0" smtClean="0">
                <a:ea typeface="黑体" panose="02010609060101010101" pitchFamily="49" charset="-122"/>
              </a:rPr>
              <a:t>。</a:t>
            </a:r>
          </a:p>
          <a:p>
            <a:r>
              <a:rPr lang="en-US" altLang="zh-CN" dirty="0" err="1" smtClean="0">
                <a:ea typeface="黑体" panose="02010609060101010101" pitchFamily="49" charset="-122"/>
              </a:rPr>
              <a:t>eMule</a:t>
            </a:r>
            <a:r>
              <a:rPr lang="en-US" altLang="zh-CN" dirty="0" smtClean="0">
                <a:ea typeface="黑体" panose="02010609060101010101" pitchFamily="49" charset="-122"/>
              </a:rPr>
              <a:t> </a:t>
            </a:r>
            <a:r>
              <a:rPr lang="zh-CN" altLang="en-US" dirty="0" smtClean="0">
                <a:ea typeface="黑体" panose="02010609060101010101" pitchFamily="49" charset="-122"/>
              </a:rPr>
              <a:t>的下载文件规则是</a:t>
            </a:r>
            <a:r>
              <a:rPr lang="zh-CN" altLang="en-US" dirty="0" smtClean="0">
                <a:solidFill>
                  <a:srgbClr val="0000FF"/>
                </a:solidFill>
                <a:ea typeface="黑体" panose="02010609060101010101" pitchFamily="49" charset="-122"/>
              </a:rPr>
              <a:t>鼓励用户向其他用户上传文件</a:t>
            </a:r>
            <a:r>
              <a:rPr lang="zh-CN" altLang="en-US" dirty="0" smtClean="0">
                <a:ea typeface="黑体" panose="02010609060101010101" pitchFamily="49" charset="-122"/>
              </a:rPr>
              <a:t>。用户上传文件越多，其下载文件的优先级就越高（因而下载就越快）。</a:t>
            </a:r>
          </a:p>
        </p:txBody>
      </p:sp>
      <p:sp>
        <p:nvSpPr>
          <p:cNvPr id="19937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96D1E3-BF05-4101-9997-0D0925DFA086}" type="slidenum">
              <a:rPr lang="zh-CN" altLang="en-US" smtClean="0"/>
              <a:pPr eaLnBrk="1" hangingPunct="1"/>
              <a:t>58</a:t>
            </a:fld>
            <a:endParaRPr lang="en-US" altLang="zh-CN" smtClean="0"/>
          </a:p>
        </p:txBody>
      </p:sp>
      <p:sp>
        <p:nvSpPr>
          <p:cNvPr id="19937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4753"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使用 </a:t>
            </a:r>
            <a:r>
              <a:rPr lang="en-US" altLang="zh-CN" smtClean="0">
                <a:ea typeface="黑体" panose="02010609060101010101" pitchFamily="49" charset="-122"/>
              </a:rPr>
              <a:t>P2P </a:t>
            </a:r>
            <a:r>
              <a:rPr lang="zh-CN" altLang="zh-CN" smtClean="0">
                <a:ea typeface="黑体" panose="02010609060101010101" pitchFamily="49" charset="-122"/>
              </a:rPr>
              <a:t>的比特洪流 </a:t>
            </a:r>
            <a:r>
              <a:rPr lang="en-US" altLang="zh-CN" smtClean="0">
                <a:ea typeface="黑体" panose="02010609060101010101" pitchFamily="49" charset="-122"/>
              </a:rPr>
              <a:t>BT </a:t>
            </a:r>
          </a:p>
        </p:txBody>
      </p:sp>
      <p:sp>
        <p:nvSpPr>
          <p:cNvPr id="1994754" name="内容占位符 1"/>
          <p:cNvSpPr>
            <a:spLocks noGrp="1" noChangeArrowheads="1"/>
          </p:cNvSpPr>
          <p:nvPr>
            <p:ph idx="1"/>
          </p:nvPr>
        </p:nvSpPr>
        <p:spPr>
          <a:xfrm>
            <a:off x="495300" y="1196975"/>
            <a:ext cx="9066213" cy="4933950"/>
          </a:xfrm>
        </p:spPr>
        <p:txBody>
          <a:bodyPr/>
          <a:lstStyle/>
          <a:p>
            <a:r>
              <a:rPr lang="en-US" altLang="zh-CN" sz="2800" dirty="0" err="1" smtClean="0">
                <a:ea typeface="黑体" panose="02010609060101010101" pitchFamily="49" charset="-122"/>
              </a:rPr>
              <a:t>BitTorrent</a:t>
            </a:r>
            <a:r>
              <a:rPr lang="en-US" altLang="zh-CN" sz="2800" dirty="0" smtClean="0">
                <a:ea typeface="黑体" panose="02010609060101010101" pitchFamily="49" charset="-122"/>
              </a:rPr>
              <a:t> </a:t>
            </a:r>
            <a:r>
              <a:rPr lang="zh-CN" altLang="zh-CN" sz="2800" dirty="0" smtClean="0">
                <a:ea typeface="黑体" panose="02010609060101010101" pitchFamily="49" charset="-122"/>
              </a:rPr>
              <a:t>所有对等方集合称为一个</a:t>
            </a:r>
            <a:r>
              <a:rPr lang="zh-CN" altLang="zh-CN" sz="2800" dirty="0" smtClean="0">
                <a:solidFill>
                  <a:srgbClr val="FF0000"/>
                </a:solidFill>
                <a:ea typeface="黑体" panose="02010609060101010101" pitchFamily="49" charset="-122"/>
              </a:rPr>
              <a:t>洪流</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(torrent)</a:t>
            </a:r>
            <a:r>
              <a:rPr lang="zh-CN" altLang="en-US" sz="2800" dirty="0" smtClean="0">
                <a:ea typeface="黑体" panose="02010609060101010101" pitchFamily="49" charset="-122"/>
              </a:rPr>
              <a:t>，</a:t>
            </a:r>
            <a:r>
              <a:rPr lang="zh-CN" altLang="zh-CN" sz="2800" dirty="0" smtClean="0">
                <a:ea typeface="黑体" panose="02010609060101010101" pitchFamily="49" charset="-122"/>
              </a:rPr>
              <a:t>下载文件的数据单元为长度固定</a:t>
            </a:r>
            <a:r>
              <a:rPr lang="zh-CN" altLang="en-US" sz="2800" dirty="0" smtClean="0">
                <a:ea typeface="黑体" panose="02010609060101010101" pitchFamily="49" charset="-122"/>
              </a:rPr>
              <a:t>的</a:t>
            </a:r>
            <a:r>
              <a:rPr lang="zh-CN" altLang="zh-CN" sz="2800" dirty="0" smtClean="0">
                <a:solidFill>
                  <a:srgbClr val="FF0000"/>
                </a:solidFill>
                <a:ea typeface="黑体" panose="02010609060101010101" pitchFamily="49" charset="-122"/>
              </a:rPr>
              <a:t>文件块</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(chunk)</a:t>
            </a:r>
            <a:r>
              <a:rPr lang="zh-CN" altLang="en-US" sz="2800" dirty="0" smtClean="0">
                <a:ea typeface="黑体" panose="02010609060101010101" pitchFamily="49" charset="-122"/>
              </a:rPr>
              <a:t>。</a:t>
            </a:r>
            <a:r>
              <a:rPr lang="zh-CN" altLang="zh-CN" sz="2800" dirty="0" smtClean="0">
                <a:ea typeface="黑体" panose="02010609060101010101" pitchFamily="49" charset="-122"/>
              </a:rPr>
              <a:t>基础设施结点，叫做</a:t>
            </a:r>
            <a:r>
              <a:rPr lang="zh-CN" altLang="zh-CN" sz="2800" dirty="0" smtClean="0">
                <a:solidFill>
                  <a:srgbClr val="FF0000"/>
                </a:solidFill>
                <a:ea typeface="黑体" panose="02010609060101010101" pitchFamily="49" charset="-122"/>
              </a:rPr>
              <a:t>追踪器</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(tracker)</a:t>
            </a:r>
            <a:r>
              <a:rPr lang="zh-CN" altLang="en-US" sz="2800" dirty="0" smtClean="0">
                <a:ea typeface="黑体" panose="02010609060101010101" pitchFamily="49" charset="-122"/>
              </a:rPr>
              <a:t>。</a:t>
            </a:r>
          </a:p>
        </p:txBody>
      </p:sp>
      <p:grpSp>
        <p:nvGrpSpPr>
          <p:cNvPr id="1994755" name="Group 4"/>
          <p:cNvGrpSpPr>
            <a:grpSpLocks/>
          </p:cNvGrpSpPr>
          <p:nvPr/>
        </p:nvGrpSpPr>
        <p:grpSpPr bwMode="auto">
          <a:xfrm>
            <a:off x="1270000" y="4418013"/>
            <a:ext cx="719138" cy="546100"/>
            <a:chOff x="624" y="2968"/>
            <a:chExt cx="1331" cy="920"/>
          </a:xfrm>
        </p:grpSpPr>
        <p:sp>
          <p:nvSpPr>
            <p:cNvPr id="1994756" name="Freeform 5"/>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57" name="Freeform 6"/>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4758" name="Freeform 7"/>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4759" name="Freeform 8"/>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4760" name="Freeform 9"/>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4761" name="Freeform 10"/>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2" name="Freeform 11"/>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3" name="Freeform 12"/>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4" name="Freeform 13"/>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5" name="Freeform 14"/>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6" name="Freeform 15"/>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7" name="Freeform 16"/>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4768" name="Group 17"/>
            <p:cNvGrpSpPr>
              <a:grpSpLocks/>
            </p:cNvGrpSpPr>
            <p:nvPr/>
          </p:nvGrpSpPr>
          <p:grpSpPr bwMode="auto">
            <a:xfrm>
              <a:off x="700" y="3526"/>
              <a:ext cx="515" cy="270"/>
              <a:chOff x="700" y="3526"/>
              <a:chExt cx="515" cy="270"/>
            </a:xfrm>
          </p:grpSpPr>
          <p:grpSp>
            <p:nvGrpSpPr>
              <p:cNvPr id="1994769" name="Group 18"/>
              <p:cNvGrpSpPr>
                <a:grpSpLocks/>
              </p:cNvGrpSpPr>
              <p:nvPr/>
            </p:nvGrpSpPr>
            <p:grpSpPr bwMode="auto">
              <a:xfrm>
                <a:off x="737" y="3534"/>
                <a:ext cx="49" cy="23"/>
                <a:chOff x="737" y="3534"/>
                <a:chExt cx="49" cy="23"/>
              </a:xfrm>
            </p:grpSpPr>
            <p:sp>
              <p:nvSpPr>
                <p:cNvPr id="1994770" name="Freeform 19"/>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1" name="Freeform 20"/>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2" name="Freeform 21"/>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73" name="Group 22"/>
              <p:cNvGrpSpPr>
                <a:grpSpLocks/>
              </p:cNvGrpSpPr>
              <p:nvPr/>
            </p:nvGrpSpPr>
            <p:grpSpPr bwMode="auto">
              <a:xfrm>
                <a:off x="748" y="3547"/>
                <a:ext cx="50" cy="23"/>
                <a:chOff x="748" y="3547"/>
                <a:chExt cx="50" cy="23"/>
              </a:xfrm>
            </p:grpSpPr>
            <p:sp>
              <p:nvSpPr>
                <p:cNvPr id="1994774" name="Freeform 23"/>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5" name="Freeform 24"/>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6" name="Freeform 25"/>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4777" name="Freeform 26"/>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8" name="Freeform 27"/>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9" name="Freeform 28"/>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0" name="Freeform 29"/>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4781" name="Group 30"/>
              <p:cNvGrpSpPr>
                <a:grpSpLocks/>
              </p:cNvGrpSpPr>
              <p:nvPr/>
            </p:nvGrpSpPr>
            <p:grpSpPr bwMode="auto">
              <a:xfrm>
                <a:off x="872" y="3547"/>
                <a:ext cx="50" cy="23"/>
                <a:chOff x="872" y="3547"/>
                <a:chExt cx="50" cy="23"/>
              </a:xfrm>
            </p:grpSpPr>
            <p:sp>
              <p:nvSpPr>
                <p:cNvPr id="1994782" name="Freeform 31"/>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3" name="Freeform 32"/>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4" name="Freeform 33"/>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85" name="Group 34"/>
              <p:cNvGrpSpPr>
                <a:grpSpLocks/>
              </p:cNvGrpSpPr>
              <p:nvPr/>
            </p:nvGrpSpPr>
            <p:grpSpPr bwMode="auto">
              <a:xfrm>
                <a:off x="885" y="3559"/>
                <a:ext cx="50" cy="23"/>
                <a:chOff x="885" y="3559"/>
                <a:chExt cx="50" cy="23"/>
              </a:xfrm>
            </p:grpSpPr>
            <p:sp>
              <p:nvSpPr>
                <p:cNvPr id="1994786" name="Freeform 35"/>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7" name="Freeform 36"/>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8" name="Freeform 37"/>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89" name="Group 38"/>
              <p:cNvGrpSpPr>
                <a:grpSpLocks/>
              </p:cNvGrpSpPr>
              <p:nvPr/>
            </p:nvGrpSpPr>
            <p:grpSpPr bwMode="auto">
              <a:xfrm>
                <a:off x="898" y="3571"/>
                <a:ext cx="49" cy="23"/>
                <a:chOff x="898" y="3571"/>
                <a:chExt cx="49" cy="23"/>
              </a:xfrm>
            </p:grpSpPr>
            <p:sp>
              <p:nvSpPr>
                <p:cNvPr id="1994790" name="Freeform 39"/>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91" name="Freeform 40"/>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92" name="Freeform 41"/>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93" name="Group 42"/>
              <p:cNvGrpSpPr>
                <a:grpSpLocks/>
              </p:cNvGrpSpPr>
              <p:nvPr/>
            </p:nvGrpSpPr>
            <p:grpSpPr bwMode="auto">
              <a:xfrm>
                <a:off x="911" y="3585"/>
                <a:ext cx="49" cy="23"/>
                <a:chOff x="911" y="3585"/>
                <a:chExt cx="49" cy="23"/>
              </a:xfrm>
            </p:grpSpPr>
            <p:sp>
              <p:nvSpPr>
                <p:cNvPr id="1994794" name="Freeform 43"/>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95" name="Freeform 44"/>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96" name="Freeform 45"/>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97" name="Group 46"/>
              <p:cNvGrpSpPr>
                <a:grpSpLocks/>
              </p:cNvGrpSpPr>
              <p:nvPr/>
            </p:nvGrpSpPr>
            <p:grpSpPr bwMode="auto">
              <a:xfrm>
                <a:off x="923" y="3600"/>
                <a:ext cx="99" cy="73"/>
                <a:chOff x="923" y="3600"/>
                <a:chExt cx="99" cy="73"/>
              </a:xfrm>
            </p:grpSpPr>
            <p:grpSp>
              <p:nvGrpSpPr>
                <p:cNvPr id="1994798" name="Group 47"/>
                <p:cNvGrpSpPr>
                  <a:grpSpLocks/>
                </p:cNvGrpSpPr>
                <p:nvPr/>
              </p:nvGrpSpPr>
              <p:grpSpPr bwMode="auto">
                <a:xfrm>
                  <a:off x="923" y="3600"/>
                  <a:ext cx="49" cy="23"/>
                  <a:chOff x="923" y="3600"/>
                  <a:chExt cx="49" cy="23"/>
                </a:xfrm>
              </p:grpSpPr>
              <p:sp>
                <p:nvSpPr>
                  <p:cNvPr id="1994799" name="Freeform 48"/>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0" name="Freeform 49"/>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1" name="Freeform 50"/>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02" name="Group 51"/>
                <p:cNvGrpSpPr>
                  <a:grpSpLocks/>
                </p:cNvGrpSpPr>
                <p:nvPr/>
              </p:nvGrpSpPr>
              <p:grpSpPr bwMode="auto">
                <a:xfrm>
                  <a:off x="935" y="3612"/>
                  <a:ext cx="48" cy="23"/>
                  <a:chOff x="935" y="3612"/>
                  <a:chExt cx="48" cy="23"/>
                </a:xfrm>
              </p:grpSpPr>
              <p:sp>
                <p:nvSpPr>
                  <p:cNvPr id="1994803" name="Freeform 52"/>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4" name="Freeform 53"/>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5" name="Freeform 54"/>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06" name="Group 55"/>
                <p:cNvGrpSpPr>
                  <a:grpSpLocks/>
                </p:cNvGrpSpPr>
                <p:nvPr/>
              </p:nvGrpSpPr>
              <p:grpSpPr bwMode="auto">
                <a:xfrm>
                  <a:off x="947" y="3625"/>
                  <a:ext cx="50" cy="22"/>
                  <a:chOff x="947" y="3625"/>
                  <a:chExt cx="50" cy="22"/>
                </a:xfrm>
              </p:grpSpPr>
              <p:sp>
                <p:nvSpPr>
                  <p:cNvPr id="1994807" name="Freeform 56"/>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8" name="Freeform 57"/>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9" name="Freeform 58"/>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10" name="Group 59"/>
                <p:cNvGrpSpPr>
                  <a:grpSpLocks/>
                </p:cNvGrpSpPr>
                <p:nvPr/>
              </p:nvGrpSpPr>
              <p:grpSpPr bwMode="auto">
                <a:xfrm>
                  <a:off x="960" y="3637"/>
                  <a:ext cx="50" cy="23"/>
                  <a:chOff x="960" y="3637"/>
                  <a:chExt cx="50" cy="23"/>
                </a:xfrm>
              </p:grpSpPr>
              <p:sp>
                <p:nvSpPr>
                  <p:cNvPr id="1994811" name="Freeform 60"/>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12" name="Freeform 61"/>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13" name="Freeform 62"/>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14" name="Group 63"/>
                <p:cNvGrpSpPr>
                  <a:grpSpLocks/>
                </p:cNvGrpSpPr>
                <p:nvPr/>
              </p:nvGrpSpPr>
              <p:grpSpPr bwMode="auto">
                <a:xfrm>
                  <a:off x="973" y="3650"/>
                  <a:ext cx="49" cy="23"/>
                  <a:chOff x="973" y="3650"/>
                  <a:chExt cx="49" cy="23"/>
                </a:xfrm>
              </p:grpSpPr>
              <p:sp>
                <p:nvSpPr>
                  <p:cNvPr id="1994815" name="Freeform 64"/>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16" name="Freeform 65"/>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17" name="Freeform 66"/>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818" name="Group 67"/>
              <p:cNvGrpSpPr>
                <a:grpSpLocks/>
              </p:cNvGrpSpPr>
              <p:nvPr/>
            </p:nvGrpSpPr>
            <p:grpSpPr bwMode="auto">
              <a:xfrm>
                <a:off x="985" y="3665"/>
                <a:ext cx="100" cy="73"/>
                <a:chOff x="985" y="3665"/>
                <a:chExt cx="100" cy="73"/>
              </a:xfrm>
            </p:grpSpPr>
            <p:grpSp>
              <p:nvGrpSpPr>
                <p:cNvPr id="1994819" name="Group 68"/>
                <p:cNvGrpSpPr>
                  <a:grpSpLocks/>
                </p:cNvGrpSpPr>
                <p:nvPr/>
              </p:nvGrpSpPr>
              <p:grpSpPr bwMode="auto">
                <a:xfrm>
                  <a:off x="985" y="3665"/>
                  <a:ext cx="50" cy="23"/>
                  <a:chOff x="985" y="3665"/>
                  <a:chExt cx="50" cy="23"/>
                </a:xfrm>
              </p:grpSpPr>
              <p:sp>
                <p:nvSpPr>
                  <p:cNvPr id="1994820" name="Freeform 69"/>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1" name="Freeform 70"/>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2" name="Freeform 71"/>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23" name="Group 72"/>
                <p:cNvGrpSpPr>
                  <a:grpSpLocks/>
                </p:cNvGrpSpPr>
                <p:nvPr/>
              </p:nvGrpSpPr>
              <p:grpSpPr bwMode="auto">
                <a:xfrm>
                  <a:off x="997" y="3677"/>
                  <a:ext cx="49" cy="23"/>
                  <a:chOff x="997" y="3677"/>
                  <a:chExt cx="49" cy="23"/>
                </a:xfrm>
              </p:grpSpPr>
              <p:sp>
                <p:nvSpPr>
                  <p:cNvPr id="1994824" name="Freeform 73"/>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5" name="Freeform 74"/>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6" name="Freeform 75"/>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27" name="Group 76"/>
                <p:cNvGrpSpPr>
                  <a:grpSpLocks/>
                </p:cNvGrpSpPr>
                <p:nvPr/>
              </p:nvGrpSpPr>
              <p:grpSpPr bwMode="auto">
                <a:xfrm>
                  <a:off x="1010" y="3690"/>
                  <a:ext cx="48" cy="23"/>
                  <a:chOff x="1010" y="3690"/>
                  <a:chExt cx="48" cy="23"/>
                </a:xfrm>
              </p:grpSpPr>
              <p:sp>
                <p:nvSpPr>
                  <p:cNvPr id="1994828" name="Freeform 77"/>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9" name="Freeform 78"/>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0" name="Freeform 79"/>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31" name="Group 80"/>
                <p:cNvGrpSpPr>
                  <a:grpSpLocks/>
                </p:cNvGrpSpPr>
                <p:nvPr/>
              </p:nvGrpSpPr>
              <p:grpSpPr bwMode="auto">
                <a:xfrm>
                  <a:off x="1023" y="3703"/>
                  <a:ext cx="49" cy="22"/>
                  <a:chOff x="1023" y="3703"/>
                  <a:chExt cx="49" cy="22"/>
                </a:xfrm>
              </p:grpSpPr>
              <p:sp>
                <p:nvSpPr>
                  <p:cNvPr id="1994832" name="Freeform 81"/>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3" name="Freeform 82"/>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4" name="Freeform 83"/>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35" name="Group 84"/>
                <p:cNvGrpSpPr>
                  <a:grpSpLocks/>
                </p:cNvGrpSpPr>
                <p:nvPr/>
              </p:nvGrpSpPr>
              <p:grpSpPr bwMode="auto">
                <a:xfrm>
                  <a:off x="1036" y="3716"/>
                  <a:ext cx="49" cy="22"/>
                  <a:chOff x="1036" y="3716"/>
                  <a:chExt cx="49" cy="22"/>
                </a:xfrm>
              </p:grpSpPr>
              <p:sp>
                <p:nvSpPr>
                  <p:cNvPr id="1994836" name="Freeform 85"/>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7" name="Freeform 86"/>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8" name="Freeform 87"/>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839" name="Group 88"/>
              <p:cNvGrpSpPr>
                <a:grpSpLocks/>
              </p:cNvGrpSpPr>
              <p:nvPr/>
            </p:nvGrpSpPr>
            <p:grpSpPr bwMode="auto">
              <a:xfrm>
                <a:off x="1046" y="3727"/>
                <a:ext cx="49" cy="23"/>
                <a:chOff x="1046" y="3727"/>
                <a:chExt cx="49" cy="23"/>
              </a:xfrm>
            </p:grpSpPr>
            <p:sp>
              <p:nvSpPr>
                <p:cNvPr id="1994840" name="Freeform 89"/>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1" name="Freeform 90"/>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2" name="Freeform 91"/>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43" name="Group 92"/>
              <p:cNvGrpSpPr>
                <a:grpSpLocks/>
              </p:cNvGrpSpPr>
              <p:nvPr/>
            </p:nvGrpSpPr>
            <p:grpSpPr bwMode="auto">
              <a:xfrm>
                <a:off x="1058" y="3739"/>
                <a:ext cx="50" cy="23"/>
                <a:chOff x="1058" y="3739"/>
                <a:chExt cx="50" cy="23"/>
              </a:xfrm>
            </p:grpSpPr>
            <p:sp>
              <p:nvSpPr>
                <p:cNvPr id="1994844" name="Freeform 93"/>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5" name="Freeform 94"/>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6" name="Freeform 95"/>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47" name="Group 96"/>
              <p:cNvGrpSpPr>
                <a:grpSpLocks/>
              </p:cNvGrpSpPr>
              <p:nvPr/>
            </p:nvGrpSpPr>
            <p:grpSpPr bwMode="auto">
              <a:xfrm>
                <a:off x="1072" y="3753"/>
                <a:ext cx="48" cy="22"/>
                <a:chOff x="1072" y="3753"/>
                <a:chExt cx="48" cy="22"/>
              </a:xfrm>
            </p:grpSpPr>
            <p:sp>
              <p:nvSpPr>
                <p:cNvPr id="1994848" name="Freeform 97"/>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9" name="Freeform 98"/>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0" name="Freeform 99"/>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4851" name="Freeform 100"/>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2" name="Freeform 101"/>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3" name="Freeform 102"/>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4854" name="Group 103"/>
              <p:cNvGrpSpPr>
                <a:grpSpLocks/>
              </p:cNvGrpSpPr>
              <p:nvPr/>
            </p:nvGrpSpPr>
            <p:grpSpPr bwMode="auto">
              <a:xfrm>
                <a:off x="832" y="3547"/>
                <a:ext cx="49" cy="23"/>
                <a:chOff x="832" y="3547"/>
                <a:chExt cx="49" cy="23"/>
              </a:xfrm>
            </p:grpSpPr>
            <p:sp>
              <p:nvSpPr>
                <p:cNvPr id="1994855" name="Freeform 104"/>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6" name="Freeform 105"/>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7" name="Freeform 106"/>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58" name="Group 107"/>
              <p:cNvGrpSpPr>
                <a:grpSpLocks/>
              </p:cNvGrpSpPr>
              <p:nvPr/>
            </p:nvGrpSpPr>
            <p:grpSpPr bwMode="auto">
              <a:xfrm>
                <a:off x="844" y="3560"/>
                <a:ext cx="49" cy="22"/>
                <a:chOff x="844" y="3560"/>
                <a:chExt cx="49" cy="22"/>
              </a:xfrm>
            </p:grpSpPr>
            <p:sp>
              <p:nvSpPr>
                <p:cNvPr id="1994859" name="Freeform 108"/>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0" name="Freeform 109"/>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1" name="Freeform 110"/>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62" name="Group 111"/>
              <p:cNvGrpSpPr>
                <a:grpSpLocks/>
              </p:cNvGrpSpPr>
              <p:nvPr/>
            </p:nvGrpSpPr>
            <p:grpSpPr bwMode="auto">
              <a:xfrm>
                <a:off x="857" y="3572"/>
                <a:ext cx="50" cy="23"/>
                <a:chOff x="857" y="3572"/>
                <a:chExt cx="50" cy="23"/>
              </a:xfrm>
            </p:grpSpPr>
            <p:sp>
              <p:nvSpPr>
                <p:cNvPr id="1994863" name="Freeform 112"/>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4" name="Freeform 113"/>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5" name="Freeform 114"/>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66" name="Group 115"/>
              <p:cNvGrpSpPr>
                <a:grpSpLocks/>
              </p:cNvGrpSpPr>
              <p:nvPr/>
            </p:nvGrpSpPr>
            <p:grpSpPr bwMode="auto">
              <a:xfrm>
                <a:off x="870" y="3585"/>
                <a:ext cx="48" cy="23"/>
                <a:chOff x="870" y="3585"/>
                <a:chExt cx="48" cy="23"/>
              </a:xfrm>
            </p:grpSpPr>
            <p:sp>
              <p:nvSpPr>
                <p:cNvPr id="1994867" name="Freeform 116"/>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8" name="Freeform 117"/>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9" name="Freeform 118"/>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70" name="Group 119"/>
              <p:cNvGrpSpPr>
                <a:grpSpLocks/>
              </p:cNvGrpSpPr>
              <p:nvPr/>
            </p:nvGrpSpPr>
            <p:grpSpPr bwMode="auto">
              <a:xfrm>
                <a:off x="882" y="3600"/>
                <a:ext cx="100" cy="73"/>
                <a:chOff x="882" y="3600"/>
                <a:chExt cx="100" cy="73"/>
              </a:xfrm>
            </p:grpSpPr>
            <p:grpSp>
              <p:nvGrpSpPr>
                <p:cNvPr id="1994871" name="Group 120"/>
                <p:cNvGrpSpPr>
                  <a:grpSpLocks/>
                </p:cNvGrpSpPr>
                <p:nvPr/>
              </p:nvGrpSpPr>
              <p:grpSpPr bwMode="auto">
                <a:xfrm>
                  <a:off x="882" y="3600"/>
                  <a:ext cx="49" cy="23"/>
                  <a:chOff x="882" y="3600"/>
                  <a:chExt cx="49" cy="23"/>
                </a:xfrm>
              </p:grpSpPr>
              <p:sp>
                <p:nvSpPr>
                  <p:cNvPr id="1994872" name="Freeform 121"/>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73" name="Freeform 122"/>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74" name="Freeform 123"/>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75" name="Group 124"/>
                <p:cNvGrpSpPr>
                  <a:grpSpLocks/>
                </p:cNvGrpSpPr>
                <p:nvPr/>
              </p:nvGrpSpPr>
              <p:grpSpPr bwMode="auto">
                <a:xfrm>
                  <a:off x="894" y="3612"/>
                  <a:ext cx="49" cy="23"/>
                  <a:chOff x="894" y="3612"/>
                  <a:chExt cx="49" cy="23"/>
                </a:xfrm>
              </p:grpSpPr>
              <p:sp>
                <p:nvSpPr>
                  <p:cNvPr id="1994876" name="Freeform 125"/>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77" name="Freeform 126"/>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78" name="Freeform 127"/>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79" name="Group 128"/>
                <p:cNvGrpSpPr>
                  <a:grpSpLocks/>
                </p:cNvGrpSpPr>
                <p:nvPr/>
              </p:nvGrpSpPr>
              <p:grpSpPr bwMode="auto">
                <a:xfrm>
                  <a:off x="907" y="3625"/>
                  <a:ext cx="49" cy="23"/>
                  <a:chOff x="907" y="3625"/>
                  <a:chExt cx="49" cy="23"/>
                </a:xfrm>
              </p:grpSpPr>
              <p:sp>
                <p:nvSpPr>
                  <p:cNvPr id="1994880" name="Freeform 129"/>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1" name="Freeform 130"/>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2" name="Freeform 131"/>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83" name="Group 132"/>
                <p:cNvGrpSpPr>
                  <a:grpSpLocks/>
                </p:cNvGrpSpPr>
                <p:nvPr/>
              </p:nvGrpSpPr>
              <p:grpSpPr bwMode="auto">
                <a:xfrm>
                  <a:off x="919" y="3638"/>
                  <a:ext cx="49" cy="22"/>
                  <a:chOff x="919" y="3638"/>
                  <a:chExt cx="49" cy="22"/>
                </a:xfrm>
              </p:grpSpPr>
              <p:sp>
                <p:nvSpPr>
                  <p:cNvPr id="1994884" name="Freeform 133"/>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5" name="Freeform 134"/>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6" name="Freeform 135"/>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87" name="Group 136"/>
                <p:cNvGrpSpPr>
                  <a:grpSpLocks/>
                </p:cNvGrpSpPr>
                <p:nvPr/>
              </p:nvGrpSpPr>
              <p:grpSpPr bwMode="auto">
                <a:xfrm>
                  <a:off x="932" y="3651"/>
                  <a:ext cx="50" cy="22"/>
                  <a:chOff x="932" y="3651"/>
                  <a:chExt cx="50" cy="22"/>
                </a:xfrm>
              </p:grpSpPr>
              <p:sp>
                <p:nvSpPr>
                  <p:cNvPr id="1994888" name="Freeform 137"/>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9" name="Freeform 138"/>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0" name="Freeform 139"/>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891" name="Group 140"/>
              <p:cNvGrpSpPr>
                <a:grpSpLocks/>
              </p:cNvGrpSpPr>
              <p:nvPr/>
            </p:nvGrpSpPr>
            <p:grpSpPr bwMode="auto">
              <a:xfrm>
                <a:off x="944" y="3665"/>
                <a:ext cx="99" cy="74"/>
                <a:chOff x="944" y="3665"/>
                <a:chExt cx="99" cy="74"/>
              </a:xfrm>
            </p:grpSpPr>
            <p:grpSp>
              <p:nvGrpSpPr>
                <p:cNvPr id="1994892" name="Group 141"/>
                <p:cNvGrpSpPr>
                  <a:grpSpLocks/>
                </p:cNvGrpSpPr>
                <p:nvPr/>
              </p:nvGrpSpPr>
              <p:grpSpPr bwMode="auto">
                <a:xfrm>
                  <a:off x="944" y="3665"/>
                  <a:ext cx="49" cy="23"/>
                  <a:chOff x="944" y="3665"/>
                  <a:chExt cx="49" cy="23"/>
                </a:xfrm>
              </p:grpSpPr>
              <p:sp>
                <p:nvSpPr>
                  <p:cNvPr id="1994893" name="Freeform 142"/>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4" name="Freeform 143"/>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5" name="Freeform 144"/>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96" name="Group 145"/>
                <p:cNvGrpSpPr>
                  <a:grpSpLocks/>
                </p:cNvGrpSpPr>
                <p:nvPr/>
              </p:nvGrpSpPr>
              <p:grpSpPr bwMode="auto">
                <a:xfrm>
                  <a:off x="957" y="3678"/>
                  <a:ext cx="48" cy="23"/>
                  <a:chOff x="957" y="3678"/>
                  <a:chExt cx="48" cy="23"/>
                </a:xfrm>
              </p:grpSpPr>
              <p:sp>
                <p:nvSpPr>
                  <p:cNvPr id="1994897" name="Freeform 146"/>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8" name="Freeform 147"/>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9" name="Freeform 148"/>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00" name="Group 149"/>
                <p:cNvGrpSpPr>
                  <a:grpSpLocks/>
                </p:cNvGrpSpPr>
                <p:nvPr/>
              </p:nvGrpSpPr>
              <p:grpSpPr bwMode="auto">
                <a:xfrm>
                  <a:off x="969" y="3690"/>
                  <a:ext cx="49" cy="23"/>
                  <a:chOff x="969" y="3690"/>
                  <a:chExt cx="49" cy="23"/>
                </a:xfrm>
              </p:grpSpPr>
              <p:sp>
                <p:nvSpPr>
                  <p:cNvPr id="1994901" name="Freeform 150"/>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02" name="Freeform 151"/>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03" name="Freeform 152"/>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04" name="Group 153"/>
                <p:cNvGrpSpPr>
                  <a:grpSpLocks/>
                </p:cNvGrpSpPr>
                <p:nvPr/>
              </p:nvGrpSpPr>
              <p:grpSpPr bwMode="auto">
                <a:xfrm>
                  <a:off x="982" y="3703"/>
                  <a:ext cx="49" cy="23"/>
                  <a:chOff x="982" y="3703"/>
                  <a:chExt cx="49" cy="23"/>
                </a:xfrm>
              </p:grpSpPr>
              <p:sp>
                <p:nvSpPr>
                  <p:cNvPr id="1994905" name="Freeform 154"/>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06" name="Freeform 155"/>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07" name="Freeform 156"/>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08" name="Group 157"/>
                <p:cNvGrpSpPr>
                  <a:grpSpLocks/>
                </p:cNvGrpSpPr>
                <p:nvPr/>
              </p:nvGrpSpPr>
              <p:grpSpPr bwMode="auto">
                <a:xfrm>
                  <a:off x="995" y="3716"/>
                  <a:ext cx="48" cy="23"/>
                  <a:chOff x="995" y="3716"/>
                  <a:chExt cx="48" cy="23"/>
                </a:xfrm>
              </p:grpSpPr>
              <p:sp>
                <p:nvSpPr>
                  <p:cNvPr id="1994909" name="Freeform 158"/>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0" name="Freeform 159"/>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1" name="Freeform 160"/>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912" name="Group 161"/>
              <p:cNvGrpSpPr>
                <a:grpSpLocks/>
              </p:cNvGrpSpPr>
              <p:nvPr/>
            </p:nvGrpSpPr>
            <p:grpSpPr bwMode="auto">
              <a:xfrm>
                <a:off x="1005" y="3727"/>
                <a:ext cx="49" cy="23"/>
                <a:chOff x="1005" y="3727"/>
                <a:chExt cx="49" cy="23"/>
              </a:xfrm>
            </p:grpSpPr>
            <p:sp>
              <p:nvSpPr>
                <p:cNvPr id="1994913" name="Freeform 162"/>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4" name="Freeform 163"/>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5" name="Freeform 164"/>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16" name="Group 165"/>
              <p:cNvGrpSpPr>
                <a:grpSpLocks/>
              </p:cNvGrpSpPr>
              <p:nvPr/>
            </p:nvGrpSpPr>
            <p:grpSpPr bwMode="auto">
              <a:xfrm>
                <a:off x="1018" y="3740"/>
                <a:ext cx="49" cy="22"/>
                <a:chOff x="1018" y="3740"/>
                <a:chExt cx="49" cy="22"/>
              </a:xfrm>
            </p:grpSpPr>
            <p:sp>
              <p:nvSpPr>
                <p:cNvPr id="1994917" name="Freeform 166"/>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8" name="Freeform 167"/>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9" name="Freeform 168"/>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20" name="Group 169"/>
              <p:cNvGrpSpPr>
                <a:grpSpLocks/>
              </p:cNvGrpSpPr>
              <p:nvPr/>
            </p:nvGrpSpPr>
            <p:grpSpPr bwMode="auto">
              <a:xfrm>
                <a:off x="1030" y="3753"/>
                <a:ext cx="49" cy="23"/>
                <a:chOff x="1030" y="3753"/>
                <a:chExt cx="49" cy="23"/>
              </a:xfrm>
            </p:grpSpPr>
            <p:sp>
              <p:nvSpPr>
                <p:cNvPr id="1994921" name="Freeform 170"/>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2" name="Freeform 171"/>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3" name="Freeform 172"/>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4924" name="Freeform 173"/>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5" name="Freeform 174"/>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6" name="Freeform 175"/>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4927" name="Group 176"/>
              <p:cNvGrpSpPr>
                <a:grpSpLocks/>
              </p:cNvGrpSpPr>
              <p:nvPr/>
            </p:nvGrpSpPr>
            <p:grpSpPr bwMode="auto">
              <a:xfrm>
                <a:off x="790" y="3547"/>
                <a:ext cx="49" cy="23"/>
                <a:chOff x="790" y="3547"/>
                <a:chExt cx="49" cy="23"/>
              </a:xfrm>
            </p:grpSpPr>
            <p:sp>
              <p:nvSpPr>
                <p:cNvPr id="1994928" name="Freeform 177"/>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9" name="Freeform 178"/>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0" name="Freeform 179"/>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31" name="Group 180"/>
              <p:cNvGrpSpPr>
                <a:grpSpLocks/>
              </p:cNvGrpSpPr>
              <p:nvPr/>
            </p:nvGrpSpPr>
            <p:grpSpPr bwMode="auto">
              <a:xfrm>
                <a:off x="803" y="3560"/>
                <a:ext cx="49" cy="22"/>
                <a:chOff x="803" y="3560"/>
                <a:chExt cx="49" cy="22"/>
              </a:xfrm>
            </p:grpSpPr>
            <p:sp>
              <p:nvSpPr>
                <p:cNvPr id="1994932" name="Freeform 181"/>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3" name="Freeform 182"/>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4" name="Freeform 183"/>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35" name="Group 184"/>
              <p:cNvGrpSpPr>
                <a:grpSpLocks/>
              </p:cNvGrpSpPr>
              <p:nvPr/>
            </p:nvGrpSpPr>
            <p:grpSpPr bwMode="auto">
              <a:xfrm>
                <a:off x="815" y="3572"/>
                <a:ext cx="50" cy="23"/>
                <a:chOff x="815" y="3572"/>
                <a:chExt cx="50" cy="23"/>
              </a:xfrm>
            </p:grpSpPr>
            <p:sp>
              <p:nvSpPr>
                <p:cNvPr id="1994936" name="Freeform 185"/>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7" name="Freeform 186"/>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8" name="Freeform 187"/>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39" name="Group 188"/>
              <p:cNvGrpSpPr>
                <a:grpSpLocks/>
              </p:cNvGrpSpPr>
              <p:nvPr/>
            </p:nvGrpSpPr>
            <p:grpSpPr bwMode="auto">
              <a:xfrm>
                <a:off x="828" y="3585"/>
                <a:ext cx="49" cy="23"/>
                <a:chOff x="828" y="3585"/>
                <a:chExt cx="49" cy="23"/>
              </a:xfrm>
            </p:grpSpPr>
            <p:sp>
              <p:nvSpPr>
                <p:cNvPr id="1994940" name="Freeform 189"/>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41" name="Freeform 190"/>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42" name="Freeform 191"/>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43" name="Group 192"/>
              <p:cNvGrpSpPr>
                <a:grpSpLocks/>
              </p:cNvGrpSpPr>
              <p:nvPr/>
            </p:nvGrpSpPr>
            <p:grpSpPr bwMode="auto">
              <a:xfrm>
                <a:off x="840" y="3600"/>
                <a:ext cx="100" cy="73"/>
                <a:chOff x="840" y="3600"/>
                <a:chExt cx="100" cy="73"/>
              </a:xfrm>
            </p:grpSpPr>
            <p:grpSp>
              <p:nvGrpSpPr>
                <p:cNvPr id="1994944" name="Group 193"/>
                <p:cNvGrpSpPr>
                  <a:grpSpLocks/>
                </p:cNvGrpSpPr>
                <p:nvPr/>
              </p:nvGrpSpPr>
              <p:grpSpPr bwMode="auto">
                <a:xfrm>
                  <a:off x="840" y="3600"/>
                  <a:ext cx="49" cy="23"/>
                  <a:chOff x="840" y="3600"/>
                  <a:chExt cx="49" cy="23"/>
                </a:xfrm>
              </p:grpSpPr>
              <p:sp>
                <p:nvSpPr>
                  <p:cNvPr id="1994945" name="Freeform 194"/>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46" name="Freeform 195"/>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47" name="Freeform 196"/>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48" name="Group 197"/>
                <p:cNvGrpSpPr>
                  <a:grpSpLocks/>
                </p:cNvGrpSpPr>
                <p:nvPr/>
              </p:nvGrpSpPr>
              <p:grpSpPr bwMode="auto">
                <a:xfrm>
                  <a:off x="853" y="3612"/>
                  <a:ext cx="48" cy="23"/>
                  <a:chOff x="853" y="3612"/>
                  <a:chExt cx="48" cy="23"/>
                </a:xfrm>
              </p:grpSpPr>
              <p:sp>
                <p:nvSpPr>
                  <p:cNvPr id="1994949" name="Freeform 198"/>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0" name="Freeform 199"/>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1" name="Freeform 200"/>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52" name="Group 201"/>
                <p:cNvGrpSpPr>
                  <a:grpSpLocks/>
                </p:cNvGrpSpPr>
                <p:nvPr/>
              </p:nvGrpSpPr>
              <p:grpSpPr bwMode="auto">
                <a:xfrm>
                  <a:off x="865" y="3625"/>
                  <a:ext cx="49" cy="23"/>
                  <a:chOff x="865" y="3625"/>
                  <a:chExt cx="49" cy="23"/>
                </a:xfrm>
              </p:grpSpPr>
              <p:sp>
                <p:nvSpPr>
                  <p:cNvPr id="1994953" name="Freeform 202"/>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4" name="Freeform 203"/>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5" name="Freeform 204"/>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56" name="Group 205"/>
                <p:cNvGrpSpPr>
                  <a:grpSpLocks/>
                </p:cNvGrpSpPr>
                <p:nvPr/>
              </p:nvGrpSpPr>
              <p:grpSpPr bwMode="auto">
                <a:xfrm>
                  <a:off x="878" y="3638"/>
                  <a:ext cx="49" cy="22"/>
                  <a:chOff x="878" y="3638"/>
                  <a:chExt cx="49" cy="22"/>
                </a:xfrm>
              </p:grpSpPr>
              <p:sp>
                <p:nvSpPr>
                  <p:cNvPr id="1994957" name="Freeform 206"/>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8" name="Freeform 207"/>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9" name="Freeform 208"/>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60" name="Group 209"/>
                <p:cNvGrpSpPr>
                  <a:grpSpLocks/>
                </p:cNvGrpSpPr>
                <p:nvPr/>
              </p:nvGrpSpPr>
              <p:grpSpPr bwMode="auto">
                <a:xfrm>
                  <a:off x="890" y="3651"/>
                  <a:ext cx="50" cy="22"/>
                  <a:chOff x="890" y="3651"/>
                  <a:chExt cx="50" cy="22"/>
                </a:xfrm>
              </p:grpSpPr>
              <p:sp>
                <p:nvSpPr>
                  <p:cNvPr id="1994961" name="Freeform 210"/>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62" name="Freeform 211"/>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63" name="Freeform 212"/>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964" name="Group 213"/>
              <p:cNvGrpSpPr>
                <a:grpSpLocks/>
              </p:cNvGrpSpPr>
              <p:nvPr/>
            </p:nvGrpSpPr>
            <p:grpSpPr bwMode="auto">
              <a:xfrm>
                <a:off x="903" y="3665"/>
                <a:ext cx="99" cy="74"/>
                <a:chOff x="903" y="3665"/>
                <a:chExt cx="99" cy="74"/>
              </a:xfrm>
            </p:grpSpPr>
            <p:grpSp>
              <p:nvGrpSpPr>
                <p:cNvPr id="1994965" name="Group 214"/>
                <p:cNvGrpSpPr>
                  <a:grpSpLocks/>
                </p:cNvGrpSpPr>
                <p:nvPr/>
              </p:nvGrpSpPr>
              <p:grpSpPr bwMode="auto">
                <a:xfrm>
                  <a:off x="903" y="3665"/>
                  <a:ext cx="49" cy="23"/>
                  <a:chOff x="903" y="3665"/>
                  <a:chExt cx="49" cy="23"/>
                </a:xfrm>
              </p:grpSpPr>
              <p:sp>
                <p:nvSpPr>
                  <p:cNvPr id="1994966" name="Freeform 215"/>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67" name="Freeform 216"/>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68" name="Freeform 217"/>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69" name="Group 218"/>
                <p:cNvGrpSpPr>
                  <a:grpSpLocks/>
                </p:cNvGrpSpPr>
                <p:nvPr/>
              </p:nvGrpSpPr>
              <p:grpSpPr bwMode="auto">
                <a:xfrm>
                  <a:off x="914" y="3678"/>
                  <a:ext cx="49" cy="23"/>
                  <a:chOff x="914" y="3678"/>
                  <a:chExt cx="49" cy="23"/>
                </a:xfrm>
              </p:grpSpPr>
              <p:sp>
                <p:nvSpPr>
                  <p:cNvPr id="1994970" name="Freeform 219"/>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1" name="Freeform 220"/>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2" name="Freeform 221"/>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73" name="Group 222"/>
                <p:cNvGrpSpPr>
                  <a:grpSpLocks/>
                </p:cNvGrpSpPr>
                <p:nvPr/>
              </p:nvGrpSpPr>
              <p:grpSpPr bwMode="auto">
                <a:xfrm>
                  <a:off x="928" y="3690"/>
                  <a:ext cx="48" cy="23"/>
                  <a:chOff x="928" y="3690"/>
                  <a:chExt cx="48" cy="23"/>
                </a:xfrm>
              </p:grpSpPr>
              <p:sp>
                <p:nvSpPr>
                  <p:cNvPr id="1994974" name="Freeform 223"/>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5" name="Freeform 224"/>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6" name="Freeform 225"/>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77" name="Group 226"/>
                <p:cNvGrpSpPr>
                  <a:grpSpLocks/>
                </p:cNvGrpSpPr>
                <p:nvPr/>
              </p:nvGrpSpPr>
              <p:grpSpPr bwMode="auto">
                <a:xfrm>
                  <a:off x="940" y="3703"/>
                  <a:ext cx="49" cy="23"/>
                  <a:chOff x="940" y="3703"/>
                  <a:chExt cx="49" cy="23"/>
                </a:xfrm>
              </p:grpSpPr>
              <p:sp>
                <p:nvSpPr>
                  <p:cNvPr id="1994978" name="Freeform 227"/>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9" name="Freeform 228"/>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0" name="Freeform 229"/>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81" name="Group 230"/>
                <p:cNvGrpSpPr>
                  <a:grpSpLocks/>
                </p:cNvGrpSpPr>
                <p:nvPr/>
              </p:nvGrpSpPr>
              <p:grpSpPr bwMode="auto">
                <a:xfrm>
                  <a:off x="953" y="3716"/>
                  <a:ext cx="49" cy="23"/>
                  <a:chOff x="953" y="3716"/>
                  <a:chExt cx="49" cy="23"/>
                </a:xfrm>
              </p:grpSpPr>
              <p:sp>
                <p:nvSpPr>
                  <p:cNvPr id="1994982" name="Freeform 231"/>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3" name="Freeform 232"/>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4" name="Freeform 233"/>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985" name="Group 234"/>
              <p:cNvGrpSpPr>
                <a:grpSpLocks/>
              </p:cNvGrpSpPr>
              <p:nvPr/>
            </p:nvGrpSpPr>
            <p:grpSpPr bwMode="auto">
              <a:xfrm>
                <a:off x="963" y="3727"/>
                <a:ext cx="49" cy="23"/>
                <a:chOff x="963" y="3727"/>
                <a:chExt cx="49" cy="23"/>
              </a:xfrm>
            </p:grpSpPr>
            <p:sp>
              <p:nvSpPr>
                <p:cNvPr id="1994986" name="Freeform 235"/>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7" name="Freeform 236"/>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8" name="Freeform 237"/>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89" name="Group 238"/>
              <p:cNvGrpSpPr>
                <a:grpSpLocks/>
              </p:cNvGrpSpPr>
              <p:nvPr/>
            </p:nvGrpSpPr>
            <p:grpSpPr bwMode="auto">
              <a:xfrm>
                <a:off x="976" y="3740"/>
                <a:ext cx="50" cy="22"/>
                <a:chOff x="976" y="3740"/>
                <a:chExt cx="50" cy="22"/>
              </a:xfrm>
            </p:grpSpPr>
            <p:sp>
              <p:nvSpPr>
                <p:cNvPr id="1994990" name="Freeform 239"/>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1" name="Freeform 240"/>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2" name="Freeform 241"/>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93" name="Group 242"/>
              <p:cNvGrpSpPr>
                <a:grpSpLocks/>
              </p:cNvGrpSpPr>
              <p:nvPr/>
            </p:nvGrpSpPr>
            <p:grpSpPr bwMode="auto">
              <a:xfrm>
                <a:off x="761" y="3560"/>
                <a:ext cx="50" cy="22"/>
                <a:chOff x="761" y="3560"/>
                <a:chExt cx="50" cy="22"/>
              </a:xfrm>
            </p:grpSpPr>
            <p:sp>
              <p:nvSpPr>
                <p:cNvPr id="1994994" name="Freeform 243"/>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5" name="Freeform 244"/>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6" name="Freeform 245"/>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97" name="Group 246"/>
              <p:cNvGrpSpPr>
                <a:grpSpLocks/>
              </p:cNvGrpSpPr>
              <p:nvPr/>
            </p:nvGrpSpPr>
            <p:grpSpPr bwMode="auto">
              <a:xfrm>
                <a:off x="774" y="3572"/>
                <a:ext cx="49" cy="23"/>
                <a:chOff x="774" y="3572"/>
                <a:chExt cx="49" cy="23"/>
              </a:xfrm>
            </p:grpSpPr>
            <p:sp>
              <p:nvSpPr>
                <p:cNvPr id="1994998" name="Freeform 247"/>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9" name="Freeform 248"/>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0" name="Freeform 249"/>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01" name="Group 250"/>
              <p:cNvGrpSpPr>
                <a:grpSpLocks/>
              </p:cNvGrpSpPr>
              <p:nvPr/>
            </p:nvGrpSpPr>
            <p:grpSpPr bwMode="auto">
              <a:xfrm>
                <a:off x="787" y="3585"/>
                <a:ext cx="49" cy="23"/>
                <a:chOff x="787" y="3585"/>
                <a:chExt cx="49" cy="23"/>
              </a:xfrm>
            </p:grpSpPr>
            <p:sp>
              <p:nvSpPr>
                <p:cNvPr id="1995002" name="Freeform 251"/>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3" name="Freeform 252"/>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4" name="Freeform 253"/>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05" name="Group 254"/>
              <p:cNvGrpSpPr>
                <a:grpSpLocks/>
              </p:cNvGrpSpPr>
              <p:nvPr/>
            </p:nvGrpSpPr>
            <p:grpSpPr bwMode="auto">
              <a:xfrm>
                <a:off x="799" y="3600"/>
                <a:ext cx="99" cy="73"/>
                <a:chOff x="799" y="3600"/>
                <a:chExt cx="99" cy="73"/>
              </a:xfrm>
            </p:grpSpPr>
            <p:grpSp>
              <p:nvGrpSpPr>
                <p:cNvPr id="1995006" name="Group 255"/>
                <p:cNvGrpSpPr>
                  <a:grpSpLocks/>
                </p:cNvGrpSpPr>
                <p:nvPr/>
              </p:nvGrpSpPr>
              <p:grpSpPr bwMode="auto">
                <a:xfrm>
                  <a:off x="799" y="3600"/>
                  <a:ext cx="48" cy="23"/>
                  <a:chOff x="799" y="3600"/>
                  <a:chExt cx="48" cy="23"/>
                </a:xfrm>
              </p:grpSpPr>
              <p:sp>
                <p:nvSpPr>
                  <p:cNvPr id="1995007" name="Freeform 256"/>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8" name="Freeform 257"/>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9" name="Freeform 258"/>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10" name="Group 259"/>
                <p:cNvGrpSpPr>
                  <a:grpSpLocks/>
                </p:cNvGrpSpPr>
                <p:nvPr/>
              </p:nvGrpSpPr>
              <p:grpSpPr bwMode="auto">
                <a:xfrm>
                  <a:off x="811" y="3612"/>
                  <a:ext cx="48" cy="23"/>
                  <a:chOff x="811" y="3612"/>
                  <a:chExt cx="48" cy="23"/>
                </a:xfrm>
              </p:grpSpPr>
              <p:sp>
                <p:nvSpPr>
                  <p:cNvPr id="1995011" name="Freeform 260"/>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12" name="Freeform 261"/>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13" name="Freeform 262"/>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14" name="Group 263"/>
                <p:cNvGrpSpPr>
                  <a:grpSpLocks/>
                </p:cNvGrpSpPr>
                <p:nvPr/>
              </p:nvGrpSpPr>
              <p:grpSpPr bwMode="auto">
                <a:xfrm>
                  <a:off x="823" y="3625"/>
                  <a:ext cx="49" cy="23"/>
                  <a:chOff x="823" y="3625"/>
                  <a:chExt cx="49" cy="23"/>
                </a:xfrm>
              </p:grpSpPr>
              <p:sp>
                <p:nvSpPr>
                  <p:cNvPr id="1995015" name="Freeform 264"/>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16" name="Freeform 265"/>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17" name="Freeform 266"/>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18" name="Group 267"/>
                <p:cNvGrpSpPr>
                  <a:grpSpLocks/>
                </p:cNvGrpSpPr>
                <p:nvPr/>
              </p:nvGrpSpPr>
              <p:grpSpPr bwMode="auto">
                <a:xfrm>
                  <a:off x="836" y="3638"/>
                  <a:ext cx="50" cy="22"/>
                  <a:chOff x="836" y="3638"/>
                  <a:chExt cx="50" cy="22"/>
                </a:xfrm>
              </p:grpSpPr>
              <p:sp>
                <p:nvSpPr>
                  <p:cNvPr id="1995019" name="Freeform 268"/>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0" name="Freeform 269"/>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1" name="Freeform 270"/>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22" name="Group 271"/>
                <p:cNvGrpSpPr>
                  <a:grpSpLocks/>
                </p:cNvGrpSpPr>
                <p:nvPr/>
              </p:nvGrpSpPr>
              <p:grpSpPr bwMode="auto">
                <a:xfrm>
                  <a:off x="849" y="3651"/>
                  <a:ext cx="49" cy="22"/>
                  <a:chOff x="849" y="3651"/>
                  <a:chExt cx="49" cy="22"/>
                </a:xfrm>
              </p:grpSpPr>
              <p:sp>
                <p:nvSpPr>
                  <p:cNvPr id="1995023" name="Freeform 272"/>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4" name="Freeform 273"/>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5" name="Freeform 274"/>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026" name="Group 275"/>
              <p:cNvGrpSpPr>
                <a:grpSpLocks/>
              </p:cNvGrpSpPr>
              <p:nvPr/>
            </p:nvGrpSpPr>
            <p:grpSpPr bwMode="auto">
              <a:xfrm>
                <a:off x="861" y="3665"/>
                <a:ext cx="99" cy="74"/>
                <a:chOff x="861" y="3665"/>
                <a:chExt cx="99" cy="74"/>
              </a:xfrm>
            </p:grpSpPr>
            <p:grpSp>
              <p:nvGrpSpPr>
                <p:cNvPr id="1995027" name="Group 276"/>
                <p:cNvGrpSpPr>
                  <a:grpSpLocks/>
                </p:cNvGrpSpPr>
                <p:nvPr/>
              </p:nvGrpSpPr>
              <p:grpSpPr bwMode="auto">
                <a:xfrm>
                  <a:off x="861" y="3665"/>
                  <a:ext cx="50" cy="23"/>
                  <a:chOff x="861" y="3665"/>
                  <a:chExt cx="50" cy="23"/>
                </a:xfrm>
              </p:grpSpPr>
              <p:sp>
                <p:nvSpPr>
                  <p:cNvPr id="1995028" name="Freeform 277"/>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9" name="Freeform 278"/>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0" name="Freeform 279"/>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31" name="Group 280"/>
                <p:cNvGrpSpPr>
                  <a:grpSpLocks/>
                </p:cNvGrpSpPr>
                <p:nvPr/>
              </p:nvGrpSpPr>
              <p:grpSpPr bwMode="auto">
                <a:xfrm>
                  <a:off x="873" y="3678"/>
                  <a:ext cx="49" cy="23"/>
                  <a:chOff x="873" y="3678"/>
                  <a:chExt cx="49" cy="23"/>
                </a:xfrm>
              </p:grpSpPr>
              <p:sp>
                <p:nvSpPr>
                  <p:cNvPr id="1995032" name="Freeform 281"/>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3" name="Freeform 282"/>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4" name="Freeform 283"/>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35" name="Group 284"/>
                <p:cNvGrpSpPr>
                  <a:grpSpLocks/>
                </p:cNvGrpSpPr>
                <p:nvPr/>
              </p:nvGrpSpPr>
              <p:grpSpPr bwMode="auto">
                <a:xfrm>
                  <a:off x="886" y="3690"/>
                  <a:ext cx="49" cy="23"/>
                  <a:chOff x="886" y="3690"/>
                  <a:chExt cx="49" cy="23"/>
                </a:xfrm>
              </p:grpSpPr>
              <p:sp>
                <p:nvSpPr>
                  <p:cNvPr id="1995036" name="Freeform 285"/>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7" name="Freeform 286"/>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8" name="Freeform 287"/>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39" name="Group 288"/>
                <p:cNvGrpSpPr>
                  <a:grpSpLocks/>
                </p:cNvGrpSpPr>
                <p:nvPr/>
              </p:nvGrpSpPr>
              <p:grpSpPr bwMode="auto">
                <a:xfrm>
                  <a:off x="899" y="3703"/>
                  <a:ext cx="48" cy="23"/>
                  <a:chOff x="899" y="3703"/>
                  <a:chExt cx="48" cy="23"/>
                </a:xfrm>
              </p:grpSpPr>
              <p:sp>
                <p:nvSpPr>
                  <p:cNvPr id="1995040" name="Freeform 289"/>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1" name="Freeform 290"/>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2" name="Freeform 291"/>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43" name="Group 292"/>
                <p:cNvGrpSpPr>
                  <a:grpSpLocks/>
                </p:cNvGrpSpPr>
                <p:nvPr/>
              </p:nvGrpSpPr>
              <p:grpSpPr bwMode="auto">
                <a:xfrm>
                  <a:off x="912" y="3716"/>
                  <a:ext cx="48" cy="23"/>
                  <a:chOff x="912" y="3716"/>
                  <a:chExt cx="48" cy="23"/>
                </a:xfrm>
              </p:grpSpPr>
              <p:sp>
                <p:nvSpPr>
                  <p:cNvPr id="1995044" name="Freeform 293"/>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5" name="Freeform 294"/>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6" name="Freeform 295"/>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047" name="Group 296"/>
              <p:cNvGrpSpPr>
                <a:grpSpLocks/>
              </p:cNvGrpSpPr>
              <p:nvPr/>
            </p:nvGrpSpPr>
            <p:grpSpPr bwMode="auto">
              <a:xfrm>
                <a:off x="922" y="3727"/>
                <a:ext cx="49" cy="23"/>
                <a:chOff x="922" y="3727"/>
                <a:chExt cx="49" cy="23"/>
              </a:xfrm>
            </p:grpSpPr>
            <p:sp>
              <p:nvSpPr>
                <p:cNvPr id="1995048" name="Freeform 297"/>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9" name="Freeform 298"/>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0" name="Freeform 299"/>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51" name="Group 300"/>
              <p:cNvGrpSpPr>
                <a:grpSpLocks/>
              </p:cNvGrpSpPr>
              <p:nvPr/>
            </p:nvGrpSpPr>
            <p:grpSpPr bwMode="auto">
              <a:xfrm>
                <a:off x="895" y="3526"/>
                <a:ext cx="44" cy="23"/>
                <a:chOff x="895" y="3526"/>
                <a:chExt cx="44" cy="23"/>
              </a:xfrm>
            </p:grpSpPr>
            <p:sp>
              <p:nvSpPr>
                <p:cNvPr id="1995052" name="Freeform 301"/>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3" name="Freeform 302"/>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4" name="Freeform 303"/>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55" name="Group 304"/>
              <p:cNvGrpSpPr>
                <a:grpSpLocks/>
              </p:cNvGrpSpPr>
              <p:nvPr/>
            </p:nvGrpSpPr>
            <p:grpSpPr bwMode="auto">
              <a:xfrm>
                <a:off x="907" y="3540"/>
                <a:ext cx="45" cy="22"/>
                <a:chOff x="907" y="3540"/>
                <a:chExt cx="45" cy="22"/>
              </a:xfrm>
            </p:grpSpPr>
            <p:sp>
              <p:nvSpPr>
                <p:cNvPr id="1995056" name="Freeform 305"/>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7" name="Freeform 306"/>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8" name="Freeform 307"/>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59" name="Group 308"/>
              <p:cNvGrpSpPr>
                <a:grpSpLocks/>
              </p:cNvGrpSpPr>
              <p:nvPr/>
            </p:nvGrpSpPr>
            <p:grpSpPr bwMode="auto">
              <a:xfrm>
                <a:off x="920" y="3553"/>
                <a:ext cx="45" cy="23"/>
                <a:chOff x="920" y="3553"/>
                <a:chExt cx="45" cy="23"/>
              </a:xfrm>
            </p:grpSpPr>
            <p:sp>
              <p:nvSpPr>
                <p:cNvPr id="1995060" name="Freeform 309"/>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61" name="Freeform 310"/>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62" name="Freeform 311"/>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63" name="Group 312"/>
              <p:cNvGrpSpPr>
                <a:grpSpLocks/>
              </p:cNvGrpSpPr>
              <p:nvPr/>
            </p:nvGrpSpPr>
            <p:grpSpPr bwMode="auto">
              <a:xfrm>
                <a:off x="934" y="3566"/>
                <a:ext cx="44" cy="23"/>
                <a:chOff x="934" y="3566"/>
                <a:chExt cx="44" cy="23"/>
              </a:xfrm>
            </p:grpSpPr>
            <p:sp>
              <p:nvSpPr>
                <p:cNvPr id="1995064" name="Freeform 313"/>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65" name="Freeform 314"/>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66" name="Freeform 315"/>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67" name="Group 316"/>
              <p:cNvGrpSpPr>
                <a:grpSpLocks/>
              </p:cNvGrpSpPr>
              <p:nvPr/>
            </p:nvGrpSpPr>
            <p:grpSpPr bwMode="auto">
              <a:xfrm>
                <a:off x="949" y="3579"/>
                <a:ext cx="83" cy="63"/>
                <a:chOff x="949" y="3579"/>
                <a:chExt cx="83" cy="63"/>
              </a:xfrm>
            </p:grpSpPr>
            <p:grpSp>
              <p:nvGrpSpPr>
                <p:cNvPr id="1995068" name="Group 317"/>
                <p:cNvGrpSpPr>
                  <a:grpSpLocks/>
                </p:cNvGrpSpPr>
                <p:nvPr/>
              </p:nvGrpSpPr>
              <p:grpSpPr bwMode="auto">
                <a:xfrm>
                  <a:off x="949" y="3579"/>
                  <a:ext cx="44" cy="23"/>
                  <a:chOff x="949" y="3579"/>
                  <a:chExt cx="44" cy="23"/>
                </a:xfrm>
              </p:grpSpPr>
              <p:sp>
                <p:nvSpPr>
                  <p:cNvPr id="1995069" name="Freeform 318"/>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0" name="Freeform 319"/>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1" name="Freeform 320"/>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72" name="Group 321"/>
                <p:cNvGrpSpPr>
                  <a:grpSpLocks/>
                </p:cNvGrpSpPr>
                <p:nvPr/>
              </p:nvGrpSpPr>
              <p:grpSpPr bwMode="auto">
                <a:xfrm>
                  <a:off x="961" y="3592"/>
                  <a:ext cx="45" cy="23"/>
                  <a:chOff x="961" y="3592"/>
                  <a:chExt cx="45" cy="23"/>
                </a:xfrm>
              </p:grpSpPr>
              <p:sp>
                <p:nvSpPr>
                  <p:cNvPr id="1995073" name="Freeform 322"/>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4" name="Freeform 323"/>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5" name="Freeform 324"/>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76" name="Group 325"/>
                <p:cNvGrpSpPr>
                  <a:grpSpLocks/>
                </p:cNvGrpSpPr>
                <p:nvPr/>
              </p:nvGrpSpPr>
              <p:grpSpPr bwMode="auto">
                <a:xfrm>
                  <a:off x="974" y="3606"/>
                  <a:ext cx="44" cy="23"/>
                  <a:chOff x="974" y="3606"/>
                  <a:chExt cx="44" cy="23"/>
                </a:xfrm>
              </p:grpSpPr>
              <p:sp>
                <p:nvSpPr>
                  <p:cNvPr id="1995077" name="Freeform 326"/>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8" name="Freeform 327"/>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9" name="Freeform 328"/>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80" name="Group 329"/>
                <p:cNvGrpSpPr>
                  <a:grpSpLocks/>
                </p:cNvGrpSpPr>
                <p:nvPr/>
              </p:nvGrpSpPr>
              <p:grpSpPr bwMode="auto">
                <a:xfrm>
                  <a:off x="987" y="3619"/>
                  <a:ext cx="45" cy="23"/>
                  <a:chOff x="987" y="3619"/>
                  <a:chExt cx="45" cy="23"/>
                </a:xfrm>
              </p:grpSpPr>
              <p:sp>
                <p:nvSpPr>
                  <p:cNvPr id="1995081" name="Freeform 330"/>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82" name="Freeform 331"/>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83" name="Freeform 332"/>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084" name="Group 333"/>
              <p:cNvGrpSpPr>
                <a:grpSpLocks/>
              </p:cNvGrpSpPr>
              <p:nvPr/>
            </p:nvGrpSpPr>
            <p:grpSpPr bwMode="auto">
              <a:xfrm>
                <a:off x="1002" y="3632"/>
                <a:ext cx="83" cy="63"/>
                <a:chOff x="1002" y="3632"/>
                <a:chExt cx="83" cy="63"/>
              </a:xfrm>
            </p:grpSpPr>
            <p:grpSp>
              <p:nvGrpSpPr>
                <p:cNvPr id="1995085" name="Group 334"/>
                <p:cNvGrpSpPr>
                  <a:grpSpLocks/>
                </p:cNvGrpSpPr>
                <p:nvPr/>
              </p:nvGrpSpPr>
              <p:grpSpPr bwMode="auto">
                <a:xfrm>
                  <a:off x="1002" y="3632"/>
                  <a:ext cx="44" cy="22"/>
                  <a:chOff x="1002" y="3632"/>
                  <a:chExt cx="44" cy="22"/>
                </a:xfrm>
              </p:grpSpPr>
              <p:sp>
                <p:nvSpPr>
                  <p:cNvPr id="1995086" name="Freeform 335"/>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87" name="Freeform 336"/>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88" name="Freeform 337"/>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89" name="Group 338"/>
                <p:cNvGrpSpPr>
                  <a:grpSpLocks/>
                </p:cNvGrpSpPr>
                <p:nvPr/>
              </p:nvGrpSpPr>
              <p:grpSpPr bwMode="auto">
                <a:xfrm>
                  <a:off x="1014" y="3645"/>
                  <a:ext cx="44" cy="23"/>
                  <a:chOff x="1014" y="3645"/>
                  <a:chExt cx="44" cy="23"/>
                </a:xfrm>
              </p:grpSpPr>
              <p:sp>
                <p:nvSpPr>
                  <p:cNvPr id="1995090" name="Freeform 339"/>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1" name="Freeform 340"/>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2" name="Freeform 341"/>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93" name="Group 342"/>
                <p:cNvGrpSpPr>
                  <a:grpSpLocks/>
                </p:cNvGrpSpPr>
                <p:nvPr/>
              </p:nvGrpSpPr>
              <p:grpSpPr bwMode="auto">
                <a:xfrm>
                  <a:off x="1027" y="3659"/>
                  <a:ext cx="45" cy="23"/>
                  <a:chOff x="1027" y="3659"/>
                  <a:chExt cx="45" cy="23"/>
                </a:xfrm>
              </p:grpSpPr>
              <p:sp>
                <p:nvSpPr>
                  <p:cNvPr id="1995094" name="Freeform 343"/>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5" name="Freeform 344"/>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6" name="Freeform 345"/>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97" name="Group 346"/>
                <p:cNvGrpSpPr>
                  <a:grpSpLocks/>
                </p:cNvGrpSpPr>
                <p:nvPr/>
              </p:nvGrpSpPr>
              <p:grpSpPr bwMode="auto">
                <a:xfrm>
                  <a:off x="1040" y="3672"/>
                  <a:ext cx="45" cy="23"/>
                  <a:chOff x="1040" y="3672"/>
                  <a:chExt cx="45" cy="23"/>
                </a:xfrm>
              </p:grpSpPr>
              <p:sp>
                <p:nvSpPr>
                  <p:cNvPr id="1995098" name="Freeform 347"/>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9" name="Freeform 348"/>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0" name="Freeform 349"/>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101" name="Group 350"/>
              <p:cNvGrpSpPr>
                <a:grpSpLocks/>
              </p:cNvGrpSpPr>
              <p:nvPr/>
            </p:nvGrpSpPr>
            <p:grpSpPr bwMode="auto">
              <a:xfrm>
                <a:off x="1054" y="3685"/>
                <a:ext cx="45" cy="23"/>
                <a:chOff x="1054" y="3685"/>
                <a:chExt cx="45" cy="23"/>
              </a:xfrm>
            </p:grpSpPr>
            <p:sp>
              <p:nvSpPr>
                <p:cNvPr id="1995102" name="Freeform 351"/>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3" name="Freeform 352"/>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4" name="Freeform 353"/>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05" name="Group 354"/>
              <p:cNvGrpSpPr>
                <a:grpSpLocks/>
              </p:cNvGrpSpPr>
              <p:nvPr/>
            </p:nvGrpSpPr>
            <p:grpSpPr bwMode="auto">
              <a:xfrm>
                <a:off x="1067" y="3698"/>
                <a:ext cx="45" cy="23"/>
                <a:chOff x="1067" y="3698"/>
                <a:chExt cx="45" cy="23"/>
              </a:xfrm>
            </p:grpSpPr>
            <p:sp>
              <p:nvSpPr>
                <p:cNvPr id="1995106" name="Freeform 355"/>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7" name="Freeform 356"/>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8" name="Freeform 357"/>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09" name="Group 358"/>
              <p:cNvGrpSpPr>
                <a:grpSpLocks/>
              </p:cNvGrpSpPr>
              <p:nvPr/>
            </p:nvGrpSpPr>
            <p:grpSpPr bwMode="auto">
              <a:xfrm>
                <a:off x="1079" y="3712"/>
                <a:ext cx="44" cy="23"/>
                <a:chOff x="1079" y="3712"/>
                <a:chExt cx="44" cy="23"/>
              </a:xfrm>
            </p:grpSpPr>
            <p:sp>
              <p:nvSpPr>
                <p:cNvPr id="1995110" name="Freeform 359"/>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1" name="Freeform 360"/>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2" name="Freeform 361"/>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13" name="Group 362"/>
              <p:cNvGrpSpPr>
                <a:grpSpLocks/>
              </p:cNvGrpSpPr>
              <p:nvPr/>
            </p:nvGrpSpPr>
            <p:grpSpPr bwMode="auto">
              <a:xfrm>
                <a:off x="1093" y="3725"/>
                <a:ext cx="45" cy="23"/>
                <a:chOff x="1093" y="3725"/>
                <a:chExt cx="45" cy="23"/>
              </a:xfrm>
            </p:grpSpPr>
            <p:sp>
              <p:nvSpPr>
                <p:cNvPr id="1995114" name="Freeform 363"/>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5" name="Freeform 364"/>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6" name="Freeform 365"/>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17" name="Group 366"/>
              <p:cNvGrpSpPr>
                <a:grpSpLocks/>
              </p:cNvGrpSpPr>
              <p:nvPr/>
            </p:nvGrpSpPr>
            <p:grpSpPr bwMode="auto">
              <a:xfrm>
                <a:off x="1108" y="3739"/>
                <a:ext cx="44" cy="23"/>
                <a:chOff x="1108" y="3739"/>
                <a:chExt cx="44" cy="23"/>
              </a:xfrm>
            </p:grpSpPr>
            <p:sp>
              <p:nvSpPr>
                <p:cNvPr id="1995118" name="Freeform 367"/>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9" name="Freeform 368"/>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0" name="Freeform 369"/>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21" name="Group 370"/>
              <p:cNvGrpSpPr>
                <a:grpSpLocks/>
              </p:cNvGrpSpPr>
              <p:nvPr/>
            </p:nvGrpSpPr>
            <p:grpSpPr bwMode="auto">
              <a:xfrm>
                <a:off x="1121" y="3753"/>
                <a:ext cx="45" cy="23"/>
                <a:chOff x="1121" y="3753"/>
                <a:chExt cx="45" cy="23"/>
              </a:xfrm>
            </p:grpSpPr>
            <p:sp>
              <p:nvSpPr>
                <p:cNvPr id="1995122" name="Freeform 371"/>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3" name="Freeform 372"/>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4" name="Freeform 373"/>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25" name="Group 374"/>
              <p:cNvGrpSpPr>
                <a:grpSpLocks/>
              </p:cNvGrpSpPr>
              <p:nvPr/>
            </p:nvGrpSpPr>
            <p:grpSpPr bwMode="auto">
              <a:xfrm>
                <a:off x="1133" y="3767"/>
                <a:ext cx="44" cy="23"/>
                <a:chOff x="1133" y="3767"/>
                <a:chExt cx="44" cy="23"/>
              </a:xfrm>
            </p:grpSpPr>
            <p:sp>
              <p:nvSpPr>
                <p:cNvPr id="1995126" name="Freeform 375"/>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7" name="Freeform 376"/>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8" name="Freeform 377"/>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129" name="Freeform 378"/>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0" name="Freeform 379"/>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1" name="Freeform 380"/>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2" name="Freeform 381"/>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3" name="Freeform 382"/>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4" name="Freeform 383"/>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5" name="Freeform 384"/>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6" name="Freeform 385"/>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7" name="Freeform 386"/>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8" name="Freeform 387"/>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9" name="Freeform 388"/>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140" name="Group 389"/>
              <p:cNvGrpSpPr>
                <a:grpSpLocks/>
              </p:cNvGrpSpPr>
              <p:nvPr/>
            </p:nvGrpSpPr>
            <p:grpSpPr bwMode="auto">
              <a:xfrm>
                <a:off x="700" y="3535"/>
                <a:ext cx="49" cy="24"/>
                <a:chOff x="700" y="3535"/>
                <a:chExt cx="49" cy="24"/>
              </a:xfrm>
            </p:grpSpPr>
            <p:sp>
              <p:nvSpPr>
                <p:cNvPr id="1995141" name="Freeform 390"/>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42" name="Freeform 391"/>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43" name="Freeform 392"/>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44" name="Group 393"/>
              <p:cNvGrpSpPr>
                <a:grpSpLocks/>
              </p:cNvGrpSpPr>
              <p:nvPr/>
            </p:nvGrpSpPr>
            <p:grpSpPr bwMode="auto">
              <a:xfrm>
                <a:off x="714" y="3551"/>
                <a:ext cx="49" cy="22"/>
                <a:chOff x="714" y="3551"/>
                <a:chExt cx="49" cy="22"/>
              </a:xfrm>
            </p:grpSpPr>
            <p:sp>
              <p:nvSpPr>
                <p:cNvPr id="1995145" name="Freeform 394"/>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46" name="Freeform 395"/>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47" name="Freeform 396"/>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48" name="Group 397"/>
              <p:cNvGrpSpPr>
                <a:grpSpLocks/>
              </p:cNvGrpSpPr>
              <p:nvPr/>
            </p:nvGrpSpPr>
            <p:grpSpPr bwMode="auto">
              <a:xfrm>
                <a:off x="728" y="3564"/>
                <a:ext cx="48" cy="23"/>
                <a:chOff x="728" y="3564"/>
                <a:chExt cx="48" cy="23"/>
              </a:xfrm>
            </p:grpSpPr>
            <p:sp>
              <p:nvSpPr>
                <p:cNvPr id="1995149" name="Freeform 398"/>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0" name="Freeform 399"/>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1" name="Freeform 400"/>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52" name="Group 401"/>
              <p:cNvGrpSpPr>
                <a:grpSpLocks/>
              </p:cNvGrpSpPr>
              <p:nvPr/>
            </p:nvGrpSpPr>
            <p:grpSpPr bwMode="auto">
              <a:xfrm>
                <a:off x="742" y="3582"/>
                <a:ext cx="49" cy="23"/>
                <a:chOff x="742" y="3582"/>
                <a:chExt cx="49" cy="23"/>
              </a:xfrm>
            </p:grpSpPr>
            <p:sp>
              <p:nvSpPr>
                <p:cNvPr id="1995153" name="Freeform 402"/>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4" name="Freeform 403"/>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5" name="Freeform 404"/>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56" name="Group 405"/>
              <p:cNvGrpSpPr>
                <a:grpSpLocks/>
              </p:cNvGrpSpPr>
              <p:nvPr/>
            </p:nvGrpSpPr>
            <p:grpSpPr bwMode="auto">
              <a:xfrm>
                <a:off x="752" y="3597"/>
                <a:ext cx="133" cy="106"/>
                <a:chOff x="752" y="3597"/>
                <a:chExt cx="133" cy="106"/>
              </a:xfrm>
            </p:grpSpPr>
            <p:sp>
              <p:nvSpPr>
                <p:cNvPr id="1995157" name="Freeform 406"/>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8" name="Freeform 407"/>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9" name="Freeform 408"/>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60" name="Group 409"/>
              <p:cNvGrpSpPr>
                <a:grpSpLocks/>
              </p:cNvGrpSpPr>
              <p:nvPr/>
            </p:nvGrpSpPr>
            <p:grpSpPr bwMode="auto">
              <a:xfrm>
                <a:off x="844" y="3694"/>
                <a:ext cx="48" cy="23"/>
                <a:chOff x="844" y="3694"/>
                <a:chExt cx="48" cy="23"/>
              </a:xfrm>
            </p:grpSpPr>
            <p:sp>
              <p:nvSpPr>
                <p:cNvPr id="1995161" name="Freeform 410"/>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62" name="Freeform 411"/>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63" name="Freeform 412"/>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64" name="Group 413"/>
              <p:cNvGrpSpPr>
                <a:grpSpLocks/>
              </p:cNvGrpSpPr>
              <p:nvPr/>
            </p:nvGrpSpPr>
            <p:grpSpPr bwMode="auto">
              <a:xfrm>
                <a:off x="857" y="3710"/>
                <a:ext cx="49" cy="22"/>
                <a:chOff x="857" y="3710"/>
                <a:chExt cx="49" cy="22"/>
              </a:xfrm>
            </p:grpSpPr>
            <p:sp>
              <p:nvSpPr>
                <p:cNvPr id="1995165" name="Freeform 414"/>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66" name="Freeform 415"/>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67" name="Freeform 416"/>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68" name="Group 417"/>
              <p:cNvGrpSpPr>
                <a:grpSpLocks/>
              </p:cNvGrpSpPr>
              <p:nvPr/>
            </p:nvGrpSpPr>
            <p:grpSpPr bwMode="auto">
              <a:xfrm>
                <a:off x="1086" y="3766"/>
                <a:ext cx="49" cy="23"/>
                <a:chOff x="1086" y="3766"/>
                <a:chExt cx="49" cy="23"/>
              </a:xfrm>
            </p:grpSpPr>
            <p:sp>
              <p:nvSpPr>
                <p:cNvPr id="1995169" name="Freeform 418"/>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0" name="Freeform 419"/>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1" name="Freeform 420"/>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72" name="Group 421"/>
              <p:cNvGrpSpPr>
                <a:grpSpLocks/>
              </p:cNvGrpSpPr>
              <p:nvPr/>
            </p:nvGrpSpPr>
            <p:grpSpPr bwMode="auto">
              <a:xfrm>
                <a:off x="934" y="3740"/>
                <a:ext cx="48" cy="23"/>
                <a:chOff x="934" y="3740"/>
                <a:chExt cx="48" cy="23"/>
              </a:xfrm>
            </p:grpSpPr>
            <p:sp>
              <p:nvSpPr>
                <p:cNvPr id="1995173" name="Freeform 422"/>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4" name="Freeform 423"/>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5" name="Freeform 424"/>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76" name="Group 425"/>
              <p:cNvGrpSpPr>
                <a:grpSpLocks/>
              </p:cNvGrpSpPr>
              <p:nvPr/>
            </p:nvGrpSpPr>
            <p:grpSpPr bwMode="auto">
              <a:xfrm>
                <a:off x="943" y="3754"/>
                <a:ext cx="49" cy="23"/>
                <a:chOff x="943" y="3754"/>
                <a:chExt cx="49" cy="23"/>
              </a:xfrm>
            </p:grpSpPr>
            <p:sp>
              <p:nvSpPr>
                <p:cNvPr id="1995177" name="Freeform 426"/>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8" name="Freeform 427"/>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9" name="Freeform 428"/>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180" name="Freeform 429"/>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81" name="Freeform 430"/>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82" name="Freeform 431"/>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83" name="Group 432"/>
            <p:cNvGrpSpPr>
              <a:grpSpLocks/>
            </p:cNvGrpSpPr>
            <p:nvPr/>
          </p:nvGrpSpPr>
          <p:grpSpPr bwMode="auto">
            <a:xfrm>
              <a:off x="920" y="3821"/>
              <a:ext cx="413" cy="50"/>
              <a:chOff x="920" y="3821"/>
              <a:chExt cx="413" cy="50"/>
            </a:xfrm>
          </p:grpSpPr>
          <p:sp>
            <p:nvSpPr>
              <p:cNvPr id="1995184" name="Freeform 433"/>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85" name="Freeform 434"/>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86" name="Rectangle 43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87" name="Rectangle 43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88" name="Group 437"/>
            <p:cNvGrpSpPr>
              <a:grpSpLocks/>
            </p:cNvGrpSpPr>
            <p:nvPr/>
          </p:nvGrpSpPr>
          <p:grpSpPr bwMode="auto">
            <a:xfrm>
              <a:off x="1227" y="3477"/>
              <a:ext cx="508" cy="321"/>
              <a:chOff x="1227" y="3477"/>
              <a:chExt cx="508" cy="321"/>
            </a:xfrm>
          </p:grpSpPr>
          <p:sp>
            <p:nvSpPr>
              <p:cNvPr id="1995189" name="Freeform 438"/>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0" name="Freeform 439"/>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91" name="Freeform 440"/>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2" name="Line 44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93" name="Freeform 442"/>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4" name="Freeform 443"/>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5" name="Freeform 444"/>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6" name="Freeform 445"/>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7" name="Freeform 446"/>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8" name="Freeform 447"/>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9" name="Freeform 448"/>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00" name="Freeform 449"/>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01" name="Freeform 450"/>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02" name="Freeform 451"/>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03" name="Oval 45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04" name="Oval 45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05" name="Freeform 454"/>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06" name="Oval 45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07" name="Oval 45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sp>
        <p:nvSpPr>
          <p:cNvPr id="1995208" name="Text Box 457"/>
          <p:cNvSpPr txBox="1">
            <a:spLocks noChangeArrowheads="1"/>
          </p:cNvSpPr>
          <p:nvPr/>
        </p:nvSpPr>
        <p:spPr bwMode="auto">
          <a:xfrm>
            <a:off x="3687763" y="42211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宋体" panose="02010600030101010101" pitchFamily="2" charset="-122"/>
              </a:rPr>
              <a:t>交换文件块</a:t>
            </a:r>
          </a:p>
        </p:txBody>
      </p:sp>
      <p:graphicFrame>
        <p:nvGraphicFramePr>
          <p:cNvPr id="1995209" name="Object 458">
            <a:hlinkClick r:id="" action="ppaction://ole?verb=1"/>
          </p:cNvPr>
          <p:cNvGraphicFramePr>
            <a:graphicFrameLocks/>
          </p:cNvGraphicFramePr>
          <p:nvPr/>
        </p:nvGraphicFramePr>
        <p:xfrm>
          <a:off x="2517775" y="3049588"/>
          <a:ext cx="390525" cy="647700"/>
        </p:xfrm>
        <a:graphic>
          <a:graphicData uri="http://schemas.openxmlformats.org/presentationml/2006/ole">
            <mc:AlternateContent xmlns:mc="http://schemas.openxmlformats.org/markup-compatibility/2006">
              <mc:Choice xmlns:v="urn:schemas-microsoft-com:vml" Requires="v">
                <p:oleObj spid="_x0000_s1998473" r:id="rId3" imgW="0" imgH="0" progId="MS_ClipArt_Gallery">
                  <p:embed/>
                </p:oleObj>
              </mc:Choice>
              <mc:Fallback>
                <p:oleObj r:id="rId3" imgW="0" imgH="0" progId="MS_ClipArt_Gallery">
                  <p:embed/>
                  <p:pic>
                    <p:nvPicPr>
                      <p:cNvPr id="0" name="Object 45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7775" y="3049588"/>
                        <a:ext cx="390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95210" name="Text Box 459"/>
          <p:cNvSpPr txBox="1">
            <a:spLocks noChangeArrowheads="1"/>
          </p:cNvSpPr>
          <p:nvPr/>
        </p:nvSpPr>
        <p:spPr bwMode="auto">
          <a:xfrm>
            <a:off x="2284413" y="2636838"/>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宋体" panose="02010600030101010101" pitchFamily="2" charset="-122"/>
              </a:rPr>
              <a:t>追踪器</a:t>
            </a:r>
          </a:p>
        </p:txBody>
      </p:sp>
      <p:grpSp>
        <p:nvGrpSpPr>
          <p:cNvPr id="1995211" name="Group 460"/>
          <p:cNvGrpSpPr>
            <a:grpSpLocks/>
          </p:cNvGrpSpPr>
          <p:nvPr/>
        </p:nvGrpSpPr>
        <p:grpSpPr bwMode="auto">
          <a:xfrm>
            <a:off x="4856163" y="5570538"/>
            <a:ext cx="720725" cy="546100"/>
            <a:chOff x="624" y="2968"/>
            <a:chExt cx="1331" cy="920"/>
          </a:xfrm>
        </p:grpSpPr>
        <p:sp>
          <p:nvSpPr>
            <p:cNvPr id="1995212" name="Freeform 461"/>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13" name="Freeform 462"/>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14" name="Freeform 463"/>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15" name="Freeform 464"/>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16" name="Freeform 465"/>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17" name="Freeform 466"/>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18" name="Freeform 467"/>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19" name="Freeform 468"/>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0" name="Freeform 469"/>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1" name="Freeform 470"/>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2" name="Freeform 471"/>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3" name="Freeform 472"/>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224" name="Group 473"/>
            <p:cNvGrpSpPr>
              <a:grpSpLocks/>
            </p:cNvGrpSpPr>
            <p:nvPr/>
          </p:nvGrpSpPr>
          <p:grpSpPr bwMode="auto">
            <a:xfrm>
              <a:off x="700" y="3526"/>
              <a:ext cx="515" cy="270"/>
              <a:chOff x="700" y="3526"/>
              <a:chExt cx="515" cy="270"/>
            </a:xfrm>
          </p:grpSpPr>
          <p:grpSp>
            <p:nvGrpSpPr>
              <p:cNvPr id="1995225" name="Group 474"/>
              <p:cNvGrpSpPr>
                <a:grpSpLocks/>
              </p:cNvGrpSpPr>
              <p:nvPr/>
            </p:nvGrpSpPr>
            <p:grpSpPr bwMode="auto">
              <a:xfrm>
                <a:off x="737" y="3534"/>
                <a:ext cx="49" cy="23"/>
                <a:chOff x="737" y="3534"/>
                <a:chExt cx="49" cy="23"/>
              </a:xfrm>
            </p:grpSpPr>
            <p:sp>
              <p:nvSpPr>
                <p:cNvPr id="1995226" name="Freeform 475"/>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7" name="Freeform 476"/>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8" name="Freeform 477"/>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29" name="Group 478"/>
              <p:cNvGrpSpPr>
                <a:grpSpLocks/>
              </p:cNvGrpSpPr>
              <p:nvPr/>
            </p:nvGrpSpPr>
            <p:grpSpPr bwMode="auto">
              <a:xfrm>
                <a:off x="748" y="3547"/>
                <a:ext cx="50" cy="23"/>
                <a:chOff x="748" y="3547"/>
                <a:chExt cx="50" cy="23"/>
              </a:xfrm>
            </p:grpSpPr>
            <p:sp>
              <p:nvSpPr>
                <p:cNvPr id="1995230" name="Freeform 479"/>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1" name="Freeform 480"/>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2" name="Freeform 481"/>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233" name="Freeform 482"/>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4" name="Freeform 483"/>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5" name="Freeform 484"/>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6" name="Freeform 485"/>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237" name="Group 486"/>
              <p:cNvGrpSpPr>
                <a:grpSpLocks/>
              </p:cNvGrpSpPr>
              <p:nvPr/>
            </p:nvGrpSpPr>
            <p:grpSpPr bwMode="auto">
              <a:xfrm>
                <a:off x="872" y="3547"/>
                <a:ext cx="50" cy="23"/>
                <a:chOff x="872" y="3547"/>
                <a:chExt cx="50" cy="23"/>
              </a:xfrm>
            </p:grpSpPr>
            <p:sp>
              <p:nvSpPr>
                <p:cNvPr id="1995238" name="Freeform 487"/>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9" name="Freeform 488"/>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0" name="Freeform 489"/>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41" name="Group 490"/>
              <p:cNvGrpSpPr>
                <a:grpSpLocks/>
              </p:cNvGrpSpPr>
              <p:nvPr/>
            </p:nvGrpSpPr>
            <p:grpSpPr bwMode="auto">
              <a:xfrm>
                <a:off x="885" y="3559"/>
                <a:ext cx="50" cy="23"/>
                <a:chOff x="885" y="3559"/>
                <a:chExt cx="50" cy="23"/>
              </a:xfrm>
            </p:grpSpPr>
            <p:sp>
              <p:nvSpPr>
                <p:cNvPr id="1995242" name="Freeform 491"/>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3" name="Freeform 492"/>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4" name="Freeform 493"/>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45" name="Group 494"/>
              <p:cNvGrpSpPr>
                <a:grpSpLocks/>
              </p:cNvGrpSpPr>
              <p:nvPr/>
            </p:nvGrpSpPr>
            <p:grpSpPr bwMode="auto">
              <a:xfrm>
                <a:off x="898" y="3571"/>
                <a:ext cx="49" cy="23"/>
                <a:chOff x="898" y="3571"/>
                <a:chExt cx="49" cy="23"/>
              </a:xfrm>
            </p:grpSpPr>
            <p:sp>
              <p:nvSpPr>
                <p:cNvPr id="1995246" name="Freeform 495"/>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7" name="Freeform 496"/>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8" name="Freeform 497"/>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49" name="Group 498"/>
              <p:cNvGrpSpPr>
                <a:grpSpLocks/>
              </p:cNvGrpSpPr>
              <p:nvPr/>
            </p:nvGrpSpPr>
            <p:grpSpPr bwMode="auto">
              <a:xfrm>
                <a:off x="911" y="3585"/>
                <a:ext cx="49" cy="23"/>
                <a:chOff x="911" y="3585"/>
                <a:chExt cx="49" cy="23"/>
              </a:xfrm>
            </p:grpSpPr>
            <p:sp>
              <p:nvSpPr>
                <p:cNvPr id="1995250" name="Freeform 499"/>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51" name="Freeform 500"/>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52" name="Freeform 501"/>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53" name="Group 502"/>
              <p:cNvGrpSpPr>
                <a:grpSpLocks/>
              </p:cNvGrpSpPr>
              <p:nvPr/>
            </p:nvGrpSpPr>
            <p:grpSpPr bwMode="auto">
              <a:xfrm>
                <a:off x="923" y="3600"/>
                <a:ext cx="99" cy="73"/>
                <a:chOff x="923" y="3600"/>
                <a:chExt cx="99" cy="73"/>
              </a:xfrm>
            </p:grpSpPr>
            <p:grpSp>
              <p:nvGrpSpPr>
                <p:cNvPr id="1995254" name="Group 503"/>
                <p:cNvGrpSpPr>
                  <a:grpSpLocks/>
                </p:cNvGrpSpPr>
                <p:nvPr/>
              </p:nvGrpSpPr>
              <p:grpSpPr bwMode="auto">
                <a:xfrm>
                  <a:off x="923" y="3600"/>
                  <a:ext cx="49" cy="23"/>
                  <a:chOff x="923" y="3600"/>
                  <a:chExt cx="49" cy="23"/>
                </a:xfrm>
              </p:grpSpPr>
              <p:sp>
                <p:nvSpPr>
                  <p:cNvPr id="1995255" name="Freeform 504"/>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56" name="Freeform 505"/>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57" name="Freeform 506"/>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58" name="Group 507"/>
                <p:cNvGrpSpPr>
                  <a:grpSpLocks/>
                </p:cNvGrpSpPr>
                <p:nvPr/>
              </p:nvGrpSpPr>
              <p:grpSpPr bwMode="auto">
                <a:xfrm>
                  <a:off x="935" y="3612"/>
                  <a:ext cx="48" cy="23"/>
                  <a:chOff x="935" y="3612"/>
                  <a:chExt cx="48" cy="23"/>
                </a:xfrm>
              </p:grpSpPr>
              <p:sp>
                <p:nvSpPr>
                  <p:cNvPr id="1995259" name="Freeform 508"/>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0" name="Freeform 509"/>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1" name="Freeform 510"/>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62" name="Group 511"/>
                <p:cNvGrpSpPr>
                  <a:grpSpLocks/>
                </p:cNvGrpSpPr>
                <p:nvPr/>
              </p:nvGrpSpPr>
              <p:grpSpPr bwMode="auto">
                <a:xfrm>
                  <a:off x="947" y="3625"/>
                  <a:ext cx="50" cy="22"/>
                  <a:chOff x="947" y="3625"/>
                  <a:chExt cx="50" cy="22"/>
                </a:xfrm>
              </p:grpSpPr>
              <p:sp>
                <p:nvSpPr>
                  <p:cNvPr id="1995263" name="Freeform 512"/>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4" name="Freeform 513"/>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5" name="Freeform 514"/>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66" name="Group 515"/>
                <p:cNvGrpSpPr>
                  <a:grpSpLocks/>
                </p:cNvGrpSpPr>
                <p:nvPr/>
              </p:nvGrpSpPr>
              <p:grpSpPr bwMode="auto">
                <a:xfrm>
                  <a:off x="960" y="3637"/>
                  <a:ext cx="50" cy="23"/>
                  <a:chOff x="960" y="3637"/>
                  <a:chExt cx="50" cy="23"/>
                </a:xfrm>
              </p:grpSpPr>
              <p:sp>
                <p:nvSpPr>
                  <p:cNvPr id="1995267" name="Freeform 516"/>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8" name="Freeform 517"/>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9" name="Freeform 518"/>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70" name="Group 519"/>
                <p:cNvGrpSpPr>
                  <a:grpSpLocks/>
                </p:cNvGrpSpPr>
                <p:nvPr/>
              </p:nvGrpSpPr>
              <p:grpSpPr bwMode="auto">
                <a:xfrm>
                  <a:off x="973" y="3650"/>
                  <a:ext cx="49" cy="23"/>
                  <a:chOff x="973" y="3650"/>
                  <a:chExt cx="49" cy="23"/>
                </a:xfrm>
              </p:grpSpPr>
              <p:sp>
                <p:nvSpPr>
                  <p:cNvPr id="1995271" name="Freeform 520"/>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72" name="Freeform 521"/>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73" name="Freeform 522"/>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274" name="Group 523"/>
              <p:cNvGrpSpPr>
                <a:grpSpLocks/>
              </p:cNvGrpSpPr>
              <p:nvPr/>
            </p:nvGrpSpPr>
            <p:grpSpPr bwMode="auto">
              <a:xfrm>
                <a:off x="985" y="3665"/>
                <a:ext cx="100" cy="73"/>
                <a:chOff x="985" y="3665"/>
                <a:chExt cx="100" cy="73"/>
              </a:xfrm>
            </p:grpSpPr>
            <p:grpSp>
              <p:nvGrpSpPr>
                <p:cNvPr id="1995275" name="Group 524"/>
                <p:cNvGrpSpPr>
                  <a:grpSpLocks/>
                </p:cNvGrpSpPr>
                <p:nvPr/>
              </p:nvGrpSpPr>
              <p:grpSpPr bwMode="auto">
                <a:xfrm>
                  <a:off x="985" y="3665"/>
                  <a:ext cx="50" cy="23"/>
                  <a:chOff x="985" y="3665"/>
                  <a:chExt cx="50" cy="23"/>
                </a:xfrm>
              </p:grpSpPr>
              <p:sp>
                <p:nvSpPr>
                  <p:cNvPr id="1995276" name="Freeform 525"/>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77" name="Freeform 526"/>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78" name="Freeform 527"/>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79" name="Group 528"/>
                <p:cNvGrpSpPr>
                  <a:grpSpLocks/>
                </p:cNvGrpSpPr>
                <p:nvPr/>
              </p:nvGrpSpPr>
              <p:grpSpPr bwMode="auto">
                <a:xfrm>
                  <a:off x="997" y="3677"/>
                  <a:ext cx="49" cy="23"/>
                  <a:chOff x="997" y="3677"/>
                  <a:chExt cx="49" cy="23"/>
                </a:xfrm>
              </p:grpSpPr>
              <p:sp>
                <p:nvSpPr>
                  <p:cNvPr id="1995280" name="Freeform 529"/>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1" name="Freeform 530"/>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2" name="Freeform 531"/>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83" name="Group 532"/>
                <p:cNvGrpSpPr>
                  <a:grpSpLocks/>
                </p:cNvGrpSpPr>
                <p:nvPr/>
              </p:nvGrpSpPr>
              <p:grpSpPr bwMode="auto">
                <a:xfrm>
                  <a:off x="1010" y="3690"/>
                  <a:ext cx="48" cy="23"/>
                  <a:chOff x="1010" y="3690"/>
                  <a:chExt cx="48" cy="23"/>
                </a:xfrm>
              </p:grpSpPr>
              <p:sp>
                <p:nvSpPr>
                  <p:cNvPr id="1995284" name="Freeform 533"/>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5" name="Freeform 534"/>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6" name="Freeform 535"/>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87" name="Group 536"/>
                <p:cNvGrpSpPr>
                  <a:grpSpLocks/>
                </p:cNvGrpSpPr>
                <p:nvPr/>
              </p:nvGrpSpPr>
              <p:grpSpPr bwMode="auto">
                <a:xfrm>
                  <a:off x="1023" y="3703"/>
                  <a:ext cx="49" cy="22"/>
                  <a:chOff x="1023" y="3703"/>
                  <a:chExt cx="49" cy="22"/>
                </a:xfrm>
              </p:grpSpPr>
              <p:sp>
                <p:nvSpPr>
                  <p:cNvPr id="1995288" name="Freeform 537"/>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9" name="Freeform 538"/>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0" name="Freeform 539"/>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91" name="Group 540"/>
                <p:cNvGrpSpPr>
                  <a:grpSpLocks/>
                </p:cNvGrpSpPr>
                <p:nvPr/>
              </p:nvGrpSpPr>
              <p:grpSpPr bwMode="auto">
                <a:xfrm>
                  <a:off x="1036" y="3716"/>
                  <a:ext cx="49" cy="22"/>
                  <a:chOff x="1036" y="3716"/>
                  <a:chExt cx="49" cy="22"/>
                </a:xfrm>
              </p:grpSpPr>
              <p:sp>
                <p:nvSpPr>
                  <p:cNvPr id="1995292" name="Freeform 541"/>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3" name="Freeform 542"/>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4" name="Freeform 543"/>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295" name="Group 544"/>
              <p:cNvGrpSpPr>
                <a:grpSpLocks/>
              </p:cNvGrpSpPr>
              <p:nvPr/>
            </p:nvGrpSpPr>
            <p:grpSpPr bwMode="auto">
              <a:xfrm>
                <a:off x="1046" y="3727"/>
                <a:ext cx="49" cy="23"/>
                <a:chOff x="1046" y="3727"/>
                <a:chExt cx="49" cy="23"/>
              </a:xfrm>
            </p:grpSpPr>
            <p:sp>
              <p:nvSpPr>
                <p:cNvPr id="1995296" name="Freeform 545"/>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7" name="Freeform 546"/>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8" name="Freeform 547"/>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99" name="Group 548"/>
              <p:cNvGrpSpPr>
                <a:grpSpLocks/>
              </p:cNvGrpSpPr>
              <p:nvPr/>
            </p:nvGrpSpPr>
            <p:grpSpPr bwMode="auto">
              <a:xfrm>
                <a:off x="1058" y="3739"/>
                <a:ext cx="50" cy="23"/>
                <a:chOff x="1058" y="3739"/>
                <a:chExt cx="50" cy="23"/>
              </a:xfrm>
            </p:grpSpPr>
            <p:sp>
              <p:nvSpPr>
                <p:cNvPr id="1995300" name="Freeform 549"/>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1" name="Freeform 550"/>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2" name="Freeform 551"/>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03" name="Group 552"/>
              <p:cNvGrpSpPr>
                <a:grpSpLocks/>
              </p:cNvGrpSpPr>
              <p:nvPr/>
            </p:nvGrpSpPr>
            <p:grpSpPr bwMode="auto">
              <a:xfrm>
                <a:off x="1072" y="3753"/>
                <a:ext cx="48" cy="22"/>
                <a:chOff x="1072" y="3753"/>
                <a:chExt cx="48" cy="22"/>
              </a:xfrm>
            </p:grpSpPr>
            <p:sp>
              <p:nvSpPr>
                <p:cNvPr id="1995304" name="Freeform 553"/>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5" name="Freeform 554"/>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6" name="Freeform 555"/>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307" name="Freeform 556"/>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8" name="Freeform 557"/>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9" name="Freeform 558"/>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310" name="Group 559"/>
              <p:cNvGrpSpPr>
                <a:grpSpLocks/>
              </p:cNvGrpSpPr>
              <p:nvPr/>
            </p:nvGrpSpPr>
            <p:grpSpPr bwMode="auto">
              <a:xfrm>
                <a:off x="832" y="3547"/>
                <a:ext cx="49" cy="23"/>
                <a:chOff x="832" y="3547"/>
                <a:chExt cx="49" cy="23"/>
              </a:xfrm>
            </p:grpSpPr>
            <p:sp>
              <p:nvSpPr>
                <p:cNvPr id="1995311" name="Freeform 560"/>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12" name="Freeform 561"/>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13" name="Freeform 562"/>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14" name="Group 563"/>
              <p:cNvGrpSpPr>
                <a:grpSpLocks/>
              </p:cNvGrpSpPr>
              <p:nvPr/>
            </p:nvGrpSpPr>
            <p:grpSpPr bwMode="auto">
              <a:xfrm>
                <a:off x="844" y="3560"/>
                <a:ext cx="49" cy="22"/>
                <a:chOff x="844" y="3560"/>
                <a:chExt cx="49" cy="22"/>
              </a:xfrm>
            </p:grpSpPr>
            <p:sp>
              <p:nvSpPr>
                <p:cNvPr id="1995315" name="Freeform 564"/>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16" name="Freeform 565"/>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17" name="Freeform 566"/>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18" name="Group 567"/>
              <p:cNvGrpSpPr>
                <a:grpSpLocks/>
              </p:cNvGrpSpPr>
              <p:nvPr/>
            </p:nvGrpSpPr>
            <p:grpSpPr bwMode="auto">
              <a:xfrm>
                <a:off x="857" y="3572"/>
                <a:ext cx="50" cy="23"/>
                <a:chOff x="857" y="3572"/>
                <a:chExt cx="50" cy="23"/>
              </a:xfrm>
            </p:grpSpPr>
            <p:sp>
              <p:nvSpPr>
                <p:cNvPr id="1995319" name="Freeform 568"/>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0" name="Freeform 569"/>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1" name="Freeform 570"/>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22" name="Group 571"/>
              <p:cNvGrpSpPr>
                <a:grpSpLocks/>
              </p:cNvGrpSpPr>
              <p:nvPr/>
            </p:nvGrpSpPr>
            <p:grpSpPr bwMode="auto">
              <a:xfrm>
                <a:off x="870" y="3585"/>
                <a:ext cx="48" cy="23"/>
                <a:chOff x="870" y="3585"/>
                <a:chExt cx="48" cy="23"/>
              </a:xfrm>
            </p:grpSpPr>
            <p:sp>
              <p:nvSpPr>
                <p:cNvPr id="1995323" name="Freeform 572"/>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4" name="Freeform 573"/>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5" name="Freeform 574"/>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26" name="Group 575"/>
              <p:cNvGrpSpPr>
                <a:grpSpLocks/>
              </p:cNvGrpSpPr>
              <p:nvPr/>
            </p:nvGrpSpPr>
            <p:grpSpPr bwMode="auto">
              <a:xfrm>
                <a:off x="882" y="3600"/>
                <a:ext cx="100" cy="73"/>
                <a:chOff x="882" y="3600"/>
                <a:chExt cx="100" cy="73"/>
              </a:xfrm>
            </p:grpSpPr>
            <p:grpSp>
              <p:nvGrpSpPr>
                <p:cNvPr id="1995327" name="Group 576"/>
                <p:cNvGrpSpPr>
                  <a:grpSpLocks/>
                </p:cNvGrpSpPr>
                <p:nvPr/>
              </p:nvGrpSpPr>
              <p:grpSpPr bwMode="auto">
                <a:xfrm>
                  <a:off x="882" y="3600"/>
                  <a:ext cx="49" cy="23"/>
                  <a:chOff x="882" y="3600"/>
                  <a:chExt cx="49" cy="23"/>
                </a:xfrm>
              </p:grpSpPr>
              <p:sp>
                <p:nvSpPr>
                  <p:cNvPr id="1995328" name="Freeform 577"/>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9" name="Freeform 578"/>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0" name="Freeform 579"/>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31" name="Group 580"/>
                <p:cNvGrpSpPr>
                  <a:grpSpLocks/>
                </p:cNvGrpSpPr>
                <p:nvPr/>
              </p:nvGrpSpPr>
              <p:grpSpPr bwMode="auto">
                <a:xfrm>
                  <a:off x="894" y="3612"/>
                  <a:ext cx="49" cy="23"/>
                  <a:chOff x="894" y="3612"/>
                  <a:chExt cx="49" cy="23"/>
                </a:xfrm>
              </p:grpSpPr>
              <p:sp>
                <p:nvSpPr>
                  <p:cNvPr id="1995332" name="Freeform 581"/>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3" name="Freeform 582"/>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4" name="Freeform 583"/>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35" name="Group 584"/>
                <p:cNvGrpSpPr>
                  <a:grpSpLocks/>
                </p:cNvGrpSpPr>
                <p:nvPr/>
              </p:nvGrpSpPr>
              <p:grpSpPr bwMode="auto">
                <a:xfrm>
                  <a:off x="907" y="3625"/>
                  <a:ext cx="49" cy="23"/>
                  <a:chOff x="907" y="3625"/>
                  <a:chExt cx="49" cy="23"/>
                </a:xfrm>
              </p:grpSpPr>
              <p:sp>
                <p:nvSpPr>
                  <p:cNvPr id="1995336" name="Freeform 585"/>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7" name="Freeform 586"/>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8" name="Freeform 587"/>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39" name="Group 588"/>
                <p:cNvGrpSpPr>
                  <a:grpSpLocks/>
                </p:cNvGrpSpPr>
                <p:nvPr/>
              </p:nvGrpSpPr>
              <p:grpSpPr bwMode="auto">
                <a:xfrm>
                  <a:off x="919" y="3638"/>
                  <a:ext cx="49" cy="22"/>
                  <a:chOff x="919" y="3638"/>
                  <a:chExt cx="49" cy="22"/>
                </a:xfrm>
              </p:grpSpPr>
              <p:sp>
                <p:nvSpPr>
                  <p:cNvPr id="1995340" name="Freeform 589"/>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41" name="Freeform 590"/>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42" name="Freeform 591"/>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43" name="Group 592"/>
                <p:cNvGrpSpPr>
                  <a:grpSpLocks/>
                </p:cNvGrpSpPr>
                <p:nvPr/>
              </p:nvGrpSpPr>
              <p:grpSpPr bwMode="auto">
                <a:xfrm>
                  <a:off x="932" y="3651"/>
                  <a:ext cx="50" cy="22"/>
                  <a:chOff x="932" y="3651"/>
                  <a:chExt cx="50" cy="22"/>
                </a:xfrm>
              </p:grpSpPr>
              <p:sp>
                <p:nvSpPr>
                  <p:cNvPr id="1995344" name="Freeform 593"/>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45" name="Freeform 594"/>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46" name="Freeform 595"/>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347" name="Group 596"/>
              <p:cNvGrpSpPr>
                <a:grpSpLocks/>
              </p:cNvGrpSpPr>
              <p:nvPr/>
            </p:nvGrpSpPr>
            <p:grpSpPr bwMode="auto">
              <a:xfrm>
                <a:off x="944" y="3665"/>
                <a:ext cx="99" cy="74"/>
                <a:chOff x="944" y="3665"/>
                <a:chExt cx="99" cy="74"/>
              </a:xfrm>
            </p:grpSpPr>
            <p:grpSp>
              <p:nvGrpSpPr>
                <p:cNvPr id="1995348" name="Group 597"/>
                <p:cNvGrpSpPr>
                  <a:grpSpLocks/>
                </p:cNvGrpSpPr>
                <p:nvPr/>
              </p:nvGrpSpPr>
              <p:grpSpPr bwMode="auto">
                <a:xfrm>
                  <a:off x="944" y="3665"/>
                  <a:ext cx="49" cy="23"/>
                  <a:chOff x="944" y="3665"/>
                  <a:chExt cx="49" cy="23"/>
                </a:xfrm>
              </p:grpSpPr>
              <p:sp>
                <p:nvSpPr>
                  <p:cNvPr id="1995349" name="Freeform 598"/>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0" name="Freeform 599"/>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1" name="Freeform 600"/>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52" name="Group 601"/>
                <p:cNvGrpSpPr>
                  <a:grpSpLocks/>
                </p:cNvGrpSpPr>
                <p:nvPr/>
              </p:nvGrpSpPr>
              <p:grpSpPr bwMode="auto">
                <a:xfrm>
                  <a:off x="957" y="3678"/>
                  <a:ext cx="48" cy="23"/>
                  <a:chOff x="957" y="3678"/>
                  <a:chExt cx="48" cy="23"/>
                </a:xfrm>
              </p:grpSpPr>
              <p:sp>
                <p:nvSpPr>
                  <p:cNvPr id="1995353" name="Freeform 602"/>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4" name="Freeform 603"/>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5" name="Freeform 604"/>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56" name="Group 605"/>
                <p:cNvGrpSpPr>
                  <a:grpSpLocks/>
                </p:cNvGrpSpPr>
                <p:nvPr/>
              </p:nvGrpSpPr>
              <p:grpSpPr bwMode="auto">
                <a:xfrm>
                  <a:off x="969" y="3690"/>
                  <a:ext cx="49" cy="23"/>
                  <a:chOff x="969" y="3690"/>
                  <a:chExt cx="49" cy="23"/>
                </a:xfrm>
              </p:grpSpPr>
              <p:sp>
                <p:nvSpPr>
                  <p:cNvPr id="1995357" name="Freeform 606"/>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8" name="Freeform 607"/>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9" name="Freeform 608"/>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60" name="Group 609"/>
                <p:cNvGrpSpPr>
                  <a:grpSpLocks/>
                </p:cNvGrpSpPr>
                <p:nvPr/>
              </p:nvGrpSpPr>
              <p:grpSpPr bwMode="auto">
                <a:xfrm>
                  <a:off x="982" y="3703"/>
                  <a:ext cx="49" cy="23"/>
                  <a:chOff x="982" y="3703"/>
                  <a:chExt cx="49" cy="23"/>
                </a:xfrm>
              </p:grpSpPr>
              <p:sp>
                <p:nvSpPr>
                  <p:cNvPr id="1995361" name="Freeform 610"/>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62" name="Freeform 611"/>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63" name="Freeform 612"/>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64" name="Group 613"/>
                <p:cNvGrpSpPr>
                  <a:grpSpLocks/>
                </p:cNvGrpSpPr>
                <p:nvPr/>
              </p:nvGrpSpPr>
              <p:grpSpPr bwMode="auto">
                <a:xfrm>
                  <a:off x="995" y="3716"/>
                  <a:ext cx="48" cy="23"/>
                  <a:chOff x="995" y="3716"/>
                  <a:chExt cx="48" cy="23"/>
                </a:xfrm>
              </p:grpSpPr>
              <p:sp>
                <p:nvSpPr>
                  <p:cNvPr id="1995365" name="Freeform 614"/>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66" name="Freeform 615"/>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67" name="Freeform 616"/>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368" name="Group 617"/>
              <p:cNvGrpSpPr>
                <a:grpSpLocks/>
              </p:cNvGrpSpPr>
              <p:nvPr/>
            </p:nvGrpSpPr>
            <p:grpSpPr bwMode="auto">
              <a:xfrm>
                <a:off x="1005" y="3727"/>
                <a:ext cx="49" cy="23"/>
                <a:chOff x="1005" y="3727"/>
                <a:chExt cx="49" cy="23"/>
              </a:xfrm>
            </p:grpSpPr>
            <p:sp>
              <p:nvSpPr>
                <p:cNvPr id="1995369" name="Freeform 618"/>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0" name="Freeform 619"/>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1" name="Freeform 620"/>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72" name="Group 621"/>
              <p:cNvGrpSpPr>
                <a:grpSpLocks/>
              </p:cNvGrpSpPr>
              <p:nvPr/>
            </p:nvGrpSpPr>
            <p:grpSpPr bwMode="auto">
              <a:xfrm>
                <a:off x="1018" y="3740"/>
                <a:ext cx="49" cy="22"/>
                <a:chOff x="1018" y="3740"/>
                <a:chExt cx="49" cy="22"/>
              </a:xfrm>
            </p:grpSpPr>
            <p:sp>
              <p:nvSpPr>
                <p:cNvPr id="1995373" name="Freeform 622"/>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4" name="Freeform 623"/>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5" name="Freeform 624"/>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76" name="Group 625"/>
              <p:cNvGrpSpPr>
                <a:grpSpLocks/>
              </p:cNvGrpSpPr>
              <p:nvPr/>
            </p:nvGrpSpPr>
            <p:grpSpPr bwMode="auto">
              <a:xfrm>
                <a:off x="1030" y="3753"/>
                <a:ext cx="49" cy="23"/>
                <a:chOff x="1030" y="3753"/>
                <a:chExt cx="49" cy="23"/>
              </a:xfrm>
            </p:grpSpPr>
            <p:sp>
              <p:nvSpPr>
                <p:cNvPr id="1995377" name="Freeform 626"/>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8" name="Freeform 627"/>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9" name="Freeform 628"/>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380" name="Freeform 629"/>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1" name="Freeform 630"/>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2" name="Freeform 631"/>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383" name="Group 632"/>
              <p:cNvGrpSpPr>
                <a:grpSpLocks/>
              </p:cNvGrpSpPr>
              <p:nvPr/>
            </p:nvGrpSpPr>
            <p:grpSpPr bwMode="auto">
              <a:xfrm>
                <a:off x="790" y="3547"/>
                <a:ext cx="49" cy="23"/>
                <a:chOff x="790" y="3547"/>
                <a:chExt cx="49" cy="23"/>
              </a:xfrm>
            </p:grpSpPr>
            <p:sp>
              <p:nvSpPr>
                <p:cNvPr id="1995384" name="Freeform 633"/>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5" name="Freeform 634"/>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6" name="Freeform 635"/>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87" name="Group 636"/>
              <p:cNvGrpSpPr>
                <a:grpSpLocks/>
              </p:cNvGrpSpPr>
              <p:nvPr/>
            </p:nvGrpSpPr>
            <p:grpSpPr bwMode="auto">
              <a:xfrm>
                <a:off x="803" y="3560"/>
                <a:ext cx="49" cy="22"/>
                <a:chOff x="803" y="3560"/>
                <a:chExt cx="49" cy="22"/>
              </a:xfrm>
            </p:grpSpPr>
            <p:sp>
              <p:nvSpPr>
                <p:cNvPr id="1995388" name="Freeform 637"/>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9" name="Freeform 638"/>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0" name="Freeform 639"/>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91" name="Group 640"/>
              <p:cNvGrpSpPr>
                <a:grpSpLocks/>
              </p:cNvGrpSpPr>
              <p:nvPr/>
            </p:nvGrpSpPr>
            <p:grpSpPr bwMode="auto">
              <a:xfrm>
                <a:off x="815" y="3572"/>
                <a:ext cx="50" cy="23"/>
                <a:chOff x="815" y="3572"/>
                <a:chExt cx="50" cy="23"/>
              </a:xfrm>
            </p:grpSpPr>
            <p:sp>
              <p:nvSpPr>
                <p:cNvPr id="1995392" name="Freeform 641"/>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3" name="Freeform 642"/>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4" name="Freeform 643"/>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95" name="Group 644"/>
              <p:cNvGrpSpPr>
                <a:grpSpLocks/>
              </p:cNvGrpSpPr>
              <p:nvPr/>
            </p:nvGrpSpPr>
            <p:grpSpPr bwMode="auto">
              <a:xfrm>
                <a:off x="828" y="3585"/>
                <a:ext cx="49" cy="23"/>
                <a:chOff x="828" y="3585"/>
                <a:chExt cx="49" cy="23"/>
              </a:xfrm>
            </p:grpSpPr>
            <p:sp>
              <p:nvSpPr>
                <p:cNvPr id="1995396" name="Freeform 645"/>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7" name="Freeform 646"/>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8" name="Freeform 647"/>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99" name="Group 648"/>
              <p:cNvGrpSpPr>
                <a:grpSpLocks/>
              </p:cNvGrpSpPr>
              <p:nvPr/>
            </p:nvGrpSpPr>
            <p:grpSpPr bwMode="auto">
              <a:xfrm>
                <a:off x="840" y="3600"/>
                <a:ext cx="100" cy="73"/>
                <a:chOff x="840" y="3600"/>
                <a:chExt cx="100" cy="73"/>
              </a:xfrm>
            </p:grpSpPr>
            <p:grpSp>
              <p:nvGrpSpPr>
                <p:cNvPr id="1995400" name="Group 649"/>
                <p:cNvGrpSpPr>
                  <a:grpSpLocks/>
                </p:cNvGrpSpPr>
                <p:nvPr/>
              </p:nvGrpSpPr>
              <p:grpSpPr bwMode="auto">
                <a:xfrm>
                  <a:off x="840" y="3600"/>
                  <a:ext cx="49" cy="23"/>
                  <a:chOff x="840" y="3600"/>
                  <a:chExt cx="49" cy="23"/>
                </a:xfrm>
              </p:grpSpPr>
              <p:sp>
                <p:nvSpPr>
                  <p:cNvPr id="1995401" name="Freeform 650"/>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02" name="Freeform 651"/>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03" name="Freeform 652"/>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04" name="Group 653"/>
                <p:cNvGrpSpPr>
                  <a:grpSpLocks/>
                </p:cNvGrpSpPr>
                <p:nvPr/>
              </p:nvGrpSpPr>
              <p:grpSpPr bwMode="auto">
                <a:xfrm>
                  <a:off x="853" y="3612"/>
                  <a:ext cx="48" cy="23"/>
                  <a:chOff x="853" y="3612"/>
                  <a:chExt cx="48" cy="23"/>
                </a:xfrm>
              </p:grpSpPr>
              <p:sp>
                <p:nvSpPr>
                  <p:cNvPr id="1995405" name="Freeform 654"/>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06" name="Freeform 655"/>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07" name="Freeform 656"/>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08" name="Group 657"/>
                <p:cNvGrpSpPr>
                  <a:grpSpLocks/>
                </p:cNvGrpSpPr>
                <p:nvPr/>
              </p:nvGrpSpPr>
              <p:grpSpPr bwMode="auto">
                <a:xfrm>
                  <a:off x="865" y="3625"/>
                  <a:ext cx="49" cy="23"/>
                  <a:chOff x="865" y="3625"/>
                  <a:chExt cx="49" cy="23"/>
                </a:xfrm>
              </p:grpSpPr>
              <p:sp>
                <p:nvSpPr>
                  <p:cNvPr id="1995409" name="Freeform 658"/>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0" name="Freeform 659"/>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1" name="Freeform 660"/>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12" name="Group 661"/>
                <p:cNvGrpSpPr>
                  <a:grpSpLocks/>
                </p:cNvGrpSpPr>
                <p:nvPr/>
              </p:nvGrpSpPr>
              <p:grpSpPr bwMode="auto">
                <a:xfrm>
                  <a:off x="878" y="3638"/>
                  <a:ext cx="49" cy="22"/>
                  <a:chOff x="878" y="3638"/>
                  <a:chExt cx="49" cy="22"/>
                </a:xfrm>
              </p:grpSpPr>
              <p:sp>
                <p:nvSpPr>
                  <p:cNvPr id="1995413" name="Freeform 662"/>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4" name="Freeform 663"/>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5" name="Freeform 664"/>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16" name="Group 665"/>
                <p:cNvGrpSpPr>
                  <a:grpSpLocks/>
                </p:cNvGrpSpPr>
                <p:nvPr/>
              </p:nvGrpSpPr>
              <p:grpSpPr bwMode="auto">
                <a:xfrm>
                  <a:off x="890" y="3651"/>
                  <a:ext cx="50" cy="22"/>
                  <a:chOff x="890" y="3651"/>
                  <a:chExt cx="50" cy="22"/>
                </a:xfrm>
              </p:grpSpPr>
              <p:sp>
                <p:nvSpPr>
                  <p:cNvPr id="1995417" name="Freeform 666"/>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8" name="Freeform 667"/>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9" name="Freeform 668"/>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420" name="Group 669"/>
              <p:cNvGrpSpPr>
                <a:grpSpLocks/>
              </p:cNvGrpSpPr>
              <p:nvPr/>
            </p:nvGrpSpPr>
            <p:grpSpPr bwMode="auto">
              <a:xfrm>
                <a:off x="903" y="3665"/>
                <a:ext cx="99" cy="74"/>
                <a:chOff x="903" y="3665"/>
                <a:chExt cx="99" cy="74"/>
              </a:xfrm>
            </p:grpSpPr>
            <p:grpSp>
              <p:nvGrpSpPr>
                <p:cNvPr id="1995421" name="Group 670"/>
                <p:cNvGrpSpPr>
                  <a:grpSpLocks/>
                </p:cNvGrpSpPr>
                <p:nvPr/>
              </p:nvGrpSpPr>
              <p:grpSpPr bwMode="auto">
                <a:xfrm>
                  <a:off x="903" y="3665"/>
                  <a:ext cx="49" cy="23"/>
                  <a:chOff x="903" y="3665"/>
                  <a:chExt cx="49" cy="23"/>
                </a:xfrm>
              </p:grpSpPr>
              <p:sp>
                <p:nvSpPr>
                  <p:cNvPr id="1995422" name="Freeform 671"/>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23" name="Freeform 672"/>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24" name="Freeform 673"/>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25" name="Group 674"/>
                <p:cNvGrpSpPr>
                  <a:grpSpLocks/>
                </p:cNvGrpSpPr>
                <p:nvPr/>
              </p:nvGrpSpPr>
              <p:grpSpPr bwMode="auto">
                <a:xfrm>
                  <a:off x="914" y="3678"/>
                  <a:ext cx="49" cy="23"/>
                  <a:chOff x="914" y="3678"/>
                  <a:chExt cx="49" cy="23"/>
                </a:xfrm>
              </p:grpSpPr>
              <p:sp>
                <p:nvSpPr>
                  <p:cNvPr id="1995426" name="Freeform 675"/>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27" name="Freeform 676"/>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28" name="Freeform 677"/>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29" name="Group 678"/>
                <p:cNvGrpSpPr>
                  <a:grpSpLocks/>
                </p:cNvGrpSpPr>
                <p:nvPr/>
              </p:nvGrpSpPr>
              <p:grpSpPr bwMode="auto">
                <a:xfrm>
                  <a:off x="928" y="3690"/>
                  <a:ext cx="48" cy="23"/>
                  <a:chOff x="928" y="3690"/>
                  <a:chExt cx="48" cy="23"/>
                </a:xfrm>
              </p:grpSpPr>
              <p:sp>
                <p:nvSpPr>
                  <p:cNvPr id="1995430" name="Freeform 679"/>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1" name="Freeform 680"/>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2" name="Freeform 681"/>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33" name="Group 682"/>
                <p:cNvGrpSpPr>
                  <a:grpSpLocks/>
                </p:cNvGrpSpPr>
                <p:nvPr/>
              </p:nvGrpSpPr>
              <p:grpSpPr bwMode="auto">
                <a:xfrm>
                  <a:off x="940" y="3703"/>
                  <a:ext cx="49" cy="23"/>
                  <a:chOff x="940" y="3703"/>
                  <a:chExt cx="49" cy="23"/>
                </a:xfrm>
              </p:grpSpPr>
              <p:sp>
                <p:nvSpPr>
                  <p:cNvPr id="1995434" name="Freeform 683"/>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5" name="Freeform 684"/>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6" name="Freeform 685"/>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37" name="Group 686"/>
                <p:cNvGrpSpPr>
                  <a:grpSpLocks/>
                </p:cNvGrpSpPr>
                <p:nvPr/>
              </p:nvGrpSpPr>
              <p:grpSpPr bwMode="auto">
                <a:xfrm>
                  <a:off x="953" y="3716"/>
                  <a:ext cx="49" cy="23"/>
                  <a:chOff x="953" y="3716"/>
                  <a:chExt cx="49" cy="23"/>
                </a:xfrm>
              </p:grpSpPr>
              <p:sp>
                <p:nvSpPr>
                  <p:cNvPr id="1995438" name="Freeform 687"/>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9" name="Freeform 688"/>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0" name="Freeform 689"/>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441" name="Group 690"/>
              <p:cNvGrpSpPr>
                <a:grpSpLocks/>
              </p:cNvGrpSpPr>
              <p:nvPr/>
            </p:nvGrpSpPr>
            <p:grpSpPr bwMode="auto">
              <a:xfrm>
                <a:off x="963" y="3727"/>
                <a:ext cx="49" cy="23"/>
                <a:chOff x="963" y="3727"/>
                <a:chExt cx="49" cy="23"/>
              </a:xfrm>
            </p:grpSpPr>
            <p:sp>
              <p:nvSpPr>
                <p:cNvPr id="1995442" name="Freeform 691"/>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3" name="Freeform 692"/>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4" name="Freeform 693"/>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45" name="Group 694"/>
              <p:cNvGrpSpPr>
                <a:grpSpLocks/>
              </p:cNvGrpSpPr>
              <p:nvPr/>
            </p:nvGrpSpPr>
            <p:grpSpPr bwMode="auto">
              <a:xfrm>
                <a:off x="976" y="3740"/>
                <a:ext cx="50" cy="22"/>
                <a:chOff x="976" y="3740"/>
                <a:chExt cx="50" cy="22"/>
              </a:xfrm>
            </p:grpSpPr>
            <p:sp>
              <p:nvSpPr>
                <p:cNvPr id="1995446" name="Freeform 695"/>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7" name="Freeform 696"/>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8" name="Freeform 697"/>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49" name="Group 698"/>
              <p:cNvGrpSpPr>
                <a:grpSpLocks/>
              </p:cNvGrpSpPr>
              <p:nvPr/>
            </p:nvGrpSpPr>
            <p:grpSpPr bwMode="auto">
              <a:xfrm>
                <a:off x="761" y="3560"/>
                <a:ext cx="50" cy="22"/>
                <a:chOff x="761" y="3560"/>
                <a:chExt cx="50" cy="22"/>
              </a:xfrm>
            </p:grpSpPr>
            <p:sp>
              <p:nvSpPr>
                <p:cNvPr id="1995450" name="Freeform 699"/>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1" name="Freeform 700"/>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2" name="Freeform 701"/>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53" name="Group 702"/>
              <p:cNvGrpSpPr>
                <a:grpSpLocks/>
              </p:cNvGrpSpPr>
              <p:nvPr/>
            </p:nvGrpSpPr>
            <p:grpSpPr bwMode="auto">
              <a:xfrm>
                <a:off x="774" y="3572"/>
                <a:ext cx="49" cy="23"/>
                <a:chOff x="774" y="3572"/>
                <a:chExt cx="49" cy="23"/>
              </a:xfrm>
            </p:grpSpPr>
            <p:sp>
              <p:nvSpPr>
                <p:cNvPr id="1995454" name="Freeform 703"/>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5" name="Freeform 704"/>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6" name="Freeform 705"/>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57" name="Group 706"/>
              <p:cNvGrpSpPr>
                <a:grpSpLocks/>
              </p:cNvGrpSpPr>
              <p:nvPr/>
            </p:nvGrpSpPr>
            <p:grpSpPr bwMode="auto">
              <a:xfrm>
                <a:off x="787" y="3585"/>
                <a:ext cx="49" cy="23"/>
                <a:chOff x="787" y="3585"/>
                <a:chExt cx="49" cy="23"/>
              </a:xfrm>
            </p:grpSpPr>
            <p:sp>
              <p:nvSpPr>
                <p:cNvPr id="1995458" name="Freeform 707"/>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9" name="Freeform 708"/>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0" name="Freeform 709"/>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61" name="Group 710"/>
              <p:cNvGrpSpPr>
                <a:grpSpLocks/>
              </p:cNvGrpSpPr>
              <p:nvPr/>
            </p:nvGrpSpPr>
            <p:grpSpPr bwMode="auto">
              <a:xfrm>
                <a:off x="799" y="3600"/>
                <a:ext cx="99" cy="73"/>
                <a:chOff x="799" y="3600"/>
                <a:chExt cx="99" cy="73"/>
              </a:xfrm>
            </p:grpSpPr>
            <p:grpSp>
              <p:nvGrpSpPr>
                <p:cNvPr id="1995462" name="Group 711"/>
                <p:cNvGrpSpPr>
                  <a:grpSpLocks/>
                </p:cNvGrpSpPr>
                <p:nvPr/>
              </p:nvGrpSpPr>
              <p:grpSpPr bwMode="auto">
                <a:xfrm>
                  <a:off x="799" y="3600"/>
                  <a:ext cx="48" cy="23"/>
                  <a:chOff x="799" y="3600"/>
                  <a:chExt cx="48" cy="23"/>
                </a:xfrm>
              </p:grpSpPr>
              <p:sp>
                <p:nvSpPr>
                  <p:cNvPr id="1995463" name="Freeform 712"/>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4" name="Freeform 713"/>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5" name="Freeform 714"/>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66" name="Group 715"/>
                <p:cNvGrpSpPr>
                  <a:grpSpLocks/>
                </p:cNvGrpSpPr>
                <p:nvPr/>
              </p:nvGrpSpPr>
              <p:grpSpPr bwMode="auto">
                <a:xfrm>
                  <a:off x="811" y="3612"/>
                  <a:ext cx="48" cy="23"/>
                  <a:chOff x="811" y="3612"/>
                  <a:chExt cx="48" cy="23"/>
                </a:xfrm>
              </p:grpSpPr>
              <p:sp>
                <p:nvSpPr>
                  <p:cNvPr id="1995467" name="Freeform 716"/>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8" name="Freeform 717"/>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9" name="Freeform 718"/>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70" name="Group 719"/>
                <p:cNvGrpSpPr>
                  <a:grpSpLocks/>
                </p:cNvGrpSpPr>
                <p:nvPr/>
              </p:nvGrpSpPr>
              <p:grpSpPr bwMode="auto">
                <a:xfrm>
                  <a:off x="823" y="3625"/>
                  <a:ext cx="49" cy="23"/>
                  <a:chOff x="823" y="3625"/>
                  <a:chExt cx="49" cy="23"/>
                </a:xfrm>
              </p:grpSpPr>
              <p:sp>
                <p:nvSpPr>
                  <p:cNvPr id="1995471" name="Freeform 720"/>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72" name="Freeform 721"/>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73" name="Freeform 722"/>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74" name="Group 723"/>
                <p:cNvGrpSpPr>
                  <a:grpSpLocks/>
                </p:cNvGrpSpPr>
                <p:nvPr/>
              </p:nvGrpSpPr>
              <p:grpSpPr bwMode="auto">
                <a:xfrm>
                  <a:off x="836" y="3638"/>
                  <a:ext cx="50" cy="22"/>
                  <a:chOff x="836" y="3638"/>
                  <a:chExt cx="50" cy="22"/>
                </a:xfrm>
              </p:grpSpPr>
              <p:sp>
                <p:nvSpPr>
                  <p:cNvPr id="1995475" name="Freeform 724"/>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76" name="Freeform 725"/>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77" name="Freeform 726"/>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78" name="Group 727"/>
                <p:cNvGrpSpPr>
                  <a:grpSpLocks/>
                </p:cNvGrpSpPr>
                <p:nvPr/>
              </p:nvGrpSpPr>
              <p:grpSpPr bwMode="auto">
                <a:xfrm>
                  <a:off x="849" y="3651"/>
                  <a:ext cx="49" cy="22"/>
                  <a:chOff x="849" y="3651"/>
                  <a:chExt cx="49" cy="22"/>
                </a:xfrm>
              </p:grpSpPr>
              <p:sp>
                <p:nvSpPr>
                  <p:cNvPr id="1995479" name="Freeform 728"/>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0" name="Freeform 729"/>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1" name="Freeform 730"/>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482" name="Group 731"/>
              <p:cNvGrpSpPr>
                <a:grpSpLocks/>
              </p:cNvGrpSpPr>
              <p:nvPr/>
            </p:nvGrpSpPr>
            <p:grpSpPr bwMode="auto">
              <a:xfrm>
                <a:off x="861" y="3665"/>
                <a:ext cx="99" cy="74"/>
                <a:chOff x="861" y="3665"/>
                <a:chExt cx="99" cy="74"/>
              </a:xfrm>
            </p:grpSpPr>
            <p:grpSp>
              <p:nvGrpSpPr>
                <p:cNvPr id="1995483" name="Group 732"/>
                <p:cNvGrpSpPr>
                  <a:grpSpLocks/>
                </p:cNvGrpSpPr>
                <p:nvPr/>
              </p:nvGrpSpPr>
              <p:grpSpPr bwMode="auto">
                <a:xfrm>
                  <a:off x="861" y="3665"/>
                  <a:ext cx="50" cy="23"/>
                  <a:chOff x="861" y="3665"/>
                  <a:chExt cx="50" cy="23"/>
                </a:xfrm>
              </p:grpSpPr>
              <p:sp>
                <p:nvSpPr>
                  <p:cNvPr id="1995484" name="Freeform 733"/>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5" name="Freeform 734"/>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6" name="Freeform 735"/>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87" name="Group 736"/>
                <p:cNvGrpSpPr>
                  <a:grpSpLocks/>
                </p:cNvGrpSpPr>
                <p:nvPr/>
              </p:nvGrpSpPr>
              <p:grpSpPr bwMode="auto">
                <a:xfrm>
                  <a:off x="873" y="3678"/>
                  <a:ext cx="49" cy="23"/>
                  <a:chOff x="873" y="3678"/>
                  <a:chExt cx="49" cy="23"/>
                </a:xfrm>
              </p:grpSpPr>
              <p:sp>
                <p:nvSpPr>
                  <p:cNvPr id="1995488" name="Freeform 737"/>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9" name="Freeform 738"/>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0" name="Freeform 739"/>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91" name="Group 740"/>
                <p:cNvGrpSpPr>
                  <a:grpSpLocks/>
                </p:cNvGrpSpPr>
                <p:nvPr/>
              </p:nvGrpSpPr>
              <p:grpSpPr bwMode="auto">
                <a:xfrm>
                  <a:off x="886" y="3690"/>
                  <a:ext cx="49" cy="23"/>
                  <a:chOff x="886" y="3690"/>
                  <a:chExt cx="49" cy="23"/>
                </a:xfrm>
              </p:grpSpPr>
              <p:sp>
                <p:nvSpPr>
                  <p:cNvPr id="1995492" name="Freeform 741"/>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3" name="Freeform 742"/>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4" name="Freeform 743"/>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95" name="Group 744"/>
                <p:cNvGrpSpPr>
                  <a:grpSpLocks/>
                </p:cNvGrpSpPr>
                <p:nvPr/>
              </p:nvGrpSpPr>
              <p:grpSpPr bwMode="auto">
                <a:xfrm>
                  <a:off x="899" y="3703"/>
                  <a:ext cx="48" cy="23"/>
                  <a:chOff x="899" y="3703"/>
                  <a:chExt cx="48" cy="23"/>
                </a:xfrm>
              </p:grpSpPr>
              <p:sp>
                <p:nvSpPr>
                  <p:cNvPr id="1995496" name="Freeform 745"/>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7" name="Freeform 746"/>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8" name="Freeform 747"/>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99" name="Group 748"/>
                <p:cNvGrpSpPr>
                  <a:grpSpLocks/>
                </p:cNvGrpSpPr>
                <p:nvPr/>
              </p:nvGrpSpPr>
              <p:grpSpPr bwMode="auto">
                <a:xfrm>
                  <a:off x="912" y="3716"/>
                  <a:ext cx="48" cy="23"/>
                  <a:chOff x="912" y="3716"/>
                  <a:chExt cx="48" cy="23"/>
                </a:xfrm>
              </p:grpSpPr>
              <p:sp>
                <p:nvSpPr>
                  <p:cNvPr id="1995500" name="Freeform 749"/>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1" name="Freeform 750"/>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2" name="Freeform 751"/>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503" name="Group 752"/>
              <p:cNvGrpSpPr>
                <a:grpSpLocks/>
              </p:cNvGrpSpPr>
              <p:nvPr/>
            </p:nvGrpSpPr>
            <p:grpSpPr bwMode="auto">
              <a:xfrm>
                <a:off x="922" y="3727"/>
                <a:ext cx="49" cy="23"/>
                <a:chOff x="922" y="3727"/>
                <a:chExt cx="49" cy="23"/>
              </a:xfrm>
            </p:grpSpPr>
            <p:sp>
              <p:nvSpPr>
                <p:cNvPr id="1995504" name="Freeform 753"/>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5" name="Freeform 754"/>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6" name="Freeform 755"/>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07" name="Group 756"/>
              <p:cNvGrpSpPr>
                <a:grpSpLocks/>
              </p:cNvGrpSpPr>
              <p:nvPr/>
            </p:nvGrpSpPr>
            <p:grpSpPr bwMode="auto">
              <a:xfrm>
                <a:off x="895" y="3526"/>
                <a:ext cx="44" cy="23"/>
                <a:chOff x="895" y="3526"/>
                <a:chExt cx="44" cy="23"/>
              </a:xfrm>
            </p:grpSpPr>
            <p:sp>
              <p:nvSpPr>
                <p:cNvPr id="1995508" name="Freeform 757"/>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9" name="Freeform 758"/>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0" name="Freeform 759"/>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11" name="Group 760"/>
              <p:cNvGrpSpPr>
                <a:grpSpLocks/>
              </p:cNvGrpSpPr>
              <p:nvPr/>
            </p:nvGrpSpPr>
            <p:grpSpPr bwMode="auto">
              <a:xfrm>
                <a:off x="907" y="3540"/>
                <a:ext cx="45" cy="22"/>
                <a:chOff x="907" y="3540"/>
                <a:chExt cx="45" cy="22"/>
              </a:xfrm>
            </p:grpSpPr>
            <p:sp>
              <p:nvSpPr>
                <p:cNvPr id="1995512" name="Freeform 761"/>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3" name="Freeform 762"/>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4" name="Freeform 763"/>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15" name="Group 764"/>
              <p:cNvGrpSpPr>
                <a:grpSpLocks/>
              </p:cNvGrpSpPr>
              <p:nvPr/>
            </p:nvGrpSpPr>
            <p:grpSpPr bwMode="auto">
              <a:xfrm>
                <a:off x="920" y="3553"/>
                <a:ext cx="45" cy="23"/>
                <a:chOff x="920" y="3553"/>
                <a:chExt cx="45" cy="23"/>
              </a:xfrm>
            </p:grpSpPr>
            <p:sp>
              <p:nvSpPr>
                <p:cNvPr id="1995516" name="Freeform 765"/>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7" name="Freeform 766"/>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8" name="Freeform 767"/>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19" name="Group 768"/>
              <p:cNvGrpSpPr>
                <a:grpSpLocks/>
              </p:cNvGrpSpPr>
              <p:nvPr/>
            </p:nvGrpSpPr>
            <p:grpSpPr bwMode="auto">
              <a:xfrm>
                <a:off x="934" y="3566"/>
                <a:ext cx="44" cy="23"/>
                <a:chOff x="934" y="3566"/>
                <a:chExt cx="44" cy="23"/>
              </a:xfrm>
            </p:grpSpPr>
            <p:sp>
              <p:nvSpPr>
                <p:cNvPr id="1995520" name="Freeform 769"/>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21" name="Freeform 770"/>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22" name="Freeform 771"/>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23" name="Group 772"/>
              <p:cNvGrpSpPr>
                <a:grpSpLocks/>
              </p:cNvGrpSpPr>
              <p:nvPr/>
            </p:nvGrpSpPr>
            <p:grpSpPr bwMode="auto">
              <a:xfrm>
                <a:off x="949" y="3579"/>
                <a:ext cx="83" cy="63"/>
                <a:chOff x="949" y="3579"/>
                <a:chExt cx="83" cy="63"/>
              </a:xfrm>
            </p:grpSpPr>
            <p:grpSp>
              <p:nvGrpSpPr>
                <p:cNvPr id="1995524" name="Group 773"/>
                <p:cNvGrpSpPr>
                  <a:grpSpLocks/>
                </p:cNvGrpSpPr>
                <p:nvPr/>
              </p:nvGrpSpPr>
              <p:grpSpPr bwMode="auto">
                <a:xfrm>
                  <a:off x="949" y="3579"/>
                  <a:ext cx="44" cy="23"/>
                  <a:chOff x="949" y="3579"/>
                  <a:chExt cx="44" cy="23"/>
                </a:xfrm>
              </p:grpSpPr>
              <p:sp>
                <p:nvSpPr>
                  <p:cNvPr id="1995525" name="Freeform 774"/>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26" name="Freeform 775"/>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27" name="Freeform 776"/>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28" name="Group 777"/>
                <p:cNvGrpSpPr>
                  <a:grpSpLocks/>
                </p:cNvGrpSpPr>
                <p:nvPr/>
              </p:nvGrpSpPr>
              <p:grpSpPr bwMode="auto">
                <a:xfrm>
                  <a:off x="961" y="3592"/>
                  <a:ext cx="45" cy="23"/>
                  <a:chOff x="961" y="3592"/>
                  <a:chExt cx="45" cy="23"/>
                </a:xfrm>
              </p:grpSpPr>
              <p:sp>
                <p:nvSpPr>
                  <p:cNvPr id="1995529" name="Freeform 778"/>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0" name="Freeform 779"/>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1" name="Freeform 780"/>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32" name="Group 781"/>
                <p:cNvGrpSpPr>
                  <a:grpSpLocks/>
                </p:cNvGrpSpPr>
                <p:nvPr/>
              </p:nvGrpSpPr>
              <p:grpSpPr bwMode="auto">
                <a:xfrm>
                  <a:off x="974" y="3606"/>
                  <a:ext cx="44" cy="23"/>
                  <a:chOff x="974" y="3606"/>
                  <a:chExt cx="44" cy="23"/>
                </a:xfrm>
              </p:grpSpPr>
              <p:sp>
                <p:nvSpPr>
                  <p:cNvPr id="1995533" name="Freeform 782"/>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4" name="Freeform 783"/>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5" name="Freeform 784"/>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36" name="Group 785"/>
                <p:cNvGrpSpPr>
                  <a:grpSpLocks/>
                </p:cNvGrpSpPr>
                <p:nvPr/>
              </p:nvGrpSpPr>
              <p:grpSpPr bwMode="auto">
                <a:xfrm>
                  <a:off x="987" y="3619"/>
                  <a:ext cx="45" cy="23"/>
                  <a:chOff x="987" y="3619"/>
                  <a:chExt cx="45" cy="23"/>
                </a:xfrm>
              </p:grpSpPr>
              <p:sp>
                <p:nvSpPr>
                  <p:cNvPr id="1995537" name="Freeform 786"/>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8" name="Freeform 787"/>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9" name="Freeform 788"/>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540" name="Group 789"/>
              <p:cNvGrpSpPr>
                <a:grpSpLocks/>
              </p:cNvGrpSpPr>
              <p:nvPr/>
            </p:nvGrpSpPr>
            <p:grpSpPr bwMode="auto">
              <a:xfrm>
                <a:off x="1002" y="3632"/>
                <a:ext cx="83" cy="63"/>
                <a:chOff x="1002" y="3632"/>
                <a:chExt cx="83" cy="63"/>
              </a:xfrm>
            </p:grpSpPr>
            <p:grpSp>
              <p:nvGrpSpPr>
                <p:cNvPr id="1995541" name="Group 790"/>
                <p:cNvGrpSpPr>
                  <a:grpSpLocks/>
                </p:cNvGrpSpPr>
                <p:nvPr/>
              </p:nvGrpSpPr>
              <p:grpSpPr bwMode="auto">
                <a:xfrm>
                  <a:off x="1002" y="3632"/>
                  <a:ext cx="44" cy="22"/>
                  <a:chOff x="1002" y="3632"/>
                  <a:chExt cx="44" cy="22"/>
                </a:xfrm>
              </p:grpSpPr>
              <p:sp>
                <p:nvSpPr>
                  <p:cNvPr id="1995542" name="Freeform 791"/>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43" name="Freeform 792"/>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44" name="Freeform 793"/>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45" name="Group 794"/>
                <p:cNvGrpSpPr>
                  <a:grpSpLocks/>
                </p:cNvGrpSpPr>
                <p:nvPr/>
              </p:nvGrpSpPr>
              <p:grpSpPr bwMode="auto">
                <a:xfrm>
                  <a:off x="1014" y="3645"/>
                  <a:ext cx="44" cy="23"/>
                  <a:chOff x="1014" y="3645"/>
                  <a:chExt cx="44" cy="23"/>
                </a:xfrm>
              </p:grpSpPr>
              <p:sp>
                <p:nvSpPr>
                  <p:cNvPr id="1995546" name="Freeform 795"/>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47" name="Freeform 796"/>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48" name="Freeform 797"/>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49" name="Group 798"/>
                <p:cNvGrpSpPr>
                  <a:grpSpLocks/>
                </p:cNvGrpSpPr>
                <p:nvPr/>
              </p:nvGrpSpPr>
              <p:grpSpPr bwMode="auto">
                <a:xfrm>
                  <a:off x="1027" y="3659"/>
                  <a:ext cx="45" cy="23"/>
                  <a:chOff x="1027" y="3659"/>
                  <a:chExt cx="45" cy="23"/>
                </a:xfrm>
              </p:grpSpPr>
              <p:sp>
                <p:nvSpPr>
                  <p:cNvPr id="1995550" name="Freeform 799"/>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1" name="Freeform 800"/>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2" name="Freeform 801"/>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53" name="Group 802"/>
                <p:cNvGrpSpPr>
                  <a:grpSpLocks/>
                </p:cNvGrpSpPr>
                <p:nvPr/>
              </p:nvGrpSpPr>
              <p:grpSpPr bwMode="auto">
                <a:xfrm>
                  <a:off x="1040" y="3672"/>
                  <a:ext cx="45" cy="23"/>
                  <a:chOff x="1040" y="3672"/>
                  <a:chExt cx="45" cy="23"/>
                </a:xfrm>
              </p:grpSpPr>
              <p:sp>
                <p:nvSpPr>
                  <p:cNvPr id="1995554" name="Freeform 803"/>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5" name="Freeform 804"/>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6" name="Freeform 805"/>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557" name="Group 806"/>
              <p:cNvGrpSpPr>
                <a:grpSpLocks/>
              </p:cNvGrpSpPr>
              <p:nvPr/>
            </p:nvGrpSpPr>
            <p:grpSpPr bwMode="auto">
              <a:xfrm>
                <a:off x="1054" y="3685"/>
                <a:ext cx="45" cy="23"/>
                <a:chOff x="1054" y="3685"/>
                <a:chExt cx="45" cy="23"/>
              </a:xfrm>
            </p:grpSpPr>
            <p:sp>
              <p:nvSpPr>
                <p:cNvPr id="1995558" name="Freeform 807"/>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9" name="Freeform 808"/>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0" name="Freeform 809"/>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61" name="Group 810"/>
              <p:cNvGrpSpPr>
                <a:grpSpLocks/>
              </p:cNvGrpSpPr>
              <p:nvPr/>
            </p:nvGrpSpPr>
            <p:grpSpPr bwMode="auto">
              <a:xfrm>
                <a:off x="1067" y="3698"/>
                <a:ext cx="45" cy="23"/>
                <a:chOff x="1067" y="3698"/>
                <a:chExt cx="45" cy="23"/>
              </a:xfrm>
            </p:grpSpPr>
            <p:sp>
              <p:nvSpPr>
                <p:cNvPr id="1995562" name="Freeform 811"/>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3" name="Freeform 812"/>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4" name="Freeform 813"/>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65" name="Group 814"/>
              <p:cNvGrpSpPr>
                <a:grpSpLocks/>
              </p:cNvGrpSpPr>
              <p:nvPr/>
            </p:nvGrpSpPr>
            <p:grpSpPr bwMode="auto">
              <a:xfrm>
                <a:off x="1079" y="3712"/>
                <a:ext cx="44" cy="23"/>
                <a:chOff x="1079" y="3712"/>
                <a:chExt cx="44" cy="23"/>
              </a:xfrm>
            </p:grpSpPr>
            <p:sp>
              <p:nvSpPr>
                <p:cNvPr id="1995566" name="Freeform 815"/>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7" name="Freeform 816"/>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8" name="Freeform 817"/>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69" name="Group 818"/>
              <p:cNvGrpSpPr>
                <a:grpSpLocks/>
              </p:cNvGrpSpPr>
              <p:nvPr/>
            </p:nvGrpSpPr>
            <p:grpSpPr bwMode="auto">
              <a:xfrm>
                <a:off x="1093" y="3725"/>
                <a:ext cx="45" cy="23"/>
                <a:chOff x="1093" y="3725"/>
                <a:chExt cx="45" cy="23"/>
              </a:xfrm>
            </p:grpSpPr>
            <p:sp>
              <p:nvSpPr>
                <p:cNvPr id="1995570" name="Freeform 819"/>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1" name="Freeform 820"/>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2" name="Freeform 821"/>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73" name="Group 822"/>
              <p:cNvGrpSpPr>
                <a:grpSpLocks/>
              </p:cNvGrpSpPr>
              <p:nvPr/>
            </p:nvGrpSpPr>
            <p:grpSpPr bwMode="auto">
              <a:xfrm>
                <a:off x="1108" y="3739"/>
                <a:ext cx="44" cy="23"/>
                <a:chOff x="1108" y="3739"/>
                <a:chExt cx="44" cy="23"/>
              </a:xfrm>
            </p:grpSpPr>
            <p:sp>
              <p:nvSpPr>
                <p:cNvPr id="1995574" name="Freeform 823"/>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5" name="Freeform 824"/>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6" name="Freeform 825"/>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77" name="Group 826"/>
              <p:cNvGrpSpPr>
                <a:grpSpLocks/>
              </p:cNvGrpSpPr>
              <p:nvPr/>
            </p:nvGrpSpPr>
            <p:grpSpPr bwMode="auto">
              <a:xfrm>
                <a:off x="1121" y="3753"/>
                <a:ext cx="45" cy="23"/>
                <a:chOff x="1121" y="3753"/>
                <a:chExt cx="45" cy="23"/>
              </a:xfrm>
            </p:grpSpPr>
            <p:sp>
              <p:nvSpPr>
                <p:cNvPr id="1995578" name="Freeform 827"/>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9" name="Freeform 828"/>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0" name="Freeform 829"/>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81" name="Group 830"/>
              <p:cNvGrpSpPr>
                <a:grpSpLocks/>
              </p:cNvGrpSpPr>
              <p:nvPr/>
            </p:nvGrpSpPr>
            <p:grpSpPr bwMode="auto">
              <a:xfrm>
                <a:off x="1133" y="3767"/>
                <a:ext cx="44" cy="23"/>
                <a:chOff x="1133" y="3767"/>
                <a:chExt cx="44" cy="23"/>
              </a:xfrm>
            </p:grpSpPr>
            <p:sp>
              <p:nvSpPr>
                <p:cNvPr id="1995582" name="Freeform 831"/>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3" name="Freeform 832"/>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4" name="Freeform 833"/>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585" name="Freeform 834"/>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6" name="Freeform 835"/>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7" name="Freeform 836"/>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8" name="Freeform 837"/>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9" name="Freeform 838"/>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0" name="Freeform 839"/>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1" name="Freeform 840"/>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2" name="Freeform 841"/>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3" name="Freeform 842"/>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4" name="Freeform 843"/>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5" name="Freeform 844"/>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596" name="Group 845"/>
              <p:cNvGrpSpPr>
                <a:grpSpLocks/>
              </p:cNvGrpSpPr>
              <p:nvPr/>
            </p:nvGrpSpPr>
            <p:grpSpPr bwMode="auto">
              <a:xfrm>
                <a:off x="700" y="3535"/>
                <a:ext cx="49" cy="24"/>
                <a:chOff x="700" y="3535"/>
                <a:chExt cx="49" cy="24"/>
              </a:xfrm>
            </p:grpSpPr>
            <p:sp>
              <p:nvSpPr>
                <p:cNvPr id="1995597" name="Freeform 846"/>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8" name="Freeform 847"/>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9" name="Freeform 848"/>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00" name="Group 849"/>
              <p:cNvGrpSpPr>
                <a:grpSpLocks/>
              </p:cNvGrpSpPr>
              <p:nvPr/>
            </p:nvGrpSpPr>
            <p:grpSpPr bwMode="auto">
              <a:xfrm>
                <a:off x="714" y="3551"/>
                <a:ext cx="49" cy="22"/>
                <a:chOff x="714" y="3551"/>
                <a:chExt cx="49" cy="22"/>
              </a:xfrm>
            </p:grpSpPr>
            <p:sp>
              <p:nvSpPr>
                <p:cNvPr id="1995601" name="Freeform 850"/>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02" name="Freeform 851"/>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03" name="Freeform 852"/>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04" name="Group 853"/>
              <p:cNvGrpSpPr>
                <a:grpSpLocks/>
              </p:cNvGrpSpPr>
              <p:nvPr/>
            </p:nvGrpSpPr>
            <p:grpSpPr bwMode="auto">
              <a:xfrm>
                <a:off x="728" y="3564"/>
                <a:ext cx="48" cy="23"/>
                <a:chOff x="728" y="3564"/>
                <a:chExt cx="48" cy="23"/>
              </a:xfrm>
            </p:grpSpPr>
            <p:sp>
              <p:nvSpPr>
                <p:cNvPr id="1995605" name="Freeform 854"/>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06" name="Freeform 855"/>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07" name="Freeform 856"/>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08" name="Group 857"/>
              <p:cNvGrpSpPr>
                <a:grpSpLocks/>
              </p:cNvGrpSpPr>
              <p:nvPr/>
            </p:nvGrpSpPr>
            <p:grpSpPr bwMode="auto">
              <a:xfrm>
                <a:off x="742" y="3582"/>
                <a:ext cx="49" cy="23"/>
                <a:chOff x="742" y="3582"/>
                <a:chExt cx="49" cy="23"/>
              </a:xfrm>
            </p:grpSpPr>
            <p:sp>
              <p:nvSpPr>
                <p:cNvPr id="1995609" name="Freeform 858"/>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0" name="Freeform 859"/>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1" name="Freeform 860"/>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12" name="Group 861"/>
              <p:cNvGrpSpPr>
                <a:grpSpLocks/>
              </p:cNvGrpSpPr>
              <p:nvPr/>
            </p:nvGrpSpPr>
            <p:grpSpPr bwMode="auto">
              <a:xfrm>
                <a:off x="752" y="3597"/>
                <a:ext cx="133" cy="106"/>
                <a:chOff x="752" y="3597"/>
                <a:chExt cx="133" cy="106"/>
              </a:xfrm>
            </p:grpSpPr>
            <p:sp>
              <p:nvSpPr>
                <p:cNvPr id="1995613" name="Freeform 862"/>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4" name="Freeform 863"/>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5" name="Freeform 864"/>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16" name="Group 865"/>
              <p:cNvGrpSpPr>
                <a:grpSpLocks/>
              </p:cNvGrpSpPr>
              <p:nvPr/>
            </p:nvGrpSpPr>
            <p:grpSpPr bwMode="auto">
              <a:xfrm>
                <a:off x="844" y="3694"/>
                <a:ext cx="48" cy="23"/>
                <a:chOff x="844" y="3694"/>
                <a:chExt cx="48" cy="23"/>
              </a:xfrm>
            </p:grpSpPr>
            <p:sp>
              <p:nvSpPr>
                <p:cNvPr id="1995617" name="Freeform 866"/>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8" name="Freeform 867"/>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9" name="Freeform 868"/>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20" name="Group 869"/>
              <p:cNvGrpSpPr>
                <a:grpSpLocks/>
              </p:cNvGrpSpPr>
              <p:nvPr/>
            </p:nvGrpSpPr>
            <p:grpSpPr bwMode="auto">
              <a:xfrm>
                <a:off x="857" y="3710"/>
                <a:ext cx="49" cy="22"/>
                <a:chOff x="857" y="3710"/>
                <a:chExt cx="49" cy="22"/>
              </a:xfrm>
            </p:grpSpPr>
            <p:sp>
              <p:nvSpPr>
                <p:cNvPr id="1995621" name="Freeform 870"/>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22" name="Freeform 871"/>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23" name="Freeform 872"/>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24" name="Group 873"/>
              <p:cNvGrpSpPr>
                <a:grpSpLocks/>
              </p:cNvGrpSpPr>
              <p:nvPr/>
            </p:nvGrpSpPr>
            <p:grpSpPr bwMode="auto">
              <a:xfrm>
                <a:off x="1086" y="3766"/>
                <a:ext cx="49" cy="23"/>
                <a:chOff x="1086" y="3766"/>
                <a:chExt cx="49" cy="23"/>
              </a:xfrm>
            </p:grpSpPr>
            <p:sp>
              <p:nvSpPr>
                <p:cNvPr id="1995625" name="Freeform 874"/>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26" name="Freeform 875"/>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27" name="Freeform 876"/>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28" name="Group 877"/>
              <p:cNvGrpSpPr>
                <a:grpSpLocks/>
              </p:cNvGrpSpPr>
              <p:nvPr/>
            </p:nvGrpSpPr>
            <p:grpSpPr bwMode="auto">
              <a:xfrm>
                <a:off x="934" y="3740"/>
                <a:ext cx="48" cy="23"/>
                <a:chOff x="934" y="3740"/>
                <a:chExt cx="48" cy="23"/>
              </a:xfrm>
            </p:grpSpPr>
            <p:sp>
              <p:nvSpPr>
                <p:cNvPr id="1995629" name="Freeform 878"/>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0" name="Freeform 879"/>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1" name="Freeform 880"/>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32" name="Group 881"/>
              <p:cNvGrpSpPr>
                <a:grpSpLocks/>
              </p:cNvGrpSpPr>
              <p:nvPr/>
            </p:nvGrpSpPr>
            <p:grpSpPr bwMode="auto">
              <a:xfrm>
                <a:off x="943" y="3754"/>
                <a:ext cx="49" cy="23"/>
                <a:chOff x="943" y="3754"/>
                <a:chExt cx="49" cy="23"/>
              </a:xfrm>
            </p:grpSpPr>
            <p:sp>
              <p:nvSpPr>
                <p:cNvPr id="1995633" name="Freeform 882"/>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4" name="Freeform 883"/>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5" name="Freeform 884"/>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636" name="Freeform 885"/>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7" name="Freeform 886"/>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8" name="Freeform 887"/>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39" name="Group 888"/>
            <p:cNvGrpSpPr>
              <a:grpSpLocks/>
            </p:cNvGrpSpPr>
            <p:nvPr/>
          </p:nvGrpSpPr>
          <p:grpSpPr bwMode="auto">
            <a:xfrm>
              <a:off x="920" y="3821"/>
              <a:ext cx="413" cy="50"/>
              <a:chOff x="920" y="3821"/>
              <a:chExt cx="413" cy="50"/>
            </a:xfrm>
          </p:grpSpPr>
          <p:sp>
            <p:nvSpPr>
              <p:cNvPr id="1995640" name="Freeform 889"/>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41" name="Freeform 890"/>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42" name="Rectangle 891"/>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43" name="Rectangle 892"/>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44" name="Group 893"/>
            <p:cNvGrpSpPr>
              <a:grpSpLocks/>
            </p:cNvGrpSpPr>
            <p:nvPr/>
          </p:nvGrpSpPr>
          <p:grpSpPr bwMode="auto">
            <a:xfrm>
              <a:off x="1227" y="3477"/>
              <a:ext cx="508" cy="321"/>
              <a:chOff x="1227" y="3477"/>
              <a:chExt cx="508" cy="321"/>
            </a:xfrm>
          </p:grpSpPr>
          <p:sp>
            <p:nvSpPr>
              <p:cNvPr id="1995645" name="Freeform 894"/>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46" name="Freeform 895"/>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47" name="Freeform 896"/>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48" name="Line 897"/>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49" name="Freeform 898"/>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0" name="Freeform 899"/>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1" name="Freeform 900"/>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2" name="Freeform 901"/>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3" name="Freeform 902"/>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4" name="Freeform 903"/>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5" name="Freeform 904"/>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6" name="Freeform 905"/>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7" name="Freeform 906"/>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8" name="Freeform 907"/>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9" name="Oval 908"/>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0" name="Oval 909"/>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1" name="Freeform 910"/>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2" name="Oval 911"/>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3" name="Oval 912"/>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664" name="Group 913"/>
          <p:cNvGrpSpPr>
            <a:grpSpLocks/>
          </p:cNvGrpSpPr>
          <p:nvPr/>
        </p:nvGrpSpPr>
        <p:grpSpPr bwMode="auto">
          <a:xfrm>
            <a:off x="7664450" y="4418013"/>
            <a:ext cx="720725" cy="546100"/>
            <a:chOff x="624" y="2968"/>
            <a:chExt cx="1331" cy="920"/>
          </a:xfrm>
        </p:grpSpPr>
        <p:sp>
          <p:nvSpPr>
            <p:cNvPr id="1995665" name="Freeform 914"/>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6" name="Freeform 915"/>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67" name="Freeform 916"/>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68" name="Freeform 917"/>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69" name="Freeform 918"/>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70" name="Freeform 919"/>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1" name="Freeform 920"/>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2" name="Freeform 921"/>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3" name="Freeform 922"/>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4" name="Freeform 923"/>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5" name="Freeform 924"/>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6" name="Freeform 925"/>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677" name="Group 926"/>
            <p:cNvGrpSpPr>
              <a:grpSpLocks/>
            </p:cNvGrpSpPr>
            <p:nvPr/>
          </p:nvGrpSpPr>
          <p:grpSpPr bwMode="auto">
            <a:xfrm>
              <a:off x="700" y="3526"/>
              <a:ext cx="515" cy="270"/>
              <a:chOff x="700" y="3526"/>
              <a:chExt cx="515" cy="270"/>
            </a:xfrm>
          </p:grpSpPr>
          <p:grpSp>
            <p:nvGrpSpPr>
              <p:cNvPr id="1995678" name="Group 927"/>
              <p:cNvGrpSpPr>
                <a:grpSpLocks/>
              </p:cNvGrpSpPr>
              <p:nvPr/>
            </p:nvGrpSpPr>
            <p:grpSpPr bwMode="auto">
              <a:xfrm>
                <a:off x="737" y="3534"/>
                <a:ext cx="49" cy="23"/>
                <a:chOff x="737" y="3534"/>
                <a:chExt cx="49" cy="23"/>
              </a:xfrm>
            </p:grpSpPr>
            <p:sp>
              <p:nvSpPr>
                <p:cNvPr id="1995679" name="Freeform 928"/>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0" name="Freeform 929"/>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1" name="Freeform 930"/>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82" name="Group 931"/>
              <p:cNvGrpSpPr>
                <a:grpSpLocks/>
              </p:cNvGrpSpPr>
              <p:nvPr/>
            </p:nvGrpSpPr>
            <p:grpSpPr bwMode="auto">
              <a:xfrm>
                <a:off x="748" y="3547"/>
                <a:ext cx="50" cy="23"/>
                <a:chOff x="748" y="3547"/>
                <a:chExt cx="50" cy="23"/>
              </a:xfrm>
            </p:grpSpPr>
            <p:sp>
              <p:nvSpPr>
                <p:cNvPr id="1995683" name="Freeform 932"/>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4" name="Freeform 933"/>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5" name="Freeform 934"/>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686" name="Freeform 935"/>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7" name="Freeform 936"/>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8" name="Freeform 937"/>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9" name="Freeform 938"/>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690" name="Group 939"/>
              <p:cNvGrpSpPr>
                <a:grpSpLocks/>
              </p:cNvGrpSpPr>
              <p:nvPr/>
            </p:nvGrpSpPr>
            <p:grpSpPr bwMode="auto">
              <a:xfrm>
                <a:off x="872" y="3547"/>
                <a:ext cx="50" cy="23"/>
                <a:chOff x="872" y="3547"/>
                <a:chExt cx="50" cy="23"/>
              </a:xfrm>
            </p:grpSpPr>
            <p:sp>
              <p:nvSpPr>
                <p:cNvPr id="1995691" name="Freeform 940"/>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92" name="Freeform 941"/>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93" name="Freeform 942"/>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94" name="Group 943"/>
              <p:cNvGrpSpPr>
                <a:grpSpLocks/>
              </p:cNvGrpSpPr>
              <p:nvPr/>
            </p:nvGrpSpPr>
            <p:grpSpPr bwMode="auto">
              <a:xfrm>
                <a:off x="885" y="3559"/>
                <a:ext cx="50" cy="23"/>
                <a:chOff x="885" y="3559"/>
                <a:chExt cx="50" cy="23"/>
              </a:xfrm>
            </p:grpSpPr>
            <p:sp>
              <p:nvSpPr>
                <p:cNvPr id="1995695" name="Freeform 944"/>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96" name="Freeform 945"/>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97" name="Freeform 946"/>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98" name="Group 947"/>
              <p:cNvGrpSpPr>
                <a:grpSpLocks/>
              </p:cNvGrpSpPr>
              <p:nvPr/>
            </p:nvGrpSpPr>
            <p:grpSpPr bwMode="auto">
              <a:xfrm>
                <a:off x="898" y="3571"/>
                <a:ext cx="49" cy="23"/>
                <a:chOff x="898" y="3571"/>
                <a:chExt cx="49" cy="23"/>
              </a:xfrm>
            </p:grpSpPr>
            <p:sp>
              <p:nvSpPr>
                <p:cNvPr id="1995699" name="Freeform 948"/>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0" name="Freeform 949"/>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1" name="Freeform 950"/>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02" name="Group 951"/>
              <p:cNvGrpSpPr>
                <a:grpSpLocks/>
              </p:cNvGrpSpPr>
              <p:nvPr/>
            </p:nvGrpSpPr>
            <p:grpSpPr bwMode="auto">
              <a:xfrm>
                <a:off x="911" y="3585"/>
                <a:ext cx="49" cy="23"/>
                <a:chOff x="911" y="3585"/>
                <a:chExt cx="49" cy="23"/>
              </a:xfrm>
            </p:grpSpPr>
            <p:sp>
              <p:nvSpPr>
                <p:cNvPr id="1995703" name="Freeform 952"/>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4" name="Freeform 953"/>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5" name="Freeform 954"/>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06" name="Group 955"/>
              <p:cNvGrpSpPr>
                <a:grpSpLocks/>
              </p:cNvGrpSpPr>
              <p:nvPr/>
            </p:nvGrpSpPr>
            <p:grpSpPr bwMode="auto">
              <a:xfrm>
                <a:off x="923" y="3600"/>
                <a:ext cx="99" cy="73"/>
                <a:chOff x="923" y="3600"/>
                <a:chExt cx="99" cy="73"/>
              </a:xfrm>
            </p:grpSpPr>
            <p:grpSp>
              <p:nvGrpSpPr>
                <p:cNvPr id="1995707" name="Group 956"/>
                <p:cNvGrpSpPr>
                  <a:grpSpLocks/>
                </p:cNvGrpSpPr>
                <p:nvPr/>
              </p:nvGrpSpPr>
              <p:grpSpPr bwMode="auto">
                <a:xfrm>
                  <a:off x="923" y="3600"/>
                  <a:ext cx="49" cy="23"/>
                  <a:chOff x="923" y="3600"/>
                  <a:chExt cx="49" cy="23"/>
                </a:xfrm>
              </p:grpSpPr>
              <p:sp>
                <p:nvSpPr>
                  <p:cNvPr id="1995708" name="Freeform 957"/>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9" name="Freeform 958"/>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0" name="Freeform 959"/>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11" name="Group 960"/>
                <p:cNvGrpSpPr>
                  <a:grpSpLocks/>
                </p:cNvGrpSpPr>
                <p:nvPr/>
              </p:nvGrpSpPr>
              <p:grpSpPr bwMode="auto">
                <a:xfrm>
                  <a:off x="935" y="3612"/>
                  <a:ext cx="48" cy="23"/>
                  <a:chOff x="935" y="3612"/>
                  <a:chExt cx="48" cy="23"/>
                </a:xfrm>
              </p:grpSpPr>
              <p:sp>
                <p:nvSpPr>
                  <p:cNvPr id="1995712" name="Freeform 961"/>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3" name="Freeform 962"/>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4" name="Freeform 963"/>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15" name="Group 964"/>
                <p:cNvGrpSpPr>
                  <a:grpSpLocks/>
                </p:cNvGrpSpPr>
                <p:nvPr/>
              </p:nvGrpSpPr>
              <p:grpSpPr bwMode="auto">
                <a:xfrm>
                  <a:off x="947" y="3625"/>
                  <a:ext cx="50" cy="22"/>
                  <a:chOff x="947" y="3625"/>
                  <a:chExt cx="50" cy="22"/>
                </a:xfrm>
              </p:grpSpPr>
              <p:sp>
                <p:nvSpPr>
                  <p:cNvPr id="1995716" name="Freeform 965"/>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7" name="Freeform 966"/>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8" name="Freeform 967"/>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19" name="Group 968"/>
                <p:cNvGrpSpPr>
                  <a:grpSpLocks/>
                </p:cNvGrpSpPr>
                <p:nvPr/>
              </p:nvGrpSpPr>
              <p:grpSpPr bwMode="auto">
                <a:xfrm>
                  <a:off x="960" y="3637"/>
                  <a:ext cx="50" cy="23"/>
                  <a:chOff x="960" y="3637"/>
                  <a:chExt cx="50" cy="23"/>
                </a:xfrm>
              </p:grpSpPr>
              <p:sp>
                <p:nvSpPr>
                  <p:cNvPr id="1995720" name="Freeform 969"/>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21" name="Freeform 970"/>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22" name="Freeform 971"/>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23" name="Group 972"/>
                <p:cNvGrpSpPr>
                  <a:grpSpLocks/>
                </p:cNvGrpSpPr>
                <p:nvPr/>
              </p:nvGrpSpPr>
              <p:grpSpPr bwMode="auto">
                <a:xfrm>
                  <a:off x="973" y="3650"/>
                  <a:ext cx="49" cy="23"/>
                  <a:chOff x="973" y="3650"/>
                  <a:chExt cx="49" cy="23"/>
                </a:xfrm>
              </p:grpSpPr>
              <p:sp>
                <p:nvSpPr>
                  <p:cNvPr id="1995724" name="Freeform 973"/>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25" name="Freeform 974"/>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26" name="Freeform 975"/>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727" name="Group 976"/>
              <p:cNvGrpSpPr>
                <a:grpSpLocks/>
              </p:cNvGrpSpPr>
              <p:nvPr/>
            </p:nvGrpSpPr>
            <p:grpSpPr bwMode="auto">
              <a:xfrm>
                <a:off x="985" y="3665"/>
                <a:ext cx="100" cy="73"/>
                <a:chOff x="985" y="3665"/>
                <a:chExt cx="100" cy="73"/>
              </a:xfrm>
            </p:grpSpPr>
            <p:grpSp>
              <p:nvGrpSpPr>
                <p:cNvPr id="1995728" name="Group 977"/>
                <p:cNvGrpSpPr>
                  <a:grpSpLocks/>
                </p:cNvGrpSpPr>
                <p:nvPr/>
              </p:nvGrpSpPr>
              <p:grpSpPr bwMode="auto">
                <a:xfrm>
                  <a:off x="985" y="3665"/>
                  <a:ext cx="50" cy="23"/>
                  <a:chOff x="985" y="3665"/>
                  <a:chExt cx="50" cy="23"/>
                </a:xfrm>
              </p:grpSpPr>
              <p:sp>
                <p:nvSpPr>
                  <p:cNvPr id="1995729" name="Freeform 978"/>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0" name="Freeform 979"/>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1" name="Freeform 980"/>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32" name="Group 981"/>
                <p:cNvGrpSpPr>
                  <a:grpSpLocks/>
                </p:cNvGrpSpPr>
                <p:nvPr/>
              </p:nvGrpSpPr>
              <p:grpSpPr bwMode="auto">
                <a:xfrm>
                  <a:off x="997" y="3677"/>
                  <a:ext cx="49" cy="23"/>
                  <a:chOff x="997" y="3677"/>
                  <a:chExt cx="49" cy="23"/>
                </a:xfrm>
              </p:grpSpPr>
              <p:sp>
                <p:nvSpPr>
                  <p:cNvPr id="1995733" name="Freeform 982"/>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4" name="Freeform 983"/>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5" name="Freeform 984"/>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36" name="Group 985"/>
                <p:cNvGrpSpPr>
                  <a:grpSpLocks/>
                </p:cNvGrpSpPr>
                <p:nvPr/>
              </p:nvGrpSpPr>
              <p:grpSpPr bwMode="auto">
                <a:xfrm>
                  <a:off x="1010" y="3690"/>
                  <a:ext cx="48" cy="23"/>
                  <a:chOff x="1010" y="3690"/>
                  <a:chExt cx="48" cy="23"/>
                </a:xfrm>
              </p:grpSpPr>
              <p:sp>
                <p:nvSpPr>
                  <p:cNvPr id="1995737" name="Freeform 986"/>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8" name="Freeform 987"/>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9" name="Freeform 988"/>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40" name="Group 989"/>
                <p:cNvGrpSpPr>
                  <a:grpSpLocks/>
                </p:cNvGrpSpPr>
                <p:nvPr/>
              </p:nvGrpSpPr>
              <p:grpSpPr bwMode="auto">
                <a:xfrm>
                  <a:off x="1023" y="3703"/>
                  <a:ext cx="49" cy="22"/>
                  <a:chOff x="1023" y="3703"/>
                  <a:chExt cx="49" cy="22"/>
                </a:xfrm>
              </p:grpSpPr>
              <p:sp>
                <p:nvSpPr>
                  <p:cNvPr id="1995741" name="Freeform 990"/>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42" name="Freeform 991"/>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43" name="Freeform 992"/>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44" name="Group 993"/>
                <p:cNvGrpSpPr>
                  <a:grpSpLocks/>
                </p:cNvGrpSpPr>
                <p:nvPr/>
              </p:nvGrpSpPr>
              <p:grpSpPr bwMode="auto">
                <a:xfrm>
                  <a:off x="1036" y="3716"/>
                  <a:ext cx="49" cy="22"/>
                  <a:chOff x="1036" y="3716"/>
                  <a:chExt cx="49" cy="22"/>
                </a:xfrm>
              </p:grpSpPr>
              <p:sp>
                <p:nvSpPr>
                  <p:cNvPr id="1995745" name="Freeform 994"/>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46" name="Freeform 995"/>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47" name="Freeform 996"/>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748" name="Group 997"/>
              <p:cNvGrpSpPr>
                <a:grpSpLocks/>
              </p:cNvGrpSpPr>
              <p:nvPr/>
            </p:nvGrpSpPr>
            <p:grpSpPr bwMode="auto">
              <a:xfrm>
                <a:off x="1046" y="3727"/>
                <a:ext cx="49" cy="23"/>
                <a:chOff x="1046" y="3727"/>
                <a:chExt cx="49" cy="23"/>
              </a:xfrm>
            </p:grpSpPr>
            <p:sp>
              <p:nvSpPr>
                <p:cNvPr id="1995749" name="Freeform 998"/>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0" name="Freeform 999"/>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1" name="Freeform 1000"/>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52" name="Group 1001"/>
              <p:cNvGrpSpPr>
                <a:grpSpLocks/>
              </p:cNvGrpSpPr>
              <p:nvPr/>
            </p:nvGrpSpPr>
            <p:grpSpPr bwMode="auto">
              <a:xfrm>
                <a:off x="1058" y="3739"/>
                <a:ext cx="50" cy="23"/>
                <a:chOff x="1058" y="3739"/>
                <a:chExt cx="50" cy="23"/>
              </a:xfrm>
            </p:grpSpPr>
            <p:sp>
              <p:nvSpPr>
                <p:cNvPr id="1995753" name="Freeform 1002"/>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4" name="Freeform 1003"/>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5" name="Freeform 1004"/>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56" name="Group 1005"/>
              <p:cNvGrpSpPr>
                <a:grpSpLocks/>
              </p:cNvGrpSpPr>
              <p:nvPr/>
            </p:nvGrpSpPr>
            <p:grpSpPr bwMode="auto">
              <a:xfrm>
                <a:off x="1072" y="3753"/>
                <a:ext cx="48" cy="22"/>
                <a:chOff x="1072" y="3753"/>
                <a:chExt cx="48" cy="22"/>
              </a:xfrm>
            </p:grpSpPr>
            <p:sp>
              <p:nvSpPr>
                <p:cNvPr id="1995757" name="Freeform 1006"/>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8" name="Freeform 1007"/>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9" name="Freeform 1008"/>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760" name="Freeform 1009"/>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1" name="Freeform 1010"/>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2" name="Freeform 1011"/>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763" name="Group 1012"/>
              <p:cNvGrpSpPr>
                <a:grpSpLocks/>
              </p:cNvGrpSpPr>
              <p:nvPr/>
            </p:nvGrpSpPr>
            <p:grpSpPr bwMode="auto">
              <a:xfrm>
                <a:off x="832" y="3547"/>
                <a:ext cx="49" cy="23"/>
                <a:chOff x="832" y="3547"/>
                <a:chExt cx="49" cy="23"/>
              </a:xfrm>
            </p:grpSpPr>
            <p:sp>
              <p:nvSpPr>
                <p:cNvPr id="1995764" name="Freeform 1013"/>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5" name="Freeform 1014"/>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6" name="Freeform 1015"/>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67" name="Group 1016"/>
              <p:cNvGrpSpPr>
                <a:grpSpLocks/>
              </p:cNvGrpSpPr>
              <p:nvPr/>
            </p:nvGrpSpPr>
            <p:grpSpPr bwMode="auto">
              <a:xfrm>
                <a:off x="844" y="3560"/>
                <a:ext cx="49" cy="22"/>
                <a:chOff x="844" y="3560"/>
                <a:chExt cx="49" cy="22"/>
              </a:xfrm>
            </p:grpSpPr>
            <p:sp>
              <p:nvSpPr>
                <p:cNvPr id="1995768" name="Freeform 1017"/>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9" name="Freeform 1018"/>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0" name="Freeform 1019"/>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71" name="Group 1020"/>
              <p:cNvGrpSpPr>
                <a:grpSpLocks/>
              </p:cNvGrpSpPr>
              <p:nvPr/>
            </p:nvGrpSpPr>
            <p:grpSpPr bwMode="auto">
              <a:xfrm>
                <a:off x="857" y="3572"/>
                <a:ext cx="50" cy="23"/>
                <a:chOff x="857" y="3572"/>
                <a:chExt cx="50" cy="23"/>
              </a:xfrm>
            </p:grpSpPr>
            <p:sp>
              <p:nvSpPr>
                <p:cNvPr id="1995772" name="Freeform 1021"/>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3" name="Freeform 1022"/>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4" name="Freeform 1023"/>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75" name="Group 1024"/>
              <p:cNvGrpSpPr>
                <a:grpSpLocks/>
              </p:cNvGrpSpPr>
              <p:nvPr/>
            </p:nvGrpSpPr>
            <p:grpSpPr bwMode="auto">
              <a:xfrm>
                <a:off x="870" y="3585"/>
                <a:ext cx="48" cy="23"/>
                <a:chOff x="870" y="3585"/>
                <a:chExt cx="48" cy="23"/>
              </a:xfrm>
            </p:grpSpPr>
            <p:sp>
              <p:nvSpPr>
                <p:cNvPr id="1995776" name="Freeform 1025"/>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7" name="Freeform 1026"/>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8" name="Freeform 1027"/>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79" name="Group 1028"/>
              <p:cNvGrpSpPr>
                <a:grpSpLocks/>
              </p:cNvGrpSpPr>
              <p:nvPr/>
            </p:nvGrpSpPr>
            <p:grpSpPr bwMode="auto">
              <a:xfrm>
                <a:off x="882" y="3600"/>
                <a:ext cx="100" cy="73"/>
                <a:chOff x="882" y="3600"/>
                <a:chExt cx="100" cy="73"/>
              </a:xfrm>
            </p:grpSpPr>
            <p:grpSp>
              <p:nvGrpSpPr>
                <p:cNvPr id="1995780" name="Group 1029"/>
                <p:cNvGrpSpPr>
                  <a:grpSpLocks/>
                </p:cNvGrpSpPr>
                <p:nvPr/>
              </p:nvGrpSpPr>
              <p:grpSpPr bwMode="auto">
                <a:xfrm>
                  <a:off x="882" y="3600"/>
                  <a:ext cx="49" cy="23"/>
                  <a:chOff x="882" y="3600"/>
                  <a:chExt cx="49" cy="23"/>
                </a:xfrm>
              </p:grpSpPr>
              <p:sp>
                <p:nvSpPr>
                  <p:cNvPr id="1995781" name="Freeform 1030"/>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82" name="Freeform 1031"/>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83" name="Freeform 1032"/>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84" name="Group 1033"/>
                <p:cNvGrpSpPr>
                  <a:grpSpLocks/>
                </p:cNvGrpSpPr>
                <p:nvPr/>
              </p:nvGrpSpPr>
              <p:grpSpPr bwMode="auto">
                <a:xfrm>
                  <a:off x="894" y="3612"/>
                  <a:ext cx="49" cy="23"/>
                  <a:chOff x="894" y="3612"/>
                  <a:chExt cx="49" cy="23"/>
                </a:xfrm>
              </p:grpSpPr>
              <p:sp>
                <p:nvSpPr>
                  <p:cNvPr id="1995785" name="Freeform 1034"/>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86" name="Freeform 1035"/>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87" name="Freeform 1036"/>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88" name="Group 1037"/>
                <p:cNvGrpSpPr>
                  <a:grpSpLocks/>
                </p:cNvGrpSpPr>
                <p:nvPr/>
              </p:nvGrpSpPr>
              <p:grpSpPr bwMode="auto">
                <a:xfrm>
                  <a:off x="907" y="3625"/>
                  <a:ext cx="49" cy="23"/>
                  <a:chOff x="907" y="3625"/>
                  <a:chExt cx="49" cy="23"/>
                </a:xfrm>
              </p:grpSpPr>
              <p:sp>
                <p:nvSpPr>
                  <p:cNvPr id="1995789" name="Freeform 1038"/>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0" name="Freeform 1039"/>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1" name="Freeform 1040"/>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92" name="Group 1041"/>
                <p:cNvGrpSpPr>
                  <a:grpSpLocks/>
                </p:cNvGrpSpPr>
                <p:nvPr/>
              </p:nvGrpSpPr>
              <p:grpSpPr bwMode="auto">
                <a:xfrm>
                  <a:off x="919" y="3638"/>
                  <a:ext cx="49" cy="22"/>
                  <a:chOff x="919" y="3638"/>
                  <a:chExt cx="49" cy="22"/>
                </a:xfrm>
              </p:grpSpPr>
              <p:sp>
                <p:nvSpPr>
                  <p:cNvPr id="1995793" name="Freeform 1042"/>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4" name="Freeform 1043"/>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5" name="Freeform 1044"/>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96" name="Group 1045"/>
                <p:cNvGrpSpPr>
                  <a:grpSpLocks/>
                </p:cNvGrpSpPr>
                <p:nvPr/>
              </p:nvGrpSpPr>
              <p:grpSpPr bwMode="auto">
                <a:xfrm>
                  <a:off x="932" y="3651"/>
                  <a:ext cx="50" cy="22"/>
                  <a:chOff x="932" y="3651"/>
                  <a:chExt cx="50" cy="22"/>
                </a:xfrm>
              </p:grpSpPr>
              <p:sp>
                <p:nvSpPr>
                  <p:cNvPr id="1995797" name="Freeform 1046"/>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8" name="Freeform 1047"/>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9" name="Freeform 1048"/>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800" name="Group 1049"/>
              <p:cNvGrpSpPr>
                <a:grpSpLocks/>
              </p:cNvGrpSpPr>
              <p:nvPr/>
            </p:nvGrpSpPr>
            <p:grpSpPr bwMode="auto">
              <a:xfrm>
                <a:off x="944" y="3665"/>
                <a:ext cx="99" cy="74"/>
                <a:chOff x="944" y="3665"/>
                <a:chExt cx="99" cy="74"/>
              </a:xfrm>
            </p:grpSpPr>
            <p:grpSp>
              <p:nvGrpSpPr>
                <p:cNvPr id="1995801" name="Group 1050"/>
                <p:cNvGrpSpPr>
                  <a:grpSpLocks/>
                </p:cNvGrpSpPr>
                <p:nvPr/>
              </p:nvGrpSpPr>
              <p:grpSpPr bwMode="auto">
                <a:xfrm>
                  <a:off x="944" y="3665"/>
                  <a:ext cx="49" cy="23"/>
                  <a:chOff x="944" y="3665"/>
                  <a:chExt cx="49" cy="23"/>
                </a:xfrm>
              </p:grpSpPr>
              <p:sp>
                <p:nvSpPr>
                  <p:cNvPr id="1995802" name="Freeform 1051"/>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03" name="Freeform 1052"/>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04" name="Freeform 1053"/>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05" name="Group 1054"/>
                <p:cNvGrpSpPr>
                  <a:grpSpLocks/>
                </p:cNvGrpSpPr>
                <p:nvPr/>
              </p:nvGrpSpPr>
              <p:grpSpPr bwMode="auto">
                <a:xfrm>
                  <a:off x="957" y="3678"/>
                  <a:ext cx="48" cy="23"/>
                  <a:chOff x="957" y="3678"/>
                  <a:chExt cx="48" cy="23"/>
                </a:xfrm>
              </p:grpSpPr>
              <p:sp>
                <p:nvSpPr>
                  <p:cNvPr id="1995806" name="Freeform 1055"/>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07" name="Freeform 1056"/>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08" name="Freeform 1057"/>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09" name="Group 1058"/>
                <p:cNvGrpSpPr>
                  <a:grpSpLocks/>
                </p:cNvGrpSpPr>
                <p:nvPr/>
              </p:nvGrpSpPr>
              <p:grpSpPr bwMode="auto">
                <a:xfrm>
                  <a:off x="969" y="3690"/>
                  <a:ext cx="49" cy="23"/>
                  <a:chOff x="969" y="3690"/>
                  <a:chExt cx="49" cy="23"/>
                </a:xfrm>
              </p:grpSpPr>
              <p:sp>
                <p:nvSpPr>
                  <p:cNvPr id="1995810" name="Freeform 1059"/>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1" name="Freeform 1060"/>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2" name="Freeform 1061"/>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13" name="Group 1062"/>
                <p:cNvGrpSpPr>
                  <a:grpSpLocks/>
                </p:cNvGrpSpPr>
                <p:nvPr/>
              </p:nvGrpSpPr>
              <p:grpSpPr bwMode="auto">
                <a:xfrm>
                  <a:off x="982" y="3703"/>
                  <a:ext cx="49" cy="23"/>
                  <a:chOff x="982" y="3703"/>
                  <a:chExt cx="49" cy="23"/>
                </a:xfrm>
              </p:grpSpPr>
              <p:sp>
                <p:nvSpPr>
                  <p:cNvPr id="1995814" name="Freeform 1063"/>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5" name="Freeform 1064"/>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6" name="Freeform 1065"/>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17" name="Group 1066"/>
                <p:cNvGrpSpPr>
                  <a:grpSpLocks/>
                </p:cNvGrpSpPr>
                <p:nvPr/>
              </p:nvGrpSpPr>
              <p:grpSpPr bwMode="auto">
                <a:xfrm>
                  <a:off x="995" y="3716"/>
                  <a:ext cx="48" cy="23"/>
                  <a:chOff x="995" y="3716"/>
                  <a:chExt cx="48" cy="23"/>
                </a:xfrm>
              </p:grpSpPr>
              <p:sp>
                <p:nvSpPr>
                  <p:cNvPr id="1995818" name="Freeform 1067"/>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9" name="Freeform 1068"/>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0" name="Freeform 1069"/>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821" name="Group 1070"/>
              <p:cNvGrpSpPr>
                <a:grpSpLocks/>
              </p:cNvGrpSpPr>
              <p:nvPr/>
            </p:nvGrpSpPr>
            <p:grpSpPr bwMode="auto">
              <a:xfrm>
                <a:off x="1005" y="3727"/>
                <a:ext cx="49" cy="23"/>
                <a:chOff x="1005" y="3727"/>
                <a:chExt cx="49" cy="23"/>
              </a:xfrm>
            </p:grpSpPr>
            <p:sp>
              <p:nvSpPr>
                <p:cNvPr id="1995822" name="Freeform 1071"/>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3" name="Freeform 1072"/>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4" name="Freeform 1073"/>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25" name="Group 1074"/>
              <p:cNvGrpSpPr>
                <a:grpSpLocks/>
              </p:cNvGrpSpPr>
              <p:nvPr/>
            </p:nvGrpSpPr>
            <p:grpSpPr bwMode="auto">
              <a:xfrm>
                <a:off x="1018" y="3740"/>
                <a:ext cx="49" cy="22"/>
                <a:chOff x="1018" y="3740"/>
                <a:chExt cx="49" cy="22"/>
              </a:xfrm>
            </p:grpSpPr>
            <p:sp>
              <p:nvSpPr>
                <p:cNvPr id="1995826" name="Freeform 1075"/>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7" name="Freeform 1076"/>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8" name="Freeform 1077"/>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29" name="Group 1078"/>
              <p:cNvGrpSpPr>
                <a:grpSpLocks/>
              </p:cNvGrpSpPr>
              <p:nvPr/>
            </p:nvGrpSpPr>
            <p:grpSpPr bwMode="auto">
              <a:xfrm>
                <a:off x="1030" y="3753"/>
                <a:ext cx="49" cy="23"/>
                <a:chOff x="1030" y="3753"/>
                <a:chExt cx="49" cy="23"/>
              </a:xfrm>
            </p:grpSpPr>
            <p:sp>
              <p:nvSpPr>
                <p:cNvPr id="1995830" name="Freeform 1079"/>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1" name="Freeform 1080"/>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2" name="Freeform 1081"/>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833" name="Freeform 1082"/>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4" name="Freeform 1083"/>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5" name="Freeform 1084"/>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836" name="Group 1085"/>
              <p:cNvGrpSpPr>
                <a:grpSpLocks/>
              </p:cNvGrpSpPr>
              <p:nvPr/>
            </p:nvGrpSpPr>
            <p:grpSpPr bwMode="auto">
              <a:xfrm>
                <a:off x="790" y="3547"/>
                <a:ext cx="49" cy="23"/>
                <a:chOff x="790" y="3547"/>
                <a:chExt cx="49" cy="23"/>
              </a:xfrm>
            </p:grpSpPr>
            <p:sp>
              <p:nvSpPr>
                <p:cNvPr id="1995837" name="Freeform 1086"/>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8" name="Freeform 1087"/>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9" name="Freeform 1088"/>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40" name="Group 1089"/>
              <p:cNvGrpSpPr>
                <a:grpSpLocks/>
              </p:cNvGrpSpPr>
              <p:nvPr/>
            </p:nvGrpSpPr>
            <p:grpSpPr bwMode="auto">
              <a:xfrm>
                <a:off x="803" y="3560"/>
                <a:ext cx="49" cy="22"/>
                <a:chOff x="803" y="3560"/>
                <a:chExt cx="49" cy="22"/>
              </a:xfrm>
            </p:grpSpPr>
            <p:sp>
              <p:nvSpPr>
                <p:cNvPr id="1995841" name="Freeform 1090"/>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42" name="Freeform 1091"/>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43" name="Freeform 1092"/>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44" name="Group 1093"/>
              <p:cNvGrpSpPr>
                <a:grpSpLocks/>
              </p:cNvGrpSpPr>
              <p:nvPr/>
            </p:nvGrpSpPr>
            <p:grpSpPr bwMode="auto">
              <a:xfrm>
                <a:off x="815" y="3572"/>
                <a:ext cx="50" cy="23"/>
                <a:chOff x="815" y="3572"/>
                <a:chExt cx="50" cy="23"/>
              </a:xfrm>
            </p:grpSpPr>
            <p:sp>
              <p:nvSpPr>
                <p:cNvPr id="1995845" name="Freeform 1094"/>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46" name="Freeform 1095"/>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47" name="Freeform 1096"/>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48" name="Group 1097"/>
              <p:cNvGrpSpPr>
                <a:grpSpLocks/>
              </p:cNvGrpSpPr>
              <p:nvPr/>
            </p:nvGrpSpPr>
            <p:grpSpPr bwMode="auto">
              <a:xfrm>
                <a:off x="828" y="3585"/>
                <a:ext cx="49" cy="23"/>
                <a:chOff x="828" y="3585"/>
                <a:chExt cx="49" cy="23"/>
              </a:xfrm>
            </p:grpSpPr>
            <p:sp>
              <p:nvSpPr>
                <p:cNvPr id="1995849" name="Freeform 1098"/>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0" name="Freeform 1099"/>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1" name="Freeform 1100"/>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52" name="Group 1101"/>
              <p:cNvGrpSpPr>
                <a:grpSpLocks/>
              </p:cNvGrpSpPr>
              <p:nvPr/>
            </p:nvGrpSpPr>
            <p:grpSpPr bwMode="auto">
              <a:xfrm>
                <a:off x="840" y="3600"/>
                <a:ext cx="100" cy="73"/>
                <a:chOff x="840" y="3600"/>
                <a:chExt cx="100" cy="73"/>
              </a:xfrm>
            </p:grpSpPr>
            <p:grpSp>
              <p:nvGrpSpPr>
                <p:cNvPr id="1995853" name="Group 1102"/>
                <p:cNvGrpSpPr>
                  <a:grpSpLocks/>
                </p:cNvGrpSpPr>
                <p:nvPr/>
              </p:nvGrpSpPr>
              <p:grpSpPr bwMode="auto">
                <a:xfrm>
                  <a:off x="840" y="3600"/>
                  <a:ext cx="49" cy="23"/>
                  <a:chOff x="840" y="3600"/>
                  <a:chExt cx="49" cy="23"/>
                </a:xfrm>
              </p:grpSpPr>
              <p:sp>
                <p:nvSpPr>
                  <p:cNvPr id="1995854" name="Freeform 1103"/>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5" name="Freeform 1104"/>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6" name="Freeform 1105"/>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57" name="Group 1106"/>
                <p:cNvGrpSpPr>
                  <a:grpSpLocks/>
                </p:cNvGrpSpPr>
                <p:nvPr/>
              </p:nvGrpSpPr>
              <p:grpSpPr bwMode="auto">
                <a:xfrm>
                  <a:off x="853" y="3612"/>
                  <a:ext cx="48" cy="23"/>
                  <a:chOff x="853" y="3612"/>
                  <a:chExt cx="48" cy="23"/>
                </a:xfrm>
              </p:grpSpPr>
              <p:sp>
                <p:nvSpPr>
                  <p:cNvPr id="1995858" name="Freeform 1107"/>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9" name="Freeform 1108"/>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0" name="Freeform 1109"/>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61" name="Group 1110"/>
                <p:cNvGrpSpPr>
                  <a:grpSpLocks/>
                </p:cNvGrpSpPr>
                <p:nvPr/>
              </p:nvGrpSpPr>
              <p:grpSpPr bwMode="auto">
                <a:xfrm>
                  <a:off x="865" y="3625"/>
                  <a:ext cx="49" cy="23"/>
                  <a:chOff x="865" y="3625"/>
                  <a:chExt cx="49" cy="23"/>
                </a:xfrm>
              </p:grpSpPr>
              <p:sp>
                <p:nvSpPr>
                  <p:cNvPr id="1995862" name="Freeform 1111"/>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3" name="Freeform 1112"/>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4" name="Freeform 1113"/>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65" name="Group 1114"/>
                <p:cNvGrpSpPr>
                  <a:grpSpLocks/>
                </p:cNvGrpSpPr>
                <p:nvPr/>
              </p:nvGrpSpPr>
              <p:grpSpPr bwMode="auto">
                <a:xfrm>
                  <a:off x="878" y="3638"/>
                  <a:ext cx="49" cy="22"/>
                  <a:chOff x="878" y="3638"/>
                  <a:chExt cx="49" cy="22"/>
                </a:xfrm>
              </p:grpSpPr>
              <p:sp>
                <p:nvSpPr>
                  <p:cNvPr id="1995866" name="Freeform 1115"/>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7" name="Freeform 1116"/>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8" name="Freeform 1117"/>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69" name="Group 1118"/>
                <p:cNvGrpSpPr>
                  <a:grpSpLocks/>
                </p:cNvGrpSpPr>
                <p:nvPr/>
              </p:nvGrpSpPr>
              <p:grpSpPr bwMode="auto">
                <a:xfrm>
                  <a:off x="890" y="3651"/>
                  <a:ext cx="50" cy="22"/>
                  <a:chOff x="890" y="3651"/>
                  <a:chExt cx="50" cy="22"/>
                </a:xfrm>
              </p:grpSpPr>
              <p:sp>
                <p:nvSpPr>
                  <p:cNvPr id="1995870" name="Freeform 1119"/>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71" name="Freeform 1120"/>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72" name="Freeform 1121"/>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873" name="Group 1122"/>
              <p:cNvGrpSpPr>
                <a:grpSpLocks/>
              </p:cNvGrpSpPr>
              <p:nvPr/>
            </p:nvGrpSpPr>
            <p:grpSpPr bwMode="auto">
              <a:xfrm>
                <a:off x="903" y="3665"/>
                <a:ext cx="99" cy="74"/>
                <a:chOff x="903" y="3665"/>
                <a:chExt cx="99" cy="74"/>
              </a:xfrm>
            </p:grpSpPr>
            <p:grpSp>
              <p:nvGrpSpPr>
                <p:cNvPr id="1995874" name="Group 1123"/>
                <p:cNvGrpSpPr>
                  <a:grpSpLocks/>
                </p:cNvGrpSpPr>
                <p:nvPr/>
              </p:nvGrpSpPr>
              <p:grpSpPr bwMode="auto">
                <a:xfrm>
                  <a:off x="903" y="3665"/>
                  <a:ext cx="49" cy="23"/>
                  <a:chOff x="903" y="3665"/>
                  <a:chExt cx="49" cy="23"/>
                </a:xfrm>
              </p:grpSpPr>
              <p:sp>
                <p:nvSpPr>
                  <p:cNvPr id="1995875" name="Freeform 1124"/>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76" name="Freeform 1125"/>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77" name="Freeform 1126"/>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78" name="Group 1127"/>
                <p:cNvGrpSpPr>
                  <a:grpSpLocks/>
                </p:cNvGrpSpPr>
                <p:nvPr/>
              </p:nvGrpSpPr>
              <p:grpSpPr bwMode="auto">
                <a:xfrm>
                  <a:off x="914" y="3678"/>
                  <a:ext cx="49" cy="23"/>
                  <a:chOff x="914" y="3678"/>
                  <a:chExt cx="49" cy="23"/>
                </a:xfrm>
              </p:grpSpPr>
              <p:sp>
                <p:nvSpPr>
                  <p:cNvPr id="1995879" name="Freeform 1128"/>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0" name="Freeform 1129"/>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1" name="Freeform 1130"/>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82" name="Group 1131"/>
                <p:cNvGrpSpPr>
                  <a:grpSpLocks/>
                </p:cNvGrpSpPr>
                <p:nvPr/>
              </p:nvGrpSpPr>
              <p:grpSpPr bwMode="auto">
                <a:xfrm>
                  <a:off x="928" y="3690"/>
                  <a:ext cx="48" cy="23"/>
                  <a:chOff x="928" y="3690"/>
                  <a:chExt cx="48" cy="23"/>
                </a:xfrm>
              </p:grpSpPr>
              <p:sp>
                <p:nvSpPr>
                  <p:cNvPr id="1995883" name="Freeform 1132"/>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4" name="Freeform 1133"/>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5" name="Freeform 1134"/>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86" name="Group 1135"/>
                <p:cNvGrpSpPr>
                  <a:grpSpLocks/>
                </p:cNvGrpSpPr>
                <p:nvPr/>
              </p:nvGrpSpPr>
              <p:grpSpPr bwMode="auto">
                <a:xfrm>
                  <a:off x="940" y="3703"/>
                  <a:ext cx="49" cy="23"/>
                  <a:chOff x="940" y="3703"/>
                  <a:chExt cx="49" cy="23"/>
                </a:xfrm>
              </p:grpSpPr>
              <p:sp>
                <p:nvSpPr>
                  <p:cNvPr id="1995887" name="Freeform 1136"/>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8" name="Freeform 1137"/>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9" name="Freeform 1138"/>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90" name="Group 1139"/>
                <p:cNvGrpSpPr>
                  <a:grpSpLocks/>
                </p:cNvGrpSpPr>
                <p:nvPr/>
              </p:nvGrpSpPr>
              <p:grpSpPr bwMode="auto">
                <a:xfrm>
                  <a:off x="953" y="3716"/>
                  <a:ext cx="49" cy="23"/>
                  <a:chOff x="953" y="3716"/>
                  <a:chExt cx="49" cy="23"/>
                </a:xfrm>
              </p:grpSpPr>
              <p:sp>
                <p:nvSpPr>
                  <p:cNvPr id="1995891" name="Freeform 1140"/>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92" name="Freeform 1141"/>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93" name="Freeform 1142"/>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894" name="Group 1143"/>
              <p:cNvGrpSpPr>
                <a:grpSpLocks/>
              </p:cNvGrpSpPr>
              <p:nvPr/>
            </p:nvGrpSpPr>
            <p:grpSpPr bwMode="auto">
              <a:xfrm>
                <a:off x="963" y="3727"/>
                <a:ext cx="49" cy="23"/>
                <a:chOff x="963" y="3727"/>
                <a:chExt cx="49" cy="23"/>
              </a:xfrm>
            </p:grpSpPr>
            <p:sp>
              <p:nvSpPr>
                <p:cNvPr id="1995895" name="Freeform 1144"/>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96" name="Freeform 1145"/>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97" name="Freeform 1146"/>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98" name="Group 1147"/>
              <p:cNvGrpSpPr>
                <a:grpSpLocks/>
              </p:cNvGrpSpPr>
              <p:nvPr/>
            </p:nvGrpSpPr>
            <p:grpSpPr bwMode="auto">
              <a:xfrm>
                <a:off x="976" y="3740"/>
                <a:ext cx="50" cy="22"/>
                <a:chOff x="976" y="3740"/>
                <a:chExt cx="50" cy="22"/>
              </a:xfrm>
            </p:grpSpPr>
            <p:sp>
              <p:nvSpPr>
                <p:cNvPr id="1995899" name="Freeform 1148"/>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0" name="Freeform 1149"/>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1" name="Freeform 1150"/>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02" name="Group 1151"/>
              <p:cNvGrpSpPr>
                <a:grpSpLocks/>
              </p:cNvGrpSpPr>
              <p:nvPr/>
            </p:nvGrpSpPr>
            <p:grpSpPr bwMode="auto">
              <a:xfrm>
                <a:off x="761" y="3560"/>
                <a:ext cx="50" cy="22"/>
                <a:chOff x="761" y="3560"/>
                <a:chExt cx="50" cy="22"/>
              </a:xfrm>
            </p:grpSpPr>
            <p:sp>
              <p:nvSpPr>
                <p:cNvPr id="1995903" name="Freeform 1152"/>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4" name="Freeform 1153"/>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5" name="Freeform 1154"/>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06" name="Group 1155"/>
              <p:cNvGrpSpPr>
                <a:grpSpLocks/>
              </p:cNvGrpSpPr>
              <p:nvPr/>
            </p:nvGrpSpPr>
            <p:grpSpPr bwMode="auto">
              <a:xfrm>
                <a:off x="774" y="3572"/>
                <a:ext cx="49" cy="23"/>
                <a:chOff x="774" y="3572"/>
                <a:chExt cx="49" cy="23"/>
              </a:xfrm>
            </p:grpSpPr>
            <p:sp>
              <p:nvSpPr>
                <p:cNvPr id="1995907" name="Freeform 1156"/>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8" name="Freeform 1157"/>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9" name="Freeform 1158"/>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10" name="Group 1159"/>
              <p:cNvGrpSpPr>
                <a:grpSpLocks/>
              </p:cNvGrpSpPr>
              <p:nvPr/>
            </p:nvGrpSpPr>
            <p:grpSpPr bwMode="auto">
              <a:xfrm>
                <a:off x="787" y="3585"/>
                <a:ext cx="49" cy="23"/>
                <a:chOff x="787" y="3585"/>
                <a:chExt cx="49" cy="23"/>
              </a:xfrm>
            </p:grpSpPr>
            <p:sp>
              <p:nvSpPr>
                <p:cNvPr id="1995911" name="Freeform 1160"/>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12" name="Freeform 1161"/>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13" name="Freeform 1162"/>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14" name="Group 1163"/>
              <p:cNvGrpSpPr>
                <a:grpSpLocks/>
              </p:cNvGrpSpPr>
              <p:nvPr/>
            </p:nvGrpSpPr>
            <p:grpSpPr bwMode="auto">
              <a:xfrm>
                <a:off x="799" y="3600"/>
                <a:ext cx="99" cy="73"/>
                <a:chOff x="799" y="3600"/>
                <a:chExt cx="99" cy="73"/>
              </a:xfrm>
            </p:grpSpPr>
            <p:grpSp>
              <p:nvGrpSpPr>
                <p:cNvPr id="1995915" name="Group 1164"/>
                <p:cNvGrpSpPr>
                  <a:grpSpLocks/>
                </p:cNvGrpSpPr>
                <p:nvPr/>
              </p:nvGrpSpPr>
              <p:grpSpPr bwMode="auto">
                <a:xfrm>
                  <a:off x="799" y="3600"/>
                  <a:ext cx="48" cy="23"/>
                  <a:chOff x="799" y="3600"/>
                  <a:chExt cx="48" cy="23"/>
                </a:xfrm>
              </p:grpSpPr>
              <p:sp>
                <p:nvSpPr>
                  <p:cNvPr id="1995916" name="Freeform 1165"/>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17" name="Freeform 1166"/>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18" name="Freeform 1167"/>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19" name="Group 1168"/>
                <p:cNvGrpSpPr>
                  <a:grpSpLocks/>
                </p:cNvGrpSpPr>
                <p:nvPr/>
              </p:nvGrpSpPr>
              <p:grpSpPr bwMode="auto">
                <a:xfrm>
                  <a:off x="811" y="3612"/>
                  <a:ext cx="48" cy="23"/>
                  <a:chOff x="811" y="3612"/>
                  <a:chExt cx="48" cy="23"/>
                </a:xfrm>
              </p:grpSpPr>
              <p:sp>
                <p:nvSpPr>
                  <p:cNvPr id="1995920" name="Freeform 1169"/>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1" name="Freeform 1170"/>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2" name="Freeform 1171"/>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23" name="Group 1172"/>
                <p:cNvGrpSpPr>
                  <a:grpSpLocks/>
                </p:cNvGrpSpPr>
                <p:nvPr/>
              </p:nvGrpSpPr>
              <p:grpSpPr bwMode="auto">
                <a:xfrm>
                  <a:off x="823" y="3625"/>
                  <a:ext cx="49" cy="23"/>
                  <a:chOff x="823" y="3625"/>
                  <a:chExt cx="49" cy="23"/>
                </a:xfrm>
              </p:grpSpPr>
              <p:sp>
                <p:nvSpPr>
                  <p:cNvPr id="1995924" name="Freeform 1173"/>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5" name="Freeform 1174"/>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6" name="Freeform 1175"/>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27" name="Group 1176"/>
                <p:cNvGrpSpPr>
                  <a:grpSpLocks/>
                </p:cNvGrpSpPr>
                <p:nvPr/>
              </p:nvGrpSpPr>
              <p:grpSpPr bwMode="auto">
                <a:xfrm>
                  <a:off x="836" y="3638"/>
                  <a:ext cx="50" cy="22"/>
                  <a:chOff x="836" y="3638"/>
                  <a:chExt cx="50" cy="22"/>
                </a:xfrm>
              </p:grpSpPr>
              <p:sp>
                <p:nvSpPr>
                  <p:cNvPr id="1995928" name="Freeform 1177"/>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9" name="Freeform 1178"/>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0" name="Freeform 1179"/>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31" name="Group 1180"/>
                <p:cNvGrpSpPr>
                  <a:grpSpLocks/>
                </p:cNvGrpSpPr>
                <p:nvPr/>
              </p:nvGrpSpPr>
              <p:grpSpPr bwMode="auto">
                <a:xfrm>
                  <a:off x="849" y="3651"/>
                  <a:ext cx="49" cy="22"/>
                  <a:chOff x="849" y="3651"/>
                  <a:chExt cx="49" cy="22"/>
                </a:xfrm>
              </p:grpSpPr>
              <p:sp>
                <p:nvSpPr>
                  <p:cNvPr id="1995932" name="Freeform 1181"/>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3" name="Freeform 1182"/>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4" name="Freeform 1183"/>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935" name="Group 1184"/>
              <p:cNvGrpSpPr>
                <a:grpSpLocks/>
              </p:cNvGrpSpPr>
              <p:nvPr/>
            </p:nvGrpSpPr>
            <p:grpSpPr bwMode="auto">
              <a:xfrm>
                <a:off x="861" y="3665"/>
                <a:ext cx="99" cy="74"/>
                <a:chOff x="861" y="3665"/>
                <a:chExt cx="99" cy="74"/>
              </a:xfrm>
            </p:grpSpPr>
            <p:grpSp>
              <p:nvGrpSpPr>
                <p:cNvPr id="1995936" name="Group 1185"/>
                <p:cNvGrpSpPr>
                  <a:grpSpLocks/>
                </p:cNvGrpSpPr>
                <p:nvPr/>
              </p:nvGrpSpPr>
              <p:grpSpPr bwMode="auto">
                <a:xfrm>
                  <a:off x="861" y="3665"/>
                  <a:ext cx="50" cy="23"/>
                  <a:chOff x="861" y="3665"/>
                  <a:chExt cx="50" cy="23"/>
                </a:xfrm>
              </p:grpSpPr>
              <p:sp>
                <p:nvSpPr>
                  <p:cNvPr id="1995937" name="Freeform 1186"/>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8" name="Freeform 1187"/>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9" name="Freeform 1188"/>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40" name="Group 1189"/>
                <p:cNvGrpSpPr>
                  <a:grpSpLocks/>
                </p:cNvGrpSpPr>
                <p:nvPr/>
              </p:nvGrpSpPr>
              <p:grpSpPr bwMode="auto">
                <a:xfrm>
                  <a:off x="873" y="3678"/>
                  <a:ext cx="49" cy="23"/>
                  <a:chOff x="873" y="3678"/>
                  <a:chExt cx="49" cy="23"/>
                </a:xfrm>
              </p:grpSpPr>
              <p:sp>
                <p:nvSpPr>
                  <p:cNvPr id="1995941" name="Freeform 1190"/>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42" name="Freeform 1191"/>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43" name="Freeform 1192"/>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44" name="Group 1193"/>
                <p:cNvGrpSpPr>
                  <a:grpSpLocks/>
                </p:cNvGrpSpPr>
                <p:nvPr/>
              </p:nvGrpSpPr>
              <p:grpSpPr bwMode="auto">
                <a:xfrm>
                  <a:off x="886" y="3690"/>
                  <a:ext cx="49" cy="23"/>
                  <a:chOff x="886" y="3690"/>
                  <a:chExt cx="49" cy="23"/>
                </a:xfrm>
              </p:grpSpPr>
              <p:sp>
                <p:nvSpPr>
                  <p:cNvPr id="1995945" name="Freeform 1194"/>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46" name="Freeform 1195"/>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47" name="Freeform 1196"/>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48" name="Group 1197"/>
                <p:cNvGrpSpPr>
                  <a:grpSpLocks/>
                </p:cNvGrpSpPr>
                <p:nvPr/>
              </p:nvGrpSpPr>
              <p:grpSpPr bwMode="auto">
                <a:xfrm>
                  <a:off x="899" y="3703"/>
                  <a:ext cx="48" cy="23"/>
                  <a:chOff x="899" y="3703"/>
                  <a:chExt cx="48" cy="23"/>
                </a:xfrm>
              </p:grpSpPr>
              <p:sp>
                <p:nvSpPr>
                  <p:cNvPr id="1995949" name="Freeform 1198"/>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0" name="Freeform 1199"/>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1" name="Freeform 1200"/>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52" name="Group 1201"/>
                <p:cNvGrpSpPr>
                  <a:grpSpLocks/>
                </p:cNvGrpSpPr>
                <p:nvPr/>
              </p:nvGrpSpPr>
              <p:grpSpPr bwMode="auto">
                <a:xfrm>
                  <a:off x="912" y="3716"/>
                  <a:ext cx="48" cy="23"/>
                  <a:chOff x="912" y="3716"/>
                  <a:chExt cx="48" cy="23"/>
                </a:xfrm>
              </p:grpSpPr>
              <p:sp>
                <p:nvSpPr>
                  <p:cNvPr id="1995953" name="Freeform 1202"/>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4" name="Freeform 1203"/>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5" name="Freeform 1204"/>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956" name="Group 1205"/>
              <p:cNvGrpSpPr>
                <a:grpSpLocks/>
              </p:cNvGrpSpPr>
              <p:nvPr/>
            </p:nvGrpSpPr>
            <p:grpSpPr bwMode="auto">
              <a:xfrm>
                <a:off x="922" y="3727"/>
                <a:ext cx="49" cy="23"/>
                <a:chOff x="922" y="3727"/>
                <a:chExt cx="49" cy="23"/>
              </a:xfrm>
            </p:grpSpPr>
            <p:sp>
              <p:nvSpPr>
                <p:cNvPr id="1995957" name="Freeform 1206"/>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8" name="Freeform 1207"/>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9" name="Freeform 1208"/>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60" name="Group 1209"/>
              <p:cNvGrpSpPr>
                <a:grpSpLocks/>
              </p:cNvGrpSpPr>
              <p:nvPr/>
            </p:nvGrpSpPr>
            <p:grpSpPr bwMode="auto">
              <a:xfrm>
                <a:off x="895" y="3526"/>
                <a:ext cx="44" cy="23"/>
                <a:chOff x="895" y="3526"/>
                <a:chExt cx="44" cy="23"/>
              </a:xfrm>
            </p:grpSpPr>
            <p:sp>
              <p:nvSpPr>
                <p:cNvPr id="1995961" name="Freeform 1210"/>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62" name="Freeform 1211"/>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63" name="Freeform 1212"/>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64" name="Group 1213"/>
              <p:cNvGrpSpPr>
                <a:grpSpLocks/>
              </p:cNvGrpSpPr>
              <p:nvPr/>
            </p:nvGrpSpPr>
            <p:grpSpPr bwMode="auto">
              <a:xfrm>
                <a:off x="907" y="3540"/>
                <a:ext cx="45" cy="22"/>
                <a:chOff x="907" y="3540"/>
                <a:chExt cx="45" cy="22"/>
              </a:xfrm>
            </p:grpSpPr>
            <p:sp>
              <p:nvSpPr>
                <p:cNvPr id="1995965" name="Freeform 1214"/>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66" name="Freeform 1215"/>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67" name="Freeform 1216"/>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68" name="Group 1217"/>
              <p:cNvGrpSpPr>
                <a:grpSpLocks/>
              </p:cNvGrpSpPr>
              <p:nvPr/>
            </p:nvGrpSpPr>
            <p:grpSpPr bwMode="auto">
              <a:xfrm>
                <a:off x="920" y="3553"/>
                <a:ext cx="45" cy="23"/>
                <a:chOff x="920" y="3553"/>
                <a:chExt cx="45" cy="23"/>
              </a:xfrm>
            </p:grpSpPr>
            <p:sp>
              <p:nvSpPr>
                <p:cNvPr id="1995969" name="Freeform 1218"/>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0" name="Freeform 1219"/>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1" name="Freeform 1220"/>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72" name="Group 1221"/>
              <p:cNvGrpSpPr>
                <a:grpSpLocks/>
              </p:cNvGrpSpPr>
              <p:nvPr/>
            </p:nvGrpSpPr>
            <p:grpSpPr bwMode="auto">
              <a:xfrm>
                <a:off x="934" y="3566"/>
                <a:ext cx="44" cy="23"/>
                <a:chOff x="934" y="3566"/>
                <a:chExt cx="44" cy="23"/>
              </a:xfrm>
            </p:grpSpPr>
            <p:sp>
              <p:nvSpPr>
                <p:cNvPr id="1995973" name="Freeform 1222"/>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4" name="Freeform 1223"/>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5" name="Freeform 1224"/>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76" name="Group 1225"/>
              <p:cNvGrpSpPr>
                <a:grpSpLocks/>
              </p:cNvGrpSpPr>
              <p:nvPr/>
            </p:nvGrpSpPr>
            <p:grpSpPr bwMode="auto">
              <a:xfrm>
                <a:off x="949" y="3579"/>
                <a:ext cx="83" cy="63"/>
                <a:chOff x="949" y="3579"/>
                <a:chExt cx="83" cy="63"/>
              </a:xfrm>
            </p:grpSpPr>
            <p:grpSp>
              <p:nvGrpSpPr>
                <p:cNvPr id="1995977" name="Group 1226"/>
                <p:cNvGrpSpPr>
                  <a:grpSpLocks/>
                </p:cNvGrpSpPr>
                <p:nvPr/>
              </p:nvGrpSpPr>
              <p:grpSpPr bwMode="auto">
                <a:xfrm>
                  <a:off x="949" y="3579"/>
                  <a:ext cx="44" cy="23"/>
                  <a:chOff x="949" y="3579"/>
                  <a:chExt cx="44" cy="23"/>
                </a:xfrm>
              </p:grpSpPr>
              <p:sp>
                <p:nvSpPr>
                  <p:cNvPr id="1995978" name="Freeform 1227"/>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9" name="Freeform 1228"/>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0" name="Freeform 1229"/>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81" name="Group 1230"/>
                <p:cNvGrpSpPr>
                  <a:grpSpLocks/>
                </p:cNvGrpSpPr>
                <p:nvPr/>
              </p:nvGrpSpPr>
              <p:grpSpPr bwMode="auto">
                <a:xfrm>
                  <a:off x="961" y="3592"/>
                  <a:ext cx="45" cy="23"/>
                  <a:chOff x="961" y="3592"/>
                  <a:chExt cx="45" cy="23"/>
                </a:xfrm>
              </p:grpSpPr>
              <p:sp>
                <p:nvSpPr>
                  <p:cNvPr id="1995982" name="Freeform 1231"/>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3" name="Freeform 1232"/>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4" name="Freeform 1233"/>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85" name="Group 1234"/>
                <p:cNvGrpSpPr>
                  <a:grpSpLocks/>
                </p:cNvGrpSpPr>
                <p:nvPr/>
              </p:nvGrpSpPr>
              <p:grpSpPr bwMode="auto">
                <a:xfrm>
                  <a:off x="974" y="3606"/>
                  <a:ext cx="44" cy="23"/>
                  <a:chOff x="974" y="3606"/>
                  <a:chExt cx="44" cy="23"/>
                </a:xfrm>
              </p:grpSpPr>
              <p:sp>
                <p:nvSpPr>
                  <p:cNvPr id="1995986" name="Freeform 1235"/>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7" name="Freeform 1236"/>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8" name="Freeform 1237"/>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89" name="Group 1238"/>
                <p:cNvGrpSpPr>
                  <a:grpSpLocks/>
                </p:cNvGrpSpPr>
                <p:nvPr/>
              </p:nvGrpSpPr>
              <p:grpSpPr bwMode="auto">
                <a:xfrm>
                  <a:off x="987" y="3619"/>
                  <a:ext cx="45" cy="23"/>
                  <a:chOff x="987" y="3619"/>
                  <a:chExt cx="45" cy="23"/>
                </a:xfrm>
              </p:grpSpPr>
              <p:sp>
                <p:nvSpPr>
                  <p:cNvPr id="1995990" name="Freeform 1239"/>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91" name="Freeform 1240"/>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92" name="Freeform 1241"/>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993" name="Group 1242"/>
              <p:cNvGrpSpPr>
                <a:grpSpLocks/>
              </p:cNvGrpSpPr>
              <p:nvPr/>
            </p:nvGrpSpPr>
            <p:grpSpPr bwMode="auto">
              <a:xfrm>
                <a:off x="1002" y="3632"/>
                <a:ext cx="83" cy="63"/>
                <a:chOff x="1002" y="3632"/>
                <a:chExt cx="83" cy="63"/>
              </a:xfrm>
            </p:grpSpPr>
            <p:grpSp>
              <p:nvGrpSpPr>
                <p:cNvPr id="1995994" name="Group 1243"/>
                <p:cNvGrpSpPr>
                  <a:grpSpLocks/>
                </p:cNvGrpSpPr>
                <p:nvPr/>
              </p:nvGrpSpPr>
              <p:grpSpPr bwMode="auto">
                <a:xfrm>
                  <a:off x="1002" y="3632"/>
                  <a:ext cx="44" cy="22"/>
                  <a:chOff x="1002" y="3632"/>
                  <a:chExt cx="44" cy="22"/>
                </a:xfrm>
              </p:grpSpPr>
              <p:sp>
                <p:nvSpPr>
                  <p:cNvPr id="1995995" name="Freeform 1244"/>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96" name="Freeform 1245"/>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97" name="Freeform 1246"/>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98" name="Group 1247"/>
                <p:cNvGrpSpPr>
                  <a:grpSpLocks/>
                </p:cNvGrpSpPr>
                <p:nvPr/>
              </p:nvGrpSpPr>
              <p:grpSpPr bwMode="auto">
                <a:xfrm>
                  <a:off x="1014" y="3645"/>
                  <a:ext cx="44" cy="23"/>
                  <a:chOff x="1014" y="3645"/>
                  <a:chExt cx="44" cy="23"/>
                </a:xfrm>
              </p:grpSpPr>
              <p:sp>
                <p:nvSpPr>
                  <p:cNvPr id="1995999" name="Freeform 1248"/>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0" name="Freeform 1249"/>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1" name="Freeform 1250"/>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02" name="Group 1251"/>
                <p:cNvGrpSpPr>
                  <a:grpSpLocks/>
                </p:cNvGrpSpPr>
                <p:nvPr/>
              </p:nvGrpSpPr>
              <p:grpSpPr bwMode="auto">
                <a:xfrm>
                  <a:off x="1027" y="3659"/>
                  <a:ext cx="45" cy="23"/>
                  <a:chOff x="1027" y="3659"/>
                  <a:chExt cx="45" cy="23"/>
                </a:xfrm>
              </p:grpSpPr>
              <p:sp>
                <p:nvSpPr>
                  <p:cNvPr id="1996003" name="Freeform 1252"/>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4" name="Freeform 1253"/>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5" name="Freeform 1254"/>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06" name="Group 1255"/>
                <p:cNvGrpSpPr>
                  <a:grpSpLocks/>
                </p:cNvGrpSpPr>
                <p:nvPr/>
              </p:nvGrpSpPr>
              <p:grpSpPr bwMode="auto">
                <a:xfrm>
                  <a:off x="1040" y="3672"/>
                  <a:ext cx="45" cy="23"/>
                  <a:chOff x="1040" y="3672"/>
                  <a:chExt cx="45" cy="23"/>
                </a:xfrm>
              </p:grpSpPr>
              <p:sp>
                <p:nvSpPr>
                  <p:cNvPr id="1996007" name="Freeform 1256"/>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8" name="Freeform 1257"/>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9" name="Freeform 1258"/>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010" name="Group 1259"/>
              <p:cNvGrpSpPr>
                <a:grpSpLocks/>
              </p:cNvGrpSpPr>
              <p:nvPr/>
            </p:nvGrpSpPr>
            <p:grpSpPr bwMode="auto">
              <a:xfrm>
                <a:off x="1054" y="3685"/>
                <a:ext cx="45" cy="23"/>
                <a:chOff x="1054" y="3685"/>
                <a:chExt cx="45" cy="23"/>
              </a:xfrm>
            </p:grpSpPr>
            <p:sp>
              <p:nvSpPr>
                <p:cNvPr id="1996011" name="Freeform 1260"/>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12" name="Freeform 1261"/>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13" name="Freeform 1262"/>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14" name="Group 1263"/>
              <p:cNvGrpSpPr>
                <a:grpSpLocks/>
              </p:cNvGrpSpPr>
              <p:nvPr/>
            </p:nvGrpSpPr>
            <p:grpSpPr bwMode="auto">
              <a:xfrm>
                <a:off x="1067" y="3698"/>
                <a:ext cx="45" cy="23"/>
                <a:chOff x="1067" y="3698"/>
                <a:chExt cx="45" cy="23"/>
              </a:xfrm>
            </p:grpSpPr>
            <p:sp>
              <p:nvSpPr>
                <p:cNvPr id="1996015" name="Freeform 1264"/>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16" name="Freeform 1265"/>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17" name="Freeform 1266"/>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18" name="Group 1267"/>
              <p:cNvGrpSpPr>
                <a:grpSpLocks/>
              </p:cNvGrpSpPr>
              <p:nvPr/>
            </p:nvGrpSpPr>
            <p:grpSpPr bwMode="auto">
              <a:xfrm>
                <a:off x="1079" y="3712"/>
                <a:ext cx="44" cy="23"/>
                <a:chOff x="1079" y="3712"/>
                <a:chExt cx="44" cy="23"/>
              </a:xfrm>
            </p:grpSpPr>
            <p:sp>
              <p:nvSpPr>
                <p:cNvPr id="1996019" name="Freeform 1268"/>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0" name="Freeform 1269"/>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1" name="Freeform 1270"/>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22" name="Group 1271"/>
              <p:cNvGrpSpPr>
                <a:grpSpLocks/>
              </p:cNvGrpSpPr>
              <p:nvPr/>
            </p:nvGrpSpPr>
            <p:grpSpPr bwMode="auto">
              <a:xfrm>
                <a:off x="1093" y="3725"/>
                <a:ext cx="45" cy="23"/>
                <a:chOff x="1093" y="3725"/>
                <a:chExt cx="45" cy="23"/>
              </a:xfrm>
            </p:grpSpPr>
            <p:sp>
              <p:nvSpPr>
                <p:cNvPr id="1996023" name="Freeform 1272"/>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4" name="Freeform 1273"/>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5" name="Freeform 1274"/>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26" name="Group 1275"/>
              <p:cNvGrpSpPr>
                <a:grpSpLocks/>
              </p:cNvGrpSpPr>
              <p:nvPr/>
            </p:nvGrpSpPr>
            <p:grpSpPr bwMode="auto">
              <a:xfrm>
                <a:off x="1108" y="3739"/>
                <a:ext cx="44" cy="23"/>
                <a:chOff x="1108" y="3739"/>
                <a:chExt cx="44" cy="23"/>
              </a:xfrm>
            </p:grpSpPr>
            <p:sp>
              <p:nvSpPr>
                <p:cNvPr id="1996027" name="Freeform 1276"/>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8" name="Freeform 1277"/>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9" name="Freeform 1278"/>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30" name="Group 1279"/>
              <p:cNvGrpSpPr>
                <a:grpSpLocks/>
              </p:cNvGrpSpPr>
              <p:nvPr/>
            </p:nvGrpSpPr>
            <p:grpSpPr bwMode="auto">
              <a:xfrm>
                <a:off x="1121" y="3753"/>
                <a:ext cx="45" cy="23"/>
                <a:chOff x="1121" y="3753"/>
                <a:chExt cx="45" cy="23"/>
              </a:xfrm>
            </p:grpSpPr>
            <p:sp>
              <p:nvSpPr>
                <p:cNvPr id="1996031" name="Freeform 1280"/>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2" name="Freeform 1281"/>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3" name="Freeform 1282"/>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34" name="Group 1283"/>
              <p:cNvGrpSpPr>
                <a:grpSpLocks/>
              </p:cNvGrpSpPr>
              <p:nvPr/>
            </p:nvGrpSpPr>
            <p:grpSpPr bwMode="auto">
              <a:xfrm>
                <a:off x="1133" y="3767"/>
                <a:ext cx="44" cy="23"/>
                <a:chOff x="1133" y="3767"/>
                <a:chExt cx="44" cy="23"/>
              </a:xfrm>
            </p:grpSpPr>
            <p:sp>
              <p:nvSpPr>
                <p:cNvPr id="1996035" name="Freeform 1284"/>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6" name="Freeform 1285"/>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7" name="Freeform 1286"/>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038" name="Freeform 1287"/>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9" name="Freeform 1288"/>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0" name="Freeform 1289"/>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1" name="Freeform 1290"/>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2" name="Freeform 1291"/>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3" name="Freeform 1292"/>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4" name="Freeform 1293"/>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5" name="Freeform 1294"/>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6" name="Freeform 1295"/>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7" name="Freeform 1296"/>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8" name="Freeform 1297"/>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049" name="Group 1298"/>
              <p:cNvGrpSpPr>
                <a:grpSpLocks/>
              </p:cNvGrpSpPr>
              <p:nvPr/>
            </p:nvGrpSpPr>
            <p:grpSpPr bwMode="auto">
              <a:xfrm>
                <a:off x="700" y="3535"/>
                <a:ext cx="49" cy="24"/>
                <a:chOff x="700" y="3535"/>
                <a:chExt cx="49" cy="24"/>
              </a:xfrm>
            </p:grpSpPr>
            <p:sp>
              <p:nvSpPr>
                <p:cNvPr id="1996050" name="Freeform 1299"/>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1" name="Freeform 1300"/>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2" name="Freeform 1301"/>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53" name="Group 1302"/>
              <p:cNvGrpSpPr>
                <a:grpSpLocks/>
              </p:cNvGrpSpPr>
              <p:nvPr/>
            </p:nvGrpSpPr>
            <p:grpSpPr bwMode="auto">
              <a:xfrm>
                <a:off x="714" y="3551"/>
                <a:ext cx="49" cy="22"/>
                <a:chOff x="714" y="3551"/>
                <a:chExt cx="49" cy="22"/>
              </a:xfrm>
            </p:grpSpPr>
            <p:sp>
              <p:nvSpPr>
                <p:cNvPr id="1996054" name="Freeform 1303"/>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5" name="Freeform 1304"/>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6" name="Freeform 1305"/>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57" name="Group 1306"/>
              <p:cNvGrpSpPr>
                <a:grpSpLocks/>
              </p:cNvGrpSpPr>
              <p:nvPr/>
            </p:nvGrpSpPr>
            <p:grpSpPr bwMode="auto">
              <a:xfrm>
                <a:off x="728" y="3564"/>
                <a:ext cx="48" cy="23"/>
                <a:chOff x="728" y="3564"/>
                <a:chExt cx="48" cy="23"/>
              </a:xfrm>
            </p:grpSpPr>
            <p:sp>
              <p:nvSpPr>
                <p:cNvPr id="1996058" name="Freeform 1307"/>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9" name="Freeform 1308"/>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0" name="Freeform 1309"/>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61" name="Group 1310"/>
              <p:cNvGrpSpPr>
                <a:grpSpLocks/>
              </p:cNvGrpSpPr>
              <p:nvPr/>
            </p:nvGrpSpPr>
            <p:grpSpPr bwMode="auto">
              <a:xfrm>
                <a:off x="742" y="3582"/>
                <a:ext cx="49" cy="23"/>
                <a:chOff x="742" y="3582"/>
                <a:chExt cx="49" cy="23"/>
              </a:xfrm>
            </p:grpSpPr>
            <p:sp>
              <p:nvSpPr>
                <p:cNvPr id="1996062" name="Freeform 1311"/>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3" name="Freeform 1312"/>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4" name="Freeform 1313"/>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65" name="Group 1314"/>
              <p:cNvGrpSpPr>
                <a:grpSpLocks/>
              </p:cNvGrpSpPr>
              <p:nvPr/>
            </p:nvGrpSpPr>
            <p:grpSpPr bwMode="auto">
              <a:xfrm>
                <a:off x="752" y="3597"/>
                <a:ext cx="133" cy="106"/>
                <a:chOff x="752" y="3597"/>
                <a:chExt cx="133" cy="106"/>
              </a:xfrm>
            </p:grpSpPr>
            <p:sp>
              <p:nvSpPr>
                <p:cNvPr id="1996066" name="Freeform 1315"/>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7" name="Freeform 1316"/>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8" name="Freeform 1317"/>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69" name="Group 1318"/>
              <p:cNvGrpSpPr>
                <a:grpSpLocks/>
              </p:cNvGrpSpPr>
              <p:nvPr/>
            </p:nvGrpSpPr>
            <p:grpSpPr bwMode="auto">
              <a:xfrm>
                <a:off x="844" y="3694"/>
                <a:ext cx="48" cy="23"/>
                <a:chOff x="844" y="3694"/>
                <a:chExt cx="48" cy="23"/>
              </a:xfrm>
            </p:grpSpPr>
            <p:sp>
              <p:nvSpPr>
                <p:cNvPr id="1996070" name="Freeform 1319"/>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1" name="Freeform 1320"/>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2" name="Freeform 1321"/>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73" name="Group 1322"/>
              <p:cNvGrpSpPr>
                <a:grpSpLocks/>
              </p:cNvGrpSpPr>
              <p:nvPr/>
            </p:nvGrpSpPr>
            <p:grpSpPr bwMode="auto">
              <a:xfrm>
                <a:off x="857" y="3710"/>
                <a:ext cx="49" cy="22"/>
                <a:chOff x="857" y="3710"/>
                <a:chExt cx="49" cy="22"/>
              </a:xfrm>
            </p:grpSpPr>
            <p:sp>
              <p:nvSpPr>
                <p:cNvPr id="1996074" name="Freeform 1323"/>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5" name="Freeform 1324"/>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6" name="Freeform 1325"/>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77" name="Group 1326"/>
              <p:cNvGrpSpPr>
                <a:grpSpLocks/>
              </p:cNvGrpSpPr>
              <p:nvPr/>
            </p:nvGrpSpPr>
            <p:grpSpPr bwMode="auto">
              <a:xfrm>
                <a:off x="1086" y="3766"/>
                <a:ext cx="49" cy="23"/>
                <a:chOff x="1086" y="3766"/>
                <a:chExt cx="49" cy="23"/>
              </a:xfrm>
            </p:grpSpPr>
            <p:sp>
              <p:nvSpPr>
                <p:cNvPr id="1996078" name="Freeform 1327"/>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9" name="Freeform 1328"/>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0" name="Freeform 1329"/>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81" name="Group 1330"/>
              <p:cNvGrpSpPr>
                <a:grpSpLocks/>
              </p:cNvGrpSpPr>
              <p:nvPr/>
            </p:nvGrpSpPr>
            <p:grpSpPr bwMode="auto">
              <a:xfrm>
                <a:off x="934" y="3740"/>
                <a:ext cx="48" cy="23"/>
                <a:chOff x="934" y="3740"/>
                <a:chExt cx="48" cy="23"/>
              </a:xfrm>
            </p:grpSpPr>
            <p:sp>
              <p:nvSpPr>
                <p:cNvPr id="1996082" name="Freeform 1331"/>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3" name="Freeform 1332"/>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4" name="Freeform 1333"/>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85" name="Group 1334"/>
              <p:cNvGrpSpPr>
                <a:grpSpLocks/>
              </p:cNvGrpSpPr>
              <p:nvPr/>
            </p:nvGrpSpPr>
            <p:grpSpPr bwMode="auto">
              <a:xfrm>
                <a:off x="943" y="3754"/>
                <a:ext cx="49" cy="23"/>
                <a:chOff x="943" y="3754"/>
                <a:chExt cx="49" cy="23"/>
              </a:xfrm>
            </p:grpSpPr>
            <p:sp>
              <p:nvSpPr>
                <p:cNvPr id="1996086" name="Freeform 1335"/>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7" name="Freeform 1336"/>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8" name="Freeform 1337"/>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089" name="Freeform 1338"/>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90" name="Freeform 1339"/>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91" name="Freeform 1340"/>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92" name="Group 1341"/>
            <p:cNvGrpSpPr>
              <a:grpSpLocks/>
            </p:cNvGrpSpPr>
            <p:nvPr/>
          </p:nvGrpSpPr>
          <p:grpSpPr bwMode="auto">
            <a:xfrm>
              <a:off x="920" y="3821"/>
              <a:ext cx="413" cy="50"/>
              <a:chOff x="920" y="3821"/>
              <a:chExt cx="413" cy="50"/>
            </a:xfrm>
          </p:grpSpPr>
          <p:sp>
            <p:nvSpPr>
              <p:cNvPr id="1996093" name="Freeform 1342"/>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094" name="Freeform 1343"/>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95" name="Rectangle 134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96" name="Rectangle 134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97" name="Group 1346"/>
            <p:cNvGrpSpPr>
              <a:grpSpLocks/>
            </p:cNvGrpSpPr>
            <p:nvPr/>
          </p:nvGrpSpPr>
          <p:grpSpPr bwMode="auto">
            <a:xfrm>
              <a:off x="1227" y="3477"/>
              <a:ext cx="508" cy="321"/>
              <a:chOff x="1227" y="3477"/>
              <a:chExt cx="508" cy="321"/>
            </a:xfrm>
          </p:grpSpPr>
          <p:sp>
            <p:nvSpPr>
              <p:cNvPr id="1996098" name="Freeform 1347"/>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099" name="Freeform 1348"/>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00" name="Freeform 1349"/>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1" name="Line 135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02" name="Freeform 1351"/>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3" name="Freeform 1352"/>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4" name="Freeform 1353"/>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5" name="Freeform 1354"/>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6" name="Freeform 1355"/>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7" name="Freeform 1356"/>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8" name="Freeform 1357"/>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9" name="Freeform 1358"/>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10" name="Freeform 1359"/>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11" name="Freeform 1360"/>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12" name="Oval 136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3" name="Oval 136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4" name="Freeform 1363"/>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5" name="Oval 136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6" name="Oval 136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117" name="Group 1366"/>
          <p:cNvGrpSpPr>
            <a:grpSpLocks/>
          </p:cNvGrpSpPr>
          <p:nvPr/>
        </p:nvGrpSpPr>
        <p:grpSpPr bwMode="auto">
          <a:xfrm>
            <a:off x="7510463" y="3265488"/>
            <a:ext cx="720725" cy="546100"/>
            <a:chOff x="624" y="2968"/>
            <a:chExt cx="1331" cy="920"/>
          </a:xfrm>
        </p:grpSpPr>
        <p:sp>
          <p:nvSpPr>
            <p:cNvPr id="1996118" name="Freeform 1367"/>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9" name="Freeform 1368"/>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20" name="Freeform 1369"/>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21" name="Freeform 1370"/>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22" name="Freeform 1371"/>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23" name="Freeform 1372"/>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4" name="Freeform 1373"/>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5" name="Freeform 1374"/>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6" name="Freeform 1375"/>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7" name="Freeform 1376"/>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8" name="Freeform 1377"/>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9" name="Freeform 1378"/>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130" name="Group 1379"/>
            <p:cNvGrpSpPr>
              <a:grpSpLocks/>
            </p:cNvGrpSpPr>
            <p:nvPr/>
          </p:nvGrpSpPr>
          <p:grpSpPr bwMode="auto">
            <a:xfrm>
              <a:off x="700" y="3526"/>
              <a:ext cx="515" cy="270"/>
              <a:chOff x="700" y="3526"/>
              <a:chExt cx="515" cy="270"/>
            </a:xfrm>
          </p:grpSpPr>
          <p:grpSp>
            <p:nvGrpSpPr>
              <p:cNvPr id="1996131" name="Group 1380"/>
              <p:cNvGrpSpPr>
                <a:grpSpLocks/>
              </p:cNvGrpSpPr>
              <p:nvPr/>
            </p:nvGrpSpPr>
            <p:grpSpPr bwMode="auto">
              <a:xfrm>
                <a:off x="737" y="3534"/>
                <a:ext cx="49" cy="23"/>
                <a:chOff x="737" y="3534"/>
                <a:chExt cx="49" cy="23"/>
              </a:xfrm>
            </p:grpSpPr>
            <p:sp>
              <p:nvSpPr>
                <p:cNvPr id="1996132" name="Freeform 1381"/>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33" name="Freeform 1382"/>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34" name="Freeform 1383"/>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35" name="Group 1384"/>
              <p:cNvGrpSpPr>
                <a:grpSpLocks/>
              </p:cNvGrpSpPr>
              <p:nvPr/>
            </p:nvGrpSpPr>
            <p:grpSpPr bwMode="auto">
              <a:xfrm>
                <a:off x="748" y="3547"/>
                <a:ext cx="50" cy="23"/>
                <a:chOff x="748" y="3547"/>
                <a:chExt cx="50" cy="23"/>
              </a:xfrm>
            </p:grpSpPr>
            <p:sp>
              <p:nvSpPr>
                <p:cNvPr id="1996136" name="Freeform 1385"/>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37" name="Freeform 1386"/>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38" name="Freeform 1387"/>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139" name="Freeform 1388"/>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0" name="Freeform 1389"/>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1" name="Freeform 1390"/>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2" name="Freeform 1391"/>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143" name="Group 1392"/>
              <p:cNvGrpSpPr>
                <a:grpSpLocks/>
              </p:cNvGrpSpPr>
              <p:nvPr/>
            </p:nvGrpSpPr>
            <p:grpSpPr bwMode="auto">
              <a:xfrm>
                <a:off x="872" y="3547"/>
                <a:ext cx="50" cy="23"/>
                <a:chOff x="872" y="3547"/>
                <a:chExt cx="50" cy="23"/>
              </a:xfrm>
            </p:grpSpPr>
            <p:sp>
              <p:nvSpPr>
                <p:cNvPr id="1996144" name="Freeform 1393"/>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5" name="Freeform 1394"/>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6" name="Freeform 1395"/>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47" name="Group 1396"/>
              <p:cNvGrpSpPr>
                <a:grpSpLocks/>
              </p:cNvGrpSpPr>
              <p:nvPr/>
            </p:nvGrpSpPr>
            <p:grpSpPr bwMode="auto">
              <a:xfrm>
                <a:off x="885" y="3559"/>
                <a:ext cx="50" cy="23"/>
                <a:chOff x="885" y="3559"/>
                <a:chExt cx="50" cy="23"/>
              </a:xfrm>
            </p:grpSpPr>
            <p:sp>
              <p:nvSpPr>
                <p:cNvPr id="1996148" name="Freeform 1397"/>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9" name="Freeform 1398"/>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0" name="Freeform 1399"/>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51" name="Group 1400"/>
              <p:cNvGrpSpPr>
                <a:grpSpLocks/>
              </p:cNvGrpSpPr>
              <p:nvPr/>
            </p:nvGrpSpPr>
            <p:grpSpPr bwMode="auto">
              <a:xfrm>
                <a:off x="898" y="3571"/>
                <a:ext cx="49" cy="23"/>
                <a:chOff x="898" y="3571"/>
                <a:chExt cx="49" cy="23"/>
              </a:xfrm>
            </p:grpSpPr>
            <p:sp>
              <p:nvSpPr>
                <p:cNvPr id="1996152" name="Freeform 1401"/>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3" name="Freeform 1402"/>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4" name="Freeform 1403"/>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55" name="Group 1404"/>
              <p:cNvGrpSpPr>
                <a:grpSpLocks/>
              </p:cNvGrpSpPr>
              <p:nvPr/>
            </p:nvGrpSpPr>
            <p:grpSpPr bwMode="auto">
              <a:xfrm>
                <a:off x="911" y="3585"/>
                <a:ext cx="49" cy="23"/>
                <a:chOff x="911" y="3585"/>
                <a:chExt cx="49" cy="23"/>
              </a:xfrm>
            </p:grpSpPr>
            <p:sp>
              <p:nvSpPr>
                <p:cNvPr id="1996156" name="Freeform 1405"/>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7" name="Freeform 1406"/>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8" name="Freeform 1407"/>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59" name="Group 1408"/>
              <p:cNvGrpSpPr>
                <a:grpSpLocks/>
              </p:cNvGrpSpPr>
              <p:nvPr/>
            </p:nvGrpSpPr>
            <p:grpSpPr bwMode="auto">
              <a:xfrm>
                <a:off x="923" y="3600"/>
                <a:ext cx="99" cy="73"/>
                <a:chOff x="923" y="3600"/>
                <a:chExt cx="99" cy="73"/>
              </a:xfrm>
            </p:grpSpPr>
            <p:grpSp>
              <p:nvGrpSpPr>
                <p:cNvPr id="1996160" name="Group 1409"/>
                <p:cNvGrpSpPr>
                  <a:grpSpLocks/>
                </p:cNvGrpSpPr>
                <p:nvPr/>
              </p:nvGrpSpPr>
              <p:grpSpPr bwMode="auto">
                <a:xfrm>
                  <a:off x="923" y="3600"/>
                  <a:ext cx="49" cy="23"/>
                  <a:chOff x="923" y="3600"/>
                  <a:chExt cx="49" cy="23"/>
                </a:xfrm>
              </p:grpSpPr>
              <p:sp>
                <p:nvSpPr>
                  <p:cNvPr id="1996161" name="Freeform 1410"/>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62" name="Freeform 1411"/>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63" name="Freeform 1412"/>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64" name="Group 1413"/>
                <p:cNvGrpSpPr>
                  <a:grpSpLocks/>
                </p:cNvGrpSpPr>
                <p:nvPr/>
              </p:nvGrpSpPr>
              <p:grpSpPr bwMode="auto">
                <a:xfrm>
                  <a:off x="935" y="3612"/>
                  <a:ext cx="48" cy="23"/>
                  <a:chOff x="935" y="3612"/>
                  <a:chExt cx="48" cy="23"/>
                </a:xfrm>
              </p:grpSpPr>
              <p:sp>
                <p:nvSpPr>
                  <p:cNvPr id="1996165" name="Freeform 1414"/>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66" name="Freeform 1415"/>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67" name="Freeform 1416"/>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68" name="Group 1417"/>
                <p:cNvGrpSpPr>
                  <a:grpSpLocks/>
                </p:cNvGrpSpPr>
                <p:nvPr/>
              </p:nvGrpSpPr>
              <p:grpSpPr bwMode="auto">
                <a:xfrm>
                  <a:off x="947" y="3625"/>
                  <a:ext cx="50" cy="22"/>
                  <a:chOff x="947" y="3625"/>
                  <a:chExt cx="50" cy="22"/>
                </a:xfrm>
              </p:grpSpPr>
              <p:sp>
                <p:nvSpPr>
                  <p:cNvPr id="1996169" name="Freeform 1418"/>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0" name="Freeform 1419"/>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1" name="Freeform 1420"/>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72" name="Group 1421"/>
                <p:cNvGrpSpPr>
                  <a:grpSpLocks/>
                </p:cNvGrpSpPr>
                <p:nvPr/>
              </p:nvGrpSpPr>
              <p:grpSpPr bwMode="auto">
                <a:xfrm>
                  <a:off x="960" y="3637"/>
                  <a:ext cx="50" cy="23"/>
                  <a:chOff x="960" y="3637"/>
                  <a:chExt cx="50" cy="23"/>
                </a:xfrm>
              </p:grpSpPr>
              <p:sp>
                <p:nvSpPr>
                  <p:cNvPr id="1996173" name="Freeform 1422"/>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4" name="Freeform 1423"/>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5" name="Freeform 1424"/>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76" name="Group 1425"/>
                <p:cNvGrpSpPr>
                  <a:grpSpLocks/>
                </p:cNvGrpSpPr>
                <p:nvPr/>
              </p:nvGrpSpPr>
              <p:grpSpPr bwMode="auto">
                <a:xfrm>
                  <a:off x="973" y="3650"/>
                  <a:ext cx="49" cy="23"/>
                  <a:chOff x="973" y="3650"/>
                  <a:chExt cx="49" cy="23"/>
                </a:xfrm>
              </p:grpSpPr>
              <p:sp>
                <p:nvSpPr>
                  <p:cNvPr id="1996177" name="Freeform 1426"/>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8" name="Freeform 1427"/>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9" name="Freeform 1428"/>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180" name="Group 1429"/>
              <p:cNvGrpSpPr>
                <a:grpSpLocks/>
              </p:cNvGrpSpPr>
              <p:nvPr/>
            </p:nvGrpSpPr>
            <p:grpSpPr bwMode="auto">
              <a:xfrm>
                <a:off x="985" y="3665"/>
                <a:ext cx="100" cy="73"/>
                <a:chOff x="985" y="3665"/>
                <a:chExt cx="100" cy="73"/>
              </a:xfrm>
            </p:grpSpPr>
            <p:grpSp>
              <p:nvGrpSpPr>
                <p:cNvPr id="1996181" name="Group 1430"/>
                <p:cNvGrpSpPr>
                  <a:grpSpLocks/>
                </p:cNvGrpSpPr>
                <p:nvPr/>
              </p:nvGrpSpPr>
              <p:grpSpPr bwMode="auto">
                <a:xfrm>
                  <a:off x="985" y="3665"/>
                  <a:ext cx="50" cy="23"/>
                  <a:chOff x="985" y="3665"/>
                  <a:chExt cx="50" cy="23"/>
                </a:xfrm>
              </p:grpSpPr>
              <p:sp>
                <p:nvSpPr>
                  <p:cNvPr id="1996182" name="Freeform 1431"/>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83" name="Freeform 1432"/>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84" name="Freeform 1433"/>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85" name="Group 1434"/>
                <p:cNvGrpSpPr>
                  <a:grpSpLocks/>
                </p:cNvGrpSpPr>
                <p:nvPr/>
              </p:nvGrpSpPr>
              <p:grpSpPr bwMode="auto">
                <a:xfrm>
                  <a:off x="997" y="3677"/>
                  <a:ext cx="49" cy="23"/>
                  <a:chOff x="997" y="3677"/>
                  <a:chExt cx="49" cy="23"/>
                </a:xfrm>
              </p:grpSpPr>
              <p:sp>
                <p:nvSpPr>
                  <p:cNvPr id="1996186" name="Freeform 1435"/>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87" name="Freeform 1436"/>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88" name="Freeform 1437"/>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89" name="Group 1438"/>
                <p:cNvGrpSpPr>
                  <a:grpSpLocks/>
                </p:cNvGrpSpPr>
                <p:nvPr/>
              </p:nvGrpSpPr>
              <p:grpSpPr bwMode="auto">
                <a:xfrm>
                  <a:off x="1010" y="3690"/>
                  <a:ext cx="48" cy="23"/>
                  <a:chOff x="1010" y="3690"/>
                  <a:chExt cx="48" cy="23"/>
                </a:xfrm>
              </p:grpSpPr>
              <p:sp>
                <p:nvSpPr>
                  <p:cNvPr id="1996190" name="Freeform 1439"/>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1" name="Freeform 1440"/>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2" name="Freeform 1441"/>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93" name="Group 1442"/>
                <p:cNvGrpSpPr>
                  <a:grpSpLocks/>
                </p:cNvGrpSpPr>
                <p:nvPr/>
              </p:nvGrpSpPr>
              <p:grpSpPr bwMode="auto">
                <a:xfrm>
                  <a:off x="1023" y="3703"/>
                  <a:ext cx="49" cy="22"/>
                  <a:chOff x="1023" y="3703"/>
                  <a:chExt cx="49" cy="22"/>
                </a:xfrm>
              </p:grpSpPr>
              <p:sp>
                <p:nvSpPr>
                  <p:cNvPr id="1996194" name="Freeform 1443"/>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5" name="Freeform 1444"/>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6" name="Freeform 1445"/>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97" name="Group 1446"/>
                <p:cNvGrpSpPr>
                  <a:grpSpLocks/>
                </p:cNvGrpSpPr>
                <p:nvPr/>
              </p:nvGrpSpPr>
              <p:grpSpPr bwMode="auto">
                <a:xfrm>
                  <a:off x="1036" y="3716"/>
                  <a:ext cx="49" cy="22"/>
                  <a:chOff x="1036" y="3716"/>
                  <a:chExt cx="49" cy="22"/>
                </a:xfrm>
              </p:grpSpPr>
              <p:sp>
                <p:nvSpPr>
                  <p:cNvPr id="1996198" name="Freeform 1447"/>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9" name="Freeform 1448"/>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0" name="Freeform 1449"/>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201" name="Group 1450"/>
              <p:cNvGrpSpPr>
                <a:grpSpLocks/>
              </p:cNvGrpSpPr>
              <p:nvPr/>
            </p:nvGrpSpPr>
            <p:grpSpPr bwMode="auto">
              <a:xfrm>
                <a:off x="1046" y="3727"/>
                <a:ext cx="49" cy="23"/>
                <a:chOff x="1046" y="3727"/>
                <a:chExt cx="49" cy="23"/>
              </a:xfrm>
            </p:grpSpPr>
            <p:sp>
              <p:nvSpPr>
                <p:cNvPr id="1996202" name="Freeform 1451"/>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3" name="Freeform 1452"/>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4" name="Freeform 1453"/>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05" name="Group 1454"/>
              <p:cNvGrpSpPr>
                <a:grpSpLocks/>
              </p:cNvGrpSpPr>
              <p:nvPr/>
            </p:nvGrpSpPr>
            <p:grpSpPr bwMode="auto">
              <a:xfrm>
                <a:off x="1058" y="3739"/>
                <a:ext cx="50" cy="23"/>
                <a:chOff x="1058" y="3739"/>
                <a:chExt cx="50" cy="23"/>
              </a:xfrm>
            </p:grpSpPr>
            <p:sp>
              <p:nvSpPr>
                <p:cNvPr id="1996206" name="Freeform 1455"/>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7" name="Freeform 1456"/>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8" name="Freeform 1457"/>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09" name="Group 1458"/>
              <p:cNvGrpSpPr>
                <a:grpSpLocks/>
              </p:cNvGrpSpPr>
              <p:nvPr/>
            </p:nvGrpSpPr>
            <p:grpSpPr bwMode="auto">
              <a:xfrm>
                <a:off x="1072" y="3753"/>
                <a:ext cx="48" cy="22"/>
                <a:chOff x="1072" y="3753"/>
                <a:chExt cx="48" cy="22"/>
              </a:xfrm>
            </p:grpSpPr>
            <p:sp>
              <p:nvSpPr>
                <p:cNvPr id="1996210" name="Freeform 1459"/>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1" name="Freeform 1460"/>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2" name="Freeform 1461"/>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213" name="Freeform 1462"/>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4" name="Freeform 1463"/>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5" name="Freeform 1464"/>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216" name="Group 1465"/>
              <p:cNvGrpSpPr>
                <a:grpSpLocks/>
              </p:cNvGrpSpPr>
              <p:nvPr/>
            </p:nvGrpSpPr>
            <p:grpSpPr bwMode="auto">
              <a:xfrm>
                <a:off x="832" y="3547"/>
                <a:ext cx="49" cy="23"/>
                <a:chOff x="832" y="3547"/>
                <a:chExt cx="49" cy="23"/>
              </a:xfrm>
            </p:grpSpPr>
            <p:sp>
              <p:nvSpPr>
                <p:cNvPr id="1996217" name="Freeform 1466"/>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8" name="Freeform 1467"/>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9" name="Freeform 1468"/>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20" name="Group 1469"/>
              <p:cNvGrpSpPr>
                <a:grpSpLocks/>
              </p:cNvGrpSpPr>
              <p:nvPr/>
            </p:nvGrpSpPr>
            <p:grpSpPr bwMode="auto">
              <a:xfrm>
                <a:off x="844" y="3560"/>
                <a:ext cx="49" cy="22"/>
                <a:chOff x="844" y="3560"/>
                <a:chExt cx="49" cy="22"/>
              </a:xfrm>
            </p:grpSpPr>
            <p:sp>
              <p:nvSpPr>
                <p:cNvPr id="1996221" name="Freeform 1470"/>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22" name="Freeform 1471"/>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23" name="Freeform 1472"/>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24" name="Group 1473"/>
              <p:cNvGrpSpPr>
                <a:grpSpLocks/>
              </p:cNvGrpSpPr>
              <p:nvPr/>
            </p:nvGrpSpPr>
            <p:grpSpPr bwMode="auto">
              <a:xfrm>
                <a:off x="857" y="3572"/>
                <a:ext cx="50" cy="23"/>
                <a:chOff x="857" y="3572"/>
                <a:chExt cx="50" cy="23"/>
              </a:xfrm>
            </p:grpSpPr>
            <p:sp>
              <p:nvSpPr>
                <p:cNvPr id="1996225" name="Freeform 1474"/>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26" name="Freeform 1475"/>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27" name="Freeform 1476"/>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28" name="Group 1477"/>
              <p:cNvGrpSpPr>
                <a:grpSpLocks/>
              </p:cNvGrpSpPr>
              <p:nvPr/>
            </p:nvGrpSpPr>
            <p:grpSpPr bwMode="auto">
              <a:xfrm>
                <a:off x="870" y="3585"/>
                <a:ext cx="48" cy="23"/>
                <a:chOff x="870" y="3585"/>
                <a:chExt cx="48" cy="23"/>
              </a:xfrm>
            </p:grpSpPr>
            <p:sp>
              <p:nvSpPr>
                <p:cNvPr id="1996229" name="Freeform 1478"/>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0" name="Freeform 1479"/>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1" name="Freeform 1480"/>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32" name="Group 1481"/>
              <p:cNvGrpSpPr>
                <a:grpSpLocks/>
              </p:cNvGrpSpPr>
              <p:nvPr/>
            </p:nvGrpSpPr>
            <p:grpSpPr bwMode="auto">
              <a:xfrm>
                <a:off x="882" y="3600"/>
                <a:ext cx="100" cy="73"/>
                <a:chOff x="882" y="3600"/>
                <a:chExt cx="100" cy="73"/>
              </a:xfrm>
            </p:grpSpPr>
            <p:grpSp>
              <p:nvGrpSpPr>
                <p:cNvPr id="1996233" name="Group 1482"/>
                <p:cNvGrpSpPr>
                  <a:grpSpLocks/>
                </p:cNvGrpSpPr>
                <p:nvPr/>
              </p:nvGrpSpPr>
              <p:grpSpPr bwMode="auto">
                <a:xfrm>
                  <a:off x="882" y="3600"/>
                  <a:ext cx="49" cy="23"/>
                  <a:chOff x="882" y="3600"/>
                  <a:chExt cx="49" cy="23"/>
                </a:xfrm>
              </p:grpSpPr>
              <p:sp>
                <p:nvSpPr>
                  <p:cNvPr id="1996234" name="Freeform 1483"/>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5" name="Freeform 1484"/>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6" name="Freeform 1485"/>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37" name="Group 1486"/>
                <p:cNvGrpSpPr>
                  <a:grpSpLocks/>
                </p:cNvGrpSpPr>
                <p:nvPr/>
              </p:nvGrpSpPr>
              <p:grpSpPr bwMode="auto">
                <a:xfrm>
                  <a:off x="894" y="3612"/>
                  <a:ext cx="49" cy="23"/>
                  <a:chOff x="894" y="3612"/>
                  <a:chExt cx="49" cy="23"/>
                </a:xfrm>
              </p:grpSpPr>
              <p:sp>
                <p:nvSpPr>
                  <p:cNvPr id="1996238" name="Freeform 1487"/>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9" name="Freeform 1488"/>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0" name="Freeform 1489"/>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41" name="Group 1490"/>
                <p:cNvGrpSpPr>
                  <a:grpSpLocks/>
                </p:cNvGrpSpPr>
                <p:nvPr/>
              </p:nvGrpSpPr>
              <p:grpSpPr bwMode="auto">
                <a:xfrm>
                  <a:off x="907" y="3625"/>
                  <a:ext cx="49" cy="23"/>
                  <a:chOff x="907" y="3625"/>
                  <a:chExt cx="49" cy="23"/>
                </a:xfrm>
              </p:grpSpPr>
              <p:sp>
                <p:nvSpPr>
                  <p:cNvPr id="1996242" name="Freeform 1491"/>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3" name="Freeform 1492"/>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4" name="Freeform 1493"/>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45" name="Group 1494"/>
                <p:cNvGrpSpPr>
                  <a:grpSpLocks/>
                </p:cNvGrpSpPr>
                <p:nvPr/>
              </p:nvGrpSpPr>
              <p:grpSpPr bwMode="auto">
                <a:xfrm>
                  <a:off x="919" y="3638"/>
                  <a:ext cx="49" cy="22"/>
                  <a:chOff x="919" y="3638"/>
                  <a:chExt cx="49" cy="22"/>
                </a:xfrm>
              </p:grpSpPr>
              <p:sp>
                <p:nvSpPr>
                  <p:cNvPr id="1996246" name="Freeform 1495"/>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7" name="Freeform 1496"/>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8" name="Freeform 1497"/>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49" name="Group 1498"/>
                <p:cNvGrpSpPr>
                  <a:grpSpLocks/>
                </p:cNvGrpSpPr>
                <p:nvPr/>
              </p:nvGrpSpPr>
              <p:grpSpPr bwMode="auto">
                <a:xfrm>
                  <a:off x="932" y="3651"/>
                  <a:ext cx="50" cy="22"/>
                  <a:chOff x="932" y="3651"/>
                  <a:chExt cx="50" cy="22"/>
                </a:xfrm>
              </p:grpSpPr>
              <p:sp>
                <p:nvSpPr>
                  <p:cNvPr id="1996250" name="Freeform 1499"/>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51" name="Freeform 1500"/>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52" name="Freeform 1501"/>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253" name="Group 1502"/>
              <p:cNvGrpSpPr>
                <a:grpSpLocks/>
              </p:cNvGrpSpPr>
              <p:nvPr/>
            </p:nvGrpSpPr>
            <p:grpSpPr bwMode="auto">
              <a:xfrm>
                <a:off x="944" y="3665"/>
                <a:ext cx="99" cy="74"/>
                <a:chOff x="944" y="3665"/>
                <a:chExt cx="99" cy="74"/>
              </a:xfrm>
            </p:grpSpPr>
            <p:grpSp>
              <p:nvGrpSpPr>
                <p:cNvPr id="1996254" name="Group 1503"/>
                <p:cNvGrpSpPr>
                  <a:grpSpLocks/>
                </p:cNvGrpSpPr>
                <p:nvPr/>
              </p:nvGrpSpPr>
              <p:grpSpPr bwMode="auto">
                <a:xfrm>
                  <a:off x="944" y="3665"/>
                  <a:ext cx="49" cy="23"/>
                  <a:chOff x="944" y="3665"/>
                  <a:chExt cx="49" cy="23"/>
                </a:xfrm>
              </p:grpSpPr>
              <p:sp>
                <p:nvSpPr>
                  <p:cNvPr id="1996255" name="Freeform 1504"/>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56" name="Freeform 1505"/>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57" name="Freeform 1506"/>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58" name="Group 1507"/>
                <p:cNvGrpSpPr>
                  <a:grpSpLocks/>
                </p:cNvGrpSpPr>
                <p:nvPr/>
              </p:nvGrpSpPr>
              <p:grpSpPr bwMode="auto">
                <a:xfrm>
                  <a:off x="957" y="3678"/>
                  <a:ext cx="48" cy="23"/>
                  <a:chOff x="957" y="3678"/>
                  <a:chExt cx="48" cy="23"/>
                </a:xfrm>
              </p:grpSpPr>
              <p:sp>
                <p:nvSpPr>
                  <p:cNvPr id="1996259" name="Freeform 1508"/>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0" name="Freeform 1509"/>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1" name="Freeform 1510"/>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62" name="Group 1511"/>
                <p:cNvGrpSpPr>
                  <a:grpSpLocks/>
                </p:cNvGrpSpPr>
                <p:nvPr/>
              </p:nvGrpSpPr>
              <p:grpSpPr bwMode="auto">
                <a:xfrm>
                  <a:off x="969" y="3690"/>
                  <a:ext cx="49" cy="23"/>
                  <a:chOff x="969" y="3690"/>
                  <a:chExt cx="49" cy="23"/>
                </a:xfrm>
              </p:grpSpPr>
              <p:sp>
                <p:nvSpPr>
                  <p:cNvPr id="1996263" name="Freeform 1512"/>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4" name="Freeform 1513"/>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5" name="Freeform 1514"/>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66" name="Group 1515"/>
                <p:cNvGrpSpPr>
                  <a:grpSpLocks/>
                </p:cNvGrpSpPr>
                <p:nvPr/>
              </p:nvGrpSpPr>
              <p:grpSpPr bwMode="auto">
                <a:xfrm>
                  <a:off x="982" y="3703"/>
                  <a:ext cx="49" cy="23"/>
                  <a:chOff x="982" y="3703"/>
                  <a:chExt cx="49" cy="23"/>
                </a:xfrm>
              </p:grpSpPr>
              <p:sp>
                <p:nvSpPr>
                  <p:cNvPr id="1996267" name="Freeform 1516"/>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8" name="Freeform 1517"/>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9" name="Freeform 1518"/>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70" name="Group 1519"/>
                <p:cNvGrpSpPr>
                  <a:grpSpLocks/>
                </p:cNvGrpSpPr>
                <p:nvPr/>
              </p:nvGrpSpPr>
              <p:grpSpPr bwMode="auto">
                <a:xfrm>
                  <a:off x="995" y="3716"/>
                  <a:ext cx="48" cy="23"/>
                  <a:chOff x="995" y="3716"/>
                  <a:chExt cx="48" cy="23"/>
                </a:xfrm>
              </p:grpSpPr>
              <p:sp>
                <p:nvSpPr>
                  <p:cNvPr id="1996271" name="Freeform 1520"/>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72" name="Freeform 1521"/>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73" name="Freeform 1522"/>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274" name="Group 1523"/>
              <p:cNvGrpSpPr>
                <a:grpSpLocks/>
              </p:cNvGrpSpPr>
              <p:nvPr/>
            </p:nvGrpSpPr>
            <p:grpSpPr bwMode="auto">
              <a:xfrm>
                <a:off x="1005" y="3727"/>
                <a:ext cx="49" cy="23"/>
                <a:chOff x="1005" y="3727"/>
                <a:chExt cx="49" cy="23"/>
              </a:xfrm>
            </p:grpSpPr>
            <p:sp>
              <p:nvSpPr>
                <p:cNvPr id="1996275" name="Freeform 1524"/>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76" name="Freeform 1525"/>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77" name="Freeform 1526"/>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78" name="Group 1527"/>
              <p:cNvGrpSpPr>
                <a:grpSpLocks/>
              </p:cNvGrpSpPr>
              <p:nvPr/>
            </p:nvGrpSpPr>
            <p:grpSpPr bwMode="auto">
              <a:xfrm>
                <a:off x="1018" y="3740"/>
                <a:ext cx="49" cy="22"/>
                <a:chOff x="1018" y="3740"/>
                <a:chExt cx="49" cy="22"/>
              </a:xfrm>
            </p:grpSpPr>
            <p:sp>
              <p:nvSpPr>
                <p:cNvPr id="1996279" name="Freeform 1528"/>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0" name="Freeform 1529"/>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1" name="Freeform 1530"/>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82" name="Group 1531"/>
              <p:cNvGrpSpPr>
                <a:grpSpLocks/>
              </p:cNvGrpSpPr>
              <p:nvPr/>
            </p:nvGrpSpPr>
            <p:grpSpPr bwMode="auto">
              <a:xfrm>
                <a:off x="1030" y="3753"/>
                <a:ext cx="49" cy="23"/>
                <a:chOff x="1030" y="3753"/>
                <a:chExt cx="49" cy="23"/>
              </a:xfrm>
            </p:grpSpPr>
            <p:sp>
              <p:nvSpPr>
                <p:cNvPr id="1996283" name="Freeform 1532"/>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4" name="Freeform 1533"/>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5" name="Freeform 1534"/>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286" name="Freeform 1535"/>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7" name="Freeform 1536"/>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8" name="Freeform 1537"/>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289" name="Group 1538"/>
              <p:cNvGrpSpPr>
                <a:grpSpLocks/>
              </p:cNvGrpSpPr>
              <p:nvPr/>
            </p:nvGrpSpPr>
            <p:grpSpPr bwMode="auto">
              <a:xfrm>
                <a:off x="790" y="3547"/>
                <a:ext cx="49" cy="23"/>
                <a:chOff x="790" y="3547"/>
                <a:chExt cx="49" cy="23"/>
              </a:xfrm>
            </p:grpSpPr>
            <p:sp>
              <p:nvSpPr>
                <p:cNvPr id="1996290" name="Freeform 1539"/>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1" name="Freeform 1540"/>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2" name="Freeform 1541"/>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93" name="Group 1542"/>
              <p:cNvGrpSpPr>
                <a:grpSpLocks/>
              </p:cNvGrpSpPr>
              <p:nvPr/>
            </p:nvGrpSpPr>
            <p:grpSpPr bwMode="auto">
              <a:xfrm>
                <a:off x="803" y="3560"/>
                <a:ext cx="49" cy="22"/>
                <a:chOff x="803" y="3560"/>
                <a:chExt cx="49" cy="22"/>
              </a:xfrm>
            </p:grpSpPr>
            <p:sp>
              <p:nvSpPr>
                <p:cNvPr id="1996294" name="Freeform 1543"/>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5" name="Freeform 1544"/>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6" name="Freeform 1545"/>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97" name="Group 1546"/>
              <p:cNvGrpSpPr>
                <a:grpSpLocks/>
              </p:cNvGrpSpPr>
              <p:nvPr/>
            </p:nvGrpSpPr>
            <p:grpSpPr bwMode="auto">
              <a:xfrm>
                <a:off x="815" y="3572"/>
                <a:ext cx="50" cy="23"/>
                <a:chOff x="815" y="3572"/>
                <a:chExt cx="50" cy="23"/>
              </a:xfrm>
            </p:grpSpPr>
            <p:sp>
              <p:nvSpPr>
                <p:cNvPr id="1996298" name="Freeform 1547"/>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9" name="Freeform 1548"/>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0" name="Freeform 1549"/>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01" name="Group 1550"/>
              <p:cNvGrpSpPr>
                <a:grpSpLocks/>
              </p:cNvGrpSpPr>
              <p:nvPr/>
            </p:nvGrpSpPr>
            <p:grpSpPr bwMode="auto">
              <a:xfrm>
                <a:off x="828" y="3585"/>
                <a:ext cx="49" cy="23"/>
                <a:chOff x="828" y="3585"/>
                <a:chExt cx="49" cy="23"/>
              </a:xfrm>
            </p:grpSpPr>
            <p:sp>
              <p:nvSpPr>
                <p:cNvPr id="1996302" name="Freeform 1551"/>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3" name="Freeform 1552"/>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4" name="Freeform 1553"/>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05" name="Group 1554"/>
              <p:cNvGrpSpPr>
                <a:grpSpLocks/>
              </p:cNvGrpSpPr>
              <p:nvPr/>
            </p:nvGrpSpPr>
            <p:grpSpPr bwMode="auto">
              <a:xfrm>
                <a:off x="840" y="3600"/>
                <a:ext cx="100" cy="73"/>
                <a:chOff x="840" y="3600"/>
                <a:chExt cx="100" cy="73"/>
              </a:xfrm>
            </p:grpSpPr>
            <p:grpSp>
              <p:nvGrpSpPr>
                <p:cNvPr id="1996306" name="Group 1555"/>
                <p:cNvGrpSpPr>
                  <a:grpSpLocks/>
                </p:cNvGrpSpPr>
                <p:nvPr/>
              </p:nvGrpSpPr>
              <p:grpSpPr bwMode="auto">
                <a:xfrm>
                  <a:off x="840" y="3600"/>
                  <a:ext cx="49" cy="23"/>
                  <a:chOff x="840" y="3600"/>
                  <a:chExt cx="49" cy="23"/>
                </a:xfrm>
              </p:grpSpPr>
              <p:sp>
                <p:nvSpPr>
                  <p:cNvPr id="1996307" name="Freeform 1556"/>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8" name="Freeform 1557"/>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9" name="Freeform 1558"/>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10" name="Group 1559"/>
                <p:cNvGrpSpPr>
                  <a:grpSpLocks/>
                </p:cNvGrpSpPr>
                <p:nvPr/>
              </p:nvGrpSpPr>
              <p:grpSpPr bwMode="auto">
                <a:xfrm>
                  <a:off x="853" y="3612"/>
                  <a:ext cx="48" cy="23"/>
                  <a:chOff x="853" y="3612"/>
                  <a:chExt cx="48" cy="23"/>
                </a:xfrm>
              </p:grpSpPr>
              <p:sp>
                <p:nvSpPr>
                  <p:cNvPr id="1996311" name="Freeform 1560"/>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12" name="Freeform 1561"/>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13" name="Freeform 1562"/>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14" name="Group 1563"/>
                <p:cNvGrpSpPr>
                  <a:grpSpLocks/>
                </p:cNvGrpSpPr>
                <p:nvPr/>
              </p:nvGrpSpPr>
              <p:grpSpPr bwMode="auto">
                <a:xfrm>
                  <a:off x="865" y="3625"/>
                  <a:ext cx="49" cy="23"/>
                  <a:chOff x="865" y="3625"/>
                  <a:chExt cx="49" cy="23"/>
                </a:xfrm>
              </p:grpSpPr>
              <p:sp>
                <p:nvSpPr>
                  <p:cNvPr id="1996315" name="Freeform 1564"/>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16" name="Freeform 1565"/>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17" name="Freeform 1566"/>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18" name="Group 1567"/>
                <p:cNvGrpSpPr>
                  <a:grpSpLocks/>
                </p:cNvGrpSpPr>
                <p:nvPr/>
              </p:nvGrpSpPr>
              <p:grpSpPr bwMode="auto">
                <a:xfrm>
                  <a:off x="878" y="3638"/>
                  <a:ext cx="49" cy="22"/>
                  <a:chOff x="878" y="3638"/>
                  <a:chExt cx="49" cy="22"/>
                </a:xfrm>
              </p:grpSpPr>
              <p:sp>
                <p:nvSpPr>
                  <p:cNvPr id="1996319" name="Freeform 1568"/>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0" name="Freeform 1569"/>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1" name="Freeform 1570"/>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22" name="Group 1571"/>
                <p:cNvGrpSpPr>
                  <a:grpSpLocks/>
                </p:cNvGrpSpPr>
                <p:nvPr/>
              </p:nvGrpSpPr>
              <p:grpSpPr bwMode="auto">
                <a:xfrm>
                  <a:off x="890" y="3651"/>
                  <a:ext cx="50" cy="22"/>
                  <a:chOff x="890" y="3651"/>
                  <a:chExt cx="50" cy="22"/>
                </a:xfrm>
              </p:grpSpPr>
              <p:sp>
                <p:nvSpPr>
                  <p:cNvPr id="1996323" name="Freeform 1572"/>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4" name="Freeform 1573"/>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5" name="Freeform 1574"/>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326" name="Group 1575"/>
              <p:cNvGrpSpPr>
                <a:grpSpLocks/>
              </p:cNvGrpSpPr>
              <p:nvPr/>
            </p:nvGrpSpPr>
            <p:grpSpPr bwMode="auto">
              <a:xfrm>
                <a:off x="903" y="3665"/>
                <a:ext cx="99" cy="74"/>
                <a:chOff x="903" y="3665"/>
                <a:chExt cx="99" cy="74"/>
              </a:xfrm>
            </p:grpSpPr>
            <p:grpSp>
              <p:nvGrpSpPr>
                <p:cNvPr id="1996327" name="Group 1576"/>
                <p:cNvGrpSpPr>
                  <a:grpSpLocks/>
                </p:cNvGrpSpPr>
                <p:nvPr/>
              </p:nvGrpSpPr>
              <p:grpSpPr bwMode="auto">
                <a:xfrm>
                  <a:off x="903" y="3665"/>
                  <a:ext cx="49" cy="23"/>
                  <a:chOff x="903" y="3665"/>
                  <a:chExt cx="49" cy="23"/>
                </a:xfrm>
              </p:grpSpPr>
              <p:sp>
                <p:nvSpPr>
                  <p:cNvPr id="1996328" name="Freeform 1577"/>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9" name="Freeform 1578"/>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0" name="Freeform 1579"/>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31" name="Group 1580"/>
                <p:cNvGrpSpPr>
                  <a:grpSpLocks/>
                </p:cNvGrpSpPr>
                <p:nvPr/>
              </p:nvGrpSpPr>
              <p:grpSpPr bwMode="auto">
                <a:xfrm>
                  <a:off x="914" y="3678"/>
                  <a:ext cx="49" cy="23"/>
                  <a:chOff x="914" y="3678"/>
                  <a:chExt cx="49" cy="23"/>
                </a:xfrm>
              </p:grpSpPr>
              <p:sp>
                <p:nvSpPr>
                  <p:cNvPr id="1996332" name="Freeform 1581"/>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3" name="Freeform 1582"/>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4" name="Freeform 1583"/>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35" name="Group 1584"/>
                <p:cNvGrpSpPr>
                  <a:grpSpLocks/>
                </p:cNvGrpSpPr>
                <p:nvPr/>
              </p:nvGrpSpPr>
              <p:grpSpPr bwMode="auto">
                <a:xfrm>
                  <a:off x="928" y="3690"/>
                  <a:ext cx="48" cy="23"/>
                  <a:chOff x="928" y="3690"/>
                  <a:chExt cx="48" cy="23"/>
                </a:xfrm>
              </p:grpSpPr>
              <p:sp>
                <p:nvSpPr>
                  <p:cNvPr id="1996336" name="Freeform 1585"/>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7" name="Freeform 1586"/>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8" name="Freeform 1587"/>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39" name="Group 1588"/>
                <p:cNvGrpSpPr>
                  <a:grpSpLocks/>
                </p:cNvGrpSpPr>
                <p:nvPr/>
              </p:nvGrpSpPr>
              <p:grpSpPr bwMode="auto">
                <a:xfrm>
                  <a:off x="940" y="3703"/>
                  <a:ext cx="49" cy="23"/>
                  <a:chOff x="940" y="3703"/>
                  <a:chExt cx="49" cy="23"/>
                </a:xfrm>
              </p:grpSpPr>
              <p:sp>
                <p:nvSpPr>
                  <p:cNvPr id="1996340" name="Freeform 1589"/>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1" name="Freeform 1590"/>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2" name="Freeform 1591"/>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43" name="Group 1592"/>
                <p:cNvGrpSpPr>
                  <a:grpSpLocks/>
                </p:cNvGrpSpPr>
                <p:nvPr/>
              </p:nvGrpSpPr>
              <p:grpSpPr bwMode="auto">
                <a:xfrm>
                  <a:off x="953" y="3716"/>
                  <a:ext cx="49" cy="23"/>
                  <a:chOff x="953" y="3716"/>
                  <a:chExt cx="49" cy="23"/>
                </a:xfrm>
              </p:grpSpPr>
              <p:sp>
                <p:nvSpPr>
                  <p:cNvPr id="1996344" name="Freeform 1593"/>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5" name="Freeform 1594"/>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6" name="Freeform 1595"/>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347" name="Group 1596"/>
              <p:cNvGrpSpPr>
                <a:grpSpLocks/>
              </p:cNvGrpSpPr>
              <p:nvPr/>
            </p:nvGrpSpPr>
            <p:grpSpPr bwMode="auto">
              <a:xfrm>
                <a:off x="963" y="3727"/>
                <a:ext cx="49" cy="23"/>
                <a:chOff x="963" y="3727"/>
                <a:chExt cx="49" cy="23"/>
              </a:xfrm>
            </p:grpSpPr>
            <p:sp>
              <p:nvSpPr>
                <p:cNvPr id="1996348" name="Freeform 1597"/>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9" name="Freeform 1598"/>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0" name="Freeform 1599"/>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51" name="Group 1600"/>
              <p:cNvGrpSpPr>
                <a:grpSpLocks/>
              </p:cNvGrpSpPr>
              <p:nvPr/>
            </p:nvGrpSpPr>
            <p:grpSpPr bwMode="auto">
              <a:xfrm>
                <a:off x="976" y="3740"/>
                <a:ext cx="50" cy="22"/>
                <a:chOff x="976" y="3740"/>
                <a:chExt cx="50" cy="22"/>
              </a:xfrm>
            </p:grpSpPr>
            <p:sp>
              <p:nvSpPr>
                <p:cNvPr id="1996352" name="Freeform 1601"/>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3" name="Freeform 1602"/>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4" name="Freeform 1603"/>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55" name="Group 1604"/>
              <p:cNvGrpSpPr>
                <a:grpSpLocks/>
              </p:cNvGrpSpPr>
              <p:nvPr/>
            </p:nvGrpSpPr>
            <p:grpSpPr bwMode="auto">
              <a:xfrm>
                <a:off x="761" y="3560"/>
                <a:ext cx="50" cy="22"/>
                <a:chOff x="761" y="3560"/>
                <a:chExt cx="50" cy="22"/>
              </a:xfrm>
            </p:grpSpPr>
            <p:sp>
              <p:nvSpPr>
                <p:cNvPr id="1996356" name="Freeform 1605"/>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7" name="Freeform 1606"/>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8" name="Freeform 1607"/>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59" name="Group 1608"/>
              <p:cNvGrpSpPr>
                <a:grpSpLocks/>
              </p:cNvGrpSpPr>
              <p:nvPr/>
            </p:nvGrpSpPr>
            <p:grpSpPr bwMode="auto">
              <a:xfrm>
                <a:off x="774" y="3572"/>
                <a:ext cx="49" cy="23"/>
                <a:chOff x="774" y="3572"/>
                <a:chExt cx="49" cy="23"/>
              </a:xfrm>
            </p:grpSpPr>
            <p:sp>
              <p:nvSpPr>
                <p:cNvPr id="1996360" name="Freeform 1609"/>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61" name="Freeform 1610"/>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62" name="Freeform 1611"/>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63" name="Group 1612"/>
              <p:cNvGrpSpPr>
                <a:grpSpLocks/>
              </p:cNvGrpSpPr>
              <p:nvPr/>
            </p:nvGrpSpPr>
            <p:grpSpPr bwMode="auto">
              <a:xfrm>
                <a:off x="787" y="3585"/>
                <a:ext cx="49" cy="23"/>
                <a:chOff x="787" y="3585"/>
                <a:chExt cx="49" cy="23"/>
              </a:xfrm>
            </p:grpSpPr>
            <p:sp>
              <p:nvSpPr>
                <p:cNvPr id="1996364" name="Freeform 1613"/>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65" name="Freeform 1614"/>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66" name="Freeform 1615"/>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67" name="Group 1616"/>
              <p:cNvGrpSpPr>
                <a:grpSpLocks/>
              </p:cNvGrpSpPr>
              <p:nvPr/>
            </p:nvGrpSpPr>
            <p:grpSpPr bwMode="auto">
              <a:xfrm>
                <a:off x="799" y="3600"/>
                <a:ext cx="99" cy="73"/>
                <a:chOff x="799" y="3600"/>
                <a:chExt cx="99" cy="73"/>
              </a:xfrm>
            </p:grpSpPr>
            <p:grpSp>
              <p:nvGrpSpPr>
                <p:cNvPr id="1996368" name="Group 1617"/>
                <p:cNvGrpSpPr>
                  <a:grpSpLocks/>
                </p:cNvGrpSpPr>
                <p:nvPr/>
              </p:nvGrpSpPr>
              <p:grpSpPr bwMode="auto">
                <a:xfrm>
                  <a:off x="799" y="3600"/>
                  <a:ext cx="48" cy="23"/>
                  <a:chOff x="799" y="3600"/>
                  <a:chExt cx="48" cy="23"/>
                </a:xfrm>
              </p:grpSpPr>
              <p:sp>
                <p:nvSpPr>
                  <p:cNvPr id="1996369" name="Freeform 1618"/>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0" name="Freeform 1619"/>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1" name="Freeform 1620"/>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72" name="Group 1621"/>
                <p:cNvGrpSpPr>
                  <a:grpSpLocks/>
                </p:cNvGrpSpPr>
                <p:nvPr/>
              </p:nvGrpSpPr>
              <p:grpSpPr bwMode="auto">
                <a:xfrm>
                  <a:off x="811" y="3612"/>
                  <a:ext cx="48" cy="23"/>
                  <a:chOff x="811" y="3612"/>
                  <a:chExt cx="48" cy="23"/>
                </a:xfrm>
              </p:grpSpPr>
              <p:sp>
                <p:nvSpPr>
                  <p:cNvPr id="1996373" name="Freeform 1622"/>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4" name="Freeform 1623"/>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5" name="Freeform 1624"/>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76" name="Group 1625"/>
                <p:cNvGrpSpPr>
                  <a:grpSpLocks/>
                </p:cNvGrpSpPr>
                <p:nvPr/>
              </p:nvGrpSpPr>
              <p:grpSpPr bwMode="auto">
                <a:xfrm>
                  <a:off x="823" y="3625"/>
                  <a:ext cx="49" cy="23"/>
                  <a:chOff x="823" y="3625"/>
                  <a:chExt cx="49" cy="23"/>
                </a:xfrm>
              </p:grpSpPr>
              <p:sp>
                <p:nvSpPr>
                  <p:cNvPr id="1996377" name="Freeform 1626"/>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8" name="Freeform 1627"/>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9" name="Freeform 1628"/>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80" name="Group 1629"/>
                <p:cNvGrpSpPr>
                  <a:grpSpLocks/>
                </p:cNvGrpSpPr>
                <p:nvPr/>
              </p:nvGrpSpPr>
              <p:grpSpPr bwMode="auto">
                <a:xfrm>
                  <a:off x="836" y="3638"/>
                  <a:ext cx="50" cy="22"/>
                  <a:chOff x="836" y="3638"/>
                  <a:chExt cx="50" cy="22"/>
                </a:xfrm>
              </p:grpSpPr>
              <p:sp>
                <p:nvSpPr>
                  <p:cNvPr id="1996381" name="Freeform 1630"/>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82" name="Freeform 1631"/>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83" name="Freeform 1632"/>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84" name="Group 1633"/>
                <p:cNvGrpSpPr>
                  <a:grpSpLocks/>
                </p:cNvGrpSpPr>
                <p:nvPr/>
              </p:nvGrpSpPr>
              <p:grpSpPr bwMode="auto">
                <a:xfrm>
                  <a:off x="849" y="3651"/>
                  <a:ext cx="49" cy="22"/>
                  <a:chOff x="849" y="3651"/>
                  <a:chExt cx="49" cy="22"/>
                </a:xfrm>
              </p:grpSpPr>
              <p:sp>
                <p:nvSpPr>
                  <p:cNvPr id="1996385" name="Freeform 1634"/>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86" name="Freeform 1635"/>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87" name="Freeform 1636"/>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388" name="Group 1637"/>
              <p:cNvGrpSpPr>
                <a:grpSpLocks/>
              </p:cNvGrpSpPr>
              <p:nvPr/>
            </p:nvGrpSpPr>
            <p:grpSpPr bwMode="auto">
              <a:xfrm>
                <a:off x="861" y="3665"/>
                <a:ext cx="99" cy="74"/>
                <a:chOff x="861" y="3665"/>
                <a:chExt cx="99" cy="74"/>
              </a:xfrm>
            </p:grpSpPr>
            <p:grpSp>
              <p:nvGrpSpPr>
                <p:cNvPr id="1996389" name="Group 1638"/>
                <p:cNvGrpSpPr>
                  <a:grpSpLocks/>
                </p:cNvGrpSpPr>
                <p:nvPr/>
              </p:nvGrpSpPr>
              <p:grpSpPr bwMode="auto">
                <a:xfrm>
                  <a:off x="861" y="3665"/>
                  <a:ext cx="50" cy="23"/>
                  <a:chOff x="861" y="3665"/>
                  <a:chExt cx="50" cy="23"/>
                </a:xfrm>
              </p:grpSpPr>
              <p:sp>
                <p:nvSpPr>
                  <p:cNvPr id="1996390" name="Freeform 1639"/>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1" name="Freeform 1640"/>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2" name="Freeform 1641"/>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93" name="Group 1642"/>
                <p:cNvGrpSpPr>
                  <a:grpSpLocks/>
                </p:cNvGrpSpPr>
                <p:nvPr/>
              </p:nvGrpSpPr>
              <p:grpSpPr bwMode="auto">
                <a:xfrm>
                  <a:off x="873" y="3678"/>
                  <a:ext cx="49" cy="23"/>
                  <a:chOff x="873" y="3678"/>
                  <a:chExt cx="49" cy="23"/>
                </a:xfrm>
              </p:grpSpPr>
              <p:sp>
                <p:nvSpPr>
                  <p:cNvPr id="1996394" name="Freeform 1643"/>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5" name="Freeform 1644"/>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6" name="Freeform 1645"/>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97" name="Group 1646"/>
                <p:cNvGrpSpPr>
                  <a:grpSpLocks/>
                </p:cNvGrpSpPr>
                <p:nvPr/>
              </p:nvGrpSpPr>
              <p:grpSpPr bwMode="auto">
                <a:xfrm>
                  <a:off x="886" y="3690"/>
                  <a:ext cx="49" cy="23"/>
                  <a:chOff x="886" y="3690"/>
                  <a:chExt cx="49" cy="23"/>
                </a:xfrm>
              </p:grpSpPr>
              <p:sp>
                <p:nvSpPr>
                  <p:cNvPr id="1996398" name="Freeform 1647"/>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9" name="Freeform 1648"/>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0" name="Freeform 1649"/>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01" name="Group 1650"/>
                <p:cNvGrpSpPr>
                  <a:grpSpLocks/>
                </p:cNvGrpSpPr>
                <p:nvPr/>
              </p:nvGrpSpPr>
              <p:grpSpPr bwMode="auto">
                <a:xfrm>
                  <a:off x="899" y="3703"/>
                  <a:ext cx="48" cy="23"/>
                  <a:chOff x="899" y="3703"/>
                  <a:chExt cx="48" cy="23"/>
                </a:xfrm>
              </p:grpSpPr>
              <p:sp>
                <p:nvSpPr>
                  <p:cNvPr id="1996402" name="Freeform 1651"/>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3" name="Freeform 1652"/>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4" name="Freeform 1653"/>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05" name="Group 1654"/>
                <p:cNvGrpSpPr>
                  <a:grpSpLocks/>
                </p:cNvGrpSpPr>
                <p:nvPr/>
              </p:nvGrpSpPr>
              <p:grpSpPr bwMode="auto">
                <a:xfrm>
                  <a:off x="912" y="3716"/>
                  <a:ext cx="48" cy="23"/>
                  <a:chOff x="912" y="3716"/>
                  <a:chExt cx="48" cy="23"/>
                </a:xfrm>
              </p:grpSpPr>
              <p:sp>
                <p:nvSpPr>
                  <p:cNvPr id="1996406" name="Freeform 1655"/>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7" name="Freeform 1656"/>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8" name="Freeform 1657"/>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409" name="Group 1658"/>
              <p:cNvGrpSpPr>
                <a:grpSpLocks/>
              </p:cNvGrpSpPr>
              <p:nvPr/>
            </p:nvGrpSpPr>
            <p:grpSpPr bwMode="auto">
              <a:xfrm>
                <a:off x="922" y="3727"/>
                <a:ext cx="49" cy="23"/>
                <a:chOff x="922" y="3727"/>
                <a:chExt cx="49" cy="23"/>
              </a:xfrm>
            </p:grpSpPr>
            <p:sp>
              <p:nvSpPr>
                <p:cNvPr id="1996410" name="Freeform 1659"/>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1" name="Freeform 1660"/>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2" name="Freeform 1661"/>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13" name="Group 1662"/>
              <p:cNvGrpSpPr>
                <a:grpSpLocks/>
              </p:cNvGrpSpPr>
              <p:nvPr/>
            </p:nvGrpSpPr>
            <p:grpSpPr bwMode="auto">
              <a:xfrm>
                <a:off x="895" y="3526"/>
                <a:ext cx="44" cy="23"/>
                <a:chOff x="895" y="3526"/>
                <a:chExt cx="44" cy="23"/>
              </a:xfrm>
            </p:grpSpPr>
            <p:sp>
              <p:nvSpPr>
                <p:cNvPr id="1996414" name="Freeform 1663"/>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5" name="Freeform 1664"/>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6" name="Freeform 1665"/>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17" name="Group 1666"/>
              <p:cNvGrpSpPr>
                <a:grpSpLocks/>
              </p:cNvGrpSpPr>
              <p:nvPr/>
            </p:nvGrpSpPr>
            <p:grpSpPr bwMode="auto">
              <a:xfrm>
                <a:off x="907" y="3540"/>
                <a:ext cx="45" cy="22"/>
                <a:chOff x="907" y="3540"/>
                <a:chExt cx="45" cy="22"/>
              </a:xfrm>
            </p:grpSpPr>
            <p:sp>
              <p:nvSpPr>
                <p:cNvPr id="1996418" name="Freeform 1667"/>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9" name="Freeform 1668"/>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0" name="Freeform 1669"/>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21" name="Group 1670"/>
              <p:cNvGrpSpPr>
                <a:grpSpLocks/>
              </p:cNvGrpSpPr>
              <p:nvPr/>
            </p:nvGrpSpPr>
            <p:grpSpPr bwMode="auto">
              <a:xfrm>
                <a:off x="920" y="3553"/>
                <a:ext cx="45" cy="23"/>
                <a:chOff x="920" y="3553"/>
                <a:chExt cx="45" cy="23"/>
              </a:xfrm>
            </p:grpSpPr>
            <p:sp>
              <p:nvSpPr>
                <p:cNvPr id="1996422" name="Freeform 1671"/>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3" name="Freeform 1672"/>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4" name="Freeform 1673"/>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25" name="Group 1674"/>
              <p:cNvGrpSpPr>
                <a:grpSpLocks/>
              </p:cNvGrpSpPr>
              <p:nvPr/>
            </p:nvGrpSpPr>
            <p:grpSpPr bwMode="auto">
              <a:xfrm>
                <a:off x="934" y="3566"/>
                <a:ext cx="44" cy="23"/>
                <a:chOff x="934" y="3566"/>
                <a:chExt cx="44" cy="23"/>
              </a:xfrm>
            </p:grpSpPr>
            <p:sp>
              <p:nvSpPr>
                <p:cNvPr id="1996426" name="Freeform 1675"/>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7" name="Freeform 1676"/>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8" name="Freeform 1677"/>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29" name="Group 1678"/>
              <p:cNvGrpSpPr>
                <a:grpSpLocks/>
              </p:cNvGrpSpPr>
              <p:nvPr/>
            </p:nvGrpSpPr>
            <p:grpSpPr bwMode="auto">
              <a:xfrm>
                <a:off x="949" y="3579"/>
                <a:ext cx="83" cy="63"/>
                <a:chOff x="949" y="3579"/>
                <a:chExt cx="83" cy="63"/>
              </a:xfrm>
            </p:grpSpPr>
            <p:grpSp>
              <p:nvGrpSpPr>
                <p:cNvPr id="1996430" name="Group 1679"/>
                <p:cNvGrpSpPr>
                  <a:grpSpLocks/>
                </p:cNvGrpSpPr>
                <p:nvPr/>
              </p:nvGrpSpPr>
              <p:grpSpPr bwMode="auto">
                <a:xfrm>
                  <a:off x="949" y="3579"/>
                  <a:ext cx="44" cy="23"/>
                  <a:chOff x="949" y="3579"/>
                  <a:chExt cx="44" cy="23"/>
                </a:xfrm>
              </p:grpSpPr>
              <p:sp>
                <p:nvSpPr>
                  <p:cNvPr id="1996431" name="Freeform 1680"/>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32" name="Freeform 1681"/>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33" name="Freeform 1682"/>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34" name="Group 1683"/>
                <p:cNvGrpSpPr>
                  <a:grpSpLocks/>
                </p:cNvGrpSpPr>
                <p:nvPr/>
              </p:nvGrpSpPr>
              <p:grpSpPr bwMode="auto">
                <a:xfrm>
                  <a:off x="961" y="3592"/>
                  <a:ext cx="45" cy="23"/>
                  <a:chOff x="961" y="3592"/>
                  <a:chExt cx="45" cy="23"/>
                </a:xfrm>
              </p:grpSpPr>
              <p:sp>
                <p:nvSpPr>
                  <p:cNvPr id="1996435" name="Freeform 1684"/>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36" name="Freeform 1685"/>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37" name="Freeform 1686"/>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38" name="Group 1687"/>
                <p:cNvGrpSpPr>
                  <a:grpSpLocks/>
                </p:cNvGrpSpPr>
                <p:nvPr/>
              </p:nvGrpSpPr>
              <p:grpSpPr bwMode="auto">
                <a:xfrm>
                  <a:off x="974" y="3606"/>
                  <a:ext cx="44" cy="23"/>
                  <a:chOff x="974" y="3606"/>
                  <a:chExt cx="44" cy="23"/>
                </a:xfrm>
              </p:grpSpPr>
              <p:sp>
                <p:nvSpPr>
                  <p:cNvPr id="1996439" name="Freeform 1688"/>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0" name="Freeform 1689"/>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1" name="Freeform 1690"/>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42" name="Group 1691"/>
                <p:cNvGrpSpPr>
                  <a:grpSpLocks/>
                </p:cNvGrpSpPr>
                <p:nvPr/>
              </p:nvGrpSpPr>
              <p:grpSpPr bwMode="auto">
                <a:xfrm>
                  <a:off x="987" y="3619"/>
                  <a:ext cx="45" cy="23"/>
                  <a:chOff x="987" y="3619"/>
                  <a:chExt cx="45" cy="23"/>
                </a:xfrm>
              </p:grpSpPr>
              <p:sp>
                <p:nvSpPr>
                  <p:cNvPr id="1996443" name="Freeform 1692"/>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4" name="Freeform 1693"/>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5" name="Freeform 1694"/>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446" name="Group 1695"/>
              <p:cNvGrpSpPr>
                <a:grpSpLocks/>
              </p:cNvGrpSpPr>
              <p:nvPr/>
            </p:nvGrpSpPr>
            <p:grpSpPr bwMode="auto">
              <a:xfrm>
                <a:off x="1002" y="3632"/>
                <a:ext cx="83" cy="63"/>
                <a:chOff x="1002" y="3632"/>
                <a:chExt cx="83" cy="63"/>
              </a:xfrm>
            </p:grpSpPr>
            <p:grpSp>
              <p:nvGrpSpPr>
                <p:cNvPr id="1996447" name="Group 1696"/>
                <p:cNvGrpSpPr>
                  <a:grpSpLocks/>
                </p:cNvGrpSpPr>
                <p:nvPr/>
              </p:nvGrpSpPr>
              <p:grpSpPr bwMode="auto">
                <a:xfrm>
                  <a:off x="1002" y="3632"/>
                  <a:ext cx="44" cy="22"/>
                  <a:chOff x="1002" y="3632"/>
                  <a:chExt cx="44" cy="22"/>
                </a:xfrm>
              </p:grpSpPr>
              <p:sp>
                <p:nvSpPr>
                  <p:cNvPr id="1996448" name="Freeform 1697"/>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9" name="Freeform 1698"/>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0" name="Freeform 1699"/>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51" name="Group 1700"/>
                <p:cNvGrpSpPr>
                  <a:grpSpLocks/>
                </p:cNvGrpSpPr>
                <p:nvPr/>
              </p:nvGrpSpPr>
              <p:grpSpPr bwMode="auto">
                <a:xfrm>
                  <a:off x="1014" y="3645"/>
                  <a:ext cx="44" cy="23"/>
                  <a:chOff x="1014" y="3645"/>
                  <a:chExt cx="44" cy="23"/>
                </a:xfrm>
              </p:grpSpPr>
              <p:sp>
                <p:nvSpPr>
                  <p:cNvPr id="1996452" name="Freeform 1701"/>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3" name="Freeform 1702"/>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4" name="Freeform 1703"/>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55" name="Group 1704"/>
                <p:cNvGrpSpPr>
                  <a:grpSpLocks/>
                </p:cNvGrpSpPr>
                <p:nvPr/>
              </p:nvGrpSpPr>
              <p:grpSpPr bwMode="auto">
                <a:xfrm>
                  <a:off x="1027" y="3659"/>
                  <a:ext cx="45" cy="23"/>
                  <a:chOff x="1027" y="3659"/>
                  <a:chExt cx="45" cy="23"/>
                </a:xfrm>
              </p:grpSpPr>
              <p:sp>
                <p:nvSpPr>
                  <p:cNvPr id="1996456" name="Freeform 1705"/>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7" name="Freeform 1706"/>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8" name="Freeform 1707"/>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59" name="Group 1708"/>
                <p:cNvGrpSpPr>
                  <a:grpSpLocks/>
                </p:cNvGrpSpPr>
                <p:nvPr/>
              </p:nvGrpSpPr>
              <p:grpSpPr bwMode="auto">
                <a:xfrm>
                  <a:off x="1040" y="3672"/>
                  <a:ext cx="45" cy="23"/>
                  <a:chOff x="1040" y="3672"/>
                  <a:chExt cx="45" cy="23"/>
                </a:xfrm>
              </p:grpSpPr>
              <p:sp>
                <p:nvSpPr>
                  <p:cNvPr id="1996460" name="Freeform 1709"/>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1" name="Freeform 1710"/>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2" name="Freeform 1711"/>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463" name="Group 1712"/>
              <p:cNvGrpSpPr>
                <a:grpSpLocks/>
              </p:cNvGrpSpPr>
              <p:nvPr/>
            </p:nvGrpSpPr>
            <p:grpSpPr bwMode="auto">
              <a:xfrm>
                <a:off x="1054" y="3685"/>
                <a:ext cx="45" cy="23"/>
                <a:chOff x="1054" y="3685"/>
                <a:chExt cx="45" cy="23"/>
              </a:xfrm>
            </p:grpSpPr>
            <p:sp>
              <p:nvSpPr>
                <p:cNvPr id="1996464" name="Freeform 1713"/>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5" name="Freeform 1714"/>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6" name="Freeform 1715"/>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67" name="Group 1716"/>
              <p:cNvGrpSpPr>
                <a:grpSpLocks/>
              </p:cNvGrpSpPr>
              <p:nvPr/>
            </p:nvGrpSpPr>
            <p:grpSpPr bwMode="auto">
              <a:xfrm>
                <a:off x="1067" y="3698"/>
                <a:ext cx="45" cy="23"/>
                <a:chOff x="1067" y="3698"/>
                <a:chExt cx="45" cy="23"/>
              </a:xfrm>
            </p:grpSpPr>
            <p:sp>
              <p:nvSpPr>
                <p:cNvPr id="1996468" name="Freeform 1717"/>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9" name="Freeform 1718"/>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0" name="Freeform 1719"/>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71" name="Group 1720"/>
              <p:cNvGrpSpPr>
                <a:grpSpLocks/>
              </p:cNvGrpSpPr>
              <p:nvPr/>
            </p:nvGrpSpPr>
            <p:grpSpPr bwMode="auto">
              <a:xfrm>
                <a:off x="1079" y="3712"/>
                <a:ext cx="44" cy="23"/>
                <a:chOff x="1079" y="3712"/>
                <a:chExt cx="44" cy="23"/>
              </a:xfrm>
            </p:grpSpPr>
            <p:sp>
              <p:nvSpPr>
                <p:cNvPr id="1996472" name="Freeform 1721"/>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3" name="Freeform 1722"/>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4" name="Freeform 1723"/>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75" name="Group 1724"/>
              <p:cNvGrpSpPr>
                <a:grpSpLocks/>
              </p:cNvGrpSpPr>
              <p:nvPr/>
            </p:nvGrpSpPr>
            <p:grpSpPr bwMode="auto">
              <a:xfrm>
                <a:off x="1093" y="3725"/>
                <a:ext cx="45" cy="23"/>
                <a:chOff x="1093" y="3725"/>
                <a:chExt cx="45" cy="23"/>
              </a:xfrm>
            </p:grpSpPr>
            <p:sp>
              <p:nvSpPr>
                <p:cNvPr id="1996476" name="Freeform 1725"/>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7" name="Freeform 1726"/>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8" name="Freeform 1727"/>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79" name="Group 1728"/>
              <p:cNvGrpSpPr>
                <a:grpSpLocks/>
              </p:cNvGrpSpPr>
              <p:nvPr/>
            </p:nvGrpSpPr>
            <p:grpSpPr bwMode="auto">
              <a:xfrm>
                <a:off x="1108" y="3739"/>
                <a:ext cx="44" cy="23"/>
                <a:chOff x="1108" y="3739"/>
                <a:chExt cx="44" cy="23"/>
              </a:xfrm>
            </p:grpSpPr>
            <p:sp>
              <p:nvSpPr>
                <p:cNvPr id="1996480" name="Freeform 1729"/>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1" name="Freeform 1730"/>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2" name="Freeform 1731"/>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83" name="Group 1732"/>
              <p:cNvGrpSpPr>
                <a:grpSpLocks/>
              </p:cNvGrpSpPr>
              <p:nvPr/>
            </p:nvGrpSpPr>
            <p:grpSpPr bwMode="auto">
              <a:xfrm>
                <a:off x="1121" y="3753"/>
                <a:ext cx="45" cy="23"/>
                <a:chOff x="1121" y="3753"/>
                <a:chExt cx="45" cy="23"/>
              </a:xfrm>
            </p:grpSpPr>
            <p:sp>
              <p:nvSpPr>
                <p:cNvPr id="1996484" name="Freeform 1733"/>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5" name="Freeform 1734"/>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6" name="Freeform 1735"/>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87" name="Group 1736"/>
              <p:cNvGrpSpPr>
                <a:grpSpLocks/>
              </p:cNvGrpSpPr>
              <p:nvPr/>
            </p:nvGrpSpPr>
            <p:grpSpPr bwMode="auto">
              <a:xfrm>
                <a:off x="1133" y="3767"/>
                <a:ext cx="44" cy="23"/>
                <a:chOff x="1133" y="3767"/>
                <a:chExt cx="44" cy="23"/>
              </a:xfrm>
            </p:grpSpPr>
            <p:sp>
              <p:nvSpPr>
                <p:cNvPr id="1996488" name="Freeform 1737"/>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9" name="Freeform 1738"/>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0" name="Freeform 1739"/>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491" name="Freeform 1740"/>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2" name="Freeform 1741"/>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3" name="Freeform 1742"/>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4" name="Freeform 1743"/>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5" name="Freeform 1744"/>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6" name="Freeform 1745"/>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7" name="Freeform 1746"/>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8" name="Freeform 1747"/>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9" name="Freeform 1748"/>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0" name="Freeform 1749"/>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1" name="Freeform 1750"/>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502" name="Group 1751"/>
              <p:cNvGrpSpPr>
                <a:grpSpLocks/>
              </p:cNvGrpSpPr>
              <p:nvPr/>
            </p:nvGrpSpPr>
            <p:grpSpPr bwMode="auto">
              <a:xfrm>
                <a:off x="700" y="3535"/>
                <a:ext cx="49" cy="24"/>
                <a:chOff x="700" y="3535"/>
                <a:chExt cx="49" cy="24"/>
              </a:xfrm>
            </p:grpSpPr>
            <p:sp>
              <p:nvSpPr>
                <p:cNvPr id="1996503" name="Freeform 1752"/>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4" name="Freeform 1753"/>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5" name="Freeform 1754"/>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06" name="Group 1755"/>
              <p:cNvGrpSpPr>
                <a:grpSpLocks/>
              </p:cNvGrpSpPr>
              <p:nvPr/>
            </p:nvGrpSpPr>
            <p:grpSpPr bwMode="auto">
              <a:xfrm>
                <a:off x="714" y="3551"/>
                <a:ext cx="49" cy="22"/>
                <a:chOff x="714" y="3551"/>
                <a:chExt cx="49" cy="22"/>
              </a:xfrm>
            </p:grpSpPr>
            <p:sp>
              <p:nvSpPr>
                <p:cNvPr id="1996507" name="Freeform 1756"/>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8" name="Freeform 1757"/>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9" name="Freeform 1758"/>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10" name="Group 1759"/>
              <p:cNvGrpSpPr>
                <a:grpSpLocks/>
              </p:cNvGrpSpPr>
              <p:nvPr/>
            </p:nvGrpSpPr>
            <p:grpSpPr bwMode="auto">
              <a:xfrm>
                <a:off x="728" y="3564"/>
                <a:ext cx="48" cy="23"/>
                <a:chOff x="728" y="3564"/>
                <a:chExt cx="48" cy="23"/>
              </a:xfrm>
            </p:grpSpPr>
            <p:sp>
              <p:nvSpPr>
                <p:cNvPr id="1996511" name="Freeform 1760"/>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12" name="Freeform 1761"/>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13" name="Freeform 1762"/>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14" name="Group 1763"/>
              <p:cNvGrpSpPr>
                <a:grpSpLocks/>
              </p:cNvGrpSpPr>
              <p:nvPr/>
            </p:nvGrpSpPr>
            <p:grpSpPr bwMode="auto">
              <a:xfrm>
                <a:off x="742" y="3582"/>
                <a:ext cx="49" cy="23"/>
                <a:chOff x="742" y="3582"/>
                <a:chExt cx="49" cy="23"/>
              </a:xfrm>
            </p:grpSpPr>
            <p:sp>
              <p:nvSpPr>
                <p:cNvPr id="1996515" name="Freeform 1764"/>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16" name="Freeform 1765"/>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17" name="Freeform 1766"/>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18" name="Group 1767"/>
              <p:cNvGrpSpPr>
                <a:grpSpLocks/>
              </p:cNvGrpSpPr>
              <p:nvPr/>
            </p:nvGrpSpPr>
            <p:grpSpPr bwMode="auto">
              <a:xfrm>
                <a:off x="752" y="3597"/>
                <a:ext cx="133" cy="106"/>
                <a:chOff x="752" y="3597"/>
                <a:chExt cx="133" cy="106"/>
              </a:xfrm>
            </p:grpSpPr>
            <p:sp>
              <p:nvSpPr>
                <p:cNvPr id="1996519" name="Freeform 1768"/>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0" name="Freeform 1769"/>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1" name="Freeform 1770"/>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22" name="Group 1771"/>
              <p:cNvGrpSpPr>
                <a:grpSpLocks/>
              </p:cNvGrpSpPr>
              <p:nvPr/>
            </p:nvGrpSpPr>
            <p:grpSpPr bwMode="auto">
              <a:xfrm>
                <a:off x="844" y="3694"/>
                <a:ext cx="48" cy="23"/>
                <a:chOff x="844" y="3694"/>
                <a:chExt cx="48" cy="23"/>
              </a:xfrm>
            </p:grpSpPr>
            <p:sp>
              <p:nvSpPr>
                <p:cNvPr id="1996523" name="Freeform 1772"/>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4" name="Freeform 1773"/>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5" name="Freeform 1774"/>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26" name="Group 1775"/>
              <p:cNvGrpSpPr>
                <a:grpSpLocks/>
              </p:cNvGrpSpPr>
              <p:nvPr/>
            </p:nvGrpSpPr>
            <p:grpSpPr bwMode="auto">
              <a:xfrm>
                <a:off x="857" y="3710"/>
                <a:ext cx="49" cy="22"/>
                <a:chOff x="857" y="3710"/>
                <a:chExt cx="49" cy="22"/>
              </a:xfrm>
            </p:grpSpPr>
            <p:sp>
              <p:nvSpPr>
                <p:cNvPr id="1996527" name="Freeform 1776"/>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8" name="Freeform 1777"/>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9" name="Freeform 1778"/>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30" name="Group 1779"/>
              <p:cNvGrpSpPr>
                <a:grpSpLocks/>
              </p:cNvGrpSpPr>
              <p:nvPr/>
            </p:nvGrpSpPr>
            <p:grpSpPr bwMode="auto">
              <a:xfrm>
                <a:off x="1086" y="3766"/>
                <a:ext cx="49" cy="23"/>
                <a:chOff x="1086" y="3766"/>
                <a:chExt cx="49" cy="23"/>
              </a:xfrm>
            </p:grpSpPr>
            <p:sp>
              <p:nvSpPr>
                <p:cNvPr id="1996531" name="Freeform 1780"/>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32" name="Freeform 1781"/>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33" name="Freeform 1782"/>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34" name="Group 1783"/>
              <p:cNvGrpSpPr>
                <a:grpSpLocks/>
              </p:cNvGrpSpPr>
              <p:nvPr/>
            </p:nvGrpSpPr>
            <p:grpSpPr bwMode="auto">
              <a:xfrm>
                <a:off x="934" y="3740"/>
                <a:ext cx="48" cy="23"/>
                <a:chOff x="934" y="3740"/>
                <a:chExt cx="48" cy="23"/>
              </a:xfrm>
            </p:grpSpPr>
            <p:sp>
              <p:nvSpPr>
                <p:cNvPr id="1996535" name="Freeform 1784"/>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36" name="Freeform 1785"/>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37" name="Freeform 1786"/>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38" name="Group 1787"/>
              <p:cNvGrpSpPr>
                <a:grpSpLocks/>
              </p:cNvGrpSpPr>
              <p:nvPr/>
            </p:nvGrpSpPr>
            <p:grpSpPr bwMode="auto">
              <a:xfrm>
                <a:off x="943" y="3754"/>
                <a:ext cx="49" cy="23"/>
                <a:chOff x="943" y="3754"/>
                <a:chExt cx="49" cy="23"/>
              </a:xfrm>
            </p:grpSpPr>
            <p:sp>
              <p:nvSpPr>
                <p:cNvPr id="1996539" name="Freeform 1788"/>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0" name="Freeform 1789"/>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1" name="Freeform 1790"/>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542" name="Freeform 1791"/>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3" name="Freeform 1792"/>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4" name="Freeform 1793"/>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45" name="Group 1794"/>
            <p:cNvGrpSpPr>
              <a:grpSpLocks/>
            </p:cNvGrpSpPr>
            <p:nvPr/>
          </p:nvGrpSpPr>
          <p:grpSpPr bwMode="auto">
            <a:xfrm>
              <a:off x="920" y="3821"/>
              <a:ext cx="413" cy="50"/>
              <a:chOff x="920" y="3821"/>
              <a:chExt cx="413" cy="50"/>
            </a:xfrm>
          </p:grpSpPr>
          <p:sp>
            <p:nvSpPr>
              <p:cNvPr id="1996546" name="Freeform 1795"/>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47" name="Freeform 1796"/>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8" name="Rectangle 1797"/>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9" name="Rectangle 1798"/>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50" name="Group 1799"/>
            <p:cNvGrpSpPr>
              <a:grpSpLocks/>
            </p:cNvGrpSpPr>
            <p:nvPr/>
          </p:nvGrpSpPr>
          <p:grpSpPr bwMode="auto">
            <a:xfrm>
              <a:off x="1227" y="3477"/>
              <a:ext cx="508" cy="321"/>
              <a:chOff x="1227" y="3477"/>
              <a:chExt cx="508" cy="321"/>
            </a:xfrm>
          </p:grpSpPr>
          <p:sp>
            <p:nvSpPr>
              <p:cNvPr id="1996551" name="Freeform 1800"/>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2" name="Freeform 1801"/>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53" name="Freeform 1802"/>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4" name="Line 1803"/>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55" name="Freeform 1804"/>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6" name="Freeform 1805"/>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7" name="Freeform 1806"/>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8" name="Freeform 1807"/>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9" name="Freeform 1808"/>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0" name="Freeform 1809"/>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1" name="Freeform 1810"/>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2" name="Freeform 1811"/>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3" name="Freeform 1812"/>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4" name="Freeform 1813"/>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5" name="Oval 1814"/>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66" name="Oval 1815"/>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67" name="Freeform 1816"/>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68" name="Oval 1817"/>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69" name="Oval 1818"/>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570" name="Group 1819"/>
          <p:cNvGrpSpPr>
            <a:grpSpLocks/>
          </p:cNvGrpSpPr>
          <p:nvPr/>
        </p:nvGrpSpPr>
        <p:grpSpPr bwMode="auto">
          <a:xfrm>
            <a:off x="2986088" y="6073775"/>
            <a:ext cx="720725" cy="546100"/>
            <a:chOff x="624" y="2968"/>
            <a:chExt cx="1331" cy="920"/>
          </a:xfrm>
        </p:grpSpPr>
        <p:sp>
          <p:nvSpPr>
            <p:cNvPr id="1996571" name="Freeform 1820"/>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72" name="Freeform 1821"/>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73" name="Freeform 1822"/>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74" name="Freeform 1823"/>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75" name="Freeform 1824"/>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76" name="Freeform 1825"/>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77" name="Freeform 1826"/>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78" name="Freeform 1827"/>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79" name="Freeform 1828"/>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0" name="Freeform 1829"/>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1" name="Freeform 1830"/>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2" name="Freeform 1831"/>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583" name="Group 1832"/>
            <p:cNvGrpSpPr>
              <a:grpSpLocks/>
            </p:cNvGrpSpPr>
            <p:nvPr/>
          </p:nvGrpSpPr>
          <p:grpSpPr bwMode="auto">
            <a:xfrm>
              <a:off x="700" y="3526"/>
              <a:ext cx="515" cy="270"/>
              <a:chOff x="700" y="3526"/>
              <a:chExt cx="515" cy="270"/>
            </a:xfrm>
          </p:grpSpPr>
          <p:grpSp>
            <p:nvGrpSpPr>
              <p:cNvPr id="1996584" name="Group 1833"/>
              <p:cNvGrpSpPr>
                <a:grpSpLocks/>
              </p:cNvGrpSpPr>
              <p:nvPr/>
            </p:nvGrpSpPr>
            <p:grpSpPr bwMode="auto">
              <a:xfrm>
                <a:off x="737" y="3534"/>
                <a:ext cx="49" cy="23"/>
                <a:chOff x="737" y="3534"/>
                <a:chExt cx="49" cy="23"/>
              </a:xfrm>
            </p:grpSpPr>
            <p:sp>
              <p:nvSpPr>
                <p:cNvPr id="1996585" name="Freeform 1834"/>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6" name="Freeform 1835"/>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7" name="Freeform 1836"/>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88" name="Group 1837"/>
              <p:cNvGrpSpPr>
                <a:grpSpLocks/>
              </p:cNvGrpSpPr>
              <p:nvPr/>
            </p:nvGrpSpPr>
            <p:grpSpPr bwMode="auto">
              <a:xfrm>
                <a:off x="748" y="3547"/>
                <a:ext cx="50" cy="23"/>
                <a:chOff x="748" y="3547"/>
                <a:chExt cx="50" cy="23"/>
              </a:xfrm>
            </p:grpSpPr>
            <p:sp>
              <p:nvSpPr>
                <p:cNvPr id="1996589" name="Freeform 1838"/>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0" name="Freeform 1839"/>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1" name="Freeform 1840"/>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592" name="Freeform 1841"/>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3" name="Freeform 1842"/>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4" name="Freeform 1843"/>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5" name="Freeform 1844"/>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596" name="Group 1845"/>
              <p:cNvGrpSpPr>
                <a:grpSpLocks/>
              </p:cNvGrpSpPr>
              <p:nvPr/>
            </p:nvGrpSpPr>
            <p:grpSpPr bwMode="auto">
              <a:xfrm>
                <a:off x="872" y="3547"/>
                <a:ext cx="50" cy="23"/>
                <a:chOff x="872" y="3547"/>
                <a:chExt cx="50" cy="23"/>
              </a:xfrm>
            </p:grpSpPr>
            <p:sp>
              <p:nvSpPr>
                <p:cNvPr id="1996597" name="Freeform 1846"/>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8" name="Freeform 1847"/>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9" name="Freeform 1848"/>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00" name="Group 1849"/>
              <p:cNvGrpSpPr>
                <a:grpSpLocks/>
              </p:cNvGrpSpPr>
              <p:nvPr/>
            </p:nvGrpSpPr>
            <p:grpSpPr bwMode="auto">
              <a:xfrm>
                <a:off x="885" y="3559"/>
                <a:ext cx="50" cy="23"/>
                <a:chOff x="885" y="3559"/>
                <a:chExt cx="50" cy="23"/>
              </a:xfrm>
            </p:grpSpPr>
            <p:sp>
              <p:nvSpPr>
                <p:cNvPr id="1996601" name="Freeform 1850"/>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02" name="Freeform 1851"/>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03" name="Freeform 1852"/>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04" name="Group 1853"/>
              <p:cNvGrpSpPr>
                <a:grpSpLocks/>
              </p:cNvGrpSpPr>
              <p:nvPr/>
            </p:nvGrpSpPr>
            <p:grpSpPr bwMode="auto">
              <a:xfrm>
                <a:off x="898" y="3571"/>
                <a:ext cx="49" cy="23"/>
                <a:chOff x="898" y="3571"/>
                <a:chExt cx="49" cy="23"/>
              </a:xfrm>
            </p:grpSpPr>
            <p:sp>
              <p:nvSpPr>
                <p:cNvPr id="1996605" name="Freeform 1854"/>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06" name="Freeform 1855"/>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07" name="Freeform 1856"/>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08" name="Group 1857"/>
              <p:cNvGrpSpPr>
                <a:grpSpLocks/>
              </p:cNvGrpSpPr>
              <p:nvPr/>
            </p:nvGrpSpPr>
            <p:grpSpPr bwMode="auto">
              <a:xfrm>
                <a:off x="911" y="3585"/>
                <a:ext cx="49" cy="23"/>
                <a:chOff x="911" y="3585"/>
                <a:chExt cx="49" cy="23"/>
              </a:xfrm>
            </p:grpSpPr>
            <p:sp>
              <p:nvSpPr>
                <p:cNvPr id="1996609" name="Freeform 1858"/>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0" name="Freeform 1859"/>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1" name="Freeform 1860"/>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12" name="Group 1861"/>
              <p:cNvGrpSpPr>
                <a:grpSpLocks/>
              </p:cNvGrpSpPr>
              <p:nvPr/>
            </p:nvGrpSpPr>
            <p:grpSpPr bwMode="auto">
              <a:xfrm>
                <a:off x="923" y="3600"/>
                <a:ext cx="99" cy="73"/>
                <a:chOff x="923" y="3600"/>
                <a:chExt cx="99" cy="73"/>
              </a:xfrm>
            </p:grpSpPr>
            <p:grpSp>
              <p:nvGrpSpPr>
                <p:cNvPr id="1996613" name="Group 1862"/>
                <p:cNvGrpSpPr>
                  <a:grpSpLocks/>
                </p:cNvGrpSpPr>
                <p:nvPr/>
              </p:nvGrpSpPr>
              <p:grpSpPr bwMode="auto">
                <a:xfrm>
                  <a:off x="923" y="3600"/>
                  <a:ext cx="49" cy="23"/>
                  <a:chOff x="923" y="3600"/>
                  <a:chExt cx="49" cy="23"/>
                </a:xfrm>
              </p:grpSpPr>
              <p:sp>
                <p:nvSpPr>
                  <p:cNvPr id="1996614" name="Freeform 1863"/>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5" name="Freeform 1864"/>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6" name="Freeform 1865"/>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17" name="Group 1866"/>
                <p:cNvGrpSpPr>
                  <a:grpSpLocks/>
                </p:cNvGrpSpPr>
                <p:nvPr/>
              </p:nvGrpSpPr>
              <p:grpSpPr bwMode="auto">
                <a:xfrm>
                  <a:off x="935" y="3612"/>
                  <a:ext cx="48" cy="23"/>
                  <a:chOff x="935" y="3612"/>
                  <a:chExt cx="48" cy="23"/>
                </a:xfrm>
              </p:grpSpPr>
              <p:sp>
                <p:nvSpPr>
                  <p:cNvPr id="1996618" name="Freeform 1867"/>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9" name="Freeform 1868"/>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0" name="Freeform 1869"/>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21" name="Group 1870"/>
                <p:cNvGrpSpPr>
                  <a:grpSpLocks/>
                </p:cNvGrpSpPr>
                <p:nvPr/>
              </p:nvGrpSpPr>
              <p:grpSpPr bwMode="auto">
                <a:xfrm>
                  <a:off x="947" y="3625"/>
                  <a:ext cx="50" cy="22"/>
                  <a:chOff x="947" y="3625"/>
                  <a:chExt cx="50" cy="22"/>
                </a:xfrm>
              </p:grpSpPr>
              <p:sp>
                <p:nvSpPr>
                  <p:cNvPr id="1996622" name="Freeform 1871"/>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3" name="Freeform 1872"/>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4" name="Freeform 1873"/>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25" name="Group 1874"/>
                <p:cNvGrpSpPr>
                  <a:grpSpLocks/>
                </p:cNvGrpSpPr>
                <p:nvPr/>
              </p:nvGrpSpPr>
              <p:grpSpPr bwMode="auto">
                <a:xfrm>
                  <a:off x="960" y="3637"/>
                  <a:ext cx="50" cy="23"/>
                  <a:chOff x="960" y="3637"/>
                  <a:chExt cx="50" cy="23"/>
                </a:xfrm>
              </p:grpSpPr>
              <p:sp>
                <p:nvSpPr>
                  <p:cNvPr id="1996626" name="Freeform 1875"/>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7" name="Freeform 1876"/>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8" name="Freeform 1877"/>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29" name="Group 1878"/>
                <p:cNvGrpSpPr>
                  <a:grpSpLocks/>
                </p:cNvGrpSpPr>
                <p:nvPr/>
              </p:nvGrpSpPr>
              <p:grpSpPr bwMode="auto">
                <a:xfrm>
                  <a:off x="973" y="3650"/>
                  <a:ext cx="49" cy="23"/>
                  <a:chOff x="973" y="3650"/>
                  <a:chExt cx="49" cy="23"/>
                </a:xfrm>
              </p:grpSpPr>
              <p:sp>
                <p:nvSpPr>
                  <p:cNvPr id="1996630" name="Freeform 1879"/>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31" name="Freeform 1880"/>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32" name="Freeform 1881"/>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633" name="Group 1882"/>
              <p:cNvGrpSpPr>
                <a:grpSpLocks/>
              </p:cNvGrpSpPr>
              <p:nvPr/>
            </p:nvGrpSpPr>
            <p:grpSpPr bwMode="auto">
              <a:xfrm>
                <a:off x="985" y="3665"/>
                <a:ext cx="100" cy="73"/>
                <a:chOff x="985" y="3665"/>
                <a:chExt cx="100" cy="73"/>
              </a:xfrm>
            </p:grpSpPr>
            <p:grpSp>
              <p:nvGrpSpPr>
                <p:cNvPr id="1996634" name="Group 1883"/>
                <p:cNvGrpSpPr>
                  <a:grpSpLocks/>
                </p:cNvGrpSpPr>
                <p:nvPr/>
              </p:nvGrpSpPr>
              <p:grpSpPr bwMode="auto">
                <a:xfrm>
                  <a:off x="985" y="3665"/>
                  <a:ext cx="50" cy="23"/>
                  <a:chOff x="985" y="3665"/>
                  <a:chExt cx="50" cy="23"/>
                </a:xfrm>
              </p:grpSpPr>
              <p:sp>
                <p:nvSpPr>
                  <p:cNvPr id="1996635" name="Freeform 1884"/>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36" name="Freeform 1885"/>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37" name="Freeform 1886"/>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38" name="Group 1887"/>
                <p:cNvGrpSpPr>
                  <a:grpSpLocks/>
                </p:cNvGrpSpPr>
                <p:nvPr/>
              </p:nvGrpSpPr>
              <p:grpSpPr bwMode="auto">
                <a:xfrm>
                  <a:off x="997" y="3677"/>
                  <a:ext cx="49" cy="23"/>
                  <a:chOff x="997" y="3677"/>
                  <a:chExt cx="49" cy="23"/>
                </a:xfrm>
              </p:grpSpPr>
              <p:sp>
                <p:nvSpPr>
                  <p:cNvPr id="1996639" name="Freeform 1888"/>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0" name="Freeform 1889"/>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1" name="Freeform 1890"/>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42" name="Group 1891"/>
                <p:cNvGrpSpPr>
                  <a:grpSpLocks/>
                </p:cNvGrpSpPr>
                <p:nvPr/>
              </p:nvGrpSpPr>
              <p:grpSpPr bwMode="auto">
                <a:xfrm>
                  <a:off x="1010" y="3690"/>
                  <a:ext cx="48" cy="23"/>
                  <a:chOff x="1010" y="3690"/>
                  <a:chExt cx="48" cy="23"/>
                </a:xfrm>
              </p:grpSpPr>
              <p:sp>
                <p:nvSpPr>
                  <p:cNvPr id="1996643" name="Freeform 1892"/>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4" name="Freeform 1893"/>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5" name="Freeform 1894"/>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46" name="Group 1895"/>
                <p:cNvGrpSpPr>
                  <a:grpSpLocks/>
                </p:cNvGrpSpPr>
                <p:nvPr/>
              </p:nvGrpSpPr>
              <p:grpSpPr bwMode="auto">
                <a:xfrm>
                  <a:off x="1023" y="3703"/>
                  <a:ext cx="49" cy="22"/>
                  <a:chOff x="1023" y="3703"/>
                  <a:chExt cx="49" cy="22"/>
                </a:xfrm>
              </p:grpSpPr>
              <p:sp>
                <p:nvSpPr>
                  <p:cNvPr id="1996647" name="Freeform 1896"/>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8" name="Freeform 1897"/>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9" name="Freeform 1898"/>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50" name="Group 1899"/>
                <p:cNvGrpSpPr>
                  <a:grpSpLocks/>
                </p:cNvGrpSpPr>
                <p:nvPr/>
              </p:nvGrpSpPr>
              <p:grpSpPr bwMode="auto">
                <a:xfrm>
                  <a:off x="1036" y="3716"/>
                  <a:ext cx="49" cy="22"/>
                  <a:chOff x="1036" y="3716"/>
                  <a:chExt cx="49" cy="22"/>
                </a:xfrm>
              </p:grpSpPr>
              <p:sp>
                <p:nvSpPr>
                  <p:cNvPr id="1996651" name="Freeform 1900"/>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52" name="Freeform 1901"/>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53" name="Freeform 1902"/>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654" name="Group 1903"/>
              <p:cNvGrpSpPr>
                <a:grpSpLocks/>
              </p:cNvGrpSpPr>
              <p:nvPr/>
            </p:nvGrpSpPr>
            <p:grpSpPr bwMode="auto">
              <a:xfrm>
                <a:off x="1046" y="3727"/>
                <a:ext cx="49" cy="23"/>
                <a:chOff x="1046" y="3727"/>
                <a:chExt cx="49" cy="23"/>
              </a:xfrm>
            </p:grpSpPr>
            <p:sp>
              <p:nvSpPr>
                <p:cNvPr id="1996655" name="Freeform 1904"/>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56" name="Freeform 1905"/>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57" name="Freeform 1906"/>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58" name="Group 1907"/>
              <p:cNvGrpSpPr>
                <a:grpSpLocks/>
              </p:cNvGrpSpPr>
              <p:nvPr/>
            </p:nvGrpSpPr>
            <p:grpSpPr bwMode="auto">
              <a:xfrm>
                <a:off x="1058" y="3739"/>
                <a:ext cx="50" cy="23"/>
                <a:chOff x="1058" y="3739"/>
                <a:chExt cx="50" cy="23"/>
              </a:xfrm>
            </p:grpSpPr>
            <p:sp>
              <p:nvSpPr>
                <p:cNvPr id="1996659" name="Freeform 1908"/>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0" name="Freeform 1909"/>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1" name="Freeform 1910"/>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62" name="Group 1911"/>
              <p:cNvGrpSpPr>
                <a:grpSpLocks/>
              </p:cNvGrpSpPr>
              <p:nvPr/>
            </p:nvGrpSpPr>
            <p:grpSpPr bwMode="auto">
              <a:xfrm>
                <a:off x="1072" y="3753"/>
                <a:ext cx="48" cy="22"/>
                <a:chOff x="1072" y="3753"/>
                <a:chExt cx="48" cy="22"/>
              </a:xfrm>
            </p:grpSpPr>
            <p:sp>
              <p:nvSpPr>
                <p:cNvPr id="1996663" name="Freeform 1912"/>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4" name="Freeform 1913"/>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5" name="Freeform 1914"/>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666" name="Freeform 1915"/>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7" name="Freeform 1916"/>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8" name="Freeform 1917"/>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669" name="Group 1918"/>
              <p:cNvGrpSpPr>
                <a:grpSpLocks/>
              </p:cNvGrpSpPr>
              <p:nvPr/>
            </p:nvGrpSpPr>
            <p:grpSpPr bwMode="auto">
              <a:xfrm>
                <a:off x="832" y="3547"/>
                <a:ext cx="49" cy="23"/>
                <a:chOff x="832" y="3547"/>
                <a:chExt cx="49" cy="23"/>
              </a:xfrm>
            </p:grpSpPr>
            <p:sp>
              <p:nvSpPr>
                <p:cNvPr id="1996670" name="Freeform 1919"/>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1" name="Freeform 1920"/>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2" name="Freeform 1921"/>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73" name="Group 1922"/>
              <p:cNvGrpSpPr>
                <a:grpSpLocks/>
              </p:cNvGrpSpPr>
              <p:nvPr/>
            </p:nvGrpSpPr>
            <p:grpSpPr bwMode="auto">
              <a:xfrm>
                <a:off x="844" y="3560"/>
                <a:ext cx="49" cy="22"/>
                <a:chOff x="844" y="3560"/>
                <a:chExt cx="49" cy="22"/>
              </a:xfrm>
            </p:grpSpPr>
            <p:sp>
              <p:nvSpPr>
                <p:cNvPr id="1996674" name="Freeform 1923"/>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5" name="Freeform 1924"/>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6" name="Freeform 1925"/>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77" name="Group 1926"/>
              <p:cNvGrpSpPr>
                <a:grpSpLocks/>
              </p:cNvGrpSpPr>
              <p:nvPr/>
            </p:nvGrpSpPr>
            <p:grpSpPr bwMode="auto">
              <a:xfrm>
                <a:off x="857" y="3572"/>
                <a:ext cx="50" cy="23"/>
                <a:chOff x="857" y="3572"/>
                <a:chExt cx="50" cy="23"/>
              </a:xfrm>
            </p:grpSpPr>
            <p:sp>
              <p:nvSpPr>
                <p:cNvPr id="1996678" name="Freeform 1927"/>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9" name="Freeform 1928"/>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0" name="Freeform 1929"/>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81" name="Group 1930"/>
              <p:cNvGrpSpPr>
                <a:grpSpLocks/>
              </p:cNvGrpSpPr>
              <p:nvPr/>
            </p:nvGrpSpPr>
            <p:grpSpPr bwMode="auto">
              <a:xfrm>
                <a:off x="870" y="3585"/>
                <a:ext cx="48" cy="23"/>
                <a:chOff x="870" y="3585"/>
                <a:chExt cx="48" cy="23"/>
              </a:xfrm>
            </p:grpSpPr>
            <p:sp>
              <p:nvSpPr>
                <p:cNvPr id="1996682" name="Freeform 1931"/>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3" name="Freeform 1932"/>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4" name="Freeform 1933"/>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85" name="Group 1934"/>
              <p:cNvGrpSpPr>
                <a:grpSpLocks/>
              </p:cNvGrpSpPr>
              <p:nvPr/>
            </p:nvGrpSpPr>
            <p:grpSpPr bwMode="auto">
              <a:xfrm>
                <a:off x="882" y="3600"/>
                <a:ext cx="100" cy="73"/>
                <a:chOff x="882" y="3600"/>
                <a:chExt cx="100" cy="73"/>
              </a:xfrm>
            </p:grpSpPr>
            <p:grpSp>
              <p:nvGrpSpPr>
                <p:cNvPr id="1996686" name="Group 1935"/>
                <p:cNvGrpSpPr>
                  <a:grpSpLocks/>
                </p:cNvGrpSpPr>
                <p:nvPr/>
              </p:nvGrpSpPr>
              <p:grpSpPr bwMode="auto">
                <a:xfrm>
                  <a:off x="882" y="3600"/>
                  <a:ext cx="49" cy="23"/>
                  <a:chOff x="882" y="3600"/>
                  <a:chExt cx="49" cy="23"/>
                </a:xfrm>
              </p:grpSpPr>
              <p:sp>
                <p:nvSpPr>
                  <p:cNvPr id="1996687" name="Freeform 1936"/>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8" name="Freeform 1937"/>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9" name="Freeform 1938"/>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90" name="Group 1939"/>
                <p:cNvGrpSpPr>
                  <a:grpSpLocks/>
                </p:cNvGrpSpPr>
                <p:nvPr/>
              </p:nvGrpSpPr>
              <p:grpSpPr bwMode="auto">
                <a:xfrm>
                  <a:off x="894" y="3612"/>
                  <a:ext cx="49" cy="23"/>
                  <a:chOff x="894" y="3612"/>
                  <a:chExt cx="49" cy="23"/>
                </a:xfrm>
              </p:grpSpPr>
              <p:sp>
                <p:nvSpPr>
                  <p:cNvPr id="1996691" name="Freeform 1940"/>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92" name="Freeform 1941"/>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93" name="Freeform 1942"/>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94" name="Group 1943"/>
                <p:cNvGrpSpPr>
                  <a:grpSpLocks/>
                </p:cNvGrpSpPr>
                <p:nvPr/>
              </p:nvGrpSpPr>
              <p:grpSpPr bwMode="auto">
                <a:xfrm>
                  <a:off x="907" y="3625"/>
                  <a:ext cx="49" cy="23"/>
                  <a:chOff x="907" y="3625"/>
                  <a:chExt cx="49" cy="23"/>
                </a:xfrm>
              </p:grpSpPr>
              <p:sp>
                <p:nvSpPr>
                  <p:cNvPr id="1996695" name="Freeform 1944"/>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96" name="Freeform 1945"/>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97" name="Freeform 1946"/>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98" name="Group 1947"/>
                <p:cNvGrpSpPr>
                  <a:grpSpLocks/>
                </p:cNvGrpSpPr>
                <p:nvPr/>
              </p:nvGrpSpPr>
              <p:grpSpPr bwMode="auto">
                <a:xfrm>
                  <a:off x="919" y="3638"/>
                  <a:ext cx="49" cy="22"/>
                  <a:chOff x="919" y="3638"/>
                  <a:chExt cx="49" cy="22"/>
                </a:xfrm>
              </p:grpSpPr>
              <p:sp>
                <p:nvSpPr>
                  <p:cNvPr id="1996699" name="Freeform 1948"/>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0" name="Freeform 1949"/>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1" name="Freeform 1950"/>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02" name="Group 1951"/>
                <p:cNvGrpSpPr>
                  <a:grpSpLocks/>
                </p:cNvGrpSpPr>
                <p:nvPr/>
              </p:nvGrpSpPr>
              <p:grpSpPr bwMode="auto">
                <a:xfrm>
                  <a:off x="932" y="3651"/>
                  <a:ext cx="50" cy="22"/>
                  <a:chOff x="932" y="3651"/>
                  <a:chExt cx="50" cy="22"/>
                </a:xfrm>
              </p:grpSpPr>
              <p:sp>
                <p:nvSpPr>
                  <p:cNvPr id="1996703" name="Freeform 1952"/>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4" name="Freeform 1953"/>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5" name="Freeform 1954"/>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706" name="Group 1955"/>
              <p:cNvGrpSpPr>
                <a:grpSpLocks/>
              </p:cNvGrpSpPr>
              <p:nvPr/>
            </p:nvGrpSpPr>
            <p:grpSpPr bwMode="auto">
              <a:xfrm>
                <a:off x="944" y="3665"/>
                <a:ext cx="99" cy="74"/>
                <a:chOff x="944" y="3665"/>
                <a:chExt cx="99" cy="74"/>
              </a:xfrm>
            </p:grpSpPr>
            <p:grpSp>
              <p:nvGrpSpPr>
                <p:cNvPr id="1996707" name="Group 1956"/>
                <p:cNvGrpSpPr>
                  <a:grpSpLocks/>
                </p:cNvGrpSpPr>
                <p:nvPr/>
              </p:nvGrpSpPr>
              <p:grpSpPr bwMode="auto">
                <a:xfrm>
                  <a:off x="944" y="3665"/>
                  <a:ext cx="49" cy="23"/>
                  <a:chOff x="944" y="3665"/>
                  <a:chExt cx="49" cy="23"/>
                </a:xfrm>
              </p:grpSpPr>
              <p:sp>
                <p:nvSpPr>
                  <p:cNvPr id="1996708" name="Freeform 1957"/>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9" name="Freeform 1958"/>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0" name="Freeform 1959"/>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11" name="Group 1960"/>
                <p:cNvGrpSpPr>
                  <a:grpSpLocks/>
                </p:cNvGrpSpPr>
                <p:nvPr/>
              </p:nvGrpSpPr>
              <p:grpSpPr bwMode="auto">
                <a:xfrm>
                  <a:off x="957" y="3678"/>
                  <a:ext cx="48" cy="23"/>
                  <a:chOff x="957" y="3678"/>
                  <a:chExt cx="48" cy="23"/>
                </a:xfrm>
              </p:grpSpPr>
              <p:sp>
                <p:nvSpPr>
                  <p:cNvPr id="1996712" name="Freeform 1961"/>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3" name="Freeform 1962"/>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4" name="Freeform 1963"/>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15" name="Group 1964"/>
                <p:cNvGrpSpPr>
                  <a:grpSpLocks/>
                </p:cNvGrpSpPr>
                <p:nvPr/>
              </p:nvGrpSpPr>
              <p:grpSpPr bwMode="auto">
                <a:xfrm>
                  <a:off x="969" y="3690"/>
                  <a:ext cx="49" cy="23"/>
                  <a:chOff x="969" y="3690"/>
                  <a:chExt cx="49" cy="23"/>
                </a:xfrm>
              </p:grpSpPr>
              <p:sp>
                <p:nvSpPr>
                  <p:cNvPr id="1996716" name="Freeform 1965"/>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7" name="Freeform 1966"/>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8" name="Freeform 1967"/>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19" name="Group 1968"/>
                <p:cNvGrpSpPr>
                  <a:grpSpLocks/>
                </p:cNvGrpSpPr>
                <p:nvPr/>
              </p:nvGrpSpPr>
              <p:grpSpPr bwMode="auto">
                <a:xfrm>
                  <a:off x="982" y="3703"/>
                  <a:ext cx="49" cy="23"/>
                  <a:chOff x="982" y="3703"/>
                  <a:chExt cx="49" cy="23"/>
                </a:xfrm>
              </p:grpSpPr>
              <p:sp>
                <p:nvSpPr>
                  <p:cNvPr id="1996720" name="Freeform 1969"/>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1" name="Freeform 1970"/>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2" name="Freeform 1971"/>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23" name="Group 1972"/>
                <p:cNvGrpSpPr>
                  <a:grpSpLocks/>
                </p:cNvGrpSpPr>
                <p:nvPr/>
              </p:nvGrpSpPr>
              <p:grpSpPr bwMode="auto">
                <a:xfrm>
                  <a:off x="995" y="3716"/>
                  <a:ext cx="48" cy="23"/>
                  <a:chOff x="995" y="3716"/>
                  <a:chExt cx="48" cy="23"/>
                </a:xfrm>
              </p:grpSpPr>
              <p:sp>
                <p:nvSpPr>
                  <p:cNvPr id="1996724" name="Freeform 1973"/>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5" name="Freeform 1974"/>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6" name="Freeform 1975"/>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727" name="Group 1976"/>
              <p:cNvGrpSpPr>
                <a:grpSpLocks/>
              </p:cNvGrpSpPr>
              <p:nvPr/>
            </p:nvGrpSpPr>
            <p:grpSpPr bwMode="auto">
              <a:xfrm>
                <a:off x="1005" y="3727"/>
                <a:ext cx="49" cy="23"/>
                <a:chOff x="1005" y="3727"/>
                <a:chExt cx="49" cy="23"/>
              </a:xfrm>
            </p:grpSpPr>
            <p:sp>
              <p:nvSpPr>
                <p:cNvPr id="1996728" name="Freeform 1977"/>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9" name="Freeform 1978"/>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0" name="Freeform 1979"/>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31" name="Group 1980"/>
              <p:cNvGrpSpPr>
                <a:grpSpLocks/>
              </p:cNvGrpSpPr>
              <p:nvPr/>
            </p:nvGrpSpPr>
            <p:grpSpPr bwMode="auto">
              <a:xfrm>
                <a:off x="1018" y="3740"/>
                <a:ext cx="49" cy="22"/>
                <a:chOff x="1018" y="3740"/>
                <a:chExt cx="49" cy="22"/>
              </a:xfrm>
            </p:grpSpPr>
            <p:sp>
              <p:nvSpPr>
                <p:cNvPr id="1996732" name="Freeform 1981"/>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3" name="Freeform 1982"/>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4" name="Freeform 1983"/>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35" name="Group 1984"/>
              <p:cNvGrpSpPr>
                <a:grpSpLocks/>
              </p:cNvGrpSpPr>
              <p:nvPr/>
            </p:nvGrpSpPr>
            <p:grpSpPr bwMode="auto">
              <a:xfrm>
                <a:off x="1030" y="3753"/>
                <a:ext cx="49" cy="23"/>
                <a:chOff x="1030" y="3753"/>
                <a:chExt cx="49" cy="23"/>
              </a:xfrm>
            </p:grpSpPr>
            <p:sp>
              <p:nvSpPr>
                <p:cNvPr id="1996736" name="Freeform 1985"/>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7" name="Freeform 1986"/>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8" name="Freeform 1987"/>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739" name="Freeform 1988"/>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0" name="Freeform 1989"/>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1" name="Freeform 1990"/>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742" name="Group 1991"/>
              <p:cNvGrpSpPr>
                <a:grpSpLocks/>
              </p:cNvGrpSpPr>
              <p:nvPr/>
            </p:nvGrpSpPr>
            <p:grpSpPr bwMode="auto">
              <a:xfrm>
                <a:off x="790" y="3547"/>
                <a:ext cx="49" cy="23"/>
                <a:chOff x="790" y="3547"/>
                <a:chExt cx="49" cy="23"/>
              </a:xfrm>
            </p:grpSpPr>
            <p:sp>
              <p:nvSpPr>
                <p:cNvPr id="1996743" name="Freeform 1992"/>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4" name="Freeform 1993"/>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5" name="Freeform 1994"/>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46" name="Group 1995"/>
              <p:cNvGrpSpPr>
                <a:grpSpLocks/>
              </p:cNvGrpSpPr>
              <p:nvPr/>
            </p:nvGrpSpPr>
            <p:grpSpPr bwMode="auto">
              <a:xfrm>
                <a:off x="803" y="3560"/>
                <a:ext cx="49" cy="22"/>
                <a:chOff x="803" y="3560"/>
                <a:chExt cx="49" cy="22"/>
              </a:xfrm>
            </p:grpSpPr>
            <p:sp>
              <p:nvSpPr>
                <p:cNvPr id="1996747" name="Freeform 1996"/>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8" name="Freeform 1997"/>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9" name="Freeform 1998"/>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50" name="Group 1999"/>
              <p:cNvGrpSpPr>
                <a:grpSpLocks/>
              </p:cNvGrpSpPr>
              <p:nvPr/>
            </p:nvGrpSpPr>
            <p:grpSpPr bwMode="auto">
              <a:xfrm>
                <a:off x="815" y="3572"/>
                <a:ext cx="50" cy="23"/>
                <a:chOff x="815" y="3572"/>
                <a:chExt cx="50" cy="23"/>
              </a:xfrm>
            </p:grpSpPr>
            <p:sp>
              <p:nvSpPr>
                <p:cNvPr id="1996751" name="Freeform 2000"/>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52" name="Freeform 2001"/>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53" name="Freeform 2002"/>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54" name="Group 2003"/>
              <p:cNvGrpSpPr>
                <a:grpSpLocks/>
              </p:cNvGrpSpPr>
              <p:nvPr/>
            </p:nvGrpSpPr>
            <p:grpSpPr bwMode="auto">
              <a:xfrm>
                <a:off x="828" y="3585"/>
                <a:ext cx="49" cy="23"/>
                <a:chOff x="828" y="3585"/>
                <a:chExt cx="49" cy="23"/>
              </a:xfrm>
            </p:grpSpPr>
            <p:sp>
              <p:nvSpPr>
                <p:cNvPr id="1996755" name="Freeform 2004"/>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56" name="Freeform 2005"/>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57" name="Freeform 2006"/>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58" name="Group 2007"/>
              <p:cNvGrpSpPr>
                <a:grpSpLocks/>
              </p:cNvGrpSpPr>
              <p:nvPr/>
            </p:nvGrpSpPr>
            <p:grpSpPr bwMode="auto">
              <a:xfrm>
                <a:off x="840" y="3600"/>
                <a:ext cx="100" cy="73"/>
                <a:chOff x="840" y="3600"/>
                <a:chExt cx="100" cy="73"/>
              </a:xfrm>
            </p:grpSpPr>
            <p:grpSp>
              <p:nvGrpSpPr>
                <p:cNvPr id="1996759" name="Group 2008"/>
                <p:cNvGrpSpPr>
                  <a:grpSpLocks/>
                </p:cNvGrpSpPr>
                <p:nvPr/>
              </p:nvGrpSpPr>
              <p:grpSpPr bwMode="auto">
                <a:xfrm>
                  <a:off x="840" y="3600"/>
                  <a:ext cx="49" cy="23"/>
                  <a:chOff x="840" y="3600"/>
                  <a:chExt cx="49" cy="23"/>
                </a:xfrm>
              </p:grpSpPr>
              <p:sp>
                <p:nvSpPr>
                  <p:cNvPr id="1996760" name="Freeform 2009"/>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1" name="Freeform 2010"/>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2" name="Freeform 2011"/>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63" name="Group 2012"/>
                <p:cNvGrpSpPr>
                  <a:grpSpLocks/>
                </p:cNvGrpSpPr>
                <p:nvPr/>
              </p:nvGrpSpPr>
              <p:grpSpPr bwMode="auto">
                <a:xfrm>
                  <a:off x="853" y="3612"/>
                  <a:ext cx="48" cy="23"/>
                  <a:chOff x="853" y="3612"/>
                  <a:chExt cx="48" cy="23"/>
                </a:xfrm>
              </p:grpSpPr>
              <p:sp>
                <p:nvSpPr>
                  <p:cNvPr id="1996764" name="Freeform 2013"/>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5" name="Freeform 2014"/>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6" name="Freeform 2015"/>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67" name="Group 2016"/>
                <p:cNvGrpSpPr>
                  <a:grpSpLocks/>
                </p:cNvGrpSpPr>
                <p:nvPr/>
              </p:nvGrpSpPr>
              <p:grpSpPr bwMode="auto">
                <a:xfrm>
                  <a:off x="865" y="3625"/>
                  <a:ext cx="49" cy="23"/>
                  <a:chOff x="865" y="3625"/>
                  <a:chExt cx="49" cy="23"/>
                </a:xfrm>
              </p:grpSpPr>
              <p:sp>
                <p:nvSpPr>
                  <p:cNvPr id="1996768" name="Freeform 2017"/>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9" name="Freeform 2018"/>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0" name="Freeform 2019"/>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71" name="Group 2020"/>
                <p:cNvGrpSpPr>
                  <a:grpSpLocks/>
                </p:cNvGrpSpPr>
                <p:nvPr/>
              </p:nvGrpSpPr>
              <p:grpSpPr bwMode="auto">
                <a:xfrm>
                  <a:off x="878" y="3638"/>
                  <a:ext cx="49" cy="22"/>
                  <a:chOff x="878" y="3638"/>
                  <a:chExt cx="49" cy="22"/>
                </a:xfrm>
              </p:grpSpPr>
              <p:sp>
                <p:nvSpPr>
                  <p:cNvPr id="1996772" name="Freeform 2021"/>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3" name="Freeform 2022"/>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4" name="Freeform 2023"/>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75" name="Group 2024"/>
                <p:cNvGrpSpPr>
                  <a:grpSpLocks/>
                </p:cNvGrpSpPr>
                <p:nvPr/>
              </p:nvGrpSpPr>
              <p:grpSpPr bwMode="auto">
                <a:xfrm>
                  <a:off x="890" y="3651"/>
                  <a:ext cx="50" cy="22"/>
                  <a:chOff x="890" y="3651"/>
                  <a:chExt cx="50" cy="22"/>
                </a:xfrm>
              </p:grpSpPr>
              <p:sp>
                <p:nvSpPr>
                  <p:cNvPr id="1996776" name="Freeform 2025"/>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7" name="Freeform 2026"/>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8" name="Freeform 2027"/>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779" name="Group 2028"/>
              <p:cNvGrpSpPr>
                <a:grpSpLocks/>
              </p:cNvGrpSpPr>
              <p:nvPr/>
            </p:nvGrpSpPr>
            <p:grpSpPr bwMode="auto">
              <a:xfrm>
                <a:off x="903" y="3665"/>
                <a:ext cx="99" cy="74"/>
                <a:chOff x="903" y="3665"/>
                <a:chExt cx="99" cy="74"/>
              </a:xfrm>
            </p:grpSpPr>
            <p:grpSp>
              <p:nvGrpSpPr>
                <p:cNvPr id="1996780" name="Group 2029"/>
                <p:cNvGrpSpPr>
                  <a:grpSpLocks/>
                </p:cNvGrpSpPr>
                <p:nvPr/>
              </p:nvGrpSpPr>
              <p:grpSpPr bwMode="auto">
                <a:xfrm>
                  <a:off x="903" y="3665"/>
                  <a:ext cx="49" cy="23"/>
                  <a:chOff x="903" y="3665"/>
                  <a:chExt cx="49" cy="23"/>
                </a:xfrm>
              </p:grpSpPr>
              <p:sp>
                <p:nvSpPr>
                  <p:cNvPr id="1996781" name="Freeform 2030"/>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82" name="Freeform 2031"/>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83" name="Freeform 2032"/>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84" name="Group 2033"/>
                <p:cNvGrpSpPr>
                  <a:grpSpLocks/>
                </p:cNvGrpSpPr>
                <p:nvPr/>
              </p:nvGrpSpPr>
              <p:grpSpPr bwMode="auto">
                <a:xfrm>
                  <a:off x="914" y="3678"/>
                  <a:ext cx="49" cy="23"/>
                  <a:chOff x="914" y="3678"/>
                  <a:chExt cx="49" cy="23"/>
                </a:xfrm>
              </p:grpSpPr>
              <p:sp>
                <p:nvSpPr>
                  <p:cNvPr id="1996785" name="Freeform 2034"/>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86" name="Freeform 2035"/>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87" name="Freeform 2036"/>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88" name="Group 2037"/>
                <p:cNvGrpSpPr>
                  <a:grpSpLocks/>
                </p:cNvGrpSpPr>
                <p:nvPr/>
              </p:nvGrpSpPr>
              <p:grpSpPr bwMode="auto">
                <a:xfrm>
                  <a:off x="928" y="3690"/>
                  <a:ext cx="48" cy="23"/>
                  <a:chOff x="928" y="3690"/>
                  <a:chExt cx="48" cy="23"/>
                </a:xfrm>
              </p:grpSpPr>
              <p:sp>
                <p:nvSpPr>
                  <p:cNvPr id="1996789" name="Freeform 2038"/>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0" name="Freeform 2039"/>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1" name="Freeform 2040"/>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92" name="Group 2041"/>
                <p:cNvGrpSpPr>
                  <a:grpSpLocks/>
                </p:cNvGrpSpPr>
                <p:nvPr/>
              </p:nvGrpSpPr>
              <p:grpSpPr bwMode="auto">
                <a:xfrm>
                  <a:off x="940" y="3703"/>
                  <a:ext cx="49" cy="23"/>
                  <a:chOff x="940" y="3703"/>
                  <a:chExt cx="49" cy="23"/>
                </a:xfrm>
              </p:grpSpPr>
              <p:sp>
                <p:nvSpPr>
                  <p:cNvPr id="1996793" name="Freeform 2042"/>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4" name="Freeform 2043"/>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5" name="Freeform 2044"/>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96" name="Group 2045"/>
                <p:cNvGrpSpPr>
                  <a:grpSpLocks/>
                </p:cNvGrpSpPr>
                <p:nvPr/>
              </p:nvGrpSpPr>
              <p:grpSpPr bwMode="auto">
                <a:xfrm>
                  <a:off x="953" y="3716"/>
                  <a:ext cx="49" cy="23"/>
                  <a:chOff x="953" y="3716"/>
                  <a:chExt cx="49" cy="23"/>
                </a:xfrm>
              </p:grpSpPr>
              <p:sp>
                <p:nvSpPr>
                  <p:cNvPr id="1996797" name="Freeform 2046"/>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8" name="Freeform 2047"/>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9" name="Freeform 2048"/>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800" name="Group 2049"/>
              <p:cNvGrpSpPr>
                <a:grpSpLocks/>
              </p:cNvGrpSpPr>
              <p:nvPr/>
            </p:nvGrpSpPr>
            <p:grpSpPr bwMode="auto">
              <a:xfrm>
                <a:off x="963" y="3727"/>
                <a:ext cx="49" cy="23"/>
                <a:chOff x="963" y="3727"/>
                <a:chExt cx="49" cy="23"/>
              </a:xfrm>
            </p:grpSpPr>
            <p:sp>
              <p:nvSpPr>
                <p:cNvPr id="1996801" name="Freeform 2050"/>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02" name="Freeform 2051"/>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03" name="Freeform 2052"/>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04" name="Group 2053"/>
              <p:cNvGrpSpPr>
                <a:grpSpLocks/>
              </p:cNvGrpSpPr>
              <p:nvPr/>
            </p:nvGrpSpPr>
            <p:grpSpPr bwMode="auto">
              <a:xfrm>
                <a:off x="976" y="3740"/>
                <a:ext cx="50" cy="22"/>
                <a:chOff x="976" y="3740"/>
                <a:chExt cx="50" cy="22"/>
              </a:xfrm>
            </p:grpSpPr>
            <p:sp>
              <p:nvSpPr>
                <p:cNvPr id="1996805" name="Freeform 2054"/>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06" name="Freeform 2055"/>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07" name="Freeform 2056"/>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08" name="Group 2057"/>
              <p:cNvGrpSpPr>
                <a:grpSpLocks/>
              </p:cNvGrpSpPr>
              <p:nvPr/>
            </p:nvGrpSpPr>
            <p:grpSpPr bwMode="auto">
              <a:xfrm>
                <a:off x="761" y="3560"/>
                <a:ext cx="50" cy="22"/>
                <a:chOff x="761" y="3560"/>
                <a:chExt cx="50" cy="22"/>
              </a:xfrm>
            </p:grpSpPr>
            <p:sp>
              <p:nvSpPr>
                <p:cNvPr id="1996809" name="Freeform 2058"/>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0" name="Freeform 2059"/>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1" name="Freeform 2060"/>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12" name="Group 2061"/>
              <p:cNvGrpSpPr>
                <a:grpSpLocks/>
              </p:cNvGrpSpPr>
              <p:nvPr/>
            </p:nvGrpSpPr>
            <p:grpSpPr bwMode="auto">
              <a:xfrm>
                <a:off x="774" y="3572"/>
                <a:ext cx="49" cy="23"/>
                <a:chOff x="774" y="3572"/>
                <a:chExt cx="49" cy="23"/>
              </a:xfrm>
            </p:grpSpPr>
            <p:sp>
              <p:nvSpPr>
                <p:cNvPr id="1996813" name="Freeform 2062"/>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4" name="Freeform 2063"/>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5" name="Freeform 2064"/>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16" name="Group 2065"/>
              <p:cNvGrpSpPr>
                <a:grpSpLocks/>
              </p:cNvGrpSpPr>
              <p:nvPr/>
            </p:nvGrpSpPr>
            <p:grpSpPr bwMode="auto">
              <a:xfrm>
                <a:off x="787" y="3585"/>
                <a:ext cx="49" cy="23"/>
                <a:chOff x="787" y="3585"/>
                <a:chExt cx="49" cy="23"/>
              </a:xfrm>
            </p:grpSpPr>
            <p:sp>
              <p:nvSpPr>
                <p:cNvPr id="1996817" name="Freeform 2066"/>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8" name="Freeform 2067"/>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9" name="Freeform 2068"/>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20" name="Group 2069"/>
              <p:cNvGrpSpPr>
                <a:grpSpLocks/>
              </p:cNvGrpSpPr>
              <p:nvPr/>
            </p:nvGrpSpPr>
            <p:grpSpPr bwMode="auto">
              <a:xfrm>
                <a:off x="799" y="3600"/>
                <a:ext cx="99" cy="73"/>
                <a:chOff x="799" y="3600"/>
                <a:chExt cx="99" cy="73"/>
              </a:xfrm>
            </p:grpSpPr>
            <p:grpSp>
              <p:nvGrpSpPr>
                <p:cNvPr id="1996821" name="Group 2070"/>
                <p:cNvGrpSpPr>
                  <a:grpSpLocks/>
                </p:cNvGrpSpPr>
                <p:nvPr/>
              </p:nvGrpSpPr>
              <p:grpSpPr bwMode="auto">
                <a:xfrm>
                  <a:off x="799" y="3600"/>
                  <a:ext cx="48" cy="23"/>
                  <a:chOff x="799" y="3600"/>
                  <a:chExt cx="48" cy="23"/>
                </a:xfrm>
              </p:grpSpPr>
              <p:sp>
                <p:nvSpPr>
                  <p:cNvPr id="1996822" name="Freeform 2071"/>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23" name="Freeform 2072"/>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24" name="Freeform 2073"/>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25" name="Group 2074"/>
                <p:cNvGrpSpPr>
                  <a:grpSpLocks/>
                </p:cNvGrpSpPr>
                <p:nvPr/>
              </p:nvGrpSpPr>
              <p:grpSpPr bwMode="auto">
                <a:xfrm>
                  <a:off x="811" y="3612"/>
                  <a:ext cx="48" cy="23"/>
                  <a:chOff x="811" y="3612"/>
                  <a:chExt cx="48" cy="23"/>
                </a:xfrm>
              </p:grpSpPr>
              <p:sp>
                <p:nvSpPr>
                  <p:cNvPr id="1996826" name="Freeform 2075"/>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27" name="Freeform 2076"/>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28" name="Freeform 2077"/>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29" name="Group 2078"/>
                <p:cNvGrpSpPr>
                  <a:grpSpLocks/>
                </p:cNvGrpSpPr>
                <p:nvPr/>
              </p:nvGrpSpPr>
              <p:grpSpPr bwMode="auto">
                <a:xfrm>
                  <a:off x="823" y="3625"/>
                  <a:ext cx="49" cy="23"/>
                  <a:chOff x="823" y="3625"/>
                  <a:chExt cx="49" cy="23"/>
                </a:xfrm>
              </p:grpSpPr>
              <p:sp>
                <p:nvSpPr>
                  <p:cNvPr id="1996830" name="Freeform 2079"/>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1" name="Freeform 2080"/>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2" name="Freeform 2081"/>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33" name="Group 2082"/>
                <p:cNvGrpSpPr>
                  <a:grpSpLocks/>
                </p:cNvGrpSpPr>
                <p:nvPr/>
              </p:nvGrpSpPr>
              <p:grpSpPr bwMode="auto">
                <a:xfrm>
                  <a:off x="836" y="3638"/>
                  <a:ext cx="50" cy="22"/>
                  <a:chOff x="836" y="3638"/>
                  <a:chExt cx="50" cy="22"/>
                </a:xfrm>
              </p:grpSpPr>
              <p:sp>
                <p:nvSpPr>
                  <p:cNvPr id="1996834" name="Freeform 2083"/>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5" name="Freeform 2084"/>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6" name="Freeform 2085"/>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37" name="Group 2086"/>
                <p:cNvGrpSpPr>
                  <a:grpSpLocks/>
                </p:cNvGrpSpPr>
                <p:nvPr/>
              </p:nvGrpSpPr>
              <p:grpSpPr bwMode="auto">
                <a:xfrm>
                  <a:off x="849" y="3651"/>
                  <a:ext cx="49" cy="22"/>
                  <a:chOff x="849" y="3651"/>
                  <a:chExt cx="49" cy="22"/>
                </a:xfrm>
              </p:grpSpPr>
              <p:sp>
                <p:nvSpPr>
                  <p:cNvPr id="1996838" name="Freeform 2087"/>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9" name="Freeform 2088"/>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0" name="Freeform 2089"/>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841" name="Group 2090"/>
              <p:cNvGrpSpPr>
                <a:grpSpLocks/>
              </p:cNvGrpSpPr>
              <p:nvPr/>
            </p:nvGrpSpPr>
            <p:grpSpPr bwMode="auto">
              <a:xfrm>
                <a:off x="861" y="3665"/>
                <a:ext cx="99" cy="74"/>
                <a:chOff x="861" y="3665"/>
                <a:chExt cx="99" cy="74"/>
              </a:xfrm>
            </p:grpSpPr>
            <p:grpSp>
              <p:nvGrpSpPr>
                <p:cNvPr id="1996842" name="Group 2091"/>
                <p:cNvGrpSpPr>
                  <a:grpSpLocks/>
                </p:cNvGrpSpPr>
                <p:nvPr/>
              </p:nvGrpSpPr>
              <p:grpSpPr bwMode="auto">
                <a:xfrm>
                  <a:off x="861" y="3665"/>
                  <a:ext cx="50" cy="23"/>
                  <a:chOff x="861" y="3665"/>
                  <a:chExt cx="50" cy="23"/>
                </a:xfrm>
              </p:grpSpPr>
              <p:sp>
                <p:nvSpPr>
                  <p:cNvPr id="1996843" name="Freeform 2092"/>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4" name="Freeform 2093"/>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5" name="Freeform 2094"/>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46" name="Group 2095"/>
                <p:cNvGrpSpPr>
                  <a:grpSpLocks/>
                </p:cNvGrpSpPr>
                <p:nvPr/>
              </p:nvGrpSpPr>
              <p:grpSpPr bwMode="auto">
                <a:xfrm>
                  <a:off x="873" y="3678"/>
                  <a:ext cx="49" cy="23"/>
                  <a:chOff x="873" y="3678"/>
                  <a:chExt cx="49" cy="23"/>
                </a:xfrm>
              </p:grpSpPr>
              <p:sp>
                <p:nvSpPr>
                  <p:cNvPr id="1996847" name="Freeform 2096"/>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8" name="Freeform 2097"/>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9" name="Freeform 2098"/>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50" name="Group 2099"/>
                <p:cNvGrpSpPr>
                  <a:grpSpLocks/>
                </p:cNvGrpSpPr>
                <p:nvPr/>
              </p:nvGrpSpPr>
              <p:grpSpPr bwMode="auto">
                <a:xfrm>
                  <a:off x="886" y="3690"/>
                  <a:ext cx="49" cy="23"/>
                  <a:chOff x="886" y="3690"/>
                  <a:chExt cx="49" cy="23"/>
                </a:xfrm>
              </p:grpSpPr>
              <p:sp>
                <p:nvSpPr>
                  <p:cNvPr id="1996851" name="Freeform 2100"/>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52" name="Freeform 2101"/>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53" name="Freeform 2102"/>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54" name="Group 2103"/>
                <p:cNvGrpSpPr>
                  <a:grpSpLocks/>
                </p:cNvGrpSpPr>
                <p:nvPr/>
              </p:nvGrpSpPr>
              <p:grpSpPr bwMode="auto">
                <a:xfrm>
                  <a:off x="899" y="3703"/>
                  <a:ext cx="48" cy="23"/>
                  <a:chOff x="899" y="3703"/>
                  <a:chExt cx="48" cy="23"/>
                </a:xfrm>
              </p:grpSpPr>
              <p:sp>
                <p:nvSpPr>
                  <p:cNvPr id="1996855" name="Freeform 2104"/>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56" name="Freeform 2105"/>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57" name="Freeform 2106"/>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58" name="Group 2107"/>
                <p:cNvGrpSpPr>
                  <a:grpSpLocks/>
                </p:cNvGrpSpPr>
                <p:nvPr/>
              </p:nvGrpSpPr>
              <p:grpSpPr bwMode="auto">
                <a:xfrm>
                  <a:off x="912" y="3716"/>
                  <a:ext cx="48" cy="23"/>
                  <a:chOff x="912" y="3716"/>
                  <a:chExt cx="48" cy="23"/>
                </a:xfrm>
              </p:grpSpPr>
              <p:sp>
                <p:nvSpPr>
                  <p:cNvPr id="1996859" name="Freeform 2108"/>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0" name="Freeform 2109"/>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1" name="Freeform 2110"/>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862" name="Group 2111"/>
              <p:cNvGrpSpPr>
                <a:grpSpLocks/>
              </p:cNvGrpSpPr>
              <p:nvPr/>
            </p:nvGrpSpPr>
            <p:grpSpPr bwMode="auto">
              <a:xfrm>
                <a:off x="922" y="3727"/>
                <a:ext cx="49" cy="23"/>
                <a:chOff x="922" y="3727"/>
                <a:chExt cx="49" cy="23"/>
              </a:xfrm>
            </p:grpSpPr>
            <p:sp>
              <p:nvSpPr>
                <p:cNvPr id="1996863" name="Freeform 2112"/>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4" name="Freeform 2113"/>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5" name="Freeform 2114"/>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66" name="Group 2115"/>
              <p:cNvGrpSpPr>
                <a:grpSpLocks/>
              </p:cNvGrpSpPr>
              <p:nvPr/>
            </p:nvGrpSpPr>
            <p:grpSpPr bwMode="auto">
              <a:xfrm>
                <a:off x="895" y="3526"/>
                <a:ext cx="44" cy="23"/>
                <a:chOff x="895" y="3526"/>
                <a:chExt cx="44" cy="23"/>
              </a:xfrm>
            </p:grpSpPr>
            <p:sp>
              <p:nvSpPr>
                <p:cNvPr id="1996867" name="Freeform 2116"/>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8" name="Freeform 2117"/>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9" name="Freeform 2118"/>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70" name="Group 2119"/>
              <p:cNvGrpSpPr>
                <a:grpSpLocks/>
              </p:cNvGrpSpPr>
              <p:nvPr/>
            </p:nvGrpSpPr>
            <p:grpSpPr bwMode="auto">
              <a:xfrm>
                <a:off x="907" y="3540"/>
                <a:ext cx="45" cy="22"/>
                <a:chOff x="907" y="3540"/>
                <a:chExt cx="45" cy="22"/>
              </a:xfrm>
            </p:grpSpPr>
            <p:sp>
              <p:nvSpPr>
                <p:cNvPr id="1996871" name="Freeform 2120"/>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72" name="Freeform 2121"/>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73" name="Freeform 2122"/>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74" name="Group 2123"/>
              <p:cNvGrpSpPr>
                <a:grpSpLocks/>
              </p:cNvGrpSpPr>
              <p:nvPr/>
            </p:nvGrpSpPr>
            <p:grpSpPr bwMode="auto">
              <a:xfrm>
                <a:off x="920" y="3553"/>
                <a:ext cx="45" cy="23"/>
                <a:chOff x="920" y="3553"/>
                <a:chExt cx="45" cy="23"/>
              </a:xfrm>
            </p:grpSpPr>
            <p:sp>
              <p:nvSpPr>
                <p:cNvPr id="1996875" name="Freeform 2124"/>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76" name="Freeform 2125"/>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77" name="Freeform 2126"/>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78" name="Group 2127"/>
              <p:cNvGrpSpPr>
                <a:grpSpLocks/>
              </p:cNvGrpSpPr>
              <p:nvPr/>
            </p:nvGrpSpPr>
            <p:grpSpPr bwMode="auto">
              <a:xfrm>
                <a:off x="934" y="3566"/>
                <a:ext cx="44" cy="23"/>
                <a:chOff x="934" y="3566"/>
                <a:chExt cx="44" cy="23"/>
              </a:xfrm>
            </p:grpSpPr>
            <p:sp>
              <p:nvSpPr>
                <p:cNvPr id="1996879" name="Freeform 2128"/>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0" name="Freeform 2129"/>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1" name="Freeform 2130"/>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82" name="Group 2131"/>
              <p:cNvGrpSpPr>
                <a:grpSpLocks/>
              </p:cNvGrpSpPr>
              <p:nvPr/>
            </p:nvGrpSpPr>
            <p:grpSpPr bwMode="auto">
              <a:xfrm>
                <a:off x="949" y="3579"/>
                <a:ext cx="83" cy="63"/>
                <a:chOff x="949" y="3579"/>
                <a:chExt cx="83" cy="63"/>
              </a:xfrm>
            </p:grpSpPr>
            <p:grpSp>
              <p:nvGrpSpPr>
                <p:cNvPr id="1996883" name="Group 2132"/>
                <p:cNvGrpSpPr>
                  <a:grpSpLocks/>
                </p:cNvGrpSpPr>
                <p:nvPr/>
              </p:nvGrpSpPr>
              <p:grpSpPr bwMode="auto">
                <a:xfrm>
                  <a:off x="949" y="3579"/>
                  <a:ext cx="44" cy="23"/>
                  <a:chOff x="949" y="3579"/>
                  <a:chExt cx="44" cy="23"/>
                </a:xfrm>
              </p:grpSpPr>
              <p:sp>
                <p:nvSpPr>
                  <p:cNvPr id="1996884" name="Freeform 2133"/>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5" name="Freeform 2134"/>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6" name="Freeform 2135"/>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87" name="Group 2136"/>
                <p:cNvGrpSpPr>
                  <a:grpSpLocks/>
                </p:cNvGrpSpPr>
                <p:nvPr/>
              </p:nvGrpSpPr>
              <p:grpSpPr bwMode="auto">
                <a:xfrm>
                  <a:off x="961" y="3592"/>
                  <a:ext cx="45" cy="23"/>
                  <a:chOff x="961" y="3592"/>
                  <a:chExt cx="45" cy="23"/>
                </a:xfrm>
              </p:grpSpPr>
              <p:sp>
                <p:nvSpPr>
                  <p:cNvPr id="1996888" name="Freeform 2137"/>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9" name="Freeform 2138"/>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0" name="Freeform 2139"/>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91" name="Group 2140"/>
                <p:cNvGrpSpPr>
                  <a:grpSpLocks/>
                </p:cNvGrpSpPr>
                <p:nvPr/>
              </p:nvGrpSpPr>
              <p:grpSpPr bwMode="auto">
                <a:xfrm>
                  <a:off x="974" y="3606"/>
                  <a:ext cx="44" cy="23"/>
                  <a:chOff x="974" y="3606"/>
                  <a:chExt cx="44" cy="23"/>
                </a:xfrm>
              </p:grpSpPr>
              <p:sp>
                <p:nvSpPr>
                  <p:cNvPr id="1996892" name="Freeform 2141"/>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3" name="Freeform 2142"/>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4" name="Freeform 2143"/>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95" name="Group 2144"/>
                <p:cNvGrpSpPr>
                  <a:grpSpLocks/>
                </p:cNvGrpSpPr>
                <p:nvPr/>
              </p:nvGrpSpPr>
              <p:grpSpPr bwMode="auto">
                <a:xfrm>
                  <a:off x="987" y="3619"/>
                  <a:ext cx="45" cy="23"/>
                  <a:chOff x="987" y="3619"/>
                  <a:chExt cx="45" cy="23"/>
                </a:xfrm>
              </p:grpSpPr>
              <p:sp>
                <p:nvSpPr>
                  <p:cNvPr id="1996896" name="Freeform 2145"/>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7" name="Freeform 2146"/>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8" name="Freeform 2147"/>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899" name="Group 2148"/>
              <p:cNvGrpSpPr>
                <a:grpSpLocks/>
              </p:cNvGrpSpPr>
              <p:nvPr/>
            </p:nvGrpSpPr>
            <p:grpSpPr bwMode="auto">
              <a:xfrm>
                <a:off x="1002" y="3632"/>
                <a:ext cx="83" cy="63"/>
                <a:chOff x="1002" y="3632"/>
                <a:chExt cx="83" cy="63"/>
              </a:xfrm>
            </p:grpSpPr>
            <p:grpSp>
              <p:nvGrpSpPr>
                <p:cNvPr id="1996900" name="Group 2149"/>
                <p:cNvGrpSpPr>
                  <a:grpSpLocks/>
                </p:cNvGrpSpPr>
                <p:nvPr/>
              </p:nvGrpSpPr>
              <p:grpSpPr bwMode="auto">
                <a:xfrm>
                  <a:off x="1002" y="3632"/>
                  <a:ext cx="44" cy="22"/>
                  <a:chOff x="1002" y="3632"/>
                  <a:chExt cx="44" cy="22"/>
                </a:xfrm>
              </p:grpSpPr>
              <p:sp>
                <p:nvSpPr>
                  <p:cNvPr id="1996901" name="Freeform 2150"/>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02" name="Freeform 2151"/>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03" name="Freeform 2152"/>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04" name="Group 2153"/>
                <p:cNvGrpSpPr>
                  <a:grpSpLocks/>
                </p:cNvGrpSpPr>
                <p:nvPr/>
              </p:nvGrpSpPr>
              <p:grpSpPr bwMode="auto">
                <a:xfrm>
                  <a:off x="1014" y="3645"/>
                  <a:ext cx="44" cy="23"/>
                  <a:chOff x="1014" y="3645"/>
                  <a:chExt cx="44" cy="23"/>
                </a:xfrm>
              </p:grpSpPr>
              <p:sp>
                <p:nvSpPr>
                  <p:cNvPr id="1996905" name="Freeform 2154"/>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06" name="Freeform 2155"/>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07" name="Freeform 2156"/>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08" name="Group 2157"/>
                <p:cNvGrpSpPr>
                  <a:grpSpLocks/>
                </p:cNvGrpSpPr>
                <p:nvPr/>
              </p:nvGrpSpPr>
              <p:grpSpPr bwMode="auto">
                <a:xfrm>
                  <a:off x="1027" y="3659"/>
                  <a:ext cx="45" cy="23"/>
                  <a:chOff x="1027" y="3659"/>
                  <a:chExt cx="45" cy="23"/>
                </a:xfrm>
              </p:grpSpPr>
              <p:sp>
                <p:nvSpPr>
                  <p:cNvPr id="1996909" name="Freeform 2158"/>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0" name="Freeform 2159"/>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1" name="Freeform 2160"/>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12" name="Group 2161"/>
                <p:cNvGrpSpPr>
                  <a:grpSpLocks/>
                </p:cNvGrpSpPr>
                <p:nvPr/>
              </p:nvGrpSpPr>
              <p:grpSpPr bwMode="auto">
                <a:xfrm>
                  <a:off x="1040" y="3672"/>
                  <a:ext cx="45" cy="23"/>
                  <a:chOff x="1040" y="3672"/>
                  <a:chExt cx="45" cy="23"/>
                </a:xfrm>
              </p:grpSpPr>
              <p:sp>
                <p:nvSpPr>
                  <p:cNvPr id="1996913" name="Freeform 2162"/>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4" name="Freeform 2163"/>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5" name="Freeform 2164"/>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916" name="Group 2165"/>
              <p:cNvGrpSpPr>
                <a:grpSpLocks/>
              </p:cNvGrpSpPr>
              <p:nvPr/>
            </p:nvGrpSpPr>
            <p:grpSpPr bwMode="auto">
              <a:xfrm>
                <a:off x="1054" y="3685"/>
                <a:ext cx="45" cy="23"/>
                <a:chOff x="1054" y="3685"/>
                <a:chExt cx="45" cy="23"/>
              </a:xfrm>
            </p:grpSpPr>
            <p:sp>
              <p:nvSpPr>
                <p:cNvPr id="1996917" name="Freeform 2166"/>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8" name="Freeform 2167"/>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9" name="Freeform 2168"/>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20" name="Group 2169"/>
              <p:cNvGrpSpPr>
                <a:grpSpLocks/>
              </p:cNvGrpSpPr>
              <p:nvPr/>
            </p:nvGrpSpPr>
            <p:grpSpPr bwMode="auto">
              <a:xfrm>
                <a:off x="1067" y="3698"/>
                <a:ext cx="45" cy="23"/>
                <a:chOff x="1067" y="3698"/>
                <a:chExt cx="45" cy="23"/>
              </a:xfrm>
            </p:grpSpPr>
            <p:sp>
              <p:nvSpPr>
                <p:cNvPr id="1996921" name="Freeform 2170"/>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22" name="Freeform 2171"/>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23" name="Freeform 2172"/>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24" name="Group 2173"/>
              <p:cNvGrpSpPr>
                <a:grpSpLocks/>
              </p:cNvGrpSpPr>
              <p:nvPr/>
            </p:nvGrpSpPr>
            <p:grpSpPr bwMode="auto">
              <a:xfrm>
                <a:off x="1079" y="3712"/>
                <a:ext cx="44" cy="23"/>
                <a:chOff x="1079" y="3712"/>
                <a:chExt cx="44" cy="23"/>
              </a:xfrm>
            </p:grpSpPr>
            <p:sp>
              <p:nvSpPr>
                <p:cNvPr id="1996925" name="Freeform 2174"/>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26" name="Freeform 2175"/>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27" name="Freeform 2176"/>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28" name="Group 2177"/>
              <p:cNvGrpSpPr>
                <a:grpSpLocks/>
              </p:cNvGrpSpPr>
              <p:nvPr/>
            </p:nvGrpSpPr>
            <p:grpSpPr bwMode="auto">
              <a:xfrm>
                <a:off x="1093" y="3725"/>
                <a:ext cx="45" cy="23"/>
                <a:chOff x="1093" y="3725"/>
                <a:chExt cx="45" cy="23"/>
              </a:xfrm>
            </p:grpSpPr>
            <p:sp>
              <p:nvSpPr>
                <p:cNvPr id="1996929" name="Freeform 2178"/>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0" name="Freeform 2179"/>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1" name="Freeform 2180"/>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32" name="Group 2181"/>
              <p:cNvGrpSpPr>
                <a:grpSpLocks/>
              </p:cNvGrpSpPr>
              <p:nvPr/>
            </p:nvGrpSpPr>
            <p:grpSpPr bwMode="auto">
              <a:xfrm>
                <a:off x="1108" y="3739"/>
                <a:ext cx="44" cy="23"/>
                <a:chOff x="1108" y="3739"/>
                <a:chExt cx="44" cy="23"/>
              </a:xfrm>
            </p:grpSpPr>
            <p:sp>
              <p:nvSpPr>
                <p:cNvPr id="1996933" name="Freeform 2182"/>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4" name="Freeform 2183"/>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5" name="Freeform 2184"/>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36" name="Group 2185"/>
              <p:cNvGrpSpPr>
                <a:grpSpLocks/>
              </p:cNvGrpSpPr>
              <p:nvPr/>
            </p:nvGrpSpPr>
            <p:grpSpPr bwMode="auto">
              <a:xfrm>
                <a:off x="1121" y="3753"/>
                <a:ext cx="45" cy="23"/>
                <a:chOff x="1121" y="3753"/>
                <a:chExt cx="45" cy="23"/>
              </a:xfrm>
            </p:grpSpPr>
            <p:sp>
              <p:nvSpPr>
                <p:cNvPr id="1996937" name="Freeform 2186"/>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8" name="Freeform 2187"/>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9" name="Freeform 2188"/>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40" name="Group 2189"/>
              <p:cNvGrpSpPr>
                <a:grpSpLocks/>
              </p:cNvGrpSpPr>
              <p:nvPr/>
            </p:nvGrpSpPr>
            <p:grpSpPr bwMode="auto">
              <a:xfrm>
                <a:off x="1133" y="3767"/>
                <a:ext cx="44" cy="23"/>
                <a:chOff x="1133" y="3767"/>
                <a:chExt cx="44" cy="23"/>
              </a:xfrm>
            </p:grpSpPr>
            <p:sp>
              <p:nvSpPr>
                <p:cNvPr id="1996941" name="Freeform 2190"/>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2" name="Freeform 2191"/>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3" name="Freeform 2192"/>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944" name="Freeform 2193"/>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5" name="Freeform 2194"/>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6" name="Freeform 2195"/>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7" name="Freeform 2196"/>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8" name="Freeform 2197"/>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9" name="Freeform 2198"/>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0" name="Freeform 2199"/>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1" name="Freeform 2200"/>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2" name="Freeform 2201"/>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3" name="Freeform 2202"/>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4" name="Freeform 2203"/>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955" name="Group 2204"/>
              <p:cNvGrpSpPr>
                <a:grpSpLocks/>
              </p:cNvGrpSpPr>
              <p:nvPr/>
            </p:nvGrpSpPr>
            <p:grpSpPr bwMode="auto">
              <a:xfrm>
                <a:off x="700" y="3535"/>
                <a:ext cx="49" cy="24"/>
                <a:chOff x="700" y="3535"/>
                <a:chExt cx="49" cy="24"/>
              </a:xfrm>
            </p:grpSpPr>
            <p:sp>
              <p:nvSpPr>
                <p:cNvPr id="1996956" name="Freeform 2205"/>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7" name="Freeform 2206"/>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8" name="Freeform 2207"/>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59" name="Group 2208"/>
              <p:cNvGrpSpPr>
                <a:grpSpLocks/>
              </p:cNvGrpSpPr>
              <p:nvPr/>
            </p:nvGrpSpPr>
            <p:grpSpPr bwMode="auto">
              <a:xfrm>
                <a:off x="714" y="3551"/>
                <a:ext cx="49" cy="22"/>
                <a:chOff x="714" y="3551"/>
                <a:chExt cx="49" cy="22"/>
              </a:xfrm>
            </p:grpSpPr>
            <p:sp>
              <p:nvSpPr>
                <p:cNvPr id="1996960" name="Freeform 2209"/>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1" name="Freeform 2210"/>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2" name="Freeform 2211"/>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63" name="Group 2212"/>
              <p:cNvGrpSpPr>
                <a:grpSpLocks/>
              </p:cNvGrpSpPr>
              <p:nvPr/>
            </p:nvGrpSpPr>
            <p:grpSpPr bwMode="auto">
              <a:xfrm>
                <a:off x="728" y="3564"/>
                <a:ext cx="48" cy="23"/>
                <a:chOff x="728" y="3564"/>
                <a:chExt cx="48" cy="23"/>
              </a:xfrm>
            </p:grpSpPr>
            <p:sp>
              <p:nvSpPr>
                <p:cNvPr id="1996964" name="Freeform 2213"/>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5" name="Freeform 2214"/>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6" name="Freeform 2215"/>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67" name="Group 2216"/>
              <p:cNvGrpSpPr>
                <a:grpSpLocks/>
              </p:cNvGrpSpPr>
              <p:nvPr/>
            </p:nvGrpSpPr>
            <p:grpSpPr bwMode="auto">
              <a:xfrm>
                <a:off x="742" y="3582"/>
                <a:ext cx="49" cy="23"/>
                <a:chOff x="742" y="3582"/>
                <a:chExt cx="49" cy="23"/>
              </a:xfrm>
            </p:grpSpPr>
            <p:sp>
              <p:nvSpPr>
                <p:cNvPr id="1996968" name="Freeform 2217"/>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9" name="Freeform 2218"/>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0" name="Freeform 2219"/>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71" name="Group 2220"/>
              <p:cNvGrpSpPr>
                <a:grpSpLocks/>
              </p:cNvGrpSpPr>
              <p:nvPr/>
            </p:nvGrpSpPr>
            <p:grpSpPr bwMode="auto">
              <a:xfrm>
                <a:off x="752" y="3597"/>
                <a:ext cx="133" cy="106"/>
                <a:chOff x="752" y="3597"/>
                <a:chExt cx="133" cy="106"/>
              </a:xfrm>
            </p:grpSpPr>
            <p:sp>
              <p:nvSpPr>
                <p:cNvPr id="1996972" name="Freeform 2221"/>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3" name="Freeform 2222"/>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4" name="Freeform 2223"/>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75" name="Group 2224"/>
              <p:cNvGrpSpPr>
                <a:grpSpLocks/>
              </p:cNvGrpSpPr>
              <p:nvPr/>
            </p:nvGrpSpPr>
            <p:grpSpPr bwMode="auto">
              <a:xfrm>
                <a:off x="844" y="3694"/>
                <a:ext cx="48" cy="23"/>
                <a:chOff x="844" y="3694"/>
                <a:chExt cx="48" cy="23"/>
              </a:xfrm>
            </p:grpSpPr>
            <p:sp>
              <p:nvSpPr>
                <p:cNvPr id="1996976" name="Freeform 2225"/>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7" name="Freeform 2226"/>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8" name="Freeform 2227"/>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79" name="Group 2228"/>
              <p:cNvGrpSpPr>
                <a:grpSpLocks/>
              </p:cNvGrpSpPr>
              <p:nvPr/>
            </p:nvGrpSpPr>
            <p:grpSpPr bwMode="auto">
              <a:xfrm>
                <a:off x="857" y="3710"/>
                <a:ext cx="49" cy="22"/>
                <a:chOff x="857" y="3710"/>
                <a:chExt cx="49" cy="22"/>
              </a:xfrm>
            </p:grpSpPr>
            <p:sp>
              <p:nvSpPr>
                <p:cNvPr id="1996980" name="Freeform 2229"/>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1" name="Freeform 2230"/>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2" name="Freeform 2231"/>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83" name="Group 2232"/>
              <p:cNvGrpSpPr>
                <a:grpSpLocks/>
              </p:cNvGrpSpPr>
              <p:nvPr/>
            </p:nvGrpSpPr>
            <p:grpSpPr bwMode="auto">
              <a:xfrm>
                <a:off x="1086" y="3766"/>
                <a:ext cx="49" cy="23"/>
                <a:chOff x="1086" y="3766"/>
                <a:chExt cx="49" cy="23"/>
              </a:xfrm>
            </p:grpSpPr>
            <p:sp>
              <p:nvSpPr>
                <p:cNvPr id="1996984" name="Freeform 2233"/>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5" name="Freeform 2234"/>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6" name="Freeform 2235"/>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87" name="Group 2236"/>
              <p:cNvGrpSpPr>
                <a:grpSpLocks/>
              </p:cNvGrpSpPr>
              <p:nvPr/>
            </p:nvGrpSpPr>
            <p:grpSpPr bwMode="auto">
              <a:xfrm>
                <a:off x="934" y="3740"/>
                <a:ext cx="48" cy="23"/>
                <a:chOff x="934" y="3740"/>
                <a:chExt cx="48" cy="23"/>
              </a:xfrm>
            </p:grpSpPr>
            <p:sp>
              <p:nvSpPr>
                <p:cNvPr id="1996988" name="Freeform 2237"/>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9" name="Freeform 2238"/>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0" name="Freeform 2239"/>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91" name="Group 2240"/>
              <p:cNvGrpSpPr>
                <a:grpSpLocks/>
              </p:cNvGrpSpPr>
              <p:nvPr/>
            </p:nvGrpSpPr>
            <p:grpSpPr bwMode="auto">
              <a:xfrm>
                <a:off x="943" y="3754"/>
                <a:ext cx="49" cy="23"/>
                <a:chOff x="943" y="3754"/>
                <a:chExt cx="49" cy="23"/>
              </a:xfrm>
            </p:grpSpPr>
            <p:sp>
              <p:nvSpPr>
                <p:cNvPr id="1996992" name="Freeform 2241"/>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3" name="Freeform 2242"/>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4" name="Freeform 2243"/>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995" name="Freeform 2244"/>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6" name="Freeform 2245"/>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7" name="Freeform 2246"/>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98" name="Group 2247"/>
            <p:cNvGrpSpPr>
              <a:grpSpLocks/>
            </p:cNvGrpSpPr>
            <p:nvPr/>
          </p:nvGrpSpPr>
          <p:grpSpPr bwMode="auto">
            <a:xfrm>
              <a:off x="920" y="3821"/>
              <a:ext cx="413" cy="50"/>
              <a:chOff x="920" y="3821"/>
              <a:chExt cx="413" cy="50"/>
            </a:xfrm>
          </p:grpSpPr>
          <p:sp>
            <p:nvSpPr>
              <p:cNvPr id="1996999" name="Freeform 2248"/>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00" name="Freeform 2249"/>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01" name="Rectangle 2250"/>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02" name="Rectangle 2251"/>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03" name="Group 2252"/>
            <p:cNvGrpSpPr>
              <a:grpSpLocks/>
            </p:cNvGrpSpPr>
            <p:nvPr/>
          </p:nvGrpSpPr>
          <p:grpSpPr bwMode="auto">
            <a:xfrm>
              <a:off x="1227" y="3477"/>
              <a:ext cx="508" cy="321"/>
              <a:chOff x="1227" y="3477"/>
              <a:chExt cx="508" cy="321"/>
            </a:xfrm>
          </p:grpSpPr>
          <p:sp>
            <p:nvSpPr>
              <p:cNvPr id="1997004" name="Freeform 2253"/>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05" name="Freeform 2254"/>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06" name="Freeform 2255"/>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07" name="Line 2256"/>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08" name="Freeform 2257"/>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09" name="Freeform 2258"/>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0" name="Freeform 2259"/>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1" name="Freeform 2260"/>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2" name="Freeform 2261"/>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3" name="Freeform 2262"/>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4" name="Freeform 2263"/>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5" name="Freeform 2264"/>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6" name="Freeform 2265"/>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7" name="Freeform 2266"/>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8" name="Oval 2267"/>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19" name="Oval 2268"/>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20" name="Freeform 2269"/>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21" name="Oval 2270"/>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22" name="Oval 2271"/>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023" name="Group 2272"/>
          <p:cNvGrpSpPr>
            <a:grpSpLocks/>
          </p:cNvGrpSpPr>
          <p:nvPr/>
        </p:nvGrpSpPr>
        <p:grpSpPr bwMode="auto">
          <a:xfrm>
            <a:off x="5637213" y="2978150"/>
            <a:ext cx="720725" cy="546100"/>
            <a:chOff x="624" y="2968"/>
            <a:chExt cx="1331" cy="920"/>
          </a:xfrm>
        </p:grpSpPr>
        <p:sp>
          <p:nvSpPr>
            <p:cNvPr id="1997024" name="Freeform 2273"/>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25" name="Freeform 2274"/>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26" name="Freeform 2275"/>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27" name="Freeform 2276"/>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28" name="Freeform 2277"/>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29" name="Freeform 2278"/>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0" name="Freeform 2279"/>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1" name="Freeform 2280"/>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2" name="Freeform 2281"/>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3" name="Freeform 2282"/>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4" name="Freeform 2283"/>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5" name="Freeform 2284"/>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036" name="Group 2285"/>
            <p:cNvGrpSpPr>
              <a:grpSpLocks/>
            </p:cNvGrpSpPr>
            <p:nvPr/>
          </p:nvGrpSpPr>
          <p:grpSpPr bwMode="auto">
            <a:xfrm>
              <a:off x="700" y="3526"/>
              <a:ext cx="515" cy="270"/>
              <a:chOff x="700" y="3526"/>
              <a:chExt cx="515" cy="270"/>
            </a:xfrm>
          </p:grpSpPr>
          <p:grpSp>
            <p:nvGrpSpPr>
              <p:cNvPr id="1997037" name="Group 2286"/>
              <p:cNvGrpSpPr>
                <a:grpSpLocks/>
              </p:cNvGrpSpPr>
              <p:nvPr/>
            </p:nvGrpSpPr>
            <p:grpSpPr bwMode="auto">
              <a:xfrm>
                <a:off x="737" y="3534"/>
                <a:ext cx="49" cy="23"/>
                <a:chOff x="737" y="3534"/>
                <a:chExt cx="49" cy="23"/>
              </a:xfrm>
            </p:grpSpPr>
            <p:sp>
              <p:nvSpPr>
                <p:cNvPr id="1997038" name="Freeform 2287"/>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9" name="Freeform 2288"/>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0" name="Freeform 2289"/>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41" name="Group 2290"/>
              <p:cNvGrpSpPr>
                <a:grpSpLocks/>
              </p:cNvGrpSpPr>
              <p:nvPr/>
            </p:nvGrpSpPr>
            <p:grpSpPr bwMode="auto">
              <a:xfrm>
                <a:off x="748" y="3547"/>
                <a:ext cx="50" cy="23"/>
                <a:chOff x="748" y="3547"/>
                <a:chExt cx="50" cy="23"/>
              </a:xfrm>
            </p:grpSpPr>
            <p:sp>
              <p:nvSpPr>
                <p:cNvPr id="1997042" name="Freeform 2291"/>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3" name="Freeform 2292"/>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4" name="Freeform 2293"/>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045" name="Freeform 2294"/>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6" name="Freeform 2295"/>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7" name="Freeform 2296"/>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8" name="Freeform 2297"/>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049" name="Group 2298"/>
              <p:cNvGrpSpPr>
                <a:grpSpLocks/>
              </p:cNvGrpSpPr>
              <p:nvPr/>
            </p:nvGrpSpPr>
            <p:grpSpPr bwMode="auto">
              <a:xfrm>
                <a:off x="872" y="3547"/>
                <a:ext cx="50" cy="23"/>
                <a:chOff x="872" y="3547"/>
                <a:chExt cx="50" cy="23"/>
              </a:xfrm>
            </p:grpSpPr>
            <p:sp>
              <p:nvSpPr>
                <p:cNvPr id="1997050" name="Freeform 2299"/>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1" name="Freeform 2300"/>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2" name="Freeform 2301"/>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53" name="Group 2302"/>
              <p:cNvGrpSpPr>
                <a:grpSpLocks/>
              </p:cNvGrpSpPr>
              <p:nvPr/>
            </p:nvGrpSpPr>
            <p:grpSpPr bwMode="auto">
              <a:xfrm>
                <a:off x="885" y="3559"/>
                <a:ext cx="50" cy="23"/>
                <a:chOff x="885" y="3559"/>
                <a:chExt cx="50" cy="23"/>
              </a:xfrm>
            </p:grpSpPr>
            <p:sp>
              <p:nvSpPr>
                <p:cNvPr id="1997054" name="Freeform 2303"/>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5" name="Freeform 2304"/>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6" name="Freeform 2305"/>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57" name="Group 2306"/>
              <p:cNvGrpSpPr>
                <a:grpSpLocks/>
              </p:cNvGrpSpPr>
              <p:nvPr/>
            </p:nvGrpSpPr>
            <p:grpSpPr bwMode="auto">
              <a:xfrm>
                <a:off x="898" y="3571"/>
                <a:ext cx="49" cy="23"/>
                <a:chOff x="898" y="3571"/>
                <a:chExt cx="49" cy="23"/>
              </a:xfrm>
            </p:grpSpPr>
            <p:sp>
              <p:nvSpPr>
                <p:cNvPr id="1997058" name="Freeform 2307"/>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9" name="Freeform 2308"/>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0" name="Freeform 2309"/>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61" name="Group 2310"/>
              <p:cNvGrpSpPr>
                <a:grpSpLocks/>
              </p:cNvGrpSpPr>
              <p:nvPr/>
            </p:nvGrpSpPr>
            <p:grpSpPr bwMode="auto">
              <a:xfrm>
                <a:off x="911" y="3585"/>
                <a:ext cx="49" cy="23"/>
                <a:chOff x="911" y="3585"/>
                <a:chExt cx="49" cy="23"/>
              </a:xfrm>
            </p:grpSpPr>
            <p:sp>
              <p:nvSpPr>
                <p:cNvPr id="1997062" name="Freeform 2311"/>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3" name="Freeform 2312"/>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4" name="Freeform 2313"/>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65" name="Group 2314"/>
              <p:cNvGrpSpPr>
                <a:grpSpLocks/>
              </p:cNvGrpSpPr>
              <p:nvPr/>
            </p:nvGrpSpPr>
            <p:grpSpPr bwMode="auto">
              <a:xfrm>
                <a:off x="923" y="3600"/>
                <a:ext cx="99" cy="73"/>
                <a:chOff x="923" y="3600"/>
                <a:chExt cx="99" cy="73"/>
              </a:xfrm>
            </p:grpSpPr>
            <p:grpSp>
              <p:nvGrpSpPr>
                <p:cNvPr id="1997066" name="Group 2315"/>
                <p:cNvGrpSpPr>
                  <a:grpSpLocks/>
                </p:cNvGrpSpPr>
                <p:nvPr/>
              </p:nvGrpSpPr>
              <p:grpSpPr bwMode="auto">
                <a:xfrm>
                  <a:off x="923" y="3600"/>
                  <a:ext cx="49" cy="23"/>
                  <a:chOff x="923" y="3600"/>
                  <a:chExt cx="49" cy="23"/>
                </a:xfrm>
              </p:grpSpPr>
              <p:sp>
                <p:nvSpPr>
                  <p:cNvPr id="1997067" name="Freeform 2316"/>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8" name="Freeform 2317"/>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9" name="Freeform 2318"/>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70" name="Group 2319"/>
                <p:cNvGrpSpPr>
                  <a:grpSpLocks/>
                </p:cNvGrpSpPr>
                <p:nvPr/>
              </p:nvGrpSpPr>
              <p:grpSpPr bwMode="auto">
                <a:xfrm>
                  <a:off x="935" y="3612"/>
                  <a:ext cx="48" cy="23"/>
                  <a:chOff x="935" y="3612"/>
                  <a:chExt cx="48" cy="23"/>
                </a:xfrm>
              </p:grpSpPr>
              <p:sp>
                <p:nvSpPr>
                  <p:cNvPr id="1997071" name="Freeform 2320"/>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72" name="Freeform 2321"/>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73" name="Freeform 2322"/>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74" name="Group 2323"/>
                <p:cNvGrpSpPr>
                  <a:grpSpLocks/>
                </p:cNvGrpSpPr>
                <p:nvPr/>
              </p:nvGrpSpPr>
              <p:grpSpPr bwMode="auto">
                <a:xfrm>
                  <a:off x="947" y="3625"/>
                  <a:ext cx="50" cy="22"/>
                  <a:chOff x="947" y="3625"/>
                  <a:chExt cx="50" cy="22"/>
                </a:xfrm>
              </p:grpSpPr>
              <p:sp>
                <p:nvSpPr>
                  <p:cNvPr id="1997075" name="Freeform 2324"/>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76" name="Freeform 2325"/>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77" name="Freeform 2326"/>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78" name="Group 2327"/>
                <p:cNvGrpSpPr>
                  <a:grpSpLocks/>
                </p:cNvGrpSpPr>
                <p:nvPr/>
              </p:nvGrpSpPr>
              <p:grpSpPr bwMode="auto">
                <a:xfrm>
                  <a:off x="960" y="3637"/>
                  <a:ext cx="50" cy="23"/>
                  <a:chOff x="960" y="3637"/>
                  <a:chExt cx="50" cy="23"/>
                </a:xfrm>
              </p:grpSpPr>
              <p:sp>
                <p:nvSpPr>
                  <p:cNvPr id="1997079" name="Freeform 2328"/>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0" name="Freeform 2329"/>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1" name="Freeform 2330"/>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82" name="Group 2331"/>
                <p:cNvGrpSpPr>
                  <a:grpSpLocks/>
                </p:cNvGrpSpPr>
                <p:nvPr/>
              </p:nvGrpSpPr>
              <p:grpSpPr bwMode="auto">
                <a:xfrm>
                  <a:off x="973" y="3650"/>
                  <a:ext cx="49" cy="23"/>
                  <a:chOff x="973" y="3650"/>
                  <a:chExt cx="49" cy="23"/>
                </a:xfrm>
              </p:grpSpPr>
              <p:sp>
                <p:nvSpPr>
                  <p:cNvPr id="1997083" name="Freeform 2332"/>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4" name="Freeform 2333"/>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5" name="Freeform 2334"/>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086" name="Group 2335"/>
              <p:cNvGrpSpPr>
                <a:grpSpLocks/>
              </p:cNvGrpSpPr>
              <p:nvPr/>
            </p:nvGrpSpPr>
            <p:grpSpPr bwMode="auto">
              <a:xfrm>
                <a:off x="985" y="3665"/>
                <a:ext cx="100" cy="73"/>
                <a:chOff x="985" y="3665"/>
                <a:chExt cx="100" cy="73"/>
              </a:xfrm>
            </p:grpSpPr>
            <p:grpSp>
              <p:nvGrpSpPr>
                <p:cNvPr id="1997087" name="Group 2336"/>
                <p:cNvGrpSpPr>
                  <a:grpSpLocks/>
                </p:cNvGrpSpPr>
                <p:nvPr/>
              </p:nvGrpSpPr>
              <p:grpSpPr bwMode="auto">
                <a:xfrm>
                  <a:off x="985" y="3665"/>
                  <a:ext cx="50" cy="23"/>
                  <a:chOff x="985" y="3665"/>
                  <a:chExt cx="50" cy="23"/>
                </a:xfrm>
              </p:grpSpPr>
              <p:sp>
                <p:nvSpPr>
                  <p:cNvPr id="1997088" name="Freeform 2337"/>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9" name="Freeform 2338"/>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0" name="Freeform 2339"/>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91" name="Group 2340"/>
                <p:cNvGrpSpPr>
                  <a:grpSpLocks/>
                </p:cNvGrpSpPr>
                <p:nvPr/>
              </p:nvGrpSpPr>
              <p:grpSpPr bwMode="auto">
                <a:xfrm>
                  <a:off x="997" y="3677"/>
                  <a:ext cx="49" cy="23"/>
                  <a:chOff x="997" y="3677"/>
                  <a:chExt cx="49" cy="23"/>
                </a:xfrm>
              </p:grpSpPr>
              <p:sp>
                <p:nvSpPr>
                  <p:cNvPr id="1997092" name="Freeform 2341"/>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3" name="Freeform 2342"/>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4" name="Freeform 2343"/>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95" name="Group 2344"/>
                <p:cNvGrpSpPr>
                  <a:grpSpLocks/>
                </p:cNvGrpSpPr>
                <p:nvPr/>
              </p:nvGrpSpPr>
              <p:grpSpPr bwMode="auto">
                <a:xfrm>
                  <a:off x="1010" y="3690"/>
                  <a:ext cx="48" cy="23"/>
                  <a:chOff x="1010" y="3690"/>
                  <a:chExt cx="48" cy="23"/>
                </a:xfrm>
              </p:grpSpPr>
              <p:sp>
                <p:nvSpPr>
                  <p:cNvPr id="1997096" name="Freeform 2345"/>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7" name="Freeform 2346"/>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8" name="Freeform 2347"/>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99" name="Group 2348"/>
                <p:cNvGrpSpPr>
                  <a:grpSpLocks/>
                </p:cNvGrpSpPr>
                <p:nvPr/>
              </p:nvGrpSpPr>
              <p:grpSpPr bwMode="auto">
                <a:xfrm>
                  <a:off x="1023" y="3703"/>
                  <a:ext cx="49" cy="22"/>
                  <a:chOff x="1023" y="3703"/>
                  <a:chExt cx="49" cy="22"/>
                </a:xfrm>
              </p:grpSpPr>
              <p:sp>
                <p:nvSpPr>
                  <p:cNvPr id="1997100" name="Freeform 2349"/>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1" name="Freeform 2350"/>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2" name="Freeform 2351"/>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03" name="Group 2352"/>
                <p:cNvGrpSpPr>
                  <a:grpSpLocks/>
                </p:cNvGrpSpPr>
                <p:nvPr/>
              </p:nvGrpSpPr>
              <p:grpSpPr bwMode="auto">
                <a:xfrm>
                  <a:off x="1036" y="3716"/>
                  <a:ext cx="49" cy="22"/>
                  <a:chOff x="1036" y="3716"/>
                  <a:chExt cx="49" cy="22"/>
                </a:xfrm>
              </p:grpSpPr>
              <p:sp>
                <p:nvSpPr>
                  <p:cNvPr id="1997104" name="Freeform 2353"/>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5" name="Freeform 2354"/>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6" name="Freeform 2355"/>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107" name="Group 2356"/>
              <p:cNvGrpSpPr>
                <a:grpSpLocks/>
              </p:cNvGrpSpPr>
              <p:nvPr/>
            </p:nvGrpSpPr>
            <p:grpSpPr bwMode="auto">
              <a:xfrm>
                <a:off x="1046" y="3727"/>
                <a:ext cx="49" cy="23"/>
                <a:chOff x="1046" y="3727"/>
                <a:chExt cx="49" cy="23"/>
              </a:xfrm>
            </p:grpSpPr>
            <p:sp>
              <p:nvSpPr>
                <p:cNvPr id="1997108" name="Freeform 2357"/>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9" name="Freeform 2358"/>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0" name="Freeform 2359"/>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11" name="Group 2360"/>
              <p:cNvGrpSpPr>
                <a:grpSpLocks/>
              </p:cNvGrpSpPr>
              <p:nvPr/>
            </p:nvGrpSpPr>
            <p:grpSpPr bwMode="auto">
              <a:xfrm>
                <a:off x="1058" y="3739"/>
                <a:ext cx="50" cy="23"/>
                <a:chOff x="1058" y="3739"/>
                <a:chExt cx="50" cy="23"/>
              </a:xfrm>
            </p:grpSpPr>
            <p:sp>
              <p:nvSpPr>
                <p:cNvPr id="1997112" name="Freeform 2361"/>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3" name="Freeform 2362"/>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4" name="Freeform 2363"/>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15" name="Group 2364"/>
              <p:cNvGrpSpPr>
                <a:grpSpLocks/>
              </p:cNvGrpSpPr>
              <p:nvPr/>
            </p:nvGrpSpPr>
            <p:grpSpPr bwMode="auto">
              <a:xfrm>
                <a:off x="1072" y="3753"/>
                <a:ext cx="48" cy="22"/>
                <a:chOff x="1072" y="3753"/>
                <a:chExt cx="48" cy="22"/>
              </a:xfrm>
            </p:grpSpPr>
            <p:sp>
              <p:nvSpPr>
                <p:cNvPr id="1997116" name="Freeform 2365"/>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7" name="Freeform 2366"/>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8" name="Freeform 2367"/>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119" name="Freeform 2368"/>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0" name="Freeform 2369"/>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1" name="Freeform 2370"/>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122" name="Group 2371"/>
              <p:cNvGrpSpPr>
                <a:grpSpLocks/>
              </p:cNvGrpSpPr>
              <p:nvPr/>
            </p:nvGrpSpPr>
            <p:grpSpPr bwMode="auto">
              <a:xfrm>
                <a:off x="832" y="3547"/>
                <a:ext cx="49" cy="23"/>
                <a:chOff x="832" y="3547"/>
                <a:chExt cx="49" cy="23"/>
              </a:xfrm>
            </p:grpSpPr>
            <p:sp>
              <p:nvSpPr>
                <p:cNvPr id="1997123" name="Freeform 2372"/>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4" name="Freeform 2373"/>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5" name="Freeform 2374"/>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26" name="Group 2375"/>
              <p:cNvGrpSpPr>
                <a:grpSpLocks/>
              </p:cNvGrpSpPr>
              <p:nvPr/>
            </p:nvGrpSpPr>
            <p:grpSpPr bwMode="auto">
              <a:xfrm>
                <a:off x="844" y="3560"/>
                <a:ext cx="49" cy="22"/>
                <a:chOff x="844" y="3560"/>
                <a:chExt cx="49" cy="22"/>
              </a:xfrm>
            </p:grpSpPr>
            <p:sp>
              <p:nvSpPr>
                <p:cNvPr id="1997127" name="Freeform 2376"/>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8" name="Freeform 2377"/>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9" name="Freeform 2378"/>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30" name="Group 2379"/>
              <p:cNvGrpSpPr>
                <a:grpSpLocks/>
              </p:cNvGrpSpPr>
              <p:nvPr/>
            </p:nvGrpSpPr>
            <p:grpSpPr bwMode="auto">
              <a:xfrm>
                <a:off x="857" y="3572"/>
                <a:ext cx="50" cy="23"/>
                <a:chOff x="857" y="3572"/>
                <a:chExt cx="50" cy="23"/>
              </a:xfrm>
            </p:grpSpPr>
            <p:sp>
              <p:nvSpPr>
                <p:cNvPr id="1997131" name="Freeform 2380"/>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32" name="Freeform 2381"/>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33" name="Freeform 2382"/>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34" name="Group 2383"/>
              <p:cNvGrpSpPr>
                <a:grpSpLocks/>
              </p:cNvGrpSpPr>
              <p:nvPr/>
            </p:nvGrpSpPr>
            <p:grpSpPr bwMode="auto">
              <a:xfrm>
                <a:off x="870" y="3585"/>
                <a:ext cx="48" cy="23"/>
                <a:chOff x="870" y="3585"/>
                <a:chExt cx="48" cy="23"/>
              </a:xfrm>
            </p:grpSpPr>
            <p:sp>
              <p:nvSpPr>
                <p:cNvPr id="1997135" name="Freeform 2384"/>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36" name="Freeform 2385"/>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37" name="Freeform 2386"/>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38" name="Group 2387"/>
              <p:cNvGrpSpPr>
                <a:grpSpLocks/>
              </p:cNvGrpSpPr>
              <p:nvPr/>
            </p:nvGrpSpPr>
            <p:grpSpPr bwMode="auto">
              <a:xfrm>
                <a:off x="882" y="3600"/>
                <a:ext cx="100" cy="73"/>
                <a:chOff x="882" y="3600"/>
                <a:chExt cx="100" cy="73"/>
              </a:xfrm>
            </p:grpSpPr>
            <p:grpSp>
              <p:nvGrpSpPr>
                <p:cNvPr id="1997139" name="Group 2388"/>
                <p:cNvGrpSpPr>
                  <a:grpSpLocks/>
                </p:cNvGrpSpPr>
                <p:nvPr/>
              </p:nvGrpSpPr>
              <p:grpSpPr bwMode="auto">
                <a:xfrm>
                  <a:off x="882" y="3600"/>
                  <a:ext cx="49" cy="23"/>
                  <a:chOff x="882" y="3600"/>
                  <a:chExt cx="49" cy="23"/>
                </a:xfrm>
              </p:grpSpPr>
              <p:sp>
                <p:nvSpPr>
                  <p:cNvPr id="1997140" name="Freeform 2389"/>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1" name="Freeform 2390"/>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2" name="Freeform 2391"/>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43" name="Group 2392"/>
                <p:cNvGrpSpPr>
                  <a:grpSpLocks/>
                </p:cNvGrpSpPr>
                <p:nvPr/>
              </p:nvGrpSpPr>
              <p:grpSpPr bwMode="auto">
                <a:xfrm>
                  <a:off x="894" y="3612"/>
                  <a:ext cx="49" cy="23"/>
                  <a:chOff x="894" y="3612"/>
                  <a:chExt cx="49" cy="23"/>
                </a:xfrm>
              </p:grpSpPr>
              <p:sp>
                <p:nvSpPr>
                  <p:cNvPr id="1997144" name="Freeform 2393"/>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5" name="Freeform 2394"/>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6" name="Freeform 2395"/>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47" name="Group 2396"/>
                <p:cNvGrpSpPr>
                  <a:grpSpLocks/>
                </p:cNvGrpSpPr>
                <p:nvPr/>
              </p:nvGrpSpPr>
              <p:grpSpPr bwMode="auto">
                <a:xfrm>
                  <a:off x="907" y="3625"/>
                  <a:ext cx="49" cy="23"/>
                  <a:chOff x="907" y="3625"/>
                  <a:chExt cx="49" cy="23"/>
                </a:xfrm>
              </p:grpSpPr>
              <p:sp>
                <p:nvSpPr>
                  <p:cNvPr id="1997148" name="Freeform 2397"/>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9" name="Freeform 2398"/>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0" name="Freeform 2399"/>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51" name="Group 2400"/>
                <p:cNvGrpSpPr>
                  <a:grpSpLocks/>
                </p:cNvGrpSpPr>
                <p:nvPr/>
              </p:nvGrpSpPr>
              <p:grpSpPr bwMode="auto">
                <a:xfrm>
                  <a:off x="919" y="3638"/>
                  <a:ext cx="49" cy="22"/>
                  <a:chOff x="919" y="3638"/>
                  <a:chExt cx="49" cy="22"/>
                </a:xfrm>
              </p:grpSpPr>
              <p:sp>
                <p:nvSpPr>
                  <p:cNvPr id="1997152" name="Freeform 2401"/>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3" name="Freeform 2402"/>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4" name="Freeform 2403"/>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55" name="Group 2404"/>
                <p:cNvGrpSpPr>
                  <a:grpSpLocks/>
                </p:cNvGrpSpPr>
                <p:nvPr/>
              </p:nvGrpSpPr>
              <p:grpSpPr bwMode="auto">
                <a:xfrm>
                  <a:off x="932" y="3651"/>
                  <a:ext cx="50" cy="22"/>
                  <a:chOff x="932" y="3651"/>
                  <a:chExt cx="50" cy="22"/>
                </a:xfrm>
              </p:grpSpPr>
              <p:sp>
                <p:nvSpPr>
                  <p:cNvPr id="1997156" name="Freeform 2405"/>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7" name="Freeform 2406"/>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8" name="Freeform 2407"/>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159" name="Group 2408"/>
              <p:cNvGrpSpPr>
                <a:grpSpLocks/>
              </p:cNvGrpSpPr>
              <p:nvPr/>
            </p:nvGrpSpPr>
            <p:grpSpPr bwMode="auto">
              <a:xfrm>
                <a:off x="944" y="3665"/>
                <a:ext cx="99" cy="74"/>
                <a:chOff x="944" y="3665"/>
                <a:chExt cx="99" cy="74"/>
              </a:xfrm>
            </p:grpSpPr>
            <p:grpSp>
              <p:nvGrpSpPr>
                <p:cNvPr id="1997160" name="Group 2409"/>
                <p:cNvGrpSpPr>
                  <a:grpSpLocks/>
                </p:cNvGrpSpPr>
                <p:nvPr/>
              </p:nvGrpSpPr>
              <p:grpSpPr bwMode="auto">
                <a:xfrm>
                  <a:off x="944" y="3665"/>
                  <a:ext cx="49" cy="23"/>
                  <a:chOff x="944" y="3665"/>
                  <a:chExt cx="49" cy="23"/>
                </a:xfrm>
              </p:grpSpPr>
              <p:sp>
                <p:nvSpPr>
                  <p:cNvPr id="1997161" name="Freeform 2410"/>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62" name="Freeform 2411"/>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63" name="Freeform 2412"/>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64" name="Group 2413"/>
                <p:cNvGrpSpPr>
                  <a:grpSpLocks/>
                </p:cNvGrpSpPr>
                <p:nvPr/>
              </p:nvGrpSpPr>
              <p:grpSpPr bwMode="auto">
                <a:xfrm>
                  <a:off x="957" y="3678"/>
                  <a:ext cx="48" cy="23"/>
                  <a:chOff x="957" y="3678"/>
                  <a:chExt cx="48" cy="23"/>
                </a:xfrm>
              </p:grpSpPr>
              <p:sp>
                <p:nvSpPr>
                  <p:cNvPr id="1997165" name="Freeform 2414"/>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66" name="Freeform 2415"/>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67" name="Freeform 2416"/>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68" name="Group 2417"/>
                <p:cNvGrpSpPr>
                  <a:grpSpLocks/>
                </p:cNvGrpSpPr>
                <p:nvPr/>
              </p:nvGrpSpPr>
              <p:grpSpPr bwMode="auto">
                <a:xfrm>
                  <a:off x="969" y="3690"/>
                  <a:ext cx="49" cy="23"/>
                  <a:chOff x="969" y="3690"/>
                  <a:chExt cx="49" cy="23"/>
                </a:xfrm>
              </p:grpSpPr>
              <p:sp>
                <p:nvSpPr>
                  <p:cNvPr id="1997169" name="Freeform 2418"/>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0" name="Freeform 2419"/>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1" name="Freeform 2420"/>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72" name="Group 2421"/>
                <p:cNvGrpSpPr>
                  <a:grpSpLocks/>
                </p:cNvGrpSpPr>
                <p:nvPr/>
              </p:nvGrpSpPr>
              <p:grpSpPr bwMode="auto">
                <a:xfrm>
                  <a:off x="982" y="3703"/>
                  <a:ext cx="49" cy="23"/>
                  <a:chOff x="982" y="3703"/>
                  <a:chExt cx="49" cy="23"/>
                </a:xfrm>
              </p:grpSpPr>
              <p:sp>
                <p:nvSpPr>
                  <p:cNvPr id="1997173" name="Freeform 2422"/>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4" name="Freeform 2423"/>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5" name="Freeform 2424"/>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76" name="Group 2425"/>
                <p:cNvGrpSpPr>
                  <a:grpSpLocks/>
                </p:cNvGrpSpPr>
                <p:nvPr/>
              </p:nvGrpSpPr>
              <p:grpSpPr bwMode="auto">
                <a:xfrm>
                  <a:off x="995" y="3716"/>
                  <a:ext cx="48" cy="23"/>
                  <a:chOff x="995" y="3716"/>
                  <a:chExt cx="48" cy="23"/>
                </a:xfrm>
              </p:grpSpPr>
              <p:sp>
                <p:nvSpPr>
                  <p:cNvPr id="1997177" name="Freeform 2426"/>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8" name="Freeform 2427"/>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9" name="Freeform 2428"/>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180" name="Group 2429"/>
              <p:cNvGrpSpPr>
                <a:grpSpLocks/>
              </p:cNvGrpSpPr>
              <p:nvPr/>
            </p:nvGrpSpPr>
            <p:grpSpPr bwMode="auto">
              <a:xfrm>
                <a:off x="1005" y="3727"/>
                <a:ext cx="49" cy="23"/>
                <a:chOff x="1005" y="3727"/>
                <a:chExt cx="49" cy="23"/>
              </a:xfrm>
            </p:grpSpPr>
            <p:sp>
              <p:nvSpPr>
                <p:cNvPr id="1997181" name="Freeform 2430"/>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82" name="Freeform 2431"/>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83" name="Freeform 2432"/>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84" name="Group 2433"/>
              <p:cNvGrpSpPr>
                <a:grpSpLocks/>
              </p:cNvGrpSpPr>
              <p:nvPr/>
            </p:nvGrpSpPr>
            <p:grpSpPr bwMode="auto">
              <a:xfrm>
                <a:off x="1018" y="3740"/>
                <a:ext cx="49" cy="22"/>
                <a:chOff x="1018" y="3740"/>
                <a:chExt cx="49" cy="22"/>
              </a:xfrm>
            </p:grpSpPr>
            <p:sp>
              <p:nvSpPr>
                <p:cNvPr id="1997185" name="Freeform 2434"/>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86" name="Freeform 2435"/>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87" name="Freeform 2436"/>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88" name="Group 2437"/>
              <p:cNvGrpSpPr>
                <a:grpSpLocks/>
              </p:cNvGrpSpPr>
              <p:nvPr/>
            </p:nvGrpSpPr>
            <p:grpSpPr bwMode="auto">
              <a:xfrm>
                <a:off x="1030" y="3753"/>
                <a:ext cx="49" cy="23"/>
                <a:chOff x="1030" y="3753"/>
                <a:chExt cx="49" cy="23"/>
              </a:xfrm>
            </p:grpSpPr>
            <p:sp>
              <p:nvSpPr>
                <p:cNvPr id="1997189" name="Freeform 2438"/>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0" name="Freeform 2439"/>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1" name="Freeform 2440"/>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192" name="Freeform 2441"/>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3" name="Freeform 2442"/>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4" name="Freeform 2443"/>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195" name="Group 2444"/>
              <p:cNvGrpSpPr>
                <a:grpSpLocks/>
              </p:cNvGrpSpPr>
              <p:nvPr/>
            </p:nvGrpSpPr>
            <p:grpSpPr bwMode="auto">
              <a:xfrm>
                <a:off x="790" y="3547"/>
                <a:ext cx="49" cy="23"/>
                <a:chOff x="790" y="3547"/>
                <a:chExt cx="49" cy="23"/>
              </a:xfrm>
            </p:grpSpPr>
            <p:sp>
              <p:nvSpPr>
                <p:cNvPr id="1997196" name="Freeform 2445"/>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7" name="Freeform 2446"/>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8" name="Freeform 2447"/>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99" name="Group 2448"/>
              <p:cNvGrpSpPr>
                <a:grpSpLocks/>
              </p:cNvGrpSpPr>
              <p:nvPr/>
            </p:nvGrpSpPr>
            <p:grpSpPr bwMode="auto">
              <a:xfrm>
                <a:off x="803" y="3560"/>
                <a:ext cx="49" cy="22"/>
                <a:chOff x="803" y="3560"/>
                <a:chExt cx="49" cy="22"/>
              </a:xfrm>
            </p:grpSpPr>
            <p:sp>
              <p:nvSpPr>
                <p:cNvPr id="1997200" name="Freeform 2449"/>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1" name="Freeform 2450"/>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2" name="Freeform 2451"/>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03" name="Group 2452"/>
              <p:cNvGrpSpPr>
                <a:grpSpLocks/>
              </p:cNvGrpSpPr>
              <p:nvPr/>
            </p:nvGrpSpPr>
            <p:grpSpPr bwMode="auto">
              <a:xfrm>
                <a:off x="815" y="3572"/>
                <a:ext cx="50" cy="23"/>
                <a:chOff x="815" y="3572"/>
                <a:chExt cx="50" cy="23"/>
              </a:xfrm>
            </p:grpSpPr>
            <p:sp>
              <p:nvSpPr>
                <p:cNvPr id="1997204" name="Freeform 2453"/>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5" name="Freeform 2454"/>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6" name="Freeform 2455"/>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07" name="Group 2456"/>
              <p:cNvGrpSpPr>
                <a:grpSpLocks/>
              </p:cNvGrpSpPr>
              <p:nvPr/>
            </p:nvGrpSpPr>
            <p:grpSpPr bwMode="auto">
              <a:xfrm>
                <a:off x="828" y="3585"/>
                <a:ext cx="49" cy="23"/>
                <a:chOff x="828" y="3585"/>
                <a:chExt cx="49" cy="23"/>
              </a:xfrm>
            </p:grpSpPr>
            <p:sp>
              <p:nvSpPr>
                <p:cNvPr id="1997208" name="Freeform 2457"/>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9" name="Freeform 2458"/>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0" name="Freeform 2459"/>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11" name="Group 2460"/>
              <p:cNvGrpSpPr>
                <a:grpSpLocks/>
              </p:cNvGrpSpPr>
              <p:nvPr/>
            </p:nvGrpSpPr>
            <p:grpSpPr bwMode="auto">
              <a:xfrm>
                <a:off x="840" y="3600"/>
                <a:ext cx="100" cy="73"/>
                <a:chOff x="840" y="3600"/>
                <a:chExt cx="100" cy="73"/>
              </a:xfrm>
            </p:grpSpPr>
            <p:grpSp>
              <p:nvGrpSpPr>
                <p:cNvPr id="1997212" name="Group 2461"/>
                <p:cNvGrpSpPr>
                  <a:grpSpLocks/>
                </p:cNvGrpSpPr>
                <p:nvPr/>
              </p:nvGrpSpPr>
              <p:grpSpPr bwMode="auto">
                <a:xfrm>
                  <a:off x="840" y="3600"/>
                  <a:ext cx="49" cy="23"/>
                  <a:chOff x="840" y="3600"/>
                  <a:chExt cx="49" cy="23"/>
                </a:xfrm>
              </p:grpSpPr>
              <p:sp>
                <p:nvSpPr>
                  <p:cNvPr id="1997213" name="Freeform 2462"/>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4" name="Freeform 2463"/>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5" name="Freeform 2464"/>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16" name="Group 2465"/>
                <p:cNvGrpSpPr>
                  <a:grpSpLocks/>
                </p:cNvGrpSpPr>
                <p:nvPr/>
              </p:nvGrpSpPr>
              <p:grpSpPr bwMode="auto">
                <a:xfrm>
                  <a:off x="853" y="3612"/>
                  <a:ext cx="48" cy="23"/>
                  <a:chOff x="853" y="3612"/>
                  <a:chExt cx="48" cy="23"/>
                </a:xfrm>
              </p:grpSpPr>
              <p:sp>
                <p:nvSpPr>
                  <p:cNvPr id="1997217" name="Freeform 2466"/>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8" name="Freeform 2467"/>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9" name="Freeform 2468"/>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20" name="Group 2469"/>
                <p:cNvGrpSpPr>
                  <a:grpSpLocks/>
                </p:cNvGrpSpPr>
                <p:nvPr/>
              </p:nvGrpSpPr>
              <p:grpSpPr bwMode="auto">
                <a:xfrm>
                  <a:off x="865" y="3625"/>
                  <a:ext cx="49" cy="23"/>
                  <a:chOff x="865" y="3625"/>
                  <a:chExt cx="49" cy="23"/>
                </a:xfrm>
              </p:grpSpPr>
              <p:sp>
                <p:nvSpPr>
                  <p:cNvPr id="1997221" name="Freeform 2470"/>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22" name="Freeform 2471"/>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23" name="Freeform 2472"/>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24" name="Group 2473"/>
                <p:cNvGrpSpPr>
                  <a:grpSpLocks/>
                </p:cNvGrpSpPr>
                <p:nvPr/>
              </p:nvGrpSpPr>
              <p:grpSpPr bwMode="auto">
                <a:xfrm>
                  <a:off x="878" y="3638"/>
                  <a:ext cx="49" cy="22"/>
                  <a:chOff x="878" y="3638"/>
                  <a:chExt cx="49" cy="22"/>
                </a:xfrm>
              </p:grpSpPr>
              <p:sp>
                <p:nvSpPr>
                  <p:cNvPr id="1997225" name="Freeform 2474"/>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26" name="Freeform 2475"/>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27" name="Freeform 2476"/>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28" name="Group 2477"/>
                <p:cNvGrpSpPr>
                  <a:grpSpLocks/>
                </p:cNvGrpSpPr>
                <p:nvPr/>
              </p:nvGrpSpPr>
              <p:grpSpPr bwMode="auto">
                <a:xfrm>
                  <a:off x="890" y="3651"/>
                  <a:ext cx="50" cy="22"/>
                  <a:chOff x="890" y="3651"/>
                  <a:chExt cx="50" cy="22"/>
                </a:xfrm>
              </p:grpSpPr>
              <p:sp>
                <p:nvSpPr>
                  <p:cNvPr id="1997229" name="Freeform 2478"/>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0" name="Freeform 2479"/>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1" name="Freeform 2480"/>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232" name="Group 2481"/>
              <p:cNvGrpSpPr>
                <a:grpSpLocks/>
              </p:cNvGrpSpPr>
              <p:nvPr/>
            </p:nvGrpSpPr>
            <p:grpSpPr bwMode="auto">
              <a:xfrm>
                <a:off x="903" y="3665"/>
                <a:ext cx="99" cy="74"/>
                <a:chOff x="903" y="3665"/>
                <a:chExt cx="99" cy="74"/>
              </a:xfrm>
            </p:grpSpPr>
            <p:grpSp>
              <p:nvGrpSpPr>
                <p:cNvPr id="1997233" name="Group 2482"/>
                <p:cNvGrpSpPr>
                  <a:grpSpLocks/>
                </p:cNvGrpSpPr>
                <p:nvPr/>
              </p:nvGrpSpPr>
              <p:grpSpPr bwMode="auto">
                <a:xfrm>
                  <a:off x="903" y="3665"/>
                  <a:ext cx="49" cy="23"/>
                  <a:chOff x="903" y="3665"/>
                  <a:chExt cx="49" cy="23"/>
                </a:xfrm>
              </p:grpSpPr>
              <p:sp>
                <p:nvSpPr>
                  <p:cNvPr id="1997234" name="Freeform 2483"/>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5" name="Freeform 2484"/>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6" name="Freeform 2485"/>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37" name="Group 2486"/>
                <p:cNvGrpSpPr>
                  <a:grpSpLocks/>
                </p:cNvGrpSpPr>
                <p:nvPr/>
              </p:nvGrpSpPr>
              <p:grpSpPr bwMode="auto">
                <a:xfrm>
                  <a:off x="914" y="3678"/>
                  <a:ext cx="49" cy="23"/>
                  <a:chOff x="914" y="3678"/>
                  <a:chExt cx="49" cy="23"/>
                </a:xfrm>
              </p:grpSpPr>
              <p:sp>
                <p:nvSpPr>
                  <p:cNvPr id="1997238" name="Freeform 2487"/>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9" name="Freeform 2488"/>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0" name="Freeform 2489"/>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41" name="Group 2490"/>
                <p:cNvGrpSpPr>
                  <a:grpSpLocks/>
                </p:cNvGrpSpPr>
                <p:nvPr/>
              </p:nvGrpSpPr>
              <p:grpSpPr bwMode="auto">
                <a:xfrm>
                  <a:off x="928" y="3690"/>
                  <a:ext cx="48" cy="23"/>
                  <a:chOff x="928" y="3690"/>
                  <a:chExt cx="48" cy="23"/>
                </a:xfrm>
              </p:grpSpPr>
              <p:sp>
                <p:nvSpPr>
                  <p:cNvPr id="1997242" name="Freeform 2491"/>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3" name="Freeform 2492"/>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4" name="Freeform 2493"/>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45" name="Group 2494"/>
                <p:cNvGrpSpPr>
                  <a:grpSpLocks/>
                </p:cNvGrpSpPr>
                <p:nvPr/>
              </p:nvGrpSpPr>
              <p:grpSpPr bwMode="auto">
                <a:xfrm>
                  <a:off x="940" y="3703"/>
                  <a:ext cx="49" cy="23"/>
                  <a:chOff x="940" y="3703"/>
                  <a:chExt cx="49" cy="23"/>
                </a:xfrm>
              </p:grpSpPr>
              <p:sp>
                <p:nvSpPr>
                  <p:cNvPr id="1997246" name="Freeform 2495"/>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7" name="Freeform 2496"/>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8" name="Freeform 2497"/>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49" name="Group 2498"/>
                <p:cNvGrpSpPr>
                  <a:grpSpLocks/>
                </p:cNvGrpSpPr>
                <p:nvPr/>
              </p:nvGrpSpPr>
              <p:grpSpPr bwMode="auto">
                <a:xfrm>
                  <a:off x="953" y="3716"/>
                  <a:ext cx="49" cy="23"/>
                  <a:chOff x="953" y="3716"/>
                  <a:chExt cx="49" cy="23"/>
                </a:xfrm>
              </p:grpSpPr>
              <p:sp>
                <p:nvSpPr>
                  <p:cNvPr id="1997250" name="Freeform 2499"/>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1" name="Freeform 2500"/>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2" name="Freeform 2501"/>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253" name="Group 2502"/>
              <p:cNvGrpSpPr>
                <a:grpSpLocks/>
              </p:cNvGrpSpPr>
              <p:nvPr/>
            </p:nvGrpSpPr>
            <p:grpSpPr bwMode="auto">
              <a:xfrm>
                <a:off x="963" y="3727"/>
                <a:ext cx="49" cy="23"/>
                <a:chOff x="963" y="3727"/>
                <a:chExt cx="49" cy="23"/>
              </a:xfrm>
            </p:grpSpPr>
            <p:sp>
              <p:nvSpPr>
                <p:cNvPr id="1997254" name="Freeform 2503"/>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5" name="Freeform 2504"/>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6" name="Freeform 2505"/>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57" name="Group 2506"/>
              <p:cNvGrpSpPr>
                <a:grpSpLocks/>
              </p:cNvGrpSpPr>
              <p:nvPr/>
            </p:nvGrpSpPr>
            <p:grpSpPr bwMode="auto">
              <a:xfrm>
                <a:off x="976" y="3740"/>
                <a:ext cx="50" cy="22"/>
                <a:chOff x="976" y="3740"/>
                <a:chExt cx="50" cy="22"/>
              </a:xfrm>
            </p:grpSpPr>
            <p:sp>
              <p:nvSpPr>
                <p:cNvPr id="1997258" name="Freeform 2507"/>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9" name="Freeform 2508"/>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0" name="Freeform 2509"/>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61" name="Group 2510"/>
              <p:cNvGrpSpPr>
                <a:grpSpLocks/>
              </p:cNvGrpSpPr>
              <p:nvPr/>
            </p:nvGrpSpPr>
            <p:grpSpPr bwMode="auto">
              <a:xfrm>
                <a:off x="761" y="3560"/>
                <a:ext cx="50" cy="22"/>
                <a:chOff x="761" y="3560"/>
                <a:chExt cx="50" cy="22"/>
              </a:xfrm>
            </p:grpSpPr>
            <p:sp>
              <p:nvSpPr>
                <p:cNvPr id="1997262" name="Freeform 2511"/>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3" name="Freeform 2512"/>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4" name="Freeform 2513"/>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65" name="Group 2514"/>
              <p:cNvGrpSpPr>
                <a:grpSpLocks/>
              </p:cNvGrpSpPr>
              <p:nvPr/>
            </p:nvGrpSpPr>
            <p:grpSpPr bwMode="auto">
              <a:xfrm>
                <a:off x="774" y="3572"/>
                <a:ext cx="49" cy="23"/>
                <a:chOff x="774" y="3572"/>
                <a:chExt cx="49" cy="23"/>
              </a:xfrm>
            </p:grpSpPr>
            <p:sp>
              <p:nvSpPr>
                <p:cNvPr id="1997266" name="Freeform 2515"/>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7" name="Freeform 2516"/>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8" name="Freeform 2517"/>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69" name="Group 2518"/>
              <p:cNvGrpSpPr>
                <a:grpSpLocks/>
              </p:cNvGrpSpPr>
              <p:nvPr/>
            </p:nvGrpSpPr>
            <p:grpSpPr bwMode="auto">
              <a:xfrm>
                <a:off x="787" y="3585"/>
                <a:ext cx="49" cy="23"/>
                <a:chOff x="787" y="3585"/>
                <a:chExt cx="49" cy="23"/>
              </a:xfrm>
            </p:grpSpPr>
            <p:sp>
              <p:nvSpPr>
                <p:cNvPr id="1997270" name="Freeform 2519"/>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71" name="Freeform 2520"/>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72" name="Freeform 2521"/>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73" name="Group 2522"/>
              <p:cNvGrpSpPr>
                <a:grpSpLocks/>
              </p:cNvGrpSpPr>
              <p:nvPr/>
            </p:nvGrpSpPr>
            <p:grpSpPr bwMode="auto">
              <a:xfrm>
                <a:off x="799" y="3600"/>
                <a:ext cx="99" cy="73"/>
                <a:chOff x="799" y="3600"/>
                <a:chExt cx="99" cy="73"/>
              </a:xfrm>
            </p:grpSpPr>
            <p:grpSp>
              <p:nvGrpSpPr>
                <p:cNvPr id="1997274" name="Group 2523"/>
                <p:cNvGrpSpPr>
                  <a:grpSpLocks/>
                </p:cNvGrpSpPr>
                <p:nvPr/>
              </p:nvGrpSpPr>
              <p:grpSpPr bwMode="auto">
                <a:xfrm>
                  <a:off x="799" y="3600"/>
                  <a:ext cx="48" cy="23"/>
                  <a:chOff x="799" y="3600"/>
                  <a:chExt cx="48" cy="23"/>
                </a:xfrm>
              </p:grpSpPr>
              <p:sp>
                <p:nvSpPr>
                  <p:cNvPr id="1997275" name="Freeform 2524"/>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76" name="Freeform 2525"/>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77" name="Freeform 2526"/>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78" name="Group 2527"/>
                <p:cNvGrpSpPr>
                  <a:grpSpLocks/>
                </p:cNvGrpSpPr>
                <p:nvPr/>
              </p:nvGrpSpPr>
              <p:grpSpPr bwMode="auto">
                <a:xfrm>
                  <a:off x="811" y="3612"/>
                  <a:ext cx="48" cy="23"/>
                  <a:chOff x="811" y="3612"/>
                  <a:chExt cx="48" cy="23"/>
                </a:xfrm>
              </p:grpSpPr>
              <p:sp>
                <p:nvSpPr>
                  <p:cNvPr id="1997279" name="Freeform 2528"/>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0" name="Freeform 2529"/>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1" name="Freeform 2530"/>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82" name="Group 2531"/>
                <p:cNvGrpSpPr>
                  <a:grpSpLocks/>
                </p:cNvGrpSpPr>
                <p:nvPr/>
              </p:nvGrpSpPr>
              <p:grpSpPr bwMode="auto">
                <a:xfrm>
                  <a:off x="823" y="3625"/>
                  <a:ext cx="49" cy="23"/>
                  <a:chOff x="823" y="3625"/>
                  <a:chExt cx="49" cy="23"/>
                </a:xfrm>
              </p:grpSpPr>
              <p:sp>
                <p:nvSpPr>
                  <p:cNvPr id="1997283" name="Freeform 2532"/>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4" name="Freeform 2533"/>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5" name="Freeform 2534"/>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86" name="Group 2535"/>
                <p:cNvGrpSpPr>
                  <a:grpSpLocks/>
                </p:cNvGrpSpPr>
                <p:nvPr/>
              </p:nvGrpSpPr>
              <p:grpSpPr bwMode="auto">
                <a:xfrm>
                  <a:off x="836" y="3638"/>
                  <a:ext cx="50" cy="22"/>
                  <a:chOff x="836" y="3638"/>
                  <a:chExt cx="50" cy="22"/>
                </a:xfrm>
              </p:grpSpPr>
              <p:sp>
                <p:nvSpPr>
                  <p:cNvPr id="1997287" name="Freeform 2536"/>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8" name="Freeform 2537"/>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9" name="Freeform 2538"/>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90" name="Group 2539"/>
                <p:cNvGrpSpPr>
                  <a:grpSpLocks/>
                </p:cNvGrpSpPr>
                <p:nvPr/>
              </p:nvGrpSpPr>
              <p:grpSpPr bwMode="auto">
                <a:xfrm>
                  <a:off x="849" y="3651"/>
                  <a:ext cx="49" cy="22"/>
                  <a:chOff x="849" y="3651"/>
                  <a:chExt cx="49" cy="22"/>
                </a:xfrm>
              </p:grpSpPr>
              <p:sp>
                <p:nvSpPr>
                  <p:cNvPr id="1997291" name="Freeform 2540"/>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92" name="Freeform 2541"/>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93" name="Freeform 2542"/>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294" name="Group 2543"/>
              <p:cNvGrpSpPr>
                <a:grpSpLocks/>
              </p:cNvGrpSpPr>
              <p:nvPr/>
            </p:nvGrpSpPr>
            <p:grpSpPr bwMode="auto">
              <a:xfrm>
                <a:off x="861" y="3665"/>
                <a:ext cx="99" cy="74"/>
                <a:chOff x="861" y="3665"/>
                <a:chExt cx="99" cy="74"/>
              </a:xfrm>
            </p:grpSpPr>
            <p:grpSp>
              <p:nvGrpSpPr>
                <p:cNvPr id="1997295" name="Group 2544"/>
                <p:cNvGrpSpPr>
                  <a:grpSpLocks/>
                </p:cNvGrpSpPr>
                <p:nvPr/>
              </p:nvGrpSpPr>
              <p:grpSpPr bwMode="auto">
                <a:xfrm>
                  <a:off x="861" y="3665"/>
                  <a:ext cx="50" cy="23"/>
                  <a:chOff x="861" y="3665"/>
                  <a:chExt cx="50" cy="23"/>
                </a:xfrm>
              </p:grpSpPr>
              <p:sp>
                <p:nvSpPr>
                  <p:cNvPr id="1997296" name="Freeform 2545"/>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97" name="Freeform 2546"/>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98" name="Freeform 2547"/>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99" name="Group 2548"/>
                <p:cNvGrpSpPr>
                  <a:grpSpLocks/>
                </p:cNvGrpSpPr>
                <p:nvPr/>
              </p:nvGrpSpPr>
              <p:grpSpPr bwMode="auto">
                <a:xfrm>
                  <a:off x="873" y="3678"/>
                  <a:ext cx="49" cy="23"/>
                  <a:chOff x="873" y="3678"/>
                  <a:chExt cx="49" cy="23"/>
                </a:xfrm>
              </p:grpSpPr>
              <p:sp>
                <p:nvSpPr>
                  <p:cNvPr id="1997300" name="Freeform 2549"/>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1" name="Freeform 2550"/>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2" name="Freeform 2551"/>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03" name="Group 2552"/>
                <p:cNvGrpSpPr>
                  <a:grpSpLocks/>
                </p:cNvGrpSpPr>
                <p:nvPr/>
              </p:nvGrpSpPr>
              <p:grpSpPr bwMode="auto">
                <a:xfrm>
                  <a:off x="886" y="3690"/>
                  <a:ext cx="49" cy="23"/>
                  <a:chOff x="886" y="3690"/>
                  <a:chExt cx="49" cy="23"/>
                </a:xfrm>
              </p:grpSpPr>
              <p:sp>
                <p:nvSpPr>
                  <p:cNvPr id="1997304" name="Freeform 2553"/>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5" name="Freeform 2554"/>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6" name="Freeform 2555"/>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07" name="Group 2556"/>
                <p:cNvGrpSpPr>
                  <a:grpSpLocks/>
                </p:cNvGrpSpPr>
                <p:nvPr/>
              </p:nvGrpSpPr>
              <p:grpSpPr bwMode="auto">
                <a:xfrm>
                  <a:off x="899" y="3703"/>
                  <a:ext cx="48" cy="23"/>
                  <a:chOff x="899" y="3703"/>
                  <a:chExt cx="48" cy="23"/>
                </a:xfrm>
              </p:grpSpPr>
              <p:sp>
                <p:nvSpPr>
                  <p:cNvPr id="1997308" name="Freeform 2557"/>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9" name="Freeform 2558"/>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0" name="Freeform 2559"/>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11" name="Group 2560"/>
                <p:cNvGrpSpPr>
                  <a:grpSpLocks/>
                </p:cNvGrpSpPr>
                <p:nvPr/>
              </p:nvGrpSpPr>
              <p:grpSpPr bwMode="auto">
                <a:xfrm>
                  <a:off x="912" y="3716"/>
                  <a:ext cx="48" cy="23"/>
                  <a:chOff x="912" y="3716"/>
                  <a:chExt cx="48" cy="23"/>
                </a:xfrm>
              </p:grpSpPr>
              <p:sp>
                <p:nvSpPr>
                  <p:cNvPr id="1997312" name="Freeform 2561"/>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3" name="Freeform 2562"/>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4" name="Freeform 2563"/>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315" name="Group 2564"/>
              <p:cNvGrpSpPr>
                <a:grpSpLocks/>
              </p:cNvGrpSpPr>
              <p:nvPr/>
            </p:nvGrpSpPr>
            <p:grpSpPr bwMode="auto">
              <a:xfrm>
                <a:off x="922" y="3727"/>
                <a:ext cx="49" cy="23"/>
                <a:chOff x="922" y="3727"/>
                <a:chExt cx="49" cy="23"/>
              </a:xfrm>
            </p:grpSpPr>
            <p:sp>
              <p:nvSpPr>
                <p:cNvPr id="1997316" name="Freeform 2565"/>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7" name="Freeform 2566"/>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8" name="Freeform 2567"/>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19" name="Group 2568"/>
              <p:cNvGrpSpPr>
                <a:grpSpLocks/>
              </p:cNvGrpSpPr>
              <p:nvPr/>
            </p:nvGrpSpPr>
            <p:grpSpPr bwMode="auto">
              <a:xfrm>
                <a:off x="895" y="3526"/>
                <a:ext cx="44" cy="23"/>
                <a:chOff x="895" y="3526"/>
                <a:chExt cx="44" cy="23"/>
              </a:xfrm>
            </p:grpSpPr>
            <p:sp>
              <p:nvSpPr>
                <p:cNvPr id="1997320" name="Freeform 2569"/>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1" name="Freeform 2570"/>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2" name="Freeform 2571"/>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23" name="Group 2572"/>
              <p:cNvGrpSpPr>
                <a:grpSpLocks/>
              </p:cNvGrpSpPr>
              <p:nvPr/>
            </p:nvGrpSpPr>
            <p:grpSpPr bwMode="auto">
              <a:xfrm>
                <a:off x="907" y="3540"/>
                <a:ext cx="45" cy="22"/>
                <a:chOff x="907" y="3540"/>
                <a:chExt cx="45" cy="22"/>
              </a:xfrm>
            </p:grpSpPr>
            <p:sp>
              <p:nvSpPr>
                <p:cNvPr id="1997324" name="Freeform 2573"/>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5" name="Freeform 2574"/>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6" name="Freeform 2575"/>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27" name="Group 2576"/>
              <p:cNvGrpSpPr>
                <a:grpSpLocks/>
              </p:cNvGrpSpPr>
              <p:nvPr/>
            </p:nvGrpSpPr>
            <p:grpSpPr bwMode="auto">
              <a:xfrm>
                <a:off x="920" y="3553"/>
                <a:ext cx="45" cy="23"/>
                <a:chOff x="920" y="3553"/>
                <a:chExt cx="45" cy="23"/>
              </a:xfrm>
            </p:grpSpPr>
            <p:sp>
              <p:nvSpPr>
                <p:cNvPr id="1997328" name="Freeform 2577"/>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9" name="Freeform 2578"/>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0" name="Freeform 2579"/>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31" name="Group 2580"/>
              <p:cNvGrpSpPr>
                <a:grpSpLocks/>
              </p:cNvGrpSpPr>
              <p:nvPr/>
            </p:nvGrpSpPr>
            <p:grpSpPr bwMode="auto">
              <a:xfrm>
                <a:off x="934" y="3566"/>
                <a:ext cx="44" cy="23"/>
                <a:chOff x="934" y="3566"/>
                <a:chExt cx="44" cy="23"/>
              </a:xfrm>
            </p:grpSpPr>
            <p:sp>
              <p:nvSpPr>
                <p:cNvPr id="1997332" name="Freeform 2581"/>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3" name="Freeform 2582"/>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4" name="Freeform 2583"/>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35" name="Group 2584"/>
              <p:cNvGrpSpPr>
                <a:grpSpLocks/>
              </p:cNvGrpSpPr>
              <p:nvPr/>
            </p:nvGrpSpPr>
            <p:grpSpPr bwMode="auto">
              <a:xfrm>
                <a:off x="949" y="3579"/>
                <a:ext cx="83" cy="63"/>
                <a:chOff x="949" y="3579"/>
                <a:chExt cx="83" cy="63"/>
              </a:xfrm>
            </p:grpSpPr>
            <p:grpSp>
              <p:nvGrpSpPr>
                <p:cNvPr id="1997336" name="Group 2585"/>
                <p:cNvGrpSpPr>
                  <a:grpSpLocks/>
                </p:cNvGrpSpPr>
                <p:nvPr/>
              </p:nvGrpSpPr>
              <p:grpSpPr bwMode="auto">
                <a:xfrm>
                  <a:off x="949" y="3579"/>
                  <a:ext cx="44" cy="23"/>
                  <a:chOff x="949" y="3579"/>
                  <a:chExt cx="44" cy="23"/>
                </a:xfrm>
              </p:grpSpPr>
              <p:sp>
                <p:nvSpPr>
                  <p:cNvPr id="1997337" name="Freeform 2586"/>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8" name="Freeform 2587"/>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9" name="Freeform 2588"/>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40" name="Group 2589"/>
                <p:cNvGrpSpPr>
                  <a:grpSpLocks/>
                </p:cNvGrpSpPr>
                <p:nvPr/>
              </p:nvGrpSpPr>
              <p:grpSpPr bwMode="auto">
                <a:xfrm>
                  <a:off x="961" y="3592"/>
                  <a:ext cx="45" cy="23"/>
                  <a:chOff x="961" y="3592"/>
                  <a:chExt cx="45" cy="23"/>
                </a:xfrm>
              </p:grpSpPr>
              <p:sp>
                <p:nvSpPr>
                  <p:cNvPr id="1997341" name="Freeform 2590"/>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42" name="Freeform 2591"/>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43" name="Freeform 2592"/>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44" name="Group 2593"/>
                <p:cNvGrpSpPr>
                  <a:grpSpLocks/>
                </p:cNvGrpSpPr>
                <p:nvPr/>
              </p:nvGrpSpPr>
              <p:grpSpPr bwMode="auto">
                <a:xfrm>
                  <a:off x="974" y="3606"/>
                  <a:ext cx="44" cy="23"/>
                  <a:chOff x="974" y="3606"/>
                  <a:chExt cx="44" cy="23"/>
                </a:xfrm>
              </p:grpSpPr>
              <p:sp>
                <p:nvSpPr>
                  <p:cNvPr id="1997345" name="Freeform 2594"/>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46" name="Freeform 2595"/>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47" name="Freeform 2596"/>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48" name="Group 2597"/>
                <p:cNvGrpSpPr>
                  <a:grpSpLocks/>
                </p:cNvGrpSpPr>
                <p:nvPr/>
              </p:nvGrpSpPr>
              <p:grpSpPr bwMode="auto">
                <a:xfrm>
                  <a:off x="987" y="3619"/>
                  <a:ext cx="45" cy="23"/>
                  <a:chOff x="987" y="3619"/>
                  <a:chExt cx="45" cy="23"/>
                </a:xfrm>
              </p:grpSpPr>
              <p:sp>
                <p:nvSpPr>
                  <p:cNvPr id="1997349" name="Freeform 2598"/>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0" name="Freeform 2599"/>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1" name="Freeform 2600"/>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352" name="Group 2601"/>
              <p:cNvGrpSpPr>
                <a:grpSpLocks/>
              </p:cNvGrpSpPr>
              <p:nvPr/>
            </p:nvGrpSpPr>
            <p:grpSpPr bwMode="auto">
              <a:xfrm>
                <a:off x="1002" y="3632"/>
                <a:ext cx="83" cy="63"/>
                <a:chOff x="1002" y="3632"/>
                <a:chExt cx="83" cy="63"/>
              </a:xfrm>
            </p:grpSpPr>
            <p:grpSp>
              <p:nvGrpSpPr>
                <p:cNvPr id="1997353" name="Group 2602"/>
                <p:cNvGrpSpPr>
                  <a:grpSpLocks/>
                </p:cNvGrpSpPr>
                <p:nvPr/>
              </p:nvGrpSpPr>
              <p:grpSpPr bwMode="auto">
                <a:xfrm>
                  <a:off x="1002" y="3632"/>
                  <a:ext cx="44" cy="22"/>
                  <a:chOff x="1002" y="3632"/>
                  <a:chExt cx="44" cy="22"/>
                </a:xfrm>
              </p:grpSpPr>
              <p:sp>
                <p:nvSpPr>
                  <p:cNvPr id="1997354" name="Freeform 2603"/>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5" name="Freeform 2604"/>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6" name="Freeform 2605"/>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57" name="Group 2606"/>
                <p:cNvGrpSpPr>
                  <a:grpSpLocks/>
                </p:cNvGrpSpPr>
                <p:nvPr/>
              </p:nvGrpSpPr>
              <p:grpSpPr bwMode="auto">
                <a:xfrm>
                  <a:off x="1014" y="3645"/>
                  <a:ext cx="44" cy="23"/>
                  <a:chOff x="1014" y="3645"/>
                  <a:chExt cx="44" cy="23"/>
                </a:xfrm>
              </p:grpSpPr>
              <p:sp>
                <p:nvSpPr>
                  <p:cNvPr id="1997358" name="Freeform 2607"/>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9" name="Freeform 2608"/>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0" name="Freeform 2609"/>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61" name="Group 2610"/>
                <p:cNvGrpSpPr>
                  <a:grpSpLocks/>
                </p:cNvGrpSpPr>
                <p:nvPr/>
              </p:nvGrpSpPr>
              <p:grpSpPr bwMode="auto">
                <a:xfrm>
                  <a:off x="1027" y="3659"/>
                  <a:ext cx="45" cy="23"/>
                  <a:chOff x="1027" y="3659"/>
                  <a:chExt cx="45" cy="23"/>
                </a:xfrm>
              </p:grpSpPr>
              <p:sp>
                <p:nvSpPr>
                  <p:cNvPr id="1997362" name="Freeform 2611"/>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3" name="Freeform 2612"/>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4" name="Freeform 2613"/>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65" name="Group 2614"/>
                <p:cNvGrpSpPr>
                  <a:grpSpLocks/>
                </p:cNvGrpSpPr>
                <p:nvPr/>
              </p:nvGrpSpPr>
              <p:grpSpPr bwMode="auto">
                <a:xfrm>
                  <a:off x="1040" y="3672"/>
                  <a:ext cx="45" cy="23"/>
                  <a:chOff x="1040" y="3672"/>
                  <a:chExt cx="45" cy="23"/>
                </a:xfrm>
              </p:grpSpPr>
              <p:sp>
                <p:nvSpPr>
                  <p:cNvPr id="1997366" name="Freeform 2615"/>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7" name="Freeform 2616"/>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8" name="Freeform 2617"/>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369" name="Group 2618"/>
              <p:cNvGrpSpPr>
                <a:grpSpLocks/>
              </p:cNvGrpSpPr>
              <p:nvPr/>
            </p:nvGrpSpPr>
            <p:grpSpPr bwMode="auto">
              <a:xfrm>
                <a:off x="1054" y="3685"/>
                <a:ext cx="45" cy="23"/>
                <a:chOff x="1054" y="3685"/>
                <a:chExt cx="45" cy="23"/>
              </a:xfrm>
            </p:grpSpPr>
            <p:sp>
              <p:nvSpPr>
                <p:cNvPr id="1997370" name="Freeform 2619"/>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1" name="Freeform 2620"/>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2" name="Freeform 2621"/>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73" name="Group 2622"/>
              <p:cNvGrpSpPr>
                <a:grpSpLocks/>
              </p:cNvGrpSpPr>
              <p:nvPr/>
            </p:nvGrpSpPr>
            <p:grpSpPr bwMode="auto">
              <a:xfrm>
                <a:off x="1067" y="3698"/>
                <a:ext cx="45" cy="23"/>
                <a:chOff x="1067" y="3698"/>
                <a:chExt cx="45" cy="23"/>
              </a:xfrm>
            </p:grpSpPr>
            <p:sp>
              <p:nvSpPr>
                <p:cNvPr id="1997374" name="Freeform 2623"/>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5" name="Freeform 2624"/>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6" name="Freeform 2625"/>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77" name="Group 2626"/>
              <p:cNvGrpSpPr>
                <a:grpSpLocks/>
              </p:cNvGrpSpPr>
              <p:nvPr/>
            </p:nvGrpSpPr>
            <p:grpSpPr bwMode="auto">
              <a:xfrm>
                <a:off x="1079" y="3712"/>
                <a:ext cx="44" cy="23"/>
                <a:chOff x="1079" y="3712"/>
                <a:chExt cx="44" cy="23"/>
              </a:xfrm>
            </p:grpSpPr>
            <p:sp>
              <p:nvSpPr>
                <p:cNvPr id="1997378" name="Freeform 2627"/>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9" name="Freeform 2628"/>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0" name="Freeform 2629"/>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81" name="Group 2630"/>
              <p:cNvGrpSpPr>
                <a:grpSpLocks/>
              </p:cNvGrpSpPr>
              <p:nvPr/>
            </p:nvGrpSpPr>
            <p:grpSpPr bwMode="auto">
              <a:xfrm>
                <a:off x="1093" y="3725"/>
                <a:ext cx="45" cy="23"/>
                <a:chOff x="1093" y="3725"/>
                <a:chExt cx="45" cy="23"/>
              </a:xfrm>
            </p:grpSpPr>
            <p:sp>
              <p:nvSpPr>
                <p:cNvPr id="1997382" name="Freeform 2631"/>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3" name="Freeform 2632"/>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4" name="Freeform 2633"/>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85" name="Group 2634"/>
              <p:cNvGrpSpPr>
                <a:grpSpLocks/>
              </p:cNvGrpSpPr>
              <p:nvPr/>
            </p:nvGrpSpPr>
            <p:grpSpPr bwMode="auto">
              <a:xfrm>
                <a:off x="1108" y="3739"/>
                <a:ext cx="44" cy="23"/>
                <a:chOff x="1108" y="3739"/>
                <a:chExt cx="44" cy="23"/>
              </a:xfrm>
            </p:grpSpPr>
            <p:sp>
              <p:nvSpPr>
                <p:cNvPr id="1997386" name="Freeform 2635"/>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7" name="Freeform 2636"/>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8" name="Freeform 2637"/>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89" name="Group 2638"/>
              <p:cNvGrpSpPr>
                <a:grpSpLocks/>
              </p:cNvGrpSpPr>
              <p:nvPr/>
            </p:nvGrpSpPr>
            <p:grpSpPr bwMode="auto">
              <a:xfrm>
                <a:off x="1121" y="3753"/>
                <a:ext cx="45" cy="23"/>
                <a:chOff x="1121" y="3753"/>
                <a:chExt cx="45" cy="23"/>
              </a:xfrm>
            </p:grpSpPr>
            <p:sp>
              <p:nvSpPr>
                <p:cNvPr id="1997390" name="Freeform 2639"/>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1" name="Freeform 2640"/>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2" name="Freeform 2641"/>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93" name="Group 2642"/>
              <p:cNvGrpSpPr>
                <a:grpSpLocks/>
              </p:cNvGrpSpPr>
              <p:nvPr/>
            </p:nvGrpSpPr>
            <p:grpSpPr bwMode="auto">
              <a:xfrm>
                <a:off x="1133" y="3767"/>
                <a:ext cx="44" cy="23"/>
                <a:chOff x="1133" y="3767"/>
                <a:chExt cx="44" cy="23"/>
              </a:xfrm>
            </p:grpSpPr>
            <p:sp>
              <p:nvSpPr>
                <p:cNvPr id="1997394" name="Freeform 2643"/>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5" name="Freeform 2644"/>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6" name="Freeform 2645"/>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397" name="Freeform 2646"/>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8" name="Freeform 2647"/>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9" name="Freeform 2648"/>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0" name="Freeform 2649"/>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1" name="Freeform 2650"/>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2" name="Freeform 2651"/>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3" name="Freeform 2652"/>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4" name="Freeform 2653"/>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5" name="Freeform 2654"/>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6" name="Freeform 2655"/>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7" name="Freeform 2656"/>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408" name="Group 2657"/>
              <p:cNvGrpSpPr>
                <a:grpSpLocks/>
              </p:cNvGrpSpPr>
              <p:nvPr/>
            </p:nvGrpSpPr>
            <p:grpSpPr bwMode="auto">
              <a:xfrm>
                <a:off x="700" y="3535"/>
                <a:ext cx="49" cy="24"/>
                <a:chOff x="700" y="3535"/>
                <a:chExt cx="49" cy="24"/>
              </a:xfrm>
            </p:grpSpPr>
            <p:sp>
              <p:nvSpPr>
                <p:cNvPr id="1997409" name="Freeform 2658"/>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0" name="Freeform 2659"/>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1" name="Freeform 2660"/>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12" name="Group 2661"/>
              <p:cNvGrpSpPr>
                <a:grpSpLocks/>
              </p:cNvGrpSpPr>
              <p:nvPr/>
            </p:nvGrpSpPr>
            <p:grpSpPr bwMode="auto">
              <a:xfrm>
                <a:off x="714" y="3551"/>
                <a:ext cx="49" cy="22"/>
                <a:chOff x="714" y="3551"/>
                <a:chExt cx="49" cy="22"/>
              </a:xfrm>
            </p:grpSpPr>
            <p:sp>
              <p:nvSpPr>
                <p:cNvPr id="1997413" name="Freeform 2662"/>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4" name="Freeform 2663"/>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5" name="Freeform 2664"/>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16" name="Group 2665"/>
              <p:cNvGrpSpPr>
                <a:grpSpLocks/>
              </p:cNvGrpSpPr>
              <p:nvPr/>
            </p:nvGrpSpPr>
            <p:grpSpPr bwMode="auto">
              <a:xfrm>
                <a:off x="728" y="3564"/>
                <a:ext cx="48" cy="23"/>
                <a:chOff x="728" y="3564"/>
                <a:chExt cx="48" cy="23"/>
              </a:xfrm>
            </p:grpSpPr>
            <p:sp>
              <p:nvSpPr>
                <p:cNvPr id="1997417" name="Freeform 2666"/>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8" name="Freeform 2667"/>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9" name="Freeform 2668"/>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20" name="Group 2669"/>
              <p:cNvGrpSpPr>
                <a:grpSpLocks/>
              </p:cNvGrpSpPr>
              <p:nvPr/>
            </p:nvGrpSpPr>
            <p:grpSpPr bwMode="auto">
              <a:xfrm>
                <a:off x="742" y="3582"/>
                <a:ext cx="49" cy="23"/>
                <a:chOff x="742" y="3582"/>
                <a:chExt cx="49" cy="23"/>
              </a:xfrm>
            </p:grpSpPr>
            <p:sp>
              <p:nvSpPr>
                <p:cNvPr id="1997421" name="Freeform 2670"/>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22" name="Freeform 2671"/>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23" name="Freeform 2672"/>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24" name="Group 2673"/>
              <p:cNvGrpSpPr>
                <a:grpSpLocks/>
              </p:cNvGrpSpPr>
              <p:nvPr/>
            </p:nvGrpSpPr>
            <p:grpSpPr bwMode="auto">
              <a:xfrm>
                <a:off x="752" y="3597"/>
                <a:ext cx="133" cy="106"/>
                <a:chOff x="752" y="3597"/>
                <a:chExt cx="133" cy="106"/>
              </a:xfrm>
            </p:grpSpPr>
            <p:sp>
              <p:nvSpPr>
                <p:cNvPr id="1997425" name="Freeform 2674"/>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26" name="Freeform 2675"/>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27" name="Freeform 2676"/>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28" name="Group 2677"/>
              <p:cNvGrpSpPr>
                <a:grpSpLocks/>
              </p:cNvGrpSpPr>
              <p:nvPr/>
            </p:nvGrpSpPr>
            <p:grpSpPr bwMode="auto">
              <a:xfrm>
                <a:off x="844" y="3694"/>
                <a:ext cx="48" cy="23"/>
                <a:chOff x="844" y="3694"/>
                <a:chExt cx="48" cy="23"/>
              </a:xfrm>
            </p:grpSpPr>
            <p:sp>
              <p:nvSpPr>
                <p:cNvPr id="1997429" name="Freeform 2678"/>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0" name="Freeform 2679"/>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1" name="Freeform 2680"/>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32" name="Group 2681"/>
              <p:cNvGrpSpPr>
                <a:grpSpLocks/>
              </p:cNvGrpSpPr>
              <p:nvPr/>
            </p:nvGrpSpPr>
            <p:grpSpPr bwMode="auto">
              <a:xfrm>
                <a:off x="857" y="3710"/>
                <a:ext cx="49" cy="22"/>
                <a:chOff x="857" y="3710"/>
                <a:chExt cx="49" cy="22"/>
              </a:xfrm>
            </p:grpSpPr>
            <p:sp>
              <p:nvSpPr>
                <p:cNvPr id="1997433" name="Freeform 2682"/>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4" name="Freeform 2683"/>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5" name="Freeform 2684"/>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36" name="Group 2685"/>
              <p:cNvGrpSpPr>
                <a:grpSpLocks/>
              </p:cNvGrpSpPr>
              <p:nvPr/>
            </p:nvGrpSpPr>
            <p:grpSpPr bwMode="auto">
              <a:xfrm>
                <a:off x="1086" y="3766"/>
                <a:ext cx="49" cy="23"/>
                <a:chOff x="1086" y="3766"/>
                <a:chExt cx="49" cy="23"/>
              </a:xfrm>
            </p:grpSpPr>
            <p:sp>
              <p:nvSpPr>
                <p:cNvPr id="1997437" name="Freeform 2686"/>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8" name="Freeform 2687"/>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9" name="Freeform 2688"/>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40" name="Group 2689"/>
              <p:cNvGrpSpPr>
                <a:grpSpLocks/>
              </p:cNvGrpSpPr>
              <p:nvPr/>
            </p:nvGrpSpPr>
            <p:grpSpPr bwMode="auto">
              <a:xfrm>
                <a:off x="934" y="3740"/>
                <a:ext cx="48" cy="23"/>
                <a:chOff x="934" y="3740"/>
                <a:chExt cx="48" cy="23"/>
              </a:xfrm>
            </p:grpSpPr>
            <p:sp>
              <p:nvSpPr>
                <p:cNvPr id="1997441" name="Freeform 2690"/>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2" name="Freeform 2691"/>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3" name="Freeform 2692"/>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44" name="Group 2693"/>
              <p:cNvGrpSpPr>
                <a:grpSpLocks/>
              </p:cNvGrpSpPr>
              <p:nvPr/>
            </p:nvGrpSpPr>
            <p:grpSpPr bwMode="auto">
              <a:xfrm>
                <a:off x="943" y="3754"/>
                <a:ext cx="49" cy="23"/>
                <a:chOff x="943" y="3754"/>
                <a:chExt cx="49" cy="23"/>
              </a:xfrm>
            </p:grpSpPr>
            <p:sp>
              <p:nvSpPr>
                <p:cNvPr id="1997445" name="Freeform 2694"/>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6" name="Freeform 2695"/>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7" name="Freeform 2696"/>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448" name="Freeform 2697"/>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9" name="Freeform 2698"/>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50" name="Freeform 2699"/>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51" name="Group 2700"/>
            <p:cNvGrpSpPr>
              <a:grpSpLocks/>
            </p:cNvGrpSpPr>
            <p:nvPr/>
          </p:nvGrpSpPr>
          <p:grpSpPr bwMode="auto">
            <a:xfrm>
              <a:off x="920" y="3821"/>
              <a:ext cx="413" cy="50"/>
              <a:chOff x="920" y="3821"/>
              <a:chExt cx="413" cy="50"/>
            </a:xfrm>
          </p:grpSpPr>
          <p:sp>
            <p:nvSpPr>
              <p:cNvPr id="1997452" name="Freeform 2701"/>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53" name="Freeform 2702"/>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54" name="Rectangle 2703"/>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55" name="Rectangle 2704"/>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56" name="Group 2705"/>
            <p:cNvGrpSpPr>
              <a:grpSpLocks/>
            </p:cNvGrpSpPr>
            <p:nvPr/>
          </p:nvGrpSpPr>
          <p:grpSpPr bwMode="auto">
            <a:xfrm>
              <a:off x="1227" y="3477"/>
              <a:ext cx="508" cy="321"/>
              <a:chOff x="1227" y="3477"/>
              <a:chExt cx="508" cy="321"/>
            </a:xfrm>
          </p:grpSpPr>
          <p:sp>
            <p:nvSpPr>
              <p:cNvPr id="1997457" name="Freeform 2706"/>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58" name="Freeform 2707"/>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59" name="Freeform 2708"/>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0" name="Line 2709"/>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61" name="Freeform 2710"/>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2" name="Freeform 2711"/>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3" name="Freeform 2712"/>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4" name="Freeform 2713"/>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5" name="Freeform 2714"/>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6" name="Freeform 2715"/>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7" name="Freeform 2716"/>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8" name="Freeform 2717"/>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9" name="Freeform 2718"/>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70" name="Freeform 2719"/>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71" name="Oval 2720"/>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2" name="Oval 2721"/>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3" name="Freeform 2722"/>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4" name="Oval 2723"/>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5" name="Oval 2724"/>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sp>
        <p:nvSpPr>
          <p:cNvPr id="1997476" name="Line 2725"/>
          <p:cNvSpPr>
            <a:spLocks noChangeShapeType="1"/>
          </p:cNvSpPr>
          <p:nvPr/>
        </p:nvSpPr>
        <p:spPr bwMode="auto">
          <a:xfrm rot="816166">
            <a:off x="1862138" y="5148263"/>
            <a:ext cx="3354387" cy="288925"/>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7" name="Text Box 2726"/>
          <p:cNvSpPr txBox="1">
            <a:spLocks noChangeArrowheads="1"/>
          </p:cNvSpPr>
          <p:nvPr/>
        </p:nvSpPr>
        <p:spPr bwMode="auto">
          <a:xfrm>
            <a:off x="1136650" y="4221163"/>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800" b="1">
                <a:solidFill>
                  <a:srgbClr val="000099"/>
                </a:solidFill>
                <a:ea typeface="宋体" panose="02010600030101010101" pitchFamily="2" charset="-122"/>
              </a:rPr>
              <a:t>A</a:t>
            </a:r>
            <a:endParaRPr lang="en-US" altLang="zh-CN" sz="2800" b="1" i="1">
              <a:solidFill>
                <a:srgbClr val="000099"/>
              </a:solidFill>
              <a:ea typeface="宋体" panose="02010600030101010101" pitchFamily="2" charset="-122"/>
            </a:endParaRPr>
          </a:p>
        </p:txBody>
      </p:sp>
      <p:sp>
        <p:nvSpPr>
          <p:cNvPr id="1997478" name="Line 2727"/>
          <p:cNvSpPr>
            <a:spLocks noChangeShapeType="1"/>
          </p:cNvSpPr>
          <p:nvPr/>
        </p:nvSpPr>
        <p:spPr bwMode="auto">
          <a:xfrm rot="816166" flipV="1">
            <a:off x="2127250" y="4062413"/>
            <a:ext cx="5761038" cy="1212850"/>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9" name="Line 2728"/>
          <p:cNvSpPr>
            <a:spLocks noChangeShapeType="1"/>
          </p:cNvSpPr>
          <p:nvPr/>
        </p:nvSpPr>
        <p:spPr bwMode="auto">
          <a:xfrm rot="816166" flipV="1">
            <a:off x="2190750" y="3059113"/>
            <a:ext cx="3294063" cy="1779587"/>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80" name="Line 2729"/>
          <p:cNvSpPr>
            <a:spLocks noChangeShapeType="1"/>
          </p:cNvSpPr>
          <p:nvPr/>
        </p:nvSpPr>
        <p:spPr bwMode="auto">
          <a:xfrm rot="816166" flipV="1">
            <a:off x="1993900" y="3511550"/>
            <a:ext cx="508000" cy="1004888"/>
          </a:xfrm>
          <a:prstGeom prst="line">
            <a:avLst/>
          </a:prstGeom>
          <a:noFill/>
          <a:ln w="57150">
            <a:solidFill>
              <a:schemeClr va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481" name="Group 2730"/>
          <p:cNvGrpSpPr>
            <a:grpSpLocks/>
          </p:cNvGrpSpPr>
          <p:nvPr/>
        </p:nvGrpSpPr>
        <p:grpSpPr bwMode="auto">
          <a:xfrm>
            <a:off x="7821613" y="5929313"/>
            <a:ext cx="720725" cy="546100"/>
            <a:chOff x="624" y="2968"/>
            <a:chExt cx="1331" cy="920"/>
          </a:xfrm>
        </p:grpSpPr>
        <p:sp>
          <p:nvSpPr>
            <p:cNvPr id="1997482" name="Freeform 2731"/>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83" name="Freeform 2732"/>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84" name="Freeform 2733"/>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85" name="Freeform 2734"/>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86" name="Freeform 2735"/>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87" name="Freeform 2736"/>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88" name="Freeform 2737"/>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89" name="Freeform 2738"/>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0" name="Freeform 2739"/>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1" name="Freeform 2740"/>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2" name="Freeform 2741"/>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3" name="Freeform 2742"/>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494" name="Group 2743"/>
            <p:cNvGrpSpPr>
              <a:grpSpLocks/>
            </p:cNvGrpSpPr>
            <p:nvPr/>
          </p:nvGrpSpPr>
          <p:grpSpPr bwMode="auto">
            <a:xfrm>
              <a:off x="700" y="3526"/>
              <a:ext cx="515" cy="270"/>
              <a:chOff x="700" y="3526"/>
              <a:chExt cx="515" cy="270"/>
            </a:xfrm>
          </p:grpSpPr>
          <p:grpSp>
            <p:nvGrpSpPr>
              <p:cNvPr id="1997495" name="Group 2744"/>
              <p:cNvGrpSpPr>
                <a:grpSpLocks/>
              </p:cNvGrpSpPr>
              <p:nvPr/>
            </p:nvGrpSpPr>
            <p:grpSpPr bwMode="auto">
              <a:xfrm>
                <a:off x="737" y="3534"/>
                <a:ext cx="49" cy="23"/>
                <a:chOff x="737" y="3534"/>
                <a:chExt cx="49" cy="23"/>
              </a:xfrm>
            </p:grpSpPr>
            <p:sp>
              <p:nvSpPr>
                <p:cNvPr id="1997496" name="Freeform 2745"/>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7" name="Freeform 2746"/>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8" name="Freeform 2747"/>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99" name="Group 2748"/>
              <p:cNvGrpSpPr>
                <a:grpSpLocks/>
              </p:cNvGrpSpPr>
              <p:nvPr/>
            </p:nvGrpSpPr>
            <p:grpSpPr bwMode="auto">
              <a:xfrm>
                <a:off x="748" y="3547"/>
                <a:ext cx="50" cy="23"/>
                <a:chOff x="748" y="3547"/>
                <a:chExt cx="50" cy="23"/>
              </a:xfrm>
            </p:grpSpPr>
            <p:sp>
              <p:nvSpPr>
                <p:cNvPr id="1997500" name="Freeform 2749"/>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1" name="Freeform 2750"/>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2" name="Freeform 2751"/>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503" name="Freeform 2752"/>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4" name="Freeform 2753"/>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5" name="Freeform 2754"/>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6" name="Freeform 2755"/>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507" name="Group 2756"/>
              <p:cNvGrpSpPr>
                <a:grpSpLocks/>
              </p:cNvGrpSpPr>
              <p:nvPr/>
            </p:nvGrpSpPr>
            <p:grpSpPr bwMode="auto">
              <a:xfrm>
                <a:off x="872" y="3547"/>
                <a:ext cx="50" cy="23"/>
                <a:chOff x="872" y="3547"/>
                <a:chExt cx="50" cy="23"/>
              </a:xfrm>
            </p:grpSpPr>
            <p:sp>
              <p:nvSpPr>
                <p:cNvPr id="1997508" name="Freeform 2757"/>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9" name="Freeform 2758"/>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0" name="Freeform 2759"/>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11" name="Group 2760"/>
              <p:cNvGrpSpPr>
                <a:grpSpLocks/>
              </p:cNvGrpSpPr>
              <p:nvPr/>
            </p:nvGrpSpPr>
            <p:grpSpPr bwMode="auto">
              <a:xfrm>
                <a:off x="885" y="3559"/>
                <a:ext cx="50" cy="23"/>
                <a:chOff x="885" y="3559"/>
                <a:chExt cx="50" cy="23"/>
              </a:xfrm>
            </p:grpSpPr>
            <p:sp>
              <p:nvSpPr>
                <p:cNvPr id="1997512" name="Freeform 2761"/>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3" name="Freeform 2762"/>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4" name="Freeform 2763"/>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15" name="Group 2764"/>
              <p:cNvGrpSpPr>
                <a:grpSpLocks/>
              </p:cNvGrpSpPr>
              <p:nvPr/>
            </p:nvGrpSpPr>
            <p:grpSpPr bwMode="auto">
              <a:xfrm>
                <a:off x="898" y="3571"/>
                <a:ext cx="49" cy="23"/>
                <a:chOff x="898" y="3571"/>
                <a:chExt cx="49" cy="23"/>
              </a:xfrm>
            </p:grpSpPr>
            <p:sp>
              <p:nvSpPr>
                <p:cNvPr id="1997516" name="Freeform 2765"/>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7" name="Freeform 2766"/>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8" name="Freeform 2767"/>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19" name="Group 2768"/>
              <p:cNvGrpSpPr>
                <a:grpSpLocks/>
              </p:cNvGrpSpPr>
              <p:nvPr/>
            </p:nvGrpSpPr>
            <p:grpSpPr bwMode="auto">
              <a:xfrm>
                <a:off x="911" y="3585"/>
                <a:ext cx="49" cy="23"/>
                <a:chOff x="911" y="3585"/>
                <a:chExt cx="49" cy="23"/>
              </a:xfrm>
            </p:grpSpPr>
            <p:sp>
              <p:nvSpPr>
                <p:cNvPr id="1997520" name="Freeform 2769"/>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21" name="Freeform 2770"/>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22" name="Freeform 2771"/>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23" name="Group 2772"/>
              <p:cNvGrpSpPr>
                <a:grpSpLocks/>
              </p:cNvGrpSpPr>
              <p:nvPr/>
            </p:nvGrpSpPr>
            <p:grpSpPr bwMode="auto">
              <a:xfrm>
                <a:off x="923" y="3600"/>
                <a:ext cx="99" cy="73"/>
                <a:chOff x="923" y="3600"/>
                <a:chExt cx="99" cy="73"/>
              </a:xfrm>
            </p:grpSpPr>
            <p:grpSp>
              <p:nvGrpSpPr>
                <p:cNvPr id="1997524" name="Group 2773"/>
                <p:cNvGrpSpPr>
                  <a:grpSpLocks/>
                </p:cNvGrpSpPr>
                <p:nvPr/>
              </p:nvGrpSpPr>
              <p:grpSpPr bwMode="auto">
                <a:xfrm>
                  <a:off x="923" y="3600"/>
                  <a:ext cx="49" cy="23"/>
                  <a:chOff x="923" y="3600"/>
                  <a:chExt cx="49" cy="23"/>
                </a:xfrm>
              </p:grpSpPr>
              <p:sp>
                <p:nvSpPr>
                  <p:cNvPr id="1997525" name="Freeform 2774"/>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26" name="Freeform 2775"/>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27" name="Freeform 2776"/>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28" name="Group 2777"/>
                <p:cNvGrpSpPr>
                  <a:grpSpLocks/>
                </p:cNvGrpSpPr>
                <p:nvPr/>
              </p:nvGrpSpPr>
              <p:grpSpPr bwMode="auto">
                <a:xfrm>
                  <a:off x="935" y="3612"/>
                  <a:ext cx="48" cy="23"/>
                  <a:chOff x="935" y="3612"/>
                  <a:chExt cx="48" cy="23"/>
                </a:xfrm>
              </p:grpSpPr>
              <p:sp>
                <p:nvSpPr>
                  <p:cNvPr id="1997529" name="Freeform 2778"/>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0" name="Freeform 2779"/>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1" name="Freeform 2780"/>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32" name="Group 2781"/>
                <p:cNvGrpSpPr>
                  <a:grpSpLocks/>
                </p:cNvGrpSpPr>
                <p:nvPr/>
              </p:nvGrpSpPr>
              <p:grpSpPr bwMode="auto">
                <a:xfrm>
                  <a:off x="947" y="3625"/>
                  <a:ext cx="50" cy="22"/>
                  <a:chOff x="947" y="3625"/>
                  <a:chExt cx="50" cy="22"/>
                </a:xfrm>
              </p:grpSpPr>
              <p:sp>
                <p:nvSpPr>
                  <p:cNvPr id="1997533" name="Freeform 2782"/>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4" name="Freeform 2783"/>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5" name="Freeform 2784"/>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36" name="Group 2785"/>
                <p:cNvGrpSpPr>
                  <a:grpSpLocks/>
                </p:cNvGrpSpPr>
                <p:nvPr/>
              </p:nvGrpSpPr>
              <p:grpSpPr bwMode="auto">
                <a:xfrm>
                  <a:off x="960" y="3637"/>
                  <a:ext cx="50" cy="23"/>
                  <a:chOff x="960" y="3637"/>
                  <a:chExt cx="50" cy="23"/>
                </a:xfrm>
              </p:grpSpPr>
              <p:sp>
                <p:nvSpPr>
                  <p:cNvPr id="1997537" name="Freeform 2786"/>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8" name="Freeform 2787"/>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9" name="Freeform 2788"/>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40" name="Group 2789"/>
                <p:cNvGrpSpPr>
                  <a:grpSpLocks/>
                </p:cNvGrpSpPr>
                <p:nvPr/>
              </p:nvGrpSpPr>
              <p:grpSpPr bwMode="auto">
                <a:xfrm>
                  <a:off x="973" y="3650"/>
                  <a:ext cx="49" cy="23"/>
                  <a:chOff x="973" y="3650"/>
                  <a:chExt cx="49" cy="23"/>
                </a:xfrm>
              </p:grpSpPr>
              <p:sp>
                <p:nvSpPr>
                  <p:cNvPr id="1997541" name="Freeform 2790"/>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42" name="Freeform 2791"/>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43" name="Freeform 2792"/>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544" name="Group 2793"/>
              <p:cNvGrpSpPr>
                <a:grpSpLocks/>
              </p:cNvGrpSpPr>
              <p:nvPr/>
            </p:nvGrpSpPr>
            <p:grpSpPr bwMode="auto">
              <a:xfrm>
                <a:off x="985" y="3665"/>
                <a:ext cx="100" cy="73"/>
                <a:chOff x="985" y="3665"/>
                <a:chExt cx="100" cy="73"/>
              </a:xfrm>
            </p:grpSpPr>
            <p:grpSp>
              <p:nvGrpSpPr>
                <p:cNvPr id="1997545" name="Group 2794"/>
                <p:cNvGrpSpPr>
                  <a:grpSpLocks/>
                </p:cNvGrpSpPr>
                <p:nvPr/>
              </p:nvGrpSpPr>
              <p:grpSpPr bwMode="auto">
                <a:xfrm>
                  <a:off x="985" y="3665"/>
                  <a:ext cx="50" cy="23"/>
                  <a:chOff x="985" y="3665"/>
                  <a:chExt cx="50" cy="23"/>
                </a:xfrm>
              </p:grpSpPr>
              <p:sp>
                <p:nvSpPr>
                  <p:cNvPr id="1997546" name="Freeform 2795"/>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47" name="Freeform 2796"/>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48" name="Freeform 2797"/>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49" name="Group 2798"/>
                <p:cNvGrpSpPr>
                  <a:grpSpLocks/>
                </p:cNvGrpSpPr>
                <p:nvPr/>
              </p:nvGrpSpPr>
              <p:grpSpPr bwMode="auto">
                <a:xfrm>
                  <a:off x="997" y="3677"/>
                  <a:ext cx="49" cy="23"/>
                  <a:chOff x="997" y="3677"/>
                  <a:chExt cx="49" cy="23"/>
                </a:xfrm>
              </p:grpSpPr>
              <p:sp>
                <p:nvSpPr>
                  <p:cNvPr id="1997550" name="Freeform 2799"/>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1" name="Freeform 2800"/>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2" name="Freeform 2801"/>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53" name="Group 2802"/>
                <p:cNvGrpSpPr>
                  <a:grpSpLocks/>
                </p:cNvGrpSpPr>
                <p:nvPr/>
              </p:nvGrpSpPr>
              <p:grpSpPr bwMode="auto">
                <a:xfrm>
                  <a:off x="1010" y="3690"/>
                  <a:ext cx="48" cy="23"/>
                  <a:chOff x="1010" y="3690"/>
                  <a:chExt cx="48" cy="23"/>
                </a:xfrm>
              </p:grpSpPr>
              <p:sp>
                <p:nvSpPr>
                  <p:cNvPr id="1997554" name="Freeform 2803"/>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5" name="Freeform 2804"/>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6" name="Freeform 2805"/>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57" name="Group 2806"/>
                <p:cNvGrpSpPr>
                  <a:grpSpLocks/>
                </p:cNvGrpSpPr>
                <p:nvPr/>
              </p:nvGrpSpPr>
              <p:grpSpPr bwMode="auto">
                <a:xfrm>
                  <a:off x="1023" y="3703"/>
                  <a:ext cx="49" cy="22"/>
                  <a:chOff x="1023" y="3703"/>
                  <a:chExt cx="49" cy="22"/>
                </a:xfrm>
              </p:grpSpPr>
              <p:sp>
                <p:nvSpPr>
                  <p:cNvPr id="1997558" name="Freeform 2807"/>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9" name="Freeform 2808"/>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0" name="Freeform 2809"/>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61" name="Group 2810"/>
                <p:cNvGrpSpPr>
                  <a:grpSpLocks/>
                </p:cNvGrpSpPr>
                <p:nvPr/>
              </p:nvGrpSpPr>
              <p:grpSpPr bwMode="auto">
                <a:xfrm>
                  <a:off x="1036" y="3716"/>
                  <a:ext cx="49" cy="22"/>
                  <a:chOff x="1036" y="3716"/>
                  <a:chExt cx="49" cy="22"/>
                </a:xfrm>
              </p:grpSpPr>
              <p:sp>
                <p:nvSpPr>
                  <p:cNvPr id="1997562" name="Freeform 2811"/>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3" name="Freeform 2812"/>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4" name="Freeform 2813"/>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565" name="Group 2814"/>
              <p:cNvGrpSpPr>
                <a:grpSpLocks/>
              </p:cNvGrpSpPr>
              <p:nvPr/>
            </p:nvGrpSpPr>
            <p:grpSpPr bwMode="auto">
              <a:xfrm>
                <a:off x="1046" y="3727"/>
                <a:ext cx="49" cy="23"/>
                <a:chOff x="1046" y="3727"/>
                <a:chExt cx="49" cy="23"/>
              </a:xfrm>
            </p:grpSpPr>
            <p:sp>
              <p:nvSpPr>
                <p:cNvPr id="1997566" name="Freeform 2815"/>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7" name="Freeform 2816"/>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8" name="Freeform 2817"/>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69" name="Group 2818"/>
              <p:cNvGrpSpPr>
                <a:grpSpLocks/>
              </p:cNvGrpSpPr>
              <p:nvPr/>
            </p:nvGrpSpPr>
            <p:grpSpPr bwMode="auto">
              <a:xfrm>
                <a:off x="1058" y="3739"/>
                <a:ext cx="50" cy="23"/>
                <a:chOff x="1058" y="3739"/>
                <a:chExt cx="50" cy="23"/>
              </a:xfrm>
            </p:grpSpPr>
            <p:sp>
              <p:nvSpPr>
                <p:cNvPr id="1997570" name="Freeform 2819"/>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1" name="Freeform 2820"/>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2" name="Freeform 2821"/>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73" name="Group 2822"/>
              <p:cNvGrpSpPr>
                <a:grpSpLocks/>
              </p:cNvGrpSpPr>
              <p:nvPr/>
            </p:nvGrpSpPr>
            <p:grpSpPr bwMode="auto">
              <a:xfrm>
                <a:off x="1072" y="3753"/>
                <a:ext cx="48" cy="22"/>
                <a:chOff x="1072" y="3753"/>
                <a:chExt cx="48" cy="22"/>
              </a:xfrm>
            </p:grpSpPr>
            <p:sp>
              <p:nvSpPr>
                <p:cNvPr id="1997574" name="Freeform 2823"/>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5" name="Freeform 2824"/>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6" name="Freeform 2825"/>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577" name="Freeform 2826"/>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8" name="Freeform 2827"/>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9" name="Freeform 2828"/>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580" name="Group 2829"/>
              <p:cNvGrpSpPr>
                <a:grpSpLocks/>
              </p:cNvGrpSpPr>
              <p:nvPr/>
            </p:nvGrpSpPr>
            <p:grpSpPr bwMode="auto">
              <a:xfrm>
                <a:off x="832" y="3547"/>
                <a:ext cx="49" cy="23"/>
                <a:chOff x="832" y="3547"/>
                <a:chExt cx="49" cy="23"/>
              </a:xfrm>
            </p:grpSpPr>
            <p:sp>
              <p:nvSpPr>
                <p:cNvPr id="1997581" name="Freeform 2830"/>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82" name="Freeform 2831"/>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83" name="Freeform 2832"/>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84" name="Group 2833"/>
              <p:cNvGrpSpPr>
                <a:grpSpLocks/>
              </p:cNvGrpSpPr>
              <p:nvPr/>
            </p:nvGrpSpPr>
            <p:grpSpPr bwMode="auto">
              <a:xfrm>
                <a:off x="844" y="3560"/>
                <a:ext cx="49" cy="22"/>
                <a:chOff x="844" y="3560"/>
                <a:chExt cx="49" cy="22"/>
              </a:xfrm>
            </p:grpSpPr>
            <p:sp>
              <p:nvSpPr>
                <p:cNvPr id="1997585" name="Freeform 2834"/>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86" name="Freeform 2835"/>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87" name="Freeform 2836"/>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88" name="Group 2837"/>
              <p:cNvGrpSpPr>
                <a:grpSpLocks/>
              </p:cNvGrpSpPr>
              <p:nvPr/>
            </p:nvGrpSpPr>
            <p:grpSpPr bwMode="auto">
              <a:xfrm>
                <a:off x="857" y="3572"/>
                <a:ext cx="50" cy="23"/>
                <a:chOff x="857" y="3572"/>
                <a:chExt cx="50" cy="23"/>
              </a:xfrm>
            </p:grpSpPr>
            <p:sp>
              <p:nvSpPr>
                <p:cNvPr id="1997589" name="Freeform 2838"/>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0" name="Freeform 2839"/>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1" name="Freeform 2840"/>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92" name="Group 2841"/>
              <p:cNvGrpSpPr>
                <a:grpSpLocks/>
              </p:cNvGrpSpPr>
              <p:nvPr/>
            </p:nvGrpSpPr>
            <p:grpSpPr bwMode="auto">
              <a:xfrm>
                <a:off x="870" y="3585"/>
                <a:ext cx="48" cy="23"/>
                <a:chOff x="870" y="3585"/>
                <a:chExt cx="48" cy="23"/>
              </a:xfrm>
            </p:grpSpPr>
            <p:sp>
              <p:nvSpPr>
                <p:cNvPr id="1997593" name="Freeform 2842"/>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4" name="Freeform 2843"/>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5" name="Freeform 2844"/>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96" name="Group 2845"/>
              <p:cNvGrpSpPr>
                <a:grpSpLocks/>
              </p:cNvGrpSpPr>
              <p:nvPr/>
            </p:nvGrpSpPr>
            <p:grpSpPr bwMode="auto">
              <a:xfrm>
                <a:off x="882" y="3600"/>
                <a:ext cx="100" cy="73"/>
                <a:chOff x="882" y="3600"/>
                <a:chExt cx="100" cy="73"/>
              </a:xfrm>
            </p:grpSpPr>
            <p:grpSp>
              <p:nvGrpSpPr>
                <p:cNvPr id="1997597" name="Group 2846"/>
                <p:cNvGrpSpPr>
                  <a:grpSpLocks/>
                </p:cNvGrpSpPr>
                <p:nvPr/>
              </p:nvGrpSpPr>
              <p:grpSpPr bwMode="auto">
                <a:xfrm>
                  <a:off x="882" y="3600"/>
                  <a:ext cx="49" cy="23"/>
                  <a:chOff x="882" y="3600"/>
                  <a:chExt cx="49" cy="23"/>
                </a:xfrm>
              </p:grpSpPr>
              <p:sp>
                <p:nvSpPr>
                  <p:cNvPr id="1997598" name="Freeform 2847"/>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9" name="Freeform 2848"/>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0" name="Freeform 2849"/>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01" name="Group 2850"/>
                <p:cNvGrpSpPr>
                  <a:grpSpLocks/>
                </p:cNvGrpSpPr>
                <p:nvPr/>
              </p:nvGrpSpPr>
              <p:grpSpPr bwMode="auto">
                <a:xfrm>
                  <a:off x="894" y="3612"/>
                  <a:ext cx="49" cy="23"/>
                  <a:chOff x="894" y="3612"/>
                  <a:chExt cx="49" cy="23"/>
                </a:xfrm>
              </p:grpSpPr>
              <p:sp>
                <p:nvSpPr>
                  <p:cNvPr id="1997602" name="Freeform 2851"/>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3" name="Freeform 2852"/>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4" name="Freeform 2853"/>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05" name="Group 2854"/>
                <p:cNvGrpSpPr>
                  <a:grpSpLocks/>
                </p:cNvGrpSpPr>
                <p:nvPr/>
              </p:nvGrpSpPr>
              <p:grpSpPr bwMode="auto">
                <a:xfrm>
                  <a:off x="907" y="3625"/>
                  <a:ext cx="49" cy="23"/>
                  <a:chOff x="907" y="3625"/>
                  <a:chExt cx="49" cy="23"/>
                </a:xfrm>
              </p:grpSpPr>
              <p:sp>
                <p:nvSpPr>
                  <p:cNvPr id="1997606" name="Freeform 2855"/>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7" name="Freeform 2856"/>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8" name="Freeform 2857"/>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09" name="Group 2858"/>
                <p:cNvGrpSpPr>
                  <a:grpSpLocks/>
                </p:cNvGrpSpPr>
                <p:nvPr/>
              </p:nvGrpSpPr>
              <p:grpSpPr bwMode="auto">
                <a:xfrm>
                  <a:off x="919" y="3638"/>
                  <a:ext cx="49" cy="22"/>
                  <a:chOff x="919" y="3638"/>
                  <a:chExt cx="49" cy="22"/>
                </a:xfrm>
              </p:grpSpPr>
              <p:sp>
                <p:nvSpPr>
                  <p:cNvPr id="1997610" name="Freeform 2859"/>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11" name="Freeform 2860"/>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12" name="Freeform 2861"/>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13" name="Group 2862"/>
                <p:cNvGrpSpPr>
                  <a:grpSpLocks/>
                </p:cNvGrpSpPr>
                <p:nvPr/>
              </p:nvGrpSpPr>
              <p:grpSpPr bwMode="auto">
                <a:xfrm>
                  <a:off x="932" y="3651"/>
                  <a:ext cx="50" cy="22"/>
                  <a:chOff x="932" y="3651"/>
                  <a:chExt cx="50" cy="22"/>
                </a:xfrm>
              </p:grpSpPr>
              <p:sp>
                <p:nvSpPr>
                  <p:cNvPr id="1997614" name="Freeform 2863"/>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15" name="Freeform 2864"/>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16" name="Freeform 2865"/>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617" name="Group 2866"/>
              <p:cNvGrpSpPr>
                <a:grpSpLocks/>
              </p:cNvGrpSpPr>
              <p:nvPr/>
            </p:nvGrpSpPr>
            <p:grpSpPr bwMode="auto">
              <a:xfrm>
                <a:off x="944" y="3665"/>
                <a:ext cx="99" cy="74"/>
                <a:chOff x="944" y="3665"/>
                <a:chExt cx="99" cy="74"/>
              </a:xfrm>
            </p:grpSpPr>
            <p:grpSp>
              <p:nvGrpSpPr>
                <p:cNvPr id="1997618" name="Group 2867"/>
                <p:cNvGrpSpPr>
                  <a:grpSpLocks/>
                </p:cNvGrpSpPr>
                <p:nvPr/>
              </p:nvGrpSpPr>
              <p:grpSpPr bwMode="auto">
                <a:xfrm>
                  <a:off x="944" y="3665"/>
                  <a:ext cx="49" cy="23"/>
                  <a:chOff x="944" y="3665"/>
                  <a:chExt cx="49" cy="23"/>
                </a:xfrm>
              </p:grpSpPr>
              <p:sp>
                <p:nvSpPr>
                  <p:cNvPr id="1997619" name="Freeform 2868"/>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0" name="Freeform 2869"/>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1" name="Freeform 2870"/>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22" name="Group 2871"/>
                <p:cNvGrpSpPr>
                  <a:grpSpLocks/>
                </p:cNvGrpSpPr>
                <p:nvPr/>
              </p:nvGrpSpPr>
              <p:grpSpPr bwMode="auto">
                <a:xfrm>
                  <a:off x="957" y="3678"/>
                  <a:ext cx="48" cy="23"/>
                  <a:chOff x="957" y="3678"/>
                  <a:chExt cx="48" cy="23"/>
                </a:xfrm>
              </p:grpSpPr>
              <p:sp>
                <p:nvSpPr>
                  <p:cNvPr id="1997623" name="Freeform 2872"/>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4" name="Freeform 2873"/>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5" name="Freeform 2874"/>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26" name="Group 2875"/>
                <p:cNvGrpSpPr>
                  <a:grpSpLocks/>
                </p:cNvGrpSpPr>
                <p:nvPr/>
              </p:nvGrpSpPr>
              <p:grpSpPr bwMode="auto">
                <a:xfrm>
                  <a:off x="969" y="3690"/>
                  <a:ext cx="49" cy="23"/>
                  <a:chOff x="969" y="3690"/>
                  <a:chExt cx="49" cy="23"/>
                </a:xfrm>
              </p:grpSpPr>
              <p:sp>
                <p:nvSpPr>
                  <p:cNvPr id="1997627" name="Freeform 2876"/>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8" name="Freeform 2877"/>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9" name="Freeform 2878"/>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30" name="Group 2879"/>
                <p:cNvGrpSpPr>
                  <a:grpSpLocks/>
                </p:cNvGrpSpPr>
                <p:nvPr/>
              </p:nvGrpSpPr>
              <p:grpSpPr bwMode="auto">
                <a:xfrm>
                  <a:off x="982" y="3703"/>
                  <a:ext cx="49" cy="23"/>
                  <a:chOff x="982" y="3703"/>
                  <a:chExt cx="49" cy="23"/>
                </a:xfrm>
              </p:grpSpPr>
              <p:sp>
                <p:nvSpPr>
                  <p:cNvPr id="1997631" name="Freeform 2880"/>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32" name="Freeform 2881"/>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33" name="Freeform 2882"/>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34" name="Group 2883"/>
                <p:cNvGrpSpPr>
                  <a:grpSpLocks/>
                </p:cNvGrpSpPr>
                <p:nvPr/>
              </p:nvGrpSpPr>
              <p:grpSpPr bwMode="auto">
                <a:xfrm>
                  <a:off x="995" y="3716"/>
                  <a:ext cx="48" cy="23"/>
                  <a:chOff x="995" y="3716"/>
                  <a:chExt cx="48" cy="23"/>
                </a:xfrm>
              </p:grpSpPr>
              <p:sp>
                <p:nvSpPr>
                  <p:cNvPr id="1997635" name="Freeform 2884"/>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36" name="Freeform 2885"/>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37" name="Freeform 2886"/>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638" name="Group 2887"/>
              <p:cNvGrpSpPr>
                <a:grpSpLocks/>
              </p:cNvGrpSpPr>
              <p:nvPr/>
            </p:nvGrpSpPr>
            <p:grpSpPr bwMode="auto">
              <a:xfrm>
                <a:off x="1005" y="3727"/>
                <a:ext cx="49" cy="23"/>
                <a:chOff x="1005" y="3727"/>
                <a:chExt cx="49" cy="23"/>
              </a:xfrm>
            </p:grpSpPr>
            <p:sp>
              <p:nvSpPr>
                <p:cNvPr id="1997639" name="Freeform 2888"/>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0" name="Freeform 2889"/>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1" name="Freeform 2890"/>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42" name="Group 2891"/>
              <p:cNvGrpSpPr>
                <a:grpSpLocks/>
              </p:cNvGrpSpPr>
              <p:nvPr/>
            </p:nvGrpSpPr>
            <p:grpSpPr bwMode="auto">
              <a:xfrm>
                <a:off x="1018" y="3740"/>
                <a:ext cx="49" cy="22"/>
                <a:chOff x="1018" y="3740"/>
                <a:chExt cx="49" cy="22"/>
              </a:xfrm>
            </p:grpSpPr>
            <p:sp>
              <p:nvSpPr>
                <p:cNvPr id="1997643" name="Freeform 2892"/>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4" name="Freeform 2893"/>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5" name="Freeform 2894"/>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46" name="Group 2895"/>
              <p:cNvGrpSpPr>
                <a:grpSpLocks/>
              </p:cNvGrpSpPr>
              <p:nvPr/>
            </p:nvGrpSpPr>
            <p:grpSpPr bwMode="auto">
              <a:xfrm>
                <a:off x="1030" y="3753"/>
                <a:ext cx="49" cy="23"/>
                <a:chOff x="1030" y="3753"/>
                <a:chExt cx="49" cy="23"/>
              </a:xfrm>
            </p:grpSpPr>
            <p:sp>
              <p:nvSpPr>
                <p:cNvPr id="1997647" name="Freeform 2896"/>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8" name="Freeform 2897"/>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9" name="Freeform 2898"/>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650" name="Freeform 2899"/>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1" name="Freeform 2900"/>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2" name="Freeform 2901"/>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653" name="Group 2902"/>
              <p:cNvGrpSpPr>
                <a:grpSpLocks/>
              </p:cNvGrpSpPr>
              <p:nvPr/>
            </p:nvGrpSpPr>
            <p:grpSpPr bwMode="auto">
              <a:xfrm>
                <a:off x="790" y="3547"/>
                <a:ext cx="49" cy="23"/>
                <a:chOff x="790" y="3547"/>
                <a:chExt cx="49" cy="23"/>
              </a:xfrm>
            </p:grpSpPr>
            <p:sp>
              <p:nvSpPr>
                <p:cNvPr id="1997654" name="Freeform 2903"/>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5" name="Freeform 2904"/>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6" name="Freeform 2905"/>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57" name="Group 2906"/>
              <p:cNvGrpSpPr>
                <a:grpSpLocks/>
              </p:cNvGrpSpPr>
              <p:nvPr/>
            </p:nvGrpSpPr>
            <p:grpSpPr bwMode="auto">
              <a:xfrm>
                <a:off x="803" y="3560"/>
                <a:ext cx="49" cy="22"/>
                <a:chOff x="803" y="3560"/>
                <a:chExt cx="49" cy="22"/>
              </a:xfrm>
            </p:grpSpPr>
            <p:sp>
              <p:nvSpPr>
                <p:cNvPr id="1997658" name="Freeform 2907"/>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9" name="Freeform 2908"/>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0" name="Freeform 2909"/>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61" name="Group 2910"/>
              <p:cNvGrpSpPr>
                <a:grpSpLocks/>
              </p:cNvGrpSpPr>
              <p:nvPr/>
            </p:nvGrpSpPr>
            <p:grpSpPr bwMode="auto">
              <a:xfrm>
                <a:off x="815" y="3572"/>
                <a:ext cx="50" cy="23"/>
                <a:chOff x="815" y="3572"/>
                <a:chExt cx="50" cy="23"/>
              </a:xfrm>
            </p:grpSpPr>
            <p:sp>
              <p:nvSpPr>
                <p:cNvPr id="1997662" name="Freeform 2911"/>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3" name="Freeform 2912"/>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4" name="Freeform 2913"/>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65" name="Group 2914"/>
              <p:cNvGrpSpPr>
                <a:grpSpLocks/>
              </p:cNvGrpSpPr>
              <p:nvPr/>
            </p:nvGrpSpPr>
            <p:grpSpPr bwMode="auto">
              <a:xfrm>
                <a:off x="828" y="3585"/>
                <a:ext cx="49" cy="23"/>
                <a:chOff x="828" y="3585"/>
                <a:chExt cx="49" cy="23"/>
              </a:xfrm>
            </p:grpSpPr>
            <p:sp>
              <p:nvSpPr>
                <p:cNvPr id="1997666" name="Freeform 2915"/>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7" name="Freeform 2916"/>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8" name="Freeform 2917"/>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69" name="Group 2918"/>
              <p:cNvGrpSpPr>
                <a:grpSpLocks/>
              </p:cNvGrpSpPr>
              <p:nvPr/>
            </p:nvGrpSpPr>
            <p:grpSpPr bwMode="auto">
              <a:xfrm>
                <a:off x="840" y="3600"/>
                <a:ext cx="100" cy="73"/>
                <a:chOff x="840" y="3600"/>
                <a:chExt cx="100" cy="73"/>
              </a:xfrm>
            </p:grpSpPr>
            <p:grpSp>
              <p:nvGrpSpPr>
                <p:cNvPr id="1997670" name="Group 2919"/>
                <p:cNvGrpSpPr>
                  <a:grpSpLocks/>
                </p:cNvGrpSpPr>
                <p:nvPr/>
              </p:nvGrpSpPr>
              <p:grpSpPr bwMode="auto">
                <a:xfrm>
                  <a:off x="840" y="3600"/>
                  <a:ext cx="49" cy="23"/>
                  <a:chOff x="840" y="3600"/>
                  <a:chExt cx="49" cy="23"/>
                </a:xfrm>
              </p:grpSpPr>
              <p:sp>
                <p:nvSpPr>
                  <p:cNvPr id="1997671" name="Freeform 2920"/>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72" name="Freeform 2921"/>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73" name="Freeform 2922"/>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74" name="Group 2923"/>
                <p:cNvGrpSpPr>
                  <a:grpSpLocks/>
                </p:cNvGrpSpPr>
                <p:nvPr/>
              </p:nvGrpSpPr>
              <p:grpSpPr bwMode="auto">
                <a:xfrm>
                  <a:off x="853" y="3612"/>
                  <a:ext cx="48" cy="23"/>
                  <a:chOff x="853" y="3612"/>
                  <a:chExt cx="48" cy="23"/>
                </a:xfrm>
              </p:grpSpPr>
              <p:sp>
                <p:nvSpPr>
                  <p:cNvPr id="1997675" name="Freeform 2924"/>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76" name="Freeform 2925"/>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77" name="Freeform 2926"/>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78" name="Group 2927"/>
                <p:cNvGrpSpPr>
                  <a:grpSpLocks/>
                </p:cNvGrpSpPr>
                <p:nvPr/>
              </p:nvGrpSpPr>
              <p:grpSpPr bwMode="auto">
                <a:xfrm>
                  <a:off x="865" y="3625"/>
                  <a:ext cx="49" cy="23"/>
                  <a:chOff x="865" y="3625"/>
                  <a:chExt cx="49" cy="23"/>
                </a:xfrm>
              </p:grpSpPr>
              <p:sp>
                <p:nvSpPr>
                  <p:cNvPr id="1997679" name="Freeform 2928"/>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0" name="Freeform 2929"/>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1" name="Freeform 2930"/>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82" name="Group 2931"/>
                <p:cNvGrpSpPr>
                  <a:grpSpLocks/>
                </p:cNvGrpSpPr>
                <p:nvPr/>
              </p:nvGrpSpPr>
              <p:grpSpPr bwMode="auto">
                <a:xfrm>
                  <a:off x="878" y="3638"/>
                  <a:ext cx="49" cy="22"/>
                  <a:chOff x="878" y="3638"/>
                  <a:chExt cx="49" cy="22"/>
                </a:xfrm>
              </p:grpSpPr>
              <p:sp>
                <p:nvSpPr>
                  <p:cNvPr id="1997683" name="Freeform 2932"/>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4" name="Freeform 2933"/>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5" name="Freeform 2934"/>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86" name="Group 2935"/>
                <p:cNvGrpSpPr>
                  <a:grpSpLocks/>
                </p:cNvGrpSpPr>
                <p:nvPr/>
              </p:nvGrpSpPr>
              <p:grpSpPr bwMode="auto">
                <a:xfrm>
                  <a:off x="890" y="3651"/>
                  <a:ext cx="50" cy="22"/>
                  <a:chOff x="890" y="3651"/>
                  <a:chExt cx="50" cy="22"/>
                </a:xfrm>
              </p:grpSpPr>
              <p:sp>
                <p:nvSpPr>
                  <p:cNvPr id="1997687" name="Freeform 2936"/>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8" name="Freeform 2937"/>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9" name="Freeform 2938"/>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690" name="Group 2939"/>
              <p:cNvGrpSpPr>
                <a:grpSpLocks/>
              </p:cNvGrpSpPr>
              <p:nvPr/>
            </p:nvGrpSpPr>
            <p:grpSpPr bwMode="auto">
              <a:xfrm>
                <a:off x="903" y="3665"/>
                <a:ext cx="99" cy="74"/>
                <a:chOff x="903" y="3665"/>
                <a:chExt cx="99" cy="74"/>
              </a:xfrm>
            </p:grpSpPr>
            <p:grpSp>
              <p:nvGrpSpPr>
                <p:cNvPr id="1997691" name="Group 2940"/>
                <p:cNvGrpSpPr>
                  <a:grpSpLocks/>
                </p:cNvGrpSpPr>
                <p:nvPr/>
              </p:nvGrpSpPr>
              <p:grpSpPr bwMode="auto">
                <a:xfrm>
                  <a:off x="903" y="3665"/>
                  <a:ext cx="49" cy="23"/>
                  <a:chOff x="903" y="3665"/>
                  <a:chExt cx="49" cy="23"/>
                </a:xfrm>
              </p:grpSpPr>
              <p:sp>
                <p:nvSpPr>
                  <p:cNvPr id="1997692" name="Freeform 2941"/>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93" name="Freeform 2942"/>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94" name="Freeform 2943"/>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95" name="Group 2944"/>
                <p:cNvGrpSpPr>
                  <a:grpSpLocks/>
                </p:cNvGrpSpPr>
                <p:nvPr/>
              </p:nvGrpSpPr>
              <p:grpSpPr bwMode="auto">
                <a:xfrm>
                  <a:off x="914" y="3678"/>
                  <a:ext cx="49" cy="23"/>
                  <a:chOff x="914" y="3678"/>
                  <a:chExt cx="49" cy="23"/>
                </a:xfrm>
              </p:grpSpPr>
              <p:sp>
                <p:nvSpPr>
                  <p:cNvPr id="1997696" name="Freeform 2945"/>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97" name="Freeform 2946"/>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98" name="Freeform 2947"/>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99" name="Group 2948"/>
                <p:cNvGrpSpPr>
                  <a:grpSpLocks/>
                </p:cNvGrpSpPr>
                <p:nvPr/>
              </p:nvGrpSpPr>
              <p:grpSpPr bwMode="auto">
                <a:xfrm>
                  <a:off x="928" y="3690"/>
                  <a:ext cx="48" cy="23"/>
                  <a:chOff x="928" y="3690"/>
                  <a:chExt cx="48" cy="23"/>
                </a:xfrm>
              </p:grpSpPr>
              <p:sp>
                <p:nvSpPr>
                  <p:cNvPr id="1997700" name="Freeform 2949"/>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1" name="Freeform 2950"/>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2" name="Freeform 2951"/>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03" name="Group 2952"/>
                <p:cNvGrpSpPr>
                  <a:grpSpLocks/>
                </p:cNvGrpSpPr>
                <p:nvPr/>
              </p:nvGrpSpPr>
              <p:grpSpPr bwMode="auto">
                <a:xfrm>
                  <a:off x="940" y="3703"/>
                  <a:ext cx="49" cy="23"/>
                  <a:chOff x="940" y="3703"/>
                  <a:chExt cx="49" cy="23"/>
                </a:xfrm>
              </p:grpSpPr>
              <p:sp>
                <p:nvSpPr>
                  <p:cNvPr id="1997704" name="Freeform 2953"/>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5" name="Freeform 2954"/>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6" name="Freeform 2955"/>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07" name="Group 2956"/>
                <p:cNvGrpSpPr>
                  <a:grpSpLocks/>
                </p:cNvGrpSpPr>
                <p:nvPr/>
              </p:nvGrpSpPr>
              <p:grpSpPr bwMode="auto">
                <a:xfrm>
                  <a:off x="953" y="3716"/>
                  <a:ext cx="49" cy="23"/>
                  <a:chOff x="953" y="3716"/>
                  <a:chExt cx="49" cy="23"/>
                </a:xfrm>
              </p:grpSpPr>
              <p:sp>
                <p:nvSpPr>
                  <p:cNvPr id="1997708" name="Freeform 2957"/>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9" name="Freeform 2958"/>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0" name="Freeform 2959"/>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711" name="Group 2960"/>
              <p:cNvGrpSpPr>
                <a:grpSpLocks/>
              </p:cNvGrpSpPr>
              <p:nvPr/>
            </p:nvGrpSpPr>
            <p:grpSpPr bwMode="auto">
              <a:xfrm>
                <a:off x="963" y="3727"/>
                <a:ext cx="49" cy="23"/>
                <a:chOff x="963" y="3727"/>
                <a:chExt cx="49" cy="23"/>
              </a:xfrm>
            </p:grpSpPr>
            <p:sp>
              <p:nvSpPr>
                <p:cNvPr id="1997712" name="Freeform 2961"/>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3" name="Freeform 2962"/>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4" name="Freeform 2963"/>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15" name="Group 2964"/>
              <p:cNvGrpSpPr>
                <a:grpSpLocks/>
              </p:cNvGrpSpPr>
              <p:nvPr/>
            </p:nvGrpSpPr>
            <p:grpSpPr bwMode="auto">
              <a:xfrm>
                <a:off x="976" y="3740"/>
                <a:ext cx="50" cy="22"/>
                <a:chOff x="976" y="3740"/>
                <a:chExt cx="50" cy="22"/>
              </a:xfrm>
            </p:grpSpPr>
            <p:sp>
              <p:nvSpPr>
                <p:cNvPr id="1997716" name="Freeform 2965"/>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7" name="Freeform 2966"/>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8" name="Freeform 2967"/>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19" name="Group 2968"/>
              <p:cNvGrpSpPr>
                <a:grpSpLocks/>
              </p:cNvGrpSpPr>
              <p:nvPr/>
            </p:nvGrpSpPr>
            <p:grpSpPr bwMode="auto">
              <a:xfrm>
                <a:off x="761" y="3560"/>
                <a:ext cx="50" cy="22"/>
                <a:chOff x="761" y="3560"/>
                <a:chExt cx="50" cy="22"/>
              </a:xfrm>
            </p:grpSpPr>
            <p:sp>
              <p:nvSpPr>
                <p:cNvPr id="1997720" name="Freeform 2969"/>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1" name="Freeform 2970"/>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2" name="Freeform 2971"/>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23" name="Group 2972"/>
              <p:cNvGrpSpPr>
                <a:grpSpLocks/>
              </p:cNvGrpSpPr>
              <p:nvPr/>
            </p:nvGrpSpPr>
            <p:grpSpPr bwMode="auto">
              <a:xfrm>
                <a:off x="774" y="3572"/>
                <a:ext cx="49" cy="23"/>
                <a:chOff x="774" y="3572"/>
                <a:chExt cx="49" cy="23"/>
              </a:xfrm>
            </p:grpSpPr>
            <p:sp>
              <p:nvSpPr>
                <p:cNvPr id="1997724" name="Freeform 2973"/>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5" name="Freeform 2974"/>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6" name="Freeform 2975"/>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27" name="Group 2976"/>
              <p:cNvGrpSpPr>
                <a:grpSpLocks/>
              </p:cNvGrpSpPr>
              <p:nvPr/>
            </p:nvGrpSpPr>
            <p:grpSpPr bwMode="auto">
              <a:xfrm>
                <a:off x="787" y="3585"/>
                <a:ext cx="49" cy="23"/>
                <a:chOff x="787" y="3585"/>
                <a:chExt cx="49" cy="23"/>
              </a:xfrm>
            </p:grpSpPr>
            <p:sp>
              <p:nvSpPr>
                <p:cNvPr id="1997728" name="Freeform 2977"/>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9" name="Freeform 2978"/>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0" name="Freeform 2979"/>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31" name="Group 2980"/>
              <p:cNvGrpSpPr>
                <a:grpSpLocks/>
              </p:cNvGrpSpPr>
              <p:nvPr/>
            </p:nvGrpSpPr>
            <p:grpSpPr bwMode="auto">
              <a:xfrm>
                <a:off x="799" y="3600"/>
                <a:ext cx="99" cy="73"/>
                <a:chOff x="799" y="3600"/>
                <a:chExt cx="99" cy="73"/>
              </a:xfrm>
            </p:grpSpPr>
            <p:grpSp>
              <p:nvGrpSpPr>
                <p:cNvPr id="1997732" name="Group 2981"/>
                <p:cNvGrpSpPr>
                  <a:grpSpLocks/>
                </p:cNvGrpSpPr>
                <p:nvPr/>
              </p:nvGrpSpPr>
              <p:grpSpPr bwMode="auto">
                <a:xfrm>
                  <a:off x="799" y="3600"/>
                  <a:ext cx="48" cy="23"/>
                  <a:chOff x="799" y="3600"/>
                  <a:chExt cx="48" cy="23"/>
                </a:xfrm>
              </p:grpSpPr>
              <p:sp>
                <p:nvSpPr>
                  <p:cNvPr id="1997733" name="Freeform 2982"/>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4" name="Freeform 2983"/>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5" name="Freeform 2984"/>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36" name="Group 2985"/>
                <p:cNvGrpSpPr>
                  <a:grpSpLocks/>
                </p:cNvGrpSpPr>
                <p:nvPr/>
              </p:nvGrpSpPr>
              <p:grpSpPr bwMode="auto">
                <a:xfrm>
                  <a:off x="811" y="3612"/>
                  <a:ext cx="48" cy="23"/>
                  <a:chOff x="811" y="3612"/>
                  <a:chExt cx="48" cy="23"/>
                </a:xfrm>
              </p:grpSpPr>
              <p:sp>
                <p:nvSpPr>
                  <p:cNvPr id="1997737" name="Freeform 2986"/>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8" name="Freeform 2987"/>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9" name="Freeform 2988"/>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40" name="Group 2989"/>
                <p:cNvGrpSpPr>
                  <a:grpSpLocks/>
                </p:cNvGrpSpPr>
                <p:nvPr/>
              </p:nvGrpSpPr>
              <p:grpSpPr bwMode="auto">
                <a:xfrm>
                  <a:off x="823" y="3625"/>
                  <a:ext cx="49" cy="23"/>
                  <a:chOff x="823" y="3625"/>
                  <a:chExt cx="49" cy="23"/>
                </a:xfrm>
              </p:grpSpPr>
              <p:sp>
                <p:nvSpPr>
                  <p:cNvPr id="1997741" name="Freeform 2990"/>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42" name="Freeform 2991"/>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43" name="Freeform 2992"/>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44" name="Group 2993"/>
                <p:cNvGrpSpPr>
                  <a:grpSpLocks/>
                </p:cNvGrpSpPr>
                <p:nvPr/>
              </p:nvGrpSpPr>
              <p:grpSpPr bwMode="auto">
                <a:xfrm>
                  <a:off x="836" y="3638"/>
                  <a:ext cx="50" cy="22"/>
                  <a:chOff x="836" y="3638"/>
                  <a:chExt cx="50" cy="22"/>
                </a:xfrm>
              </p:grpSpPr>
              <p:sp>
                <p:nvSpPr>
                  <p:cNvPr id="1997745" name="Freeform 2994"/>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46" name="Freeform 2995"/>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47" name="Freeform 2996"/>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48" name="Group 2997"/>
                <p:cNvGrpSpPr>
                  <a:grpSpLocks/>
                </p:cNvGrpSpPr>
                <p:nvPr/>
              </p:nvGrpSpPr>
              <p:grpSpPr bwMode="auto">
                <a:xfrm>
                  <a:off x="849" y="3651"/>
                  <a:ext cx="49" cy="22"/>
                  <a:chOff x="849" y="3651"/>
                  <a:chExt cx="49" cy="22"/>
                </a:xfrm>
              </p:grpSpPr>
              <p:sp>
                <p:nvSpPr>
                  <p:cNvPr id="1997749" name="Freeform 2998"/>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0" name="Freeform 2999"/>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1" name="Freeform 3000"/>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752" name="Group 3001"/>
              <p:cNvGrpSpPr>
                <a:grpSpLocks/>
              </p:cNvGrpSpPr>
              <p:nvPr/>
            </p:nvGrpSpPr>
            <p:grpSpPr bwMode="auto">
              <a:xfrm>
                <a:off x="861" y="3665"/>
                <a:ext cx="99" cy="74"/>
                <a:chOff x="861" y="3665"/>
                <a:chExt cx="99" cy="74"/>
              </a:xfrm>
            </p:grpSpPr>
            <p:grpSp>
              <p:nvGrpSpPr>
                <p:cNvPr id="1997753" name="Group 3002"/>
                <p:cNvGrpSpPr>
                  <a:grpSpLocks/>
                </p:cNvGrpSpPr>
                <p:nvPr/>
              </p:nvGrpSpPr>
              <p:grpSpPr bwMode="auto">
                <a:xfrm>
                  <a:off x="861" y="3665"/>
                  <a:ext cx="50" cy="23"/>
                  <a:chOff x="861" y="3665"/>
                  <a:chExt cx="50" cy="23"/>
                </a:xfrm>
              </p:grpSpPr>
              <p:sp>
                <p:nvSpPr>
                  <p:cNvPr id="1997754" name="Freeform 3003"/>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5" name="Freeform 3004"/>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6" name="Freeform 3005"/>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57" name="Group 3006"/>
                <p:cNvGrpSpPr>
                  <a:grpSpLocks/>
                </p:cNvGrpSpPr>
                <p:nvPr/>
              </p:nvGrpSpPr>
              <p:grpSpPr bwMode="auto">
                <a:xfrm>
                  <a:off x="873" y="3678"/>
                  <a:ext cx="49" cy="23"/>
                  <a:chOff x="873" y="3678"/>
                  <a:chExt cx="49" cy="23"/>
                </a:xfrm>
              </p:grpSpPr>
              <p:sp>
                <p:nvSpPr>
                  <p:cNvPr id="1997758" name="Freeform 3007"/>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9" name="Freeform 3008"/>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0" name="Freeform 3009"/>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61" name="Group 3010"/>
                <p:cNvGrpSpPr>
                  <a:grpSpLocks/>
                </p:cNvGrpSpPr>
                <p:nvPr/>
              </p:nvGrpSpPr>
              <p:grpSpPr bwMode="auto">
                <a:xfrm>
                  <a:off x="886" y="3690"/>
                  <a:ext cx="49" cy="23"/>
                  <a:chOff x="886" y="3690"/>
                  <a:chExt cx="49" cy="23"/>
                </a:xfrm>
              </p:grpSpPr>
              <p:sp>
                <p:nvSpPr>
                  <p:cNvPr id="1997762" name="Freeform 3011"/>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3" name="Freeform 3012"/>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4" name="Freeform 3013"/>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65" name="Group 3014"/>
                <p:cNvGrpSpPr>
                  <a:grpSpLocks/>
                </p:cNvGrpSpPr>
                <p:nvPr/>
              </p:nvGrpSpPr>
              <p:grpSpPr bwMode="auto">
                <a:xfrm>
                  <a:off x="899" y="3703"/>
                  <a:ext cx="48" cy="23"/>
                  <a:chOff x="899" y="3703"/>
                  <a:chExt cx="48" cy="23"/>
                </a:xfrm>
              </p:grpSpPr>
              <p:sp>
                <p:nvSpPr>
                  <p:cNvPr id="1997766" name="Freeform 3015"/>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7" name="Freeform 3016"/>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8" name="Freeform 3017"/>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69" name="Group 3018"/>
                <p:cNvGrpSpPr>
                  <a:grpSpLocks/>
                </p:cNvGrpSpPr>
                <p:nvPr/>
              </p:nvGrpSpPr>
              <p:grpSpPr bwMode="auto">
                <a:xfrm>
                  <a:off x="912" y="3716"/>
                  <a:ext cx="48" cy="23"/>
                  <a:chOff x="912" y="3716"/>
                  <a:chExt cx="48" cy="23"/>
                </a:xfrm>
              </p:grpSpPr>
              <p:sp>
                <p:nvSpPr>
                  <p:cNvPr id="1997770" name="Freeform 3019"/>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1" name="Freeform 3020"/>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2" name="Freeform 3021"/>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773" name="Group 3022"/>
              <p:cNvGrpSpPr>
                <a:grpSpLocks/>
              </p:cNvGrpSpPr>
              <p:nvPr/>
            </p:nvGrpSpPr>
            <p:grpSpPr bwMode="auto">
              <a:xfrm>
                <a:off x="922" y="3727"/>
                <a:ext cx="49" cy="23"/>
                <a:chOff x="922" y="3727"/>
                <a:chExt cx="49" cy="23"/>
              </a:xfrm>
            </p:grpSpPr>
            <p:sp>
              <p:nvSpPr>
                <p:cNvPr id="1997774" name="Freeform 3023"/>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5" name="Freeform 3024"/>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6" name="Freeform 3025"/>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77" name="Group 3026"/>
              <p:cNvGrpSpPr>
                <a:grpSpLocks/>
              </p:cNvGrpSpPr>
              <p:nvPr/>
            </p:nvGrpSpPr>
            <p:grpSpPr bwMode="auto">
              <a:xfrm>
                <a:off x="895" y="3526"/>
                <a:ext cx="44" cy="23"/>
                <a:chOff x="895" y="3526"/>
                <a:chExt cx="44" cy="23"/>
              </a:xfrm>
            </p:grpSpPr>
            <p:sp>
              <p:nvSpPr>
                <p:cNvPr id="1997778" name="Freeform 3027"/>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9" name="Freeform 3028"/>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0" name="Freeform 3029"/>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81" name="Group 3030"/>
              <p:cNvGrpSpPr>
                <a:grpSpLocks/>
              </p:cNvGrpSpPr>
              <p:nvPr/>
            </p:nvGrpSpPr>
            <p:grpSpPr bwMode="auto">
              <a:xfrm>
                <a:off x="907" y="3540"/>
                <a:ext cx="45" cy="22"/>
                <a:chOff x="907" y="3540"/>
                <a:chExt cx="45" cy="22"/>
              </a:xfrm>
            </p:grpSpPr>
            <p:sp>
              <p:nvSpPr>
                <p:cNvPr id="1997782" name="Freeform 3031"/>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3" name="Freeform 3032"/>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4" name="Freeform 3033"/>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85" name="Group 3034"/>
              <p:cNvGrpSpPr>
                <a:grpSpLocks/>
              </p:cNvGrpSpPr>
              <p:nvPr/>
            </p:nvGrpSpPr>
            <p:grpSpPr bwMode="auto">
              <a:xfrm>
                <a:off x="920" y="3553"/>
                <a:ext cx="45" cy="23"/>
                <a:chOff x="920" y="3553"/>
                <a:chExt cx="45" cy="23"/>
              </a:xfrm>
            </p:grpSpPr>
            <p:sp>
              <p:nvSpPr>
                <p:cNvPr id="1997786" name="Freeform 3035"/>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7" name="Freeform 3036"/>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8" name="Freeform 3037"/>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89" name="Group 3038"/>
              <p:cNvGrpSpPr>
                <a:grpSpLocks/>
              </p:cNvGrpSpPr>
              <p:nvPr/>
            </p:nvGrpSpPr>
            <p:grpSpPr bwMode="auto">
              <a:xfrm>
                <a:off x="934" y="3566"/>
                <a:ext cx="44" cy="23"/>
                <a:chOff x="934" y="3566"/>
                <a:chExt cx="44" cy="23"/>
              </a:xfrm>
            </p:grpSpPr>
            <p:sp>
              <p:nvSpPr>
                <p:cNvPr id="1997790" name="Freeform 3039"/>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91" name="Freeform 3040"/>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92" name="Freeform 3041"/>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93" name="Group 3042"/>
              <p:cNvGrpSpPr>
                <a:grpSpLocks/>
              </p:cNvGrpSpPr>
              <p:nvPr/>
            </p:nvGrpSpPr>
            <p:grpSpPr bwMode="auto">
              <a:xfrm>
                <a:off x="949" y="3579"/>
                <a:ext cx="83" cy="63"/>
                <a:chOff x="949" y="3579"/>
                <a:chExt cx="83" cy="63"/>
              </a:xfrm>
            </p:grpSpPr>
            <p:grpSp>
              <p:nvGrpSpPr>
                <p:cNvPr id="1997794" name="Group 3043"/>
                <p:cNvGrpSpPr>
                  <a:grpSpLocks/>
                </p:cNvGrpSpPr>
                <p:nvPr/>
              </p:nvGrpSpPr>
              <p:grpSpPr bwMode="auto">
                <a:xfrm>
                  <a:off x="949" y="3579"/>
                  <a:ext cx="44" cy="23"/>
                  <a:chOff x="949" y="3579"/>
                  <a:chExt cx="44" cy="23"/>
                </a:xfrm>
              </p:grpSpPr>
              <p:sp>
                <p:nvSpPr>
                  <p:cNvPr id="1997795" name="Freeform 3044"/>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96" name="Freeform 3045"/>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97" name="Freeform 3046"/>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98" name="Group 3047"/>
                <p:cNvGrpSpPr>
                  <a:grpSpLocks/>
                </p:cNvGrpSpPr>
                <p:nvPr/>
              </p:nvGrpSpPr>
              <p:grpSpPr bwMode="auto">
                <a:xfrm>
                  <a:off x="961" y="3592"/>
                  <a:ext cx="45" cy="23"/>
                  <a:chOff x="961" y="3592"/>
                  <a:chExt cx="45" cy="23"/>
                </a:xfrm>
              </p:grpSpPr>
              <p:sp>
                <p:nvSpPr>
                  <p:cNvPr id="1997799" name="Freeform 3048"/>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0" name="Freeform 3049"/>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1" name="Freeform 3050"/>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02" name="Group 3051"/>
                <p:cNvGrpSpPr>
                  <a:grpSpLocks/>
                </p:cNvGrpSpPr>
                <p:nvPr/>
              </p:nvGrpSpPr>
              <p:grpSpPr bwMode="auto">
                <a:xfrm>
                  <a:off x="974" y="3606"/>
                  <a:ext cx="44" cy="23"/>
                  <a:chOff x="974" y="3606"/>
                  <a:chExt cx="44" cy="23"/>
                </a:xfrm>
              </p:grpSpPr>
              <p:sp>
                <p:nvSpPr>
                  <p:cNvPr id="1997803" name="Freeform 3052"/>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4" name="Freeform 3053"/>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5" name="Freeform 3054"/>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06" name="Group 3055"/>
                <p:cNvGrpSpPr>
                  <a:grpSpLocks/>
                </p:cNvGrpSpPr>
                <p:nvPr/>
              </p:nvGrpSpPr>
              <p:grpSpPr bwMode="auto">
                <a:xfrm>
                  <a:off x="987" y="3619"/>
                  <a:ext cx="45" cy="23"/>
                  <a:chOff x="987" y="3619"/>
                  <a:chExt cx="45" cy="23"/>
                </a:xfrm>
              </p:grpSpPr>
              <p:sp>
                <p:nvSpPr>
                  <p:cNvPr id="1997807" name="Freeform 3056"/>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8" name="Freeform 3057"/>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9" name="Freeform 3058"/>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810" name="Group 3059"/>
              <p:cNvGrpSpPr>
                <a:grpSpLocks/>
              </p:cNvGrpSpPr>
              <p:nvPr/>
            </p:nvGrpSpPr>
            <p:grpSpPr bwMode="auto">
              <a:xfrm>
                <a:off x="1002" y="3632"/>
                <a:ext cx="83" cy="63"/>
                <a:chOff x="1002" y="3632"/>
                <a:chExt cx="83" cy="63"/>
              </a:xfrm>
            </p:grpSpPr>
            <p:grpSp>
              <p:nvGrpSpPr>
                <p:cNvPr id="1997811" name="Group 3060"/>
                <p:cNvGrpSpPr>
                  <a:grpSpLocks/>
                </p:cNvGrpSpPr>
                <p:nvPr/>
              </p:nvGrpSpPr>
              <p:grpSpPr bwMode="auto">
                <a:xfrm>
                  <a:off x="1002" y="3632"/>
                  <a:ext cx="44" cy="22"/>
                  <a:chOff x="1002" y="3632"/>
                  <a:chExt cx="44" cy="22"/>
                </a:xfrm>
              </p:grpSpPr>
              <p:sp>
                <p:nvSpPr>
                  <p:cNvPr id="1997812" name="Freeform 3061"/>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13" name="Freeform 3062"/>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14" name="Freeform 3063"/>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15" name="Group 3064"/>
                <p:cNvGrpSpPr>
                  <a:grpSpLocks/>
                </p:cNvGrpSpPr>
                <p:nvPr/>
              </p:nvGrpSpPr>
              <p:grpSpPr bwMode="auto">
                <a:xfrm>
                  <a:off x="1014" y="3645"/>
                  <a:ext cx="44" cy="23"/>
                  <a:chOff x="1014" y="3645"/>
                  <a:chExt cx="44" cy="23"/>
                </a:xfrm>
              </p:grpSpPr>
              <p:sp>
                <p:nvSpPr>
                  <p:cNvPr id="1997816" name="Freeform 3065"/>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17" name="Freeform 3066"/>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18" name="Freeform 3067"/>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19" name="Group 3068"/>
                <p:cNvGrpSpPr>
                  <a:grpSpLocks/>
                </p:cNvGrpSpPr>
                <p:nvPr/>
              </p:nvGrpSpPr>
              <p:grpSpPr bwMode="auto">
                <a:xfrm>
                  <a:off x="1027" y="3659"/>
                  <a:ext cx="45" cy="23"/>
                  <a:chOff x="1027" y="3659"/>
                  <a:chExt cx="45" cy="23"/>
                </a:xfrm>
              </p:grpSpPr>
              <p:sp>
                <p:nvSpPr>
                  <p:cNvPr id="1997820" name="Freeform 3069"/>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1" name="Freeform 3070"/>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2" name="Freeform 3071"/>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23" name="Group 3072"/>
                <p:cNvGrpSpPr>
                  <a:grpSpLocks/>
                </p:cNvGrpSpPr>
                <p:nvPr/>
              </p:nvGrpSpPr>
              <p:grpSpPr bwMode="auto">
                <a:xfrm>
                  <a:off x="1040" y="3672"/>
                  <a:ext cx="45" cy="23"/>
                  <a:chOff x="1040" y="3672"/>
                  <a:chExt cx="45" cy="23"/>
                </a:xfrm>
              </p:grpSpPr>
              <p:sp>
                <p:nvSpPr>
                  <p:cNvPr id="1997824" name="Freeform 3073"/>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5" name="Freeform 3074"/>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6" name="Freeform 3075"/>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827" name="Group 3076"/>
              <p:cNvGrpSpPr>
                <a:grpSpLocks/>
              </p:cNvGrpSpPr>
              <p:nvPr/>
            </p:nvGrpSpPr>
            <p:grpSpPr bwMode="auto">
              <a:xfrm>
                <a:off x="1054" y="3685"/>
                <a:ext cx="45" cy="23"/>
                <a:chOff x="1054" y="3685"/>
                <a:chExt cx="45" cy="23"/>
              </a:xfrm>
            </p:grpSpPr>
            <p:sp>
              <p:nvSpPr>
                <p:cNvPr id="1997828" name="Freeform 3077"/>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9" name="Freeform 3078"/>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0" name="Freeform 3079"/>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31" name="Group 3080"/>
              <p:cNvGrpSpPr>
                <a:grpSpLocks/>
              </p:cNvGrpSpPr>
              <p:nvPr/>
            </p:nvGrpSpPr>
            <p:grpSpPr bwMode="auto">
              <a:xfrm>
                <a:off x="1067" y="3698"/>
                <a:ext cx="45" cy="23"/>
                <a:chOff x="1067" y="3698"/>
                <a:chExt cx="45" cy="23"/>
              </a:xfrm>
            </p:grpSpPr>
            <p:sp>
              <p:nvSpPr>
                <p:cNvPr id="1997832" name="Freeform 3081"/>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3" name="Freeform 3082"/>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4" name="Freeform 3083"/>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35" name="Group 3084"/>
              <p:cNvGrpSpPr>
                <a:grpSpLocks/>
              </p:cNvGrpSpPr>
              <p:nvPr/>
            </p:nvGrpSpPr>
            <p:grpSpPr bwMode="auto">
              <a:xfrm>
                <a:off x="1079" y="3712"/>
                <a:ext cx="44" cy="23"/>
                <a:chOff x="1079" y="3712"/>
                <a:chExt cx="44" cy="23"/>
              </a:xfrm>
            </p:grpSpPr>
            <p:sp>
              <p:nvSpPr>
                <p:cNvPr id="1997836" name="Freeform 3085"/>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7" name="Freeform 3086"/>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8" name="Freeform 3087"/>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39" name="Group 3088"/>
              <p:cNvGrpSpPr>
                <a:grpSpLocks/>
              </p:cNvGrpSpPr>
              <p:nvPr/>
            </p:nvGrpSpPr>
            <p:grpSpPr bwMode="auto">
              <a:xfrm>
                <a:off x="1093" y="3725"/>
                <a:ext cx="45" cy="23"/>
                <a:chOff x="1093" y="3725"/>
                <a:chExt cx="45" cy="23"/>
              </a:xfrm>
            </p:grpSpPr>
            <p:sp>
              <p:nvSpPr>
                <p:cNvPr id="1997840" name="Freeform 3089"/>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1" name="Freeform 3090"/>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2" name="Freeform 3091"/>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43" name="Group 3092"/>
              <p:cNvGrpSpPr>
                <a:grpSpLocks/>
              </p:cNvGrpSpPr>
              <p:nvPr/>
            </p:nvGrpSpPr>
            <p:grpSpPr bwMode="auto">
              <a:xfrm>
                <a:off x="1108" y="3739"/>
                <a:ext cx="44" cy="23"/>
                <a:chOff x="1108" y="3739"/>
                <a:chExt cx="44" cy="23"/>
              </a:xfrm>
            </p:grpSpPr>
            <p:sp>
              <p:nvSpPr>
                <p:cNvPr id="1997844" name="Freeform 3093"/>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5" name="Freeform 3094"/>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6" name="Freeform 3095"/>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47" name="Group 3096"/>
              <p:cNvGrpSpPr>
                <a:grpSpLocks/>
              </p:cNvGrpSpPr>
              <p:nvPr/>
            </p:nvGrpSpPr>
            <p:grpSpPr bwMode="auto">
              <a:xfrm>
                <a:off x="1121" y="3753"/>
                <a:ext cx="45" cy="23"/>
                <a:chOff x="1121" y="3753"/>
                <a:chExt cx="45" cy="23"/>
              </a:xfrm>
            </p:grpSpPr>
            <p:sp>
              <p:nvSpPr>
                <p:cNvPr id="1997848" name="Freeform 3097"/>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9" name="Freeform 3098"/>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0" name="Freeform 3099"/>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51" name="Group 3100"/>
              <p:cNvGrpSpPr>
                <a:grpSpLocks/>
              </p:cNvGrpSpPr>
              <p:nvPr/>
            </p:nvGrpSpPr>
            <p:grpSpPr bwMode="auto">
              <a:xfrm>
                <a:off x="1133" y="3767"/>
                <a:ext cx="44" cy="23"/>
                <a:chOff x="1133" y="3767"/>
                <a:chExt cx="44" cy="23"/>
              </a:xfrm>
            </p:grpSpPr>
            <p:sp>
              <p:nvSpPr>
                <p:cNvPr id="1997852" name="Freeform 3101"/>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3" name="Freeform 3102"/>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4" name="Freeform 3103"/>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855" name="Freeform 3104"/>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6" name="Freeform 3105"/>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7" name="Freeform 3106"/>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8" name="Freeform 3107"/>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9" name="Freeform 3108"/>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0" name="Freeform 3109"/>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1" name="Freeform 3110"/>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2" name="Freeform 3111"/>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3" name="Freeform 3112"/>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4" name="Freeform 3113"/>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5" name="Freeform 3114"/>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866" name="Group 3115"/>
              <p:cNvGrpSpPr>
                <a:grpSpLocks/>
              </p:cNvGrpSpPr>
              <p:nvPr/>
            </p:nvGrpSpPr>
            <p:grpSpPr bwMode="auto">
              <a:xfrm>
                <a:off x="700" y="3535"/>
                <a:ext cx="49" cy="24"/>
                <a:chOff x="700" y="3535"/>
                <a:chExt cx="49" cy="24"/>
              </a:xfrm>
            </p:grpSpPr>
            <p:sp>
              <p:nvSpPr>
                <p:cNvPr id="1997867" name="Freeform 3116"/>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8" name="Freeform 3117"/>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9" name="Freeform 3118"/>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70" name="Group 3119"/>
              <p:cNvGrpSpPr>
                <a:grpSpLocks/>
              </p:cNvGrpSpPr>
              <p:nvPr/>
            </p:nvGrpSpPr>
            <p:grpSpPr bwMode="auto">
              <a:xfrm>
                <a:off x="714" y="3551"/>
                <a:ext cx="49" cy="22"/>
                <a:chOff x="714" y="3551"/>
                <a:chExt cx="49" cy="22"/>
              </a:xfrm>
            </p:grpSpPr>
            <p:sp>
              <p:nvSpPr>
                <p:cNvPr id="1997871" name="Freeform 3120"/>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72" name="Freeform 3121"/>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73" name="Freeform 3122"/>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74" name="Group 3123"/>
              <p:cNvGrpSpPr>
                <a:grpSpLocks/>
              </p:cNvGrpSpPr>
              <p:nvPr/>
            </p:nvGrpSpPr>
            <p:grpSpPr bwMode="auto">
              <a:xfrm>
                <a:off x="728" y="3564"/>
                <a:ext cx="48" cy="23"/>
                <a:chOff x="728" y="3564"/>
                <a:chExt cx="48" cy="23"/>
              </a:xfrm>
            </p:grpSpPr>
            <p:sp>
              <p:nvSpPr>
                <p:cNvPr id="1997875" name="Freeform 3124"/>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76" name="Freeform 3125"/>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77" name="Freeform 3126"/>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78" name="Group 3127"/>
              <p:cNvGrpSpPr>
                <a:grpSpLocks/>
              </p:cNvGrpSpPr>
              <p:nvPr/>
            </p:nvGrpSpPr>
            <p:grpSpPr bwMode="auto">
              <a:xfrm>
                <a:off x="742" y="3582"/>
                <a:ext cx="49" cy="23"/>
                <a:chOff x="742" y="3582"/>
                <a:chExt cx="49" cy="23"/>
              </a:xfrm>
            </p:grpSpPr>
            <p:sp>
              <p:nvSpPr>
                <p:cNvPr id="1997879" name="Freeform 3128"/>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0" name="Freeform 3129"/>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1" name="Freeform 3130"/>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82" name="Group 3131"/>
              <p:cNvGrpSpPr>
                <a:grpSpLocks/>
              </p:cNvGrpSpPr>
              <p:nvPr/>
            </p:nvGrpSpPr>
            <p:grpSpPr bwMode="auto">
              <a:xfrm>
                <a:off x="752" y="3597"/>
                <a:ext cx="133" cy="106"/>
                <a:chOff x="752" y="3597"/>
                <a:chExt cx="133" cy="106"/>
              </a:xfrm>
            </p:grpSpPr>
            <p:sp>
              <p:nvSpPr>
                <p:cNvPr id="1997883" name="Freeform 3132"/>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4" name="Freeform 3133"/>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5" name="Freeform 3134"/>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86" name="Group 3135"/>
              <p:cNvGrpSpPr>
                <a:grpSpLocks/>
              </p:cNvGrpSpPr>
              <p:nvPr/>
            </p:nvGrpSpPr>
            <p:grpSpPr bwMode="auto">
              <a:xfrm>
                <a:off x="844" y="3694"/>
                <a:ext cx="48" cy="23"/>
                <a:chOff x="844" y="3694"/>
                <a:chExt cx="48" cy="23"/>
              </a:xfrm>
            </p:grpSpPr>
            <p:sp>
              <p:nvSpPr>
                <p:cNvPr id="1997887" name="Freeform 3136"/>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8" name="Freeform 3137"/>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9" name="Freeform 3138"/>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90" name="Group 3139"/>
              <p:cNvGrpSpPr>
                <a:grpSpLocks/>
              </p:cNvGrpSpPr>
              <p:nvPr/>
            </p:nvGrpSpPr>
            <p:grpSpPr bwMode="auto">
              <a:xfrm>
                <a:off x="857" y="3710"/>
                <a:ext cx="49" cy="22"/>
                <a:chOff x="857" y="3710"/>
                <a:chExt cx="49" cy="22"/>
              </a:xfrm>
            </p:grpSpPr>
            <p:sp>
              <p:nvSpPr>
                <p:cNvPr id="1997891" name="Freeform 3140"/>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92" name="Freeform 3141"/>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93" name="Freeform 3142"/>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94" name="Group 3143"/>
              <p:cNvGrpSpPr>
                <a:grpSpLocks/>
              </p:cNvGrpSpPr>
              <p:nvPr/>
            </p:nvGrpSpPr>
            <p:grpSpPr bwMode="auto">
              <a:xfrm>
                <a:off x="1086" y="3766"/>
                <a:ext cx="49" cy="23"/>
                <a:chOff x="1086" y="3766"/>
                <a:chExt cx="49" cy="23"/>
              </a:xfrm>
            </p:grpSpPr>
            <p:sp>
              <p:nvSpPr>
                <p:cNvPr id="1997895" name="Freeform 3144"/>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96" name="Freeform 3145"/>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97" name="Freeform 3146"/>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98" name="Group 3147"/>
              <p:cNvGrpSpPr>
                <a:grpSpLocks/>
              </p:cNvGrpSpPr>
              <p:nvPr/>
            </p:nvGrpSpPr>
            <p:grpSpPr bwMode="auto">
              <a:xfrm>
                <a:off x="934" y="3740"/>
                <a:ext cx="48" cy="23"/>
                <a:chOff x="934" y="3740"/>
                <a:chExt cx="48" cy="23"/>
              </a:xfrm>
            </p:grpSpPr>
            <p:sp>
              <p:nvSpPr>
                <p:cNvPr id="1997899" name="Freeform 3148"/>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0" name="Freeform 3149"/>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1" name="Freeform 3150"/>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02" name="Group 3151"/>
              <p:cNvGrpSpPr>
                <a:grpSpLocks/>
              </p:cNvGrpSpPr>
              <p:nvPr/>
            </p:nvGrpSpPr>
            <p:grpSpPr bwMode="auto">
              <a:xfrm>
                <a:off x="943" y="3754"/>
                <a:ext cx="49" cy="23"/>
                <a:chOff x="943" y="3754"/>
                <a:chExt cx="49" cy="23"/>
              </a:xfrm>
            </p:grpSpPr>
            <p:sp>
              <p:nvSpPr>
                <p:cNvPr id="1997903" name="Freeform 3152"/>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4" name="Freeform 3153"/>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5" name="Freeform 3154"/>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906" name="Freeform 3155"/>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7" name="Freeform 3156"/>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8" name="Freeform 3157"/>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09" name="Group 3158"/>
            <p:cNvGrpSpPr>
              <a:grpSpLocks/>
            </p:cNvGrpSpPr>
            <p:nvPr/>
          </p:nvGrpSpPr>
          <p:grpSpPr bwMode="auto">
            <a:xfrm>
              <a:off x="920" y="3821"/>
              <a:ext cx="413" cy="50"/>
              <a:chOff x="920" y="3821"/>
              <a:chExt cx="413" cy="50"/>
            </a:xfrm>
          </p:grpSpPr>
          <p:sp>
            <p:nvSpPr>
              <p:cNvPr id="1997910" name="Freeform 3159"/>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11" name="Freeform 3160"/>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12" name="Rectangle 3161"/>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13" name="Rectangle 3162"/>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14" name="Group 3163"/>
            <p:cNvGrpSpPr>
              <a:grpSpLocks/>
            </p:cNvGrpSpPr>
            <p:nvPr/>
          </p:nvGrpSpPr>
          <p:grpSpPr bwMode="auto">
            <a:xfrm>
              <a:off x="1227" y="3477"/>
              <a:ext cx="508" cy="321"/>
              <a:chOff x="1227" y="3477"/>
              <a:chExt cx="508" cy="321"/>
            </a:xfrm>
          </p:grpSpPr>
          <p:sp>
            <p:nvSpPr>
              <p:cNvPr id="1997915" name="Freeform 3164"/>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16" name="Freeform 3165"/>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17" name="Freeform 3166"/>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18" name="Line 3167"/>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19" name="Freeform 3168"/>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0" name="Freeform 3169"/>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1" name="Freeform 3170"/>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2" name="Freeform 3171"/>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3" name="Freeform 3172"/>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4" name="Freeform 3173"/>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5" name="Freeform 3174"/>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6" name="Freeform 3175"/>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7" name="Freeform 3176"/>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8" name="Freeform 3177"/>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9" name="Oval 3178"/>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0" name="Oval 3179"/>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1" name="Freeform 3180"/>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2" name="Oval 3181"/>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3" name="Oval 3182"/>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934" name="Group 3183"/>
          <p:cNvGrpSpPr>
            <a:grpSpLocks/>
          </p:cNvGrpSpPr>
          <p:nvPr/>
        </p:nvGrpSpPr>
        <p:grpSpPr bwMode="auto">
          <a:xfrm>
            <a:off x="6261100" y="5210175"/>
            <a:ext cx="720725" cy="546100"/>
            <a:chOff x="624" y="2968"/>
            <a:chExt cx="1331" cy="920"/>
          </a:xfrm>
        </p:grpSpPr>
        <p:sp>
          <p:nvSpPr>
            <p:cNvPr id="1997935" name="Freeform 3184"/>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6" name="Freeform 3185"/>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37" name="Freeform 3186"/>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38" name="Freeform 3187"/>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39" name="Freeform 3188"/>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40" name="Freeform 3189"/>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1" name="Freeform 3190"/>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2" name="Freeform 3191"/>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3" name="Freeform 3192"/>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4" name="Freeform 3193"/>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5" name="Freeform 3194"/>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6" name="Freeform 3195"/>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947" name="Group 3196"/>
            <p:cNvGrpSpPr>
              <a:grpSpLocks/>
            </p:cNvGrpSpPr>
            <p:nvPr/>
          </p:nvGrpSpPr>
          <p:grpSpPr bwMode="auto">
            <a:xfrm>
              <a:off x="700" y="3526"/>
              <a:ext cx="515" cy="270"/>
              <a:chOff x="700" y="3526"/>
              <a:chExt cx="515" cy="270"/>
            </a:xfrm>
          </p:grpSpPr>
          <p:grpSp>
            <p:nvGrpSpPr>
              <p:cNvPr id="1997948" name="Group 3197"/>
              <p:cNvGrpSpPr>
                <a:grpSpLocks/>
              </p:cNvGrpSpPr>
              <p:nvPr/>
            </p:nvGrpSpPr>
            <p:grpSpPr bwMode="auto">
              <a:xfrm>
                <a:off x="737" y="3534"/>
                <a:ext cx="49" cy="23"/>
                <a:chOff x="737" y="3534"/>
                <a:chExt cx="49" cy="23"/>
              </a:xfrm>
            </p:grpSpPr>
            <p:sp>
              <p:nvSpPr>
                <p:cNvPr id="1997949" name="Freeform 3198"/>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0" name="Freeform 3199"/>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1" name="Freeform 3200"/>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52" name="Group 3201"/>
              <p:cNvGrpSpPr>
                <a:grpSpLocks/>
              </p:cNvGrpSpPr>
              <p:nvPr/>
            </p:nvGrpSpPr>
            <p:grpSpPr bwMode="auto">
              <a:xfrm>
                <a:off x="748" y="3547"/>
                <a:ext cx="50" cy="23"/>
                <a:chOff x="748" y="3547"/>
                <a:chExt cx="50" cy="23"/>
              </a:xfrm>
            </p:grpSpPr>
            <p:sp>
              <p:nvSpPr>
                <p:cNvPr id="1997953" name="Freeform 3202"/>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4" name="Freeform 3203"/>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5" name="Freeform 3204"/>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956" name="Freeform 3205"/>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7" name="Freeform 3206"/>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8" name="Freeform 3207"/>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9" name="Freeform 3208"/>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960" name="Group 3209"/>
              <p:cNvGrpSpPr>
                <a:grpSpLocks/>
              </p:cNvGrpSpPr>
              <p:nvPr/>
            </p:nvGrpSpPr>
            <p:grpSpPr bwMode="auto">
              <a:xfrm>
                <a:off x="872" y="3547"/>
                <a:ext cx="50" cy="23"/>
                <a:chOff x="872" y="3547"/>
                <a:chExt cx="50" cy="23"/>
              </a:xfrm>
            </p:grpSpPr>
            <p:sp>
              <p:nvSpPr>
                <p:cNvPr id="1997961" name="Freeform 3210"/>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62" name="Freeform 3211"/>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63" name="Freeform 3212"/>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64" name="Group 3213"/>
              <p:cNvGrpSpPr>
                <a:grpSpLocks/>
              </p:cNvGrpSpPr>
              <p:nvPr/>
            </p:nvGrpSpPr>
            <p:grpSpPr bwMode="auto">
              <a:xfrm>
                <a:off x="885" y="3559"/>
                <a:ext cx="50" cy="23"/>
                <a:chOff x="885" y="3559"/>
                <a:chExt cx="50" cy="23"/>
              </a:xfrm>
            </p:grpSpPr>
            <p:sp>
              <p:nvSpPr>
                <p:cNvPr id="1997965" name="Freeform 3214"/>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66" name="Freeform 3215"/>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67" name="Freeform 3216"/>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68" name="Group 3217"/>
              <p:cNvGrpSpPr>
                <a:grpSpLocks/>
              </p:cNvGrpSpPr>
              <p:nvPr/>
            </p:nvGrpSpPr>
            <p:grpSpPr bwMode="auto">
              <a:xfrm>
                <a:off x="898" y="3571"/>
                <a:ext cx="49" cy="23"/>
                <a:chOff x="898" y="3571"/>
                <a:chExt cx="49" cy="23"/>
              </a:xfrm>
            </p:grpSpPr>
            <p:sp>
              <p:nvSpPr>
                <p:cNvPr id="1997969" name="Freeform 3218"/>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0" name="Freeform 3219"/>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1" name="Freeform 3220"/>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72" name="Group 3221"/>
              <p:cNvGrpSpPr>
                <a:grpSpLocks/>
              </p:cNvGrpSpPr>
              <p:nvPr/>
            </p:nvGrpSpPr>
            <p:grpSpPr bwMode="auto">
              <a:xfrm>
                <a:off x="911" y="3585"/>
                <a:ext cx="49" cy="23"/>
                <a:chOff x="911" y="3585"/>
                <a:chExt cx="49" cy="23"/>
              </a:xfrm>
            </p:grpSpPr>
            <p:sp>
              <p:nvSpPr>
                <p:cNvPr id="1997973" name="Freeform 3222"/>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4" name="Freeform 3223"/>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5" name="Freeform 3224"/>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76" name="Group 3225"/>
              <p:cNvGrpSpPr>
                <a:grpSpLocks/>
              </p:cNvGrpSpPr>
              <p:nvPr/>
            </p:nvGrpSpPr>
            <p:grpSpPr bwMode="auto">
              <a:xfrm>
                <a:off x="923" y="3600"/>
                <a:ext cx="99" cy="73"/>
                <a:chOff x="923" y="3600"/>
                <a:chExt cx="99" cy="73"/>
              </a:xfrm>
            </p:grpSpPr>
            <p:grpSp>
              <p:nvGrpSpPr>
                <p:cNvPr id="1997977" name="Group 3226"/>
                <p:cNvGrpSpPr>
                  <a:grpSpLocks/>
                </p:cNvGrpSpPr>
                <p:nvPr/>
              </p:nvGrpSpPr>
              <p:grpSpPr bwMode="auto">
                <a:xfrm>
                  <a:off x="923" y="3600"/>
                  <a:ext cx="49" cy="23"/>
                  <a:chOff x="923" y="3600"/>
                  <a:chExt cx="49" cy="23"/>
                </a:xfrm>
              </p:grpSpPr>
              <p:sp>
                <p:nvSpPr>
                  <p:cNvPr id="1997978" name="Freeform 3227"/>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9" name="Freeform 3228"/>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0" name="Freeform 3229"/>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81" name="Group 3230"/>
                <p:cNvGrpSpPr>
                  <a:grpSpLocks/>
                </p:cNvGrpSpPr>
                <p:nvPr/>
              </p:nvGrpSpPr>
              <p:grpSpPr bwMode="auto">
                <a:xfrm>
                  <a:off x="935" y="3612"/>
                  <a:ext cx="48" cy="23"/>
                  <a:chOff x="935" y="3612"/>
                  <a:chExt cx="48" cy="23"/>
                </a:xfrm>
              </p:grpSpPr>
              <p:sp>
                <p:nvSpPr>
                  <p:cNvPr id="1997982" name="Freeform 3231"/>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3" name="Freeform 3232"/>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4" name="Freeform 3233"/>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85" name="Group 3234"/>
                <p:cNvGrpSpPr>
                  <a:grpSpLocks/>
                </p:cNvGrpSpPr>
                <p:nvPr/>
              </p:nvGrpSpPr>
              <p:grpSpPr bwMode="auto">
                <a:xfrm>
                  <a:off x="947" y="3625"/>
                  <a:ext cx="50" cy="22"/>
                  <a:chOff x="947" y="3625"/>
                  <a:chExt cx="50" cy="22"/>
                </a:xfrm>
              </p:grpSpPr>
              <p:sp>
                <p:nvSpPr>
                  <p:cNvPr id="1997986" name="Freeform 3235"/>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7" name="Freeform 3236"/>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8" name="Freeform 3237"/>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89" name="Group 3238"/>
                <p:cNvGrpSpPr>
                  <a:grpSpLocks/>
                </p:cNvGrpSpPr>
                <p:nvPr/>
              </p:nvGrpSpPr>
              <p:grpSpPr bwMode="auto">
                <a:xfrm>
                  <a:off x="960" y="3637"/>
                  <a:ext cx="50" cy="23"/>
                  <a:chOff x="960" y="3637"/>
                  <a:chExt cx="50" cy="23"/>
                </a:xfrm>
              </p:grpSpPr>
              <p:sp>
                <p:nvSpPr>
                  <p:cNvPr id="1997990" name="Freeform 3239"/>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91" name="Freeform 3240"/>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92" name="Freeform 3241"/>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93" name="Group 3242"/>
                <p:cNvGrpSpPr>
                  <a:grpSpLocks/>
                </p:cNvGrpSpPr>
                <p:nvPr/>
              </p:nvGrpSpPr>
              <p:grpSpPr bwMode="auto">
                <a:xfrm>
                  <a:off x="973" y="3650"/>
                  <a:ext cx="49" cy="23"/>
                  <a:chOff x="973" y="3650"/>
                  <a:chExt cx="49" cy="23"/>
                </a:xfrm>
              </p:grpSpPr>
              <p:sp>
                <p:nvSpPr>
                  <p:cNvPr id="1997994" name="Freeform 3243"/>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95" name="Freeform 3244"/>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96" name="Freeform 3245"/>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997" name="Group 3246"/>
              <p:cNvGrpSpPr>
                <a:grpSpLocks/>
              </p:cNvGrpSpPr>
              <p:nvPr/>
            </p:nvGrpSpPr>
            <p:grpSpPr bwMode="auto">
              <a:xfrm>
                <a:off x="985" y="3665"/>
                <a:ext cx="100" cy="73"/>
                <a:chOff x="985" y="3665"/>
                <a:chExt cx="100" cy="73"/>
              </a:xfrm>
            </p:grpSpPr>
            <p:grpSp>
              <p:nvGrpSpPr>
                <p:cNvPr id="1997998" name="Group 3247"/>
                <p:cNvGrpSpPr>
                  <a:grpSpLocks/>
                </p:cNvGrpSpPr>
                <p:nvPr/>
              </p:nvGrpSpPr>
              <p:grpSpPr bwMode="auto">
                <a:xfrm>
                  <a:off x="985" y="3665"/>
                  <a:ext cx="50" cy="23"/>
                  <a:chOff x="985" y="3665"/>
                  <a:chExt cx="50" cy="23"/>
                </a:xfrm>
              </p:grpSpPr>
              <p:sp>
                <p:nvSpPr>
                  <p:cNvPr id="1997999" name="Freeform 3248"/>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0" name="Freeform 3249"/>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1" name="Freeform 3250"/>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02" name="Group 3251"/>
                <p:cNvGrpSpPr>
                  <a:grpSpLocks/>
                </p:cNvGrpSpPr>
                <p:nvPr/>
              </p:nvGrpSpPr>
              <p:grpSpPr bwMode="auto">
                <a:xfrm>
                  <a:off x="997" y="3677"/>
                  <a:ext cx="49" cy="23"/>
                  <a:chOff x="997" y="3677"/>
                  <a:chExt cx="49" cy="23"/>
                </a:xfrm>
              </p:grpSpPr>
              <p:sp>
                <p:nvSpPr>
                  <p:cNvPr id="1998003" name="Freeform 3252"/>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4" name="Freeform 3253"/>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5" name="Freeform 3254"/>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06" name="Group 3255"/>
                <p:cNvGrpSpPr>
                  <a:grpSpLocks/>
                </p:cNvGrpSpPr>
                <p:nvPr/>
              </p:nvGrpSpPr>
              <p:grpSpPr bwMode="auto">
                <a:xfrm>
                  <a:off x="1010" y="3690"/>
                  <a:ext cx="48" cy="23"/>
                  <a:chOff x="1010" y="3690"/>
                  <a:chExt cx="48" cy="23"/>
                </a:xfrm>
              </p:grpSpPr>
              <p:sp>
                <p:nvSpPr>
                  <p:cNvPr id="1998007" name="Freeform 3256"/>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8" name="Freeform 3257"/>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9" name="Freeform 3258"/>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10" name="Group 3259"/>
                <p:cNvGrpSpPr>
                  <a:grpSpLocks/>
                </p:cNvGrpSpPr>
                <p:nvPr/>
              </p:nvGrpSpPr>
              <p:grpSpPr bwMode="auto">
                <a:xfrm>
                  <a:off x="1023" y="3703"/>
                  <a:ext cx="49" cy="22"/>
                  <a:chOff x="1023" y="3703"/>
                  <a:chExt cx="49" cy="22"/>
                </a:xfrm>
              </p:grpSpPr>
              <p:sp>
                <p:nvSpPr>
                  <p:cNvPr id="1998011" name="Freeform 3260"/>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12" name="Freeform 3261"/>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13" name="Freeform 3262"/>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14" name="Group 3263"/>
                <p:cNvGrpSpPr>
                  <a:grpSpLocks/>
                </p:cNvGrpSpPr>
                <p:nvPr/>
              </p:nvGrpSpPr>
              <p:grpSpPr bwMode="auto">
                <a:xfrm>
                  <a:off x="1036" y="3716"/>
                  <a:ext cx="49" cy="22"/>
                  <a:chOff x="1036" y="3716"/>
                  <a:chExt cx="49" cy="22"/>
                </a:xfrm>
              </p:grpSpPr>
              <p:sp>
                <p:nvSpPr>
                  <p:cNvPr id="1998015" name="Freeform 3264"/>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16" name="Freeform 3265"/>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17" name="Freeform 3266"/>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018" name="Group 3267"/>
              <p:cNvGrpSpPr>
                <a:grpSpLocks/>
              </p:cNvGrpSpPr>
              <p:nvPr/>
            </p:nvGrpSpPr>
            <p:grpSpPr bwMode="auto">
              <a:xfrm>
                <a:off x="1046" y="3727"/>
                <a:ext cx="49" cy="23"/>
                <a:chOff x="1046" y="3727"/>
                <a:chExt cx="49" cy="23"/>
              </a:xfrm>
            </p:grpSpPr>
            <p:sp>
              <p:nvSpPr>
                <p:cNvPr id="1998019" name="Freeform 3268"/>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0" name="Freeform 3269"/>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1" name="Freeform 3270"/>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22" name="Group 3271"/>
              <p:cNvGrpSpPr>
                <a:grpSpLocks/>
              </p:cNvGrpSpPr>
              <p:nvPr/>
            </p:nvGrpSpPr>
            <p:grpSpPr bwMode="auto">
              <a:xfrm>
                <a:off x="1058" y="3739"/>
                <a:ext cx="50" cy="23"/>
                <a:chOff x="1058" y="3739"/>
                <a:chExt cx="50" cy="23"/>
              </a:xfrm>
            </p:grpSpPr>
            <p:sp>
              <p:nvSpPr>
                <p:cNvPr id="1998023" name="Freeform 3272"/>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4" name="Freeform 3273"/>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5" name="Freeform 3274"/>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26" name="Group 3275"/>
              <p:cNvGrpSpPr>
                <a:grpSpLocks/>
              </p:cNvGrpSpPr>
              <p:nvPr/>
            </p:nvGrpSpPr>
            <p:grpSpPr bwMode="auto">
              <a:xfrm>
                <a:off x="1072" y="3753"/>
                <a:ext cx="48" cy="22"/>
                <a:chOff x="1072" y="3753"/>
                <a:chExt cx="48" cy="22"/>
              </a:xfrm>
            </p:grpSpPr>
            <p:sp>
              <p:nvSpPr>
                <p:cNvPr id="1998027" name="Freeform 3276"/>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8" name="Freeform 3277"/>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9" name="Freeform 3278"/>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8030" name="Freeform 3279"/>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1" name="Freeform 3280"/>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2" name="Freeform 3281"/>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8033" name="Group 3282"/>
              <p:cNvGrpSpPr>
                <a:grpSpLocks/>
              </p:cNvGrpSpPr>
              <p:nvPr/>
            </p:nvGrpSpPr>
            <p:grpSpPr bwMode="auto">
              <a:xfrm>
                <a:off x="832" y="3547"/>
                <a:ext cx="49" cy="23"/>
                <a:chOff x="832" y="3547"/>
                <a:chExt cx="49" cy="23"/>
              </a:xfrm>
            </p:grpSpPr>
            <p:sp>
              <p:nvSpPr>
                <p:cNvPr id="1998034" name="Freeform 3283"/>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5" name="Freeform 3284"/>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6" name="Freeform 3285"/>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37" name="Group 3286"/>
              <p:cNvGrpSpPr>
                <a:grpSpLocks/>
              </p:cNvGrpSpPr>
              <p:nvPr/>
            </p:nvGrpSpPr>
            <p:grpSpPr bwMode="auto">
              <a:xfrm>
                <a:off x="844" y="3560"/>
                <a:ext cx="49" cy="22"/>
                <a:chOff x="844" y="3560"/>
                <a:chExt cx="49" cy="22"/>
              </a:xfrm>
            </p:grpSpPr>
            <p:sp>
              <p:nvSpPr>
                <p:cNvPr id="1998038" name="Freeform 3287"/>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9" name="Freeform 3288"/>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0" name="Freeform 3289"/>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41" name="Group 3290"/>
              <p:cNvGrpSpPr>
                <a:grpSpLocks/>
              </p:cNvGrpSpPr>
              <p:nvPr/>
            </p:nvGrpSpPr>
            <p:grpSpPr bwMode="auto">
              <a:xfrm>
                <a:off x="857" y="3572"/>
                <a:ext cx="50" cy="23"/>
                <a:chOff x="857" y="3572"/>
                <a:chExt cx="50" cy="23"/>
              </a:xfrm>
            </p:grpSpPr>
            <p:sp>
              <p:nvSpPr>
                <p:cNvPr id="1998042" name="Freeform 3291"/>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3" name="Freeform 3292"/>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4" name="Freeform 3293"/>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45" name="Group 3294"/>
              <p:cNvGrpSpPr>
                <a:grpSpLocks/>
              </p:cNvGrpSpPr>
              <p:nvPr/>
            </p:nvGrpSpPr>
            <p:grpSpPr bwMode="auto">
              <a:xfrm>
                <a:off x="870" y="3585"/>
                <a:ext cx="48" cy="23"/>
                <a:chOff x="870" y="3585"/>
                <a:chExt cx="48" cy="23"/>
              </a:xfrm>
            </p:grpSpPr>
            <p:sp>
              <p:nvSpPr>
                <p:cNvPr id="1998046" name="Freeform 3295"/>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7" name="Freeform 3296"/>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8" name="Freeform 3297"/>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49" name="Group 3298"/>
              <p:cNvGrpSpPr>
                <a:grpSpLocks/>
              </p:cNvGrpSpPr>
              <p:nvPr/>
            </p:nvGrpSpPr>
            <p:grpSpPr bwMode="auto">
              <a:xfrm>
                <a:off x="882" y="3600"/>
                <a:ext cx="100" cy="73"/>
                <a:chOff x="882" y="3600"/>
                <a:chExt cx="100" cy="73"/>
              </a:xfrm>
            </p:grpSpPr>
            <p:grpSp>
              <p:nvGrpSpPr>
                <p:cNvPr id="1998050" name="Group 3299"/>
                <p:cNvGrpSpPr>
                  <a:grpSpLocks/>
                </p:cNvGrpSpPr>
                <p:nvPr/>
              </p:nvGrpSpPr>
              <p:grpSpPr bwMode="auto">
                <a:xfrm>
                  <a:off x="882" y="3600"/>
                  <a:ext cx="49" cy="23"/>
                  <a:chOff x="882" y="3600"/>
                  <a:chExt cx="49" cy="23"/>
                </a:xfrm>
              </p:grpSpPr>
              <p:sp>
                <p:nvSpPr>
                  <p:cNvPr id="1998051" name="Freeform 3300"/>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52" name="Freeform 3301"/>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53" name="Freeform 3302"/>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54" name="Group 3303"/>
                <p:cNvGrpSpPr>
                  <a:grpSpLocks/>
                </p:cNvGrpSpPr>
                <p:nvPr/>
              </p:nvGrpSpPr>
              <p:grpSpPr bwMode="auto">
                <a:xfrm>
                  <a:off x="894" y="3612"/>
                  <a:ext cx="49" cy="23"/>
                  <a:chOff x="894" y="3612"/>
                  <a:chExt cx="49" cy="23"/>
                </a:xfrm>
              </p:grpSpPr>
              <p:sp>
                <p:nvSpPr>
                  <p:cNvPr id="1998055" name="Freeform 3304"/>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56" name="Freeform 3305"/>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57" name="Freeform 3306"/>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58" name="Group 3307"/>
                <p:cNvGrpSpPr>
                  <a:grpSpLocks/>
                </p:cNvGrpSpPr>
                <p:nvPr/>
              </p:nvGrpSpPr>
              <p:grpSpPr bwMode="auto">
                <a:xfrm>
                  <a:off x="907" y="3625"/>
                  <a:ext cx="49" cy="23"/>
                  <a:chOff x="907" y="3625"/>
                  <a:chExt cx="49" cy="23"/>
                </a:xfrm>
              </p:grpSpPr>
              <p:sp>
                <p:nvSpPr>
                  <p:cNvPr id="1998059" name="Freeform 3308"/>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0" name="Freeform 3309"/>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1" name="Freeform 3310"/>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62" name="Group 3311"/>
                <p:cNvGrpSpPr>
                  <a:grpSpLocks/>
                </p:cNvGrpSpPr>
                <p:nvPr/>
              </p:nvGrpSpPr>
              <p:grpSpPr bwMode="auto">
                <a:xfrm>
                  <a:off x="919" y="3638"/>
                  <a:ext cx="49" cy="22"/>
                  <a:chOff x="919" y="3638"/>
                  <a:chExt cx="49" cy="22"/>
                </a:xfrm>
              </p:grpSpPr>
              <p:sp>
                <p:nvSpPr>
                  <p:cNvPr id="1998063" name="Freeform 3312"/>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4" name="Freeform 3313"/>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5" name="Freeform 3314"/>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66" name="Group 3315"/>
                <p:cNvGrpSpPr>
                  <a:grpSpLocks/>
                </p:cNvGrpSpPr>
                <p:nvPr/>
              </p:nvGrpSpPr>
              <p:grpSpPr bwMode="auto">
                <a:xfrm>
                  <a:off x="932" y="3651"/>
                  <a:ext cx="50" cy="22"/>
                  <a:chOff x="932" y="3651"/>
                  <a:chExt cx="50" cy="22"/>
                </a:xfrm>
              </p:grpSpPr>
              <p:sp>
                <p:nvSpPr>
                  <p:cNvPr id="1998067" name="Freeform 3316"/>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8" name="Freeform 3317"/>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9" name="Freeform 3318"/>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070" name="Group 3319"/>
              <p:cNvGrpSpPr>
                <a:grpSpLocks/>
              </p:cNvGrpSpPr>
              <p:nvPr/>
            </p:nvGrpSpPr>
            <p:grpSpPr bwMode="auto">
              <a:xfrm>
                <a:off x="944" y="3665"/>
                <a:ext cx="99" cy="74"/>
                <a:chOff x="944" y="3665"/>
                <a:chExt cx="99" cy="74"/>
              </a:xfrm>
            </p:grpSpPr>
            <p:grpSp>
              <p:nvGrpSpPr>
                <p:cNvPr id="1998071" name="Group 3320"/>
                <p:cNvGrpSpPr>
                  <a:grpSpLocks/>
                </p:cNvGrpSpPr>
                <p:nvPr/>
              </p:nvGrpSpPr>
              <p:grpSpPr bwMode="auto">
                <a:xfrm>
                  <a:off x="944" y="3665"/>
                  <a:ext cx="49" cy="23"/>
                  <a:chOff x="944" y="3665"/>
                  <a:chExt cx="49" cy="23"/>
                </a:xfrm>
              </p:grpSpPr>
              <p:sp>
                <p:nvSpPr>
                  <p:cNvPr id="1998072" name="Freeform 3321"/>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73" name="Freeform 3322"/>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74" name="Freeform 3323"/>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75" name="Group 3324"/>
                <p:cNvGrpSpPr>
                  <a:grpSpLocks/>
                </p:cNvGrpSpPr>
                <p:nvPr/>
              </p:nvGrpSpPr>
              <p:grpSpPr bwMode="auto">
                <a:xfrm>
                  <a:off x="957" y="3678"/>
                  <a:ext cx="48" cy="23"/>
                  <a:chOff x="957" y="3678"/>
                  <a:chExt cx="48" cy="23"/>
                </a:xfrm>
              </p:grpSpPr>
              <p:sp>
                <p:nvSpPr>
                  <p:cNvPr id="1998076" name="Freeform 3325"/>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77" name="Freeform 3326"/>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78" name="Freeform 3327"/>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79" name="Group 3328"/>
                <p:cNvGrpSpPr>
                  <a:grpSpLocks/>
                </p:cNvGrpSpPr>
                <p:nvPr/>
              </p:nvGrpSpPr>
              <p:grpSpPr bwMode="auto">
                <a:xfrm>
                  <a:off x="969" y="3690"/>
                  <a:ext cx="49" cy="23"/>
                  <a:chOff x="969" y="3690"/>
                  <a:chExt cx="49" cy="23"/>
                </a:xfrm>
              </p:grpSpPr>
              <p:sp>
                <p:nvSpPr>
                  <p:cNvPr id="1998080" name="Freeform 3329"/>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1" name="Freeform 3330"/>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2" name="Freeform 3331"/>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83" name="Group 3332"/>
                <p:cNvGrpSpPr>
                  <a:grpSpLocks/>
                </p:cNvGrpSpPr>
                <p:nvPr/>
              </p:nvGrpSpPr>
              <p:grpSpPr bwMode="auto">
                <a:xfrm>
                  <a:off x="982" y="3703"/>
                  <a:ext cx="49" cy="23"/>
                  <a:chOff x="982" y="3703"/>
                  <a:chExt cx="49" cy="23"/>
                </a:xfrm>
              </p:grpSpPr>
              <p:sp>
                <p:nvSpPr>
                  <p:cNvPr id="1998084" name="Freeform 3333"/>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5" name="Freeform 3334"/>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6" name="Freeform 3335"/>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87" name="Group 3336"/>
                <p:cNvGrpSpPr>
                  <a:grpSpLocks/>
                </p:cNvGrpSpPr>
                <p:nvPr/>
              </p:nvGrpSpPr>
              <p:grpSpPr bwMode="auto">
                <a:xfrm>
                  <a:off x="995" y="3716"/>
                  <a:ext cx="48" cy="23"/>
                  <a:chOff x="995" y="3716"/>
                  <a:chExt cx="48" cy="23"/>
                </a:xfrm>
              </p:grpSpPr>
              <p:sp>
                <p:nvSpPr>
                  <p:cNvPr id="1998088" name="Freeform 3337"/>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9" name="Freeform 3338"/>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0" name="Freeform 3339"/>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091" name="Group 3340"/>
              <p:cNvGrpSpPr>
                <a:grpSpLocks/>
              </p:cNvGrpSpPr>
              <p:nvPr/>
            </p:nvGrpSpPr>
            <p:grpSpPr bwMode="auto">
              <a:xfrm>
                <a:off x="1005" y="3727"/>
                <a:ext cx="49" cy="23"/>
                <a:chOff x="1005" y="3727"/>
                <a:chExt cx="49" cy="23"/>
              </a:xfrm>
            </p:grpSpPr>
            <p:sp>
              <p:nvSpPr>
                <p:cNvPr id="1998092" name="Freeform 3341"/>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3" name="Freeform 3342"/>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4" name="Freeform 3343"/>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95" name="Group 3344"/>
              <p:cNvGrpSpPr>
                <a:grpSpLocks/>
              </p:cNvGrpSpPr>
              <p:nvPr/>
            </p:nvGrpSpPr>
            <p:grpSpPr bwMode="auto">
              <a:xfrm>
                <a:off x="1018" y="3740"/>
                <a:ext cx="49" cy="22"/>
                <a:chOff x="1018" y="3740"/>
                <a:chExt cx="49" cy="22"/>
              </a:xfrm>
            </p:grpSpPr>
            <p:sp>
              <p:nvSpPr>
                <p:cNvPr id="1998096" name="Freeform 3345"/>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7" name="Freeform 3346"/>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8" name="Freeform 3347"/>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99" name="Group 3348"/>
              <p:cNvGrpSpPr>
                <a:grpSpLocks/>
              </p:cNvGrpSpPr>
              <p:nvPr/>
            </p:nvGrpSpPr>
            <p:grpSpPr bwMode="auto">
              <a:xfrm>
                <a:off x="1030" y="3753"/>
                <a:ext cx="49" cy="23"/>
                <a:chOff x="1030" y="3753"/>
                <a:chExt cx="49" cy="23"/>
              </a:xfrm>
            </p:grpSpPr>
            <p:sp>
              <p:nvSpPr>
                <p:cNvPr id="1998100" name="Freeform 3349"/>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1" name="Freeform 3350"/>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2" name="Freeform 3351"/>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8103" name="Freeform 3352"/>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4" name="Freeform 3353"/>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5" name="Freeform 3354"/>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8106" name="Group 3355"/>
              <p:cNvGrpSpPr>
                <a:grpSpLocks/>
              </p:cNvGrpSpPr>
              <p:nvPr/>
            </p:nvGrpSpPr>
            <p:grpSpPr bwMode="auto">
              <a:xfrm>
                <a:off x="790" y="3547"/>
                <a:ext cx="49" cy="23"/>
                <a:chOff x="790" y="3547"/>
                <a:chExt cx="49" cy="23"/>
              </a:xfrm>
            </p:grpSpPr>
            <p:sp>
              <p:nvSpPr>
                <p:cNvPr id="1998107" name="Freeform 3356"/>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8" name="Freeform 3357"/>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9" name="Freeform 3358"/>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10" name="Group 3359"/>
              <p:cNvGrpSpPr>
                <a:grpSpLocks/>
              </p:cNvGrpSpPr>
              <p:nvPr/>
            </p:nvGrpSpPr>
            <p:grpSpPr bwMode="auto">
              <a:xfrm>
                <a:off x="803" y="3560"/>
                <a:ext cx="49" cy="22"/>
                <a:chOff x="803" y="3560"/>
                <a:chExt cx="49" cy="22"/>
              </a:xfrm>
            </p:grpSpPr>
            <p:sp>
              <p:nvSpPr>
                <p:cNvPr id="1998111" name="Freeform 3360"/>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12" name="Freeform 3361"/>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13" name="Freeform 3362"/>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14" name="Group 3363"/>
              <p:cNvGrpSpPr>
                <a:grpSpLocks/>
              </p:cNvGrpSpPr>
              <p:nvPr/>
            </p:nvGrpSpPr>
            <p:grpSpPr bwMode="auto">
              <a:xfrm>
                <a:off x="815" y="3572"/>
                <a:ext cx="50" cy="23"/>
                <a:chOff x="815" y="3572"/>
                <a:chExt cx="50" cy="23"/>
              </a:xfrm>
            </p:grpSpPr>
            <p:sp>
              <p:nvSpPr>
                <p:cNvPr id="1998115" name="Freeform 3364"/>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16" name="Freeform 3365"/>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17" name="Freeform 3366"/>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18" name="Group 3367"/>
              <p:cNvGrpSpPr>
                <a:grpSpLocks/>
              </p:cNvGrpSpPr>
              <p:nvPr/>
            </p:nvGrpSpPr>
            <p:grpSpPr bwMode="auto">
              <a:xfrm>
                <a:off x="828" y="3585"/>
                <a:ext cx="49" cy="23"/>
                <a:chOff x="828" y="3585"/>
                <a:chExt cx="49" cy="23"/>
              </a:xfrm>
            </p:grpSpPr>
            <p:sp>
              <p:nvSpPr>
                <p:cNvPr id="1998119" name="Freeform 3368"/>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0" name="Freeform 3369"/>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1" name="Freeform 3370"/>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22" name="Group 3371"/>
              <p:cNvGrpSpPr>
                <a:grpSpLocks/>
              </p:cNvGrpSpPr>
              <p:nvPr/>
            </p:nvGrpSpPr>
            <p:grpSpPr bwMode="auto">
              <a:xfrm>
                <a:off x="840" y="3600"/>
                <a:ext cx="100" cy="73"/>
                <a:chOff x="840" y="3600"/>
                <a:chExt cx="100" cy="73"/>
              </a:xfrm>
            </p:grpSpPr>
            <p:grpSp>
              <p:nvGrpSpPr>
                <p:cNvPr id="1998123" name="Group 3372"/>
                <p:cNvGrpSpPr>
                  <a:grpSpLocks/>
                </p:cNvGrpSpPr>
                <p:nvPr/>
              </p:nvGrpSpPr>
              <p:grpSpPr bwMode="auto">
                <a:xfrm>
                  <a:off x="840" y="3600"/>
                  <a:ext cx="49" cy="23"/>
                  <a:chOff x="840" y="3600"/>
                  <a:chExt cx="49" cy="23"/>
                </a:xfrm>
              </p:grpSpPr>
              <p:sp>
                <p:nvSpPr>
                  <p:cNvPr id="1998124" name="Freeform 3373"/>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5" name="Freeform 3374"/>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6" name="Freeform 3375"/>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27" name="Group 3376"/>
                <p:cNvGrpSpPr>
                  <a:grpSpLocks/>
                </p:cNvGrpSpPr>
                <p:nvPr/>
              </p:nvGrpSpPr>
              <p:grpSpPr bwMode="auto">
                <a:xfrm>
                  <a:off x="853" y="3612"/>
                  <a:ext cx="48" cy="23"/>
                  <a:chOff x="853" y="3612"/>
                  <a:chExt cx="48" cy="23"/>
                </a:xfrm>
              </p:grpSpPr>
              <p:sp>
                <p:nvSpPr>
                  <p:cNvPr id="1998128" name="Freeform 3377"/>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9" name="Freeform 3378"/>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0" name="Freeform 3379"/>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31" name="Group 3380"/>
                <p:cNvGrpSpPr>
                  <a:grpSpLocks/>
                </p:cNvGrpSpPr>
                <p:nvPr/>
              </p:nvGrpSpPr>
              <p:grpSpPr bwMode="auto">
                <a:xfrm>
                  <a:off x="865" y="3625"/>
                  <a:ext cx="49" cy="23"/>
                  <a:chOff x="865" y="3625"/>
                  <a:chExt cx="49" cy="23"/>
                </a:xfrm>
              </p:grpSpPr>
              <p:sp>
                <p:nvSpPr>
                  <p:cNvPr id="1998132" name="Freeform 3381"/>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3" name="Freeform 3382"/>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4" name="Freeform 3383"/>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35" name="Group 3384"/>
                <p:cNvGrpSpPr>
                  <a:grpSpLocks/>
                </p:cNvGrpSpPr>
                <p:nvPr/>
              </p:nvGrpSpPr>
              <p:grpSpPr bwMode="auto">
                <a:xfrm>
                  <a:off x="878" y="3638"/>
                  <a:ext cx="49" cy="22"/>
                  <a:chOff x="878" y="3638"/>
                  <a:chExt cx="49" cy="22"/>
                </a:xfrm>
              </p:grpSpPr>
              <p:sp>
                <p:nvSpPr>
                  <p:cNvPr id="1998136" name="Freeform 3385"/>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7" name="Freeform 3386"/>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8" name="Freeform 3387"/>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39" name="Group 3388"/>
                <p:cNvGrpSpPr>
                  <a:grpSpLocks/>
                </p:cNvGrpSpPr>
                <p:nvPr/>
              </p:nvGrpSpPr>
              <p:grpSpPr bwMode="auto">
                <a:xfrm>
                  <a:off x="890" y="3651"/>
                  <a:ext cx="50" cy="22"/>
                  <a:chOff x="890" y="3651"/>
                  <a:chExt cx="50" cy="22"/>
                </a:xfrm>
              </p:grpSpPr>
              <p:sp>
                <p:nvSpPr>
                  <p:cNvPr id="1998140" name="Freeform 3389"/>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41" name="Freeform 3390"/>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42" name="Freeform 3391"/>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143" name="Group 3392"/>
              <p:cNvGrpSpPr>
                <a:grpSpLocks/>
              </p:cNvGrpSpPr>
              <p:nvPr/>
            </p:nvGrpSpPr>
            <p:grpSpPr bwMode="auto">
              <a:xfrm>
                <a:off x="903" y="3665"/>
                <a:ext cx="99" cy="74"/>
                <a:chOff x="903" y="3665"/>
                <a:chExt cx="99" cy="74"/>
              </a:xfrm>
            </p:grpSpPr>
            <p:grpSp>
              <p:nvGrpSpPr>
                <p:cNvPr id="1998144" name="Group 3393"/>
                <p:cNvGrpSpPr>
                  <a:grpSpLocks/>
                </p:cNvGrpSpPr>
                <p:nvPr/>
              </p:nvGrpSpPr>
              <p:grpSpPr bwMode="auto">
                <a:xfrm>
                  <a:off x="903" y="3665"/>
                  <a:ext cx="49" cy="23"/>
                  <a:chOff x="903" y="3665"/>
                  <a:chExt cx="49" cy="23"/>
                </a:xfrm>
              </p:grpSpPr>
              <p:sp>
                <p:nvSpPr>
                  <p:cNvPr id="1998145" name="Freeform 3394"/>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46" name="Freeform 3395"/>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47" name="Freeform 3396"/>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48" name="Group 3397"/>
                <p:cNvGrpSpPr>
                  <a:grpSpLocks/>
                </p:cNvGrpSpPr>
                <p:nvPr/>
              </p:nvGrpSpPr>
              <p:grpSpPr bwMode="auto">
                <a:xfrm>
                  <a:off x="914" y="3678"/>
                  <a:ext cx="49" cy="23"/>
                  <a:chOff x="914" y="3678"/>
                  <a:chExt cx="49" cy="23"/>
                </a:xfrm>
              </p:grpSpPr>
              <p:sp>
                <p:nvSpPr>
                  <p:cNvPr id="1998149" name="Freeform 3398"/>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0" name="Freeform 3399"/>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1" name="Freeform 3400"/>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52" name="Group 3401"/>
                <p:cNvGrpSpPr>
                  <a:grpSpLocks/>
                </p:cNvGrpSpPr>
                <p:nvPr/>
              </p:nvGrpSpPr>
              <p:grpSpPr bwMode="auto">
                <a:xfrm>
                  <a:off x="928" y="3690"/>
                  <a:ext cx="48" cy="23"/>
                  <a:chOff x="928" y="3690"/>
                  <a:chExt cx="48" cy="23"/>
                </a:xfrm>
              </p:grpSpPr>
              <p:sp>
                <p:nvSpPr>
                  <p:cNvPr id="1998153" name="Freeform 3402"/>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4" name="Freeform 3403"/>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5" name="Freeform 3404"/>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56" name="Group 3405"/>
                <p:cNvGrpSpPr>
                  <a:grpSpLocks/>
                </p:cNvGrpSpPr>
                <p:nvPr/>
              </p:nvGrpSpPr>
              <p:grpSpPr bwMode="auto">
                <a:xfrm>
                  <a:off x="940" y="3703"/>
                  <a:ext cx="49" cy="23"/>
                  <a:chOff x="940" y="3703"/>
                  <a:chExt cx="49" cy="23"/>
                </a:xfrm>
              </p:grpSpPr>
              <p:sp>
                <p:nvSpPr>
                  <p:cNvPr id="1998157" name="Freeform 3406"/>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8" name="Freeform 3407"/>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9" name="Freeform 3408"/>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60" name="Group 3409"/>
                <p:cNvGrpSpPr>
                  <a:grpSpLocks/>
                </p:cNvGrpSpPr>
                <p:nvPr/>
              </p:nvGrpSpPr>
              <p:grpSpPr bwMode="auto">
                <a:xfrm>
                  <a:off x="953" y="3716"/>
                  <a:ext cx="49" cy="23"/>
                  <a:chOff x="953" y="3716"/>
                  <a:chExt cx="49" cy="23"/>
                </a:xfrm>
              </p:grpSpPr>
              <p:sp>
                <p:nvSpPr>
                  <p:cNvPr id="1998161" name="Freeform 3410"/>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62" name="Freeform 3411"/>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63" name="Freeform 3412"/>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164" name="Group 3413"/>
              <p:cNvGrpSpPr>
                <a:grpSpLocks/>
              </p:cNvGrpSpPr>
              <p:nvPr/>
            </p:nvGrpSpPr>
            <p:grpSpPr bwMode="auto">
              <a:xfrm>
                <a:off x="963" y="3727"/>
                <a:ext cx="49" cy="23"/>
                <a:chOff x="963" y="3727"/>
                <a:chExt cx="49" cy="23"/>
              </a:xfrm>
            </p:grpSpPr>
            <p:sp>
              <p:nvSpPr>
                <p:cNvPr id="1998165" name="Freeform 3414"/>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66" name="Freeform 3415"/>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67" name="Freeform 3416"/>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68" name="Group 3417"/>
              <p:cNvGrpSpPr>
                <a:grpSpLocks/>
              </p:cNvGrpSpPr>
              <p:nvPr/>
            </p:nvGrpSpPr>
            <p:grpSpPr bwMode="auto">
              <a:xfrm>
                <a:off x="976" y="3740"/>
                <a:ext cx="50" cy="22"/>
                <a:chOff x="976" y="3740"/>
                <a:chExt cx="50" cy="22"/>
              </a:xfrm>
            </p:grpSpPr>
            <p:sp>
              <p:nvSpPr>
                <p:cNvPr id="1998169" name="Freeform 3418"/>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0" name="Freeform 3419"/>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1" name="Freeform 3420"/>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72" name="Group 3421"/>
              <p:cNvGrpSpPr>
                <a:grpSpLocks/>
              </p:cNvGrpSpPr>
              <p:nvPr/>
            </p:nvGrpSpPr>
            <p:grpSpPr bwMode="auto">
              <a:xfrm>
                <a:off x="761" y="3560"/>
                <a:ext cx="50" cy="22"/>
                <a:chOff x="761" y="3560"/>
                <a:chExt cx="50" cy="22"/>
              </a:xfrm>
            </p:grpSpPr>
            <p:sp>
              <p:nvSpPr>
                <p:cNvPr id="1998173" name="Freeform 3422"/>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4" name="Freeform 3423"/>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5" name="Freeform 3424"/>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76" name="Group 3425"/>
              <p:cNvGrpSpPr>
                <a:grpSpLocks/>
              </p:cNvGrpSpPr>
              <p:nvPr/>
            </p:nvGrpSpPr>
            <p:grpSpPr bwMode="auto">
              <a:xfrm>
                <a:off x="774" y="3572"/>
                <a:ext cx="49" cy="23"/>
                <a:chOff x="774" y="3572"/>
                <a:chExt cx="49" cy="23"/>
              </a:xfrm>
            </p:grpSpPr>
            <p:sp>
              <p:nvSpPr>
                <p:cNvPr id="1998177" name="Freeform 3426"/>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8" name="Freeform 3427"/>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9" name="Freeform 3428"/>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80" name="Group 3429"/>
              <p:cNvGrpSpPr>
                <a:grpSpLocks/>
              </p:cNvGrpSpPr>
              <p:nvPr/>
            </p:nvGrpSpPr>
            <p:grpSpPr bwMode="auto">
              <a:xfrm>
                <a:off x="787" y="3585"/>
                <a:ext cx="49" cy="23"/>
                <a:chOff x="787" y="3585"/>
                <a:chExt cx="49" cy="23"/>
              </a:xfrm>
            </p:grpSpPr>
            <p:sp>
              <p:nvSpPr>
                <p:cNvPr id="1998181" name="Freeform 3430"/>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82" name="Freeform 3431"/>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83" name="Freeform 3432"/>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84" name="Group 3433"/>
              <p:cNvGrpSpPr>
                <a:grpSpLocks/>
              </p:cNvGrpSpPr>
              <p:nvPr/>
            </p:nvGrpSpPr>
            <p:grpSpPr bwMode="auto">
              <a:xfrm>
                <a:off x="799" y="3600"/>
                <a:ext cx="99" cy="73"/>
                <a:chOff x="799" y="3600"/>
                <a:chExt cx="99" cy="73"/>
              </a:xfrm>
            </p:grpSpPr>
            <p:grpSp>
              <p:nvGrpSpPr>
                <p:cNvPr id="1998185" name="Group 3434"/>
                <p:cNvGrpSpPr>
                  <a:grpSpLocks/>
                </p:cNvGrpSpPr>
                <p:nvPr/>
              </p:nvGrpSpPr>
              <p:grpSpPr bwMode="auto">
                <a:xfrm>
                  <a:off x="799" y="3600"/>
                  <a:ext cx="48" cy="23"/>
                  <a:chOff x="799" y="3600"/>
                  <a:chExt cx="48" cy="23"/>
                </a:xfrm>
              </p:grpSpPr>
              <p:sp>
                <p:nvSpPr>
                  <p:cNvPr id="1998186" name="Freeform 3435"/>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87" name="Freeform 3436"/>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88" name="Freeform 3437"/>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89" name="Group 3438"/>
                <p:cNvGrpSpPr>
                  <a:grpSpLocks/>
                </p:cNvGrpSpPr>
                <p:nvPr/>
              </p:nvGrpSpPr>
              <p:grpSpPr bwMode="auto">
                <a:xfrm>
                  <a:off x="811" y="3612"/>
                  <a:ext cx="48" cy="23"/>
                  <a:chOff x="811" y="3612"/>
                  <a:chExt cx="48" cy="23"/>
                </a:xfrm>
              </p:grpSpPr>
              <p:sp>
                <p:nvSpPr>
                  <p:cNvPr id="1998190" name="Freeform 3439"/>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1" name="Freeform 3440"/>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2" name="Freeform 3441"/>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93" name="Group 3442"/>
                <p:cNvGrpSpPr>
                  <a:grpSpLocks/>
                </p:cNvGrpSpPr>
                <p:nvPr/>
              </p:nvGrpSpPr>
              <p:grpSpPr bwMode="auto">
                <a:xfrm>
                  <a:off x="823" y="3625"/>
                  <a:ext cx="49" cy="23"/>
                  <a:chOff x="823" y="3625"/>
                  <a:chExt cx="49" cy="23"/>
                </a:xfrm>
              </p:grpSpPr>
              <p:sp>
                <p:nvSpPr>
                  <p:cNvPr id="1998194" name="Freeform 3443"/>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5" name="Freeform 3444"/>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6" name="Freeform 3445"/>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97" name="Group 3446"/>
                <p:cNvGrpSpPr>
                  <a:grpSpLocks/>
                </p:cNvGrpSpPr>
                <p:nvPr/>
              </p:nvGrpSpPr>
              <p:grpSpPr bwMode="auto">
                <a:xfrm>
                  <a:off x="836" y="3638"/>
                  <a:ext cx="50" cy="22"/>
                  <a:chOff x="836" y="3638"/>
                  <a:chExt cx="50" cy="22"/>
                </a:xfrm>
              </p:grpSpPr>
              <p:sp>
                <p:nvSpPr>
                  <p:cNvPr id="1998198" name="Freeform 3447"/>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9" name="Freeform 3448"/>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0" name="Freeform 3449"/>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01" name="Group 3450"/>
                <p:cNvGrpSpPr>
                  <a:grpSpLocks/>
                </p:cNvGrpSpPr>
                <p:nvPr/>
              </p:nvGrpSpPr>
              <p:grpSpPr bwMode="auto">
                <a:xfrm>
                  <a:off x="849" y="3651"/>
                  <a:ext cx="49" cy="22"/>
                  <a:chOff x="849" y="3651"/>
                  <a:chExt cx="49" cy="22"/>
                </a:xfrm>
              </p:grpSpPr>
              <p:sp>
                <p:nvSpPr>
                  <p:cNvPr id="1998202" name="Freeform 3451"/>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3" name="Freeform 3452"/>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4" name="Freeform 3453"/>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205" name="Group 3454"/>
              <p:cNvGrpSpPr>
                <a:grpSpLocks/>
              </p:cNvGrpSpPr>
              <p:nvPr/>
            </p:nvGrpSpPr>
            <p:grpSpPr bwMode="auto">
              <a:xfrm>
                <a:off x="861" y="3665"/>
                <a:ext cx="99" cy="74"/>
                <a:chOff x="861" y="3665"/>
                <a:chExt cx="99" cy="74"/>
              </a:xfrm>
            </p:grpSpPr>
            <p:grpSp>
              <p:nvGrpSpPr>
                <p:cNvPr id="1998206" name="Group 3455"/>
                <p:cNvGrpSpPr>
                  <a:grpSpLocks/>
                </p:cNvGrpSpPr>
                <p:nvPr/>
              </p:nvGrpSpPr>
              <p:grpSpPr bwMode="auto">
                <a:xfrm>
                  <a:off x="861" y="3665"/>
                  <a:ext cx="50" cy="23"/>
                  <a:chOff x="861" y="3665"/>
                  <a:chExt cx="50" cy="23"/>
                </a:xfrm>
              </p:grpSpPr>
              <p:sp>
                <p:nvSpPr>
                  <p:cNvPr id="1998207" name="Freeform 3456"/>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8" name="Freeform 3457"/>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9" name="Freeform 3458"/>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10" name="Group 3459"/>
                <p:cNvGrpSpPr>
                  <a:grpSpLocks/>
                </p:cNvGrpSpPr>
                <p:nvPr/>
              </p:nvGrpSpPr>
              <p:grpSpPr bwMode="auto">
                <a:xfrm>
                  <a:off x="873" y="3678"/>
                  <a:ext cx="49" cy="23"/>
                  <a:chOff x="873" y="3678"/>
                  <a:chExt cx="49" cy="23"/>
                </a:xfrm>
              </p:grpSpPr>
              <p:sp>
                <p:nvSpPr>
                  <p:cNvPr id="1998211" name="Freeform 3460"/>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12" name="Freeform 3461"/>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13" name="Freeform 3462"/>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14" name="Group 3463"/>
                <p:cNvGrpSpPr>
                  <a:grpSpLocks/>
                </p:cNvGrpSpPr>
                <p:nvPr/>
              </p:nvGrpSpPr>
              <p:grpSpPr bwMode="auto">
                <a:xfrm>
                  <a:off x="886" y="3690"/>
                  <a:ext cx="49" cy="23"/>
                  <a:chOff x="886" y="3690"/>
                  <a:chExt cx="49" cy="23"/>
                </a:xfrm>
              </p:grpSpPr>
              <p:sp>
                <p:nvSpPr>
                  <p:cNvPr id="1998215" name="Freeform 3464"/>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16" name="Freeform 3465"/>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17" name="Freeform 3466"/>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18" name="Group 3467"/>
                <p:cNvGrpSpPr>
                  <a:grpSpLocks/>
                </p:cNvGrpSpPr>
                <p:nvPr/>
              </p:nvGrpSpPr>
              <p:grpSpPr bwMode="auto">
                <a:xfrm>
                  <a:off x="899" y="3703"/>
                  <a:ext cx="48" cy="23"/>
                  <a:chOff x="899" y="3703"/>
                  <a:chExt cx="48" cy="23"/>
                </a:xfrm>
              </p:grpSpPr>
              <p:sp>
                <p:nvSpPr>
                  <p:cNvPr id="1998219" name="Freeform 3468"/>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0" name="Freeform 3469"/>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1" name="Freeform 3470"/>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22" name="Group 3471"/>
                <p:cNvGrpSpPr>
                  <a:grpSpLocks/>
                </p:cNvGrpSpPr>
                <p:nvPr/>
              </p:nvGrpSpPr>
              <p:grpSpPr bwMode="auto">
                <a:xfrm>
                  <a:off x="912" y="3716"/>
                  <a:ext cx="48" cy="23"/>
                  <a:chOff x="912" y="3716"/>
                  <a:chExt cx="48" cy="23"/>
                </a:xfrm>
              </p:grpSpPr>
              <p:sp>
                <p:nvSpPr>
                  <p:cNvPr id="1998223" name="Freeform 3472"/>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4" name="Freeform 3473"/>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5" name="Freeform 3474"/>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226" name="Group 3475"/>
              <p:cNvGrpSpPr>
                <a:grpSpLocks/>
              </p:cNvGrpSpPr>
              <p:nvPr/>
            </p:nvGrpSpPr>
            <p:grpSpPr bwMode="auto">
              <a:xfrm>
                <a:off x="922" y="3727"/>
                <a:ext cx="49" cy="23"/>
                <a:chOff x="922" y="3727"/>
                <a:chExt cx="49" cy="23"/>
              </a:xfrm>
            </p:grpSpPr>
            <p:sp>
              <p:nvSpPr>
                <p:cNvPr id="1998227" name="Freeform 3476"/>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8" name="Freeform 3477"/>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9" name="Freeform 3478"/>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30" name="Group 3479"/>
              <p:cNvGrpSpPr>
                <a:grpSpLocks/>
              </p:cNvGrpSpPr>
              <p:nvPr/>
            </p:nvGrpSpPr>
            <p:grpSpPr bwMode="auto">
              <a:xfrm>
                <a:off x="895" y="3526"/>
                <a:ext cx="44" cy="23"/>
                <a:chOff x="895" y="3526"/>
                <a:chExt cx="44" cy="23"/>
              </a:xfrm>
            </p:grpSpPr>
            <p:sp>
              <p:nvSpPr>
                <p:cNvPr id="1998231" name="Freeform 3480"/>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32" name="Freeform 3481"/>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33" name="Freeform 3482"/>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34" name="Group 3483"/>
              <p:cNvGrpSpPr>
                <a:grpSpLocks/>
              </p:cNvGrpSpPr>
              <p:nvPr/>
            </p:nvGrpSpPr>
            <p:grpSpPr bwMode="auto">
              <a:xfrm>
                <a:off x="907" y="3540"/>
                <a:ext cx="45" cy="22"/>
                <a:chOff x="907" y="3540"/>
                <a:chExt cx="45" cy="22"/>
              </a:xfrm>
            </p:grpSpPr>
            <p:sp>
              <p:nvSpPr>
                <p:cNvPr id="1998235" name="Freeform 3484"/>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36" name="Freeform 3485"/>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37" name="Freeform 3486"/>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38" name="Group 3487"/>
              <p:cNvGrpSpPr>
                <a:grpSpLocks/>
              </p:cNvGrpSpPr>
              <p:nvPr/>
            </p:nvGrpSpPr>
            <p:grpSpPr bwMode="auto">
              <a:xfrm>
                <a:off x="920" y="3553"/>
                <a:ext cx="45" cy="23"/>
                <a:chOff x="920" y="3553"/>
                <a:chExt cx="45" cy="23"/>
              </a:xfrm>
            </p:grpSpPr>
            <p:sp>
              <p:nvSpPr>
                <p:cNvPr id="1998239" name="Freeform 3488"/>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0" name="Freeform 3489"/>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1" name="Freeform 3490"/>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42" name="Group 3491"/>
              <p:cNvGrpSpPr>
                <a:grpSpLocks/>
              </p:cNvGrpSpPr>
              <p:nvPr/>
            </p:nvGrpSpPr>
            <p:grpSpPr bwMode="auto">
              <a:xfrm>
                <a:off x="934" y="3566"/>
                <a:ext cx="44" cy="23"/>
                <a:chOff x="934" y="3566"/>
                <a:chExt cx="44" cy="23"/>
              </a:xfrm>
            </p:grpSpPr>
            <p:sp>
              <p:nvSpPr>
                <p:cNvPr id="1998243" name="Freeform 3492"/>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4" name="Freeform 3493"/>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5" name="Freeform 3494"/>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46" name="Group 3495"/>
              <p:cNvGrpSpPr>
                <a:grpSpLocks/>
              </p:cNvGrpSpPr>
              <p:nvPr/>
            </p:nvGrpSpPr>
            <p:grpSpPr bwMode="auto">
              <a:xfrm>
                <a:off x="949" y="3579"/>
                <a:ext cx="83" cy="63"/>
                <a:chOff x="949" y="3579"/>
                <a:chExt cx="83" cy="63"/>
              </a:xfrm>
            </p:grpSpPr>
            <p:grpSp>
              <p:nvGrpSpPr>
                <p:cNvPr id="1998247" name="Group 3496"/>
                <p:cNvGrpSpPr>
                  <a:grpSpLocks/>
                </p:cNvGrpSpPr>
                <p:nvPr/>
              </p:nvGrpSpPr>
              <p:grpSpPr bwMode="auto">
                <a:xfrm>
                  <a:off x="949" y="3579"/>
                  <a:ext cx="44" cy="23"/>
                  <a:chOff x="949" y="3579"/>
                  <a:chExt cx="44" cy="23"/>
                </a:xfrm>
              </p:grpSpPr>
              <p:sp>
                <p:nvSpPr>
                  <p:cNvPr id="1998248" name="Freeform 3497"/>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9" name="Freeform 3498"/>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0" name="Freeform 3499"/>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51" name="Group 3500"/>
                <p:cNvGrpSpPr>
                  <a:grpSpLocks/>
                </p:cNvGrpSpPr>
                <p:nvPr/>
              </p:nvGrpSpPr>
              <p:grpSpPr bwMode="auto">
                <a:xfrm>
                  <a:off x="961" y="3592"/>
                  <a:ext cx="45" cy="23"/>
                  <a:chOff x="961" y="3592"/>
                  <a:chExt cx="45" cy="23"/>
                </a:xfrm>
              </p:grpSpPr>
              <p:sp>
                <p:nvSpPr>
                  <p:cNvPr id="1998252" name="Freeform 3501"/>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3" name="Freeform 3502"/>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4" name="Freeform 3503"/>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55" name="Group 3504"/>
                <p:cNvGrpSpPr>
                  <a:grpSpLocks/>
                </p:cNvGrpSpPr>
                <p:nvPr/>
              </p:nvGrpSpPr>
              <p:grpSpPr bwMode="auto">
                <a:xfrm>
                  <a:off x="974" y="3606"/>
                  <a:ext cx="44" cy="23"/>
                  <a:chOff x="974" y="3606"/>
                  <a:chExt cx="44" cy="23"/>
                </a:xfrm>
              </p:grpSpPr>
              <p:sp>
                <p:nvSpPr>
                  <p:cNvPr id="1998256" name="Freeform 3505"/>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7" name="Freeform 3506"/>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8" name="Freeform 3507"/>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59" name="Group 3508"/>
                <p:cNvGrpSpPr>
                  <a:grpSpLocks/>
                </p:cNvGrpSpPr>
                <p:nvPr/>
              </p:nvGrpSpPr>
              <p:grpSpPr bwMode="auto">
                <a:xfrm>
                  <a:off x="987" y="3619"/>
                  <a:ext cx="45" cy="23"/>
                  <a:chOff x="987" y="3619"/>
                  <a:chExt cx="45" cy="23"/>
                </a:xfrm>
              </p:grpSpPr>
              <p:sp>
                <p:nvSpPr>
                  <p:cNvPr id="1998260" name="Freeform 3509"/>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61" name="Freeform 3510"/>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62" name="Freeform 3511"/>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263" name="Group 3512"/>
              <p:cNvGrpSpPr>
                <a:grpSpLocks/>
              </p:cNvGrpSpPr>
              <p:nvPr/>
            </p:nvGrpSpPr>
            <p:grpSpPr bwMode="auto">
              <a:xfrm>
                <a:off x="1002" y="3632"/>
                <a:ext cx="83" cy="63"/>
                <a:chOff x="1002" y="3632"/>
                <a:chExt cx="83" cy="63"/>
              </a:xfrm>
            </p:grpSpPr>
            <p:grpSp>
              <p:nvGrpSpPr>
                <p:cNvPr id="1998264" name="Group 3513"/>
                <p:cNvGrpSpPr>
                  <a:grpSpLocks/>
                </p:cNvGrpSpPr>
                <p:nvPr/>
              </p:nvGrpSpPr>
              <p:grpSpPr bwMode="auto">
                <a:xfrm>
                  <a:off x="1002" y="3632"/>
                  <a:ext cx="44" cy="22"/>
                  <a:chOff x="1002" y="3632"/>
                  <a:chExt cx="44" cy="22"/>
                </a:xfrm>
              </p:grpSpPr>
              <p:sp>
                <p:nvSpPr>
                  <p:cNvPr id="1998265" name="Freeform 3514"/>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66" name="Freeform 3515"/>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67" name="Freeform 3516"/>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68" name="Group 3517"/>
                <p:cNvGrpSpPr>
                  <a:grpSpLocks/>
                </p:cNvGrpSpPr>
                <p:nvPr/>
              </p:nvGrpSpPr>
              <p:grpSpPr bwMode="auto">
                <a:xfrm>
                  <a:off x="1014" y="3645"/>
                  <a:ext cx="44" cy="23"/>
                  <a:chOff x="1014" y="3645"/>
                  <a:chExt cx="44" cy="23"/>
                </a:xfrm>
              </p:grpSpPr>
              <p:sp>
                <p:nvSpPr>
                  <p:cNvPr id="1998269" name="Freeform 3518"/>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0" name="Freeform 3519"/>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1" name="Freeform 3520"/>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72" name="Group 3521"/>
                <p:cNvGrpSpPr>
                  <a:grpSpLocks/>
                </p:cNvGrpSpPr>
                <p:nvPr/>
              </p:nvGrpSpPr>
              <p:grpSpPr bwMode="auto">
                <a:xfrm>
                  <a:off x="1027" y="3659"/>
                  <a:ext cx="45" cy="23"/>
                  <a:chOff x="1027" y="3659"/>
                  <a:chExt cx="45" cy="23"/>
                </a:xfrm>
              </p:grpSpPr>
              <p:sp>
                <p:nvSpPr>
                  <p:cNvPr id="1998273" name="Freeform 3522"/>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4" name="Freeform 3523"/>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5" name="Freeform 3524"/>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76" name="Group 3525"/>
                <p:cNvGrpSpPr>
                  <a:grpSpLocks/>
                </p:cNvGrpSpPr>
                <p:nvPr/>
              </p:nvGrpSpPr>
              <p:grpSpPr bwMode="auto">
                <a:xfrm>
                  <a:off x="1040" y="3672"/>
                  <a:ext cx="45" cy="23"/>
                  <a:chOff x="1040" y="3672"/>
                  <a:chExt cx="45" cy="23"/>
                </a:xfrm>
              </p:grpSpPr>
              <p:sp>
                <p:nvSpPr>
                  <p:cNvPr id="1998277" name="Freeform 3526"/>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8" name="Freeform 3527"/>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9" name="Freeform 3528"/>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280" name="Group 3529"/>
              <p:cNvGrpSpPr>
                <a:grpSpLocks/>
              </p:cNvGrpSpPr>
              <p:nvPr/>
            </p:nvGrpSpPr>
            <p:grpSpPr bwMode="auto">
              <a:xfrm>
                <a:off x="1054" y="3685"/>
                <a:ext cx="45" cy="23"/>
                <a:chOff x="1054" y="3685"/>
                <a:chExt cx="45" cy="23"/>
              </a:xfrm>
            </p:grpSpPr>
            <p:sp>
              <p:nvSpPr>
                <p:cNvPr id="1998281" name="Freeform 3530"/>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82" name="Freeform 3531"/>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83" name="Freeform 3532"/>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84" name="Group 3533"/>
              <p:cNvGrpSpPr>
                <a:grpSpLocks/>
              </p:cNvGrpSpPr>
              <p:nvPr/>
            </p:nvGrpSpPr>
            <p:grpSpPr bwMode="auto">
              <a:xfrm>
                <a:off x="1067" y="3698"/>
                <a:ext cx="45" cy="23"/>
                <a:chOff x="1067" y="3698"/>
                <a:chExt cx="45" cy="23"/>
              </a:xfrm>
            </p:grpSpPr>
            <p:sp>
              <p:nvSpPr>
                <p:cNvPr id="1998285" name="Freeform 3534"/>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86" name="Freeform 3535"/>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87" name="Freeform 3536"/>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88" name="Group 3537"/>
              <p:cNvGrpSpPr>
                <a:grpSpLocks/>
              </p:cNvGrpSpPr>
              <p:nvPr/>
            </p:nvGrpSpPr>
            <p:grpSpPr bwMode="auto">
              <a:xfrm>
                <a:off x="1079" y="3712"/>
                <a:ext cx="44" cy="23"/>
                <a:chOff x="1079" y="3712"/>
                <a:chExt cx="44" cy="23"/>
              </a:xfrm>
            </p:grpSpPr>
            <p:sp>
              <p:nvSpPr>
                <p:cNvPr id="1998289" name="Freeform 3538"/>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0" name="Freeform 3539"/>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1" name="Freeform 3540"/>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92" name="Group 3541"/>
              <p:cNvGrpSpPr>
                <a:grpSpLocks/>
              </p:cNvGrpSpPr>
              <p:nvPr/>
            </p:nvGrpSpPr>
            <p:grpSpPr bwMode="auto">
              <a:xfrm>
                <a:off x="1093" y="3725"/>
                <a:ext cx="45" cy="23"/>
                <a:chOff x="1093" y="3725"/>
                <a:chExt cx="45" cy="23"/>
              </a:xfrm>
            </p:grpSpPr>
            <p:sp>
              <p:nvSpPr>
                <p:cNvPr id="1998293" name="Freeform 3542"/>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4" name="Freeform 3543"/>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5" name="Freeform 3544"/>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96" name="Group 3545"/>
              <p:cNvGrpSpPr>
                <a:grpSpLocks/>
              </p:cNvGrpSpPr>
              <p:nvPr/>
            </p:nvGrpSpPr>
            <p:grpSpPr bwMode="auto">
              <a:xfrm>
                <a:off x="1108" y="3739"/>
                <a:ext cx="44" cy="23"/>
                <a:chOff x="1108" y="3739"/>
                <a:chExt cx="44" cy="23"/>
              </a:xfrm>
            </p:grpSpPr>
            <p:sp>
              <p:nvSpPr>
                <p:cNvPr id="1998297" name="Freeform 3546"/>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8" name="Freeform 3547"/>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9" name="Freeform 3548"/>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00" name="Group 3549"/>
              <p:cNvGrpSpPr>
                <a:grpSpLocks/>
              </p:cNvGrpSpPr>
              <p:nvPr/>
            </p:nvGrpSpPr>
            <p:grpSpPr bwMode="auto">
              <a:xfrm>
                <a:off x="1121" y="3753"/>
                <a:ext cx="45" cy="23"/>
                <a:chOff x="1121" y="3753"/>
                <a:chExt cx="45" cy="23"/>
              </a:xfrm>
            </p:grpSpPr>
            <p:sp>
              <p:nvSpPr>
                <p:cNvPr id="1998301" name="Freeform 3550"/>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2" name="Freeform 3551"/>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3" name="Freeform 3552"/>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04" name="Group 3553"/>
              <p:cNvGrpSpPr>
                <a:grpSpLocks/>
              </p:cNvGrpSpPr>
              <p:nvPr/>
            </p:nvGrpSpPr>
            <p:grpSpPr bwMode="auto">
              <a:xfrm>
                <a:off x="1133" y="3767"/>
                <a:ext cx="44" cy="23"/>
                <a:chOff x="1133" y="3767"/>
                <a:chExt cx="44" cy="23"/>
              </a:xfrm>
            </p:grpSpPr>
            <p:sp>
              <p:nvSpPr>
                <p:cNvPr id="1998305" name="Freeform 3554"/>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6" name="Freeform 3555"/>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7" name="Freeform 3556"/>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8308" name="Freeform 3557"/>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9" name="Freeform 3558"/>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0" name="Freeform 3559"/>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1" name="Freeform 3560"/>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2" name="Freeform 3561"/>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3" name="Freeform 3562"/>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4" name="Freeform 3563"/>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5" name="Freeform 3564"/>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6" name="Freeform 3565"/>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7" name="Freeform 3566"/>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8" name="Freeform 3567"/>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8319" name="Group 3568"/>
              <p:cNvGrpSpPr>
                <a:grpSpLocks/>
              </p:cNvGrpSpPr>
              <p:nvPr/>
            </p:nvGrpSpPr>
            <p:grpSpPr bwMode="auto">
              <a:xfrm>
                <a:off x="700" y="3535"/>
                <a:ext cx="49" cy="24"/>
                <a:chOff x="700" y="3535"/>
                <a:chExt cx="49" cy="24"/>
              </a:xfrm>
            </p:grpSpPr>
            <p:sp>
              <p:nvSpPr>
                <p:cNvPr id="1998320" name="Freeform 3569"/>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1" name="Freeform 3570"/>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2" name="Freeform 3571"/>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23" name="Group 3572"/>
              <p:cNvGrpSpPr>
                <a:grpSpLocks/>
              </p:cNvGrpSpPr>
              <p:nvPr/>
            </p:nvGrpSpPr>
            <p:grpSpPr bwMode="auto">
              <a:xfrm>
                <a:off x="714" y="3551"/>
                <a:ext cx="49" cy="22"/>
                <a:chOff x="714" y="3551"/>
                <a:chExt cx="49" cy="22"/>
              </a:xfrm>
            </p:grpSpPr>
            <p:sp>
              <p:nvSpPr>
                <p:cNvPr id="1998324" name="Freeform 3573"/>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5" name="Freeform 3574"/>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6" name="Freeform 3575"/>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27" name="Group 3576"/>
              <p:cNvGrpSpPr>
                <a:grpSpLocks/>
              </p:cNvGrpSpPr>
              <p:nvPr/>
            </p:nvGrpSpPr>
            <p:grpSpPr bwMode="auto">
              <a:xfrm>
                <a:off x="728" y="3564"/>
                <a:ext cx="48" cy="23"/>
                <a:chOff x="728" y="3564"/>
                <a:chExt cx="48" cy="23"/>
              </a:xfrm>
            </p:grpSpPr>
            <p:sp>
              <p:nvSpPr>
                <p:cNvPr id="1998328" name="Freeform 3577"/>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9" name="Freeform 3578"/>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0" name="Freeform 3579"/>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31" name="Group 3580"/>
              <p:cNvGrpSpPr>
                <a:grpSpLocks/>
              </p:cNvGrpSpPr>
              <p:nvPr/>
            </p:nvGrpSpPr>
            <p:grpSpPr bwMode="auto">
              <a:xfrm>
                <a:off x="742" y="3582"/>
                <a:ext cx="49" cy="23"/>
                <a:chOff x="742" y="3582"/>
                <a:chExt cx="49" cy="23"/>
              </a:xfrm>
            </p:grpSpPr>
            <p:sp>
              <p:nvSpPr>
                <p:cNvPr id="1998332" name="Freeform 3581"/>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3" name="Freeform 3582"/>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4" name="Freeform 3583"/>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35" name="Group 3584"/>
              <p:cNvGrpSpPr>
                <a:grpSpLocks/>
              </p:cNvGrpSpPr>
              <p:nvPr/>
            </p:nvGrpSpPr>
            <p:grpSpPr bwMode="auto">
              <a:xfrm>
                <a:off x="752" y="3597"/>
                <a:ext cx="133" cy="106"/>
                <a:chOff x="752" y="3597"/>
                <a:chExt cx="133" cy="106"/>
              </a:xfrm>
            </p:grpSpPr>
            <p:sp>
              <p:nvSpPr>
                <p:cNvPr id="1998336" name="Freeform 3585"/>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7" name="Freeform 3586"/>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8" name="Freeform 3587"/>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39" name="Group 3588"/>
              <p:cNvGrpSpPr>
                <a:grpSpLocks/>
              </p:cNvGrpSpPr>
              <p:nvPr/>
            </p:nvGrpSpPr>
            <p:grpSpPr bwMode="auto">
              <a:xfrm>
                <a:off x="844" y="3694"/>
                <a:ext cx="48" cy="23"/>
                <a:chOff x="844" y="3694"/>
                <a:chExt cx="48" cy="23"/>
              </a:xfrm>
            </p:grpSpPr>
            <p:sp>
              <p:nvSpPr>
                <p:cNvPr id="1998340" name="Freeform 3589"/>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1" name="Freeform 3590"/>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2" name="Freeform 3591"/>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43" name="Group 3592"/>
              <p:cNvGrpSpPr>
                <a:grpSpLocks/>
              </p:cNvGrpSpPr>
              <p:nvPr/>
            </p:nvGrpSpPr>
            <p:grpSpPr bwMode="auto">
              <a:xfrm>
                <a:off x="857" y="3710"/>
                <a:ext cx="49" cy="22"/>
                <a:chOff x="857" y="3710"/>
                <a:chExt cx="49" cy="22"/>
              </a:xfrm>
            </p:grpSpPr>
            <p:sp>
              <p:nvSpPr>
                <p:cNvPr id="1998344" name="Freeform 3593"/>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5" name="Freeform 3594"/>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6" name="Freeform 3595"/>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47" name="Group 3596"/>
              <p:cNvGrpSpPr>
                <a:grpSpLocks/>
              </p:cNvGrpSpPr>
              <p:nvPr/>
            </p:nvGrpSpPr>
            <p:grpSpPr bwMode="auto">
              <a:xfrm>
                <a:off x="1086" y="3766"/>
                <a:ext cx="49" cy="23"/>
                <a:chOff x="1086" y="3766"/>
                <a:chExt cx="49" cy="23"/>
              </a:xfrm>
            </p:grpSpPr>
            <p:sp>
              <p:nvSpPr>
                <p:cNvPr id="1998348" name="Freeform 3597"/>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9" name="Freeform 3598"/>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0" name="Freeform 3599"/>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51" name="Group 3600"/>
              <p:cNvGrpSpPr>
                <a:grpSpLocks/>
              </p:cNvGrpSpPr>
              <p:nvPr/>
            </p:nvGrpSpPr>
            <p:grpSpPr bwMode="auto">
              <a:xfrm>
                <a:off x="934" y="3740"/>
                <a:ext cx="48" cy="23"/>
                <a:chOff x="934" y="3740"/>
                <a:chExt cx="48" cy="23"/>
              </a:xfrm>
            </p:grpSpPr>
            <p:sp>
              <p:nvSpPr>
                <p:cNvPr id="1998352" name="Freeform 3601"/>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3" name="Freeform 3602"/>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4" name="Freeform 3603"/>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55" name="Group 3604"/>
              <p:cNvGrpSpPr>
                <a:grpSpLocks/>
              </p:cNvGrpSpPr>
              <p:nvPr/>
            </p:nvGrpSpPr>
            <p:grpSpPr bwMode="auto">
              <a:xfrm>
                <a:off x="943" y="3754"/>
                <a:ext cx="49" cy="23"/>
                <a:chOff x="943" y="3754"/>
                <a:chExt cx="49" cy="23"/>
              </a:xfrm>
            </p:grpSpPr>
            <p:sp>
              <p:nvSpPr>
                <p:cNvPr id="1998356" name="Freeform 3605"/>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7" name="Freeform 3606"/>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8" name="Freeform 3607"/>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8359" name="Freeform 3608"/>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60" name="Freeform 3609"/>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61" name="Freeform 3610"/>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62" name="Group 3611"/>
            <p:cNvGrpSpPr>
              <a:grpSpLocks/>
            </p:cNvGrpSpPr>
            <p:nvPr/>
          </p:nvGrpSpPr>
          <p:grpSpPr bwMode="auto">
            <a:xfrm>
              <a:off x="920" y="3821"/>
              <a:ext cx="413" cy="50"/>
              <a:chOff x="920" y="3821"/>
              <a:chExt cx="413" cy="50"/>
            </a:xfrm>
          </p:grpSpPr>
          <p:sp>
            <p:nvSpPr>
              <p:cNvPr id="1998363" name="Freeform 3612"/>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64" name="Freeform 3613"/>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65" name="Rectangle 361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66" name="Rectangle 361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67" name="Group 3616"/>
            <p:cNvGrpSpPr>
              <a:grpSpLocks/>
            </p:cNvGrpSpPr>
            <p:nvPr/>
          </p:nvGrpSpPr>
          <p:grpSpPr bwMode="auto">
            <a:xfrm>
              <a:off x="1227" y="3477"/>
              <a:ext cx="508" cy="321"/>
              <a:chOff x="1227" y="3477"/>
              <a:chExt cx="508" cy="321"/>
            </a:xfrm>
          </p:grpSpPr>
          <p:sp>
            <p:nvSpPr>
              <p:cNvPr id="1998368" name="Freeform 3617"/>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69" name="Freeform 3618"/>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70" name="Freeform 3619"/>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1" name="Line 362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72" name="Freeform 3621"/>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3" name="Freeform 3622"/>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4" name="Freeform 3623"/>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5" name="Freeform 3624"/>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6" name="Freeform 3625"/>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7" name="Freeform 3626"/>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8" name="Freeform 3627"/>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9" name="Freeform 3628"/>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80" name="Freeform 3629"/>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81" name="Freeform 3630"/>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82" name="Oval 363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3" name="Oval 363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4" name="Freeform 3633"/>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5" name="Oval 363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6" name="Oval 363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sp>
        <p:nvSpPr>
          <p:cNvPr id="1998387" name="Line 3636"/>
          <p:cNvSpPr>
            <a:spLocks noChangeShapeType="1"/>
          </p:cNvSpPr>
          <p:nvPr/>
        </p:nvSpPr>
        <p:spPr bwMode="auto">
          <a:xfrm rot="816166" flipV="1">
            <a:off x="3770313" y="5884863"/>
            <a:ext cx="3925887" cy="1057275"/>
          </a:xfrm>
          <a:prstGeom prst="line">
            <a:avLst/>
          </a:prstGeom>
          <a:noFill/>
          <a:ln w="1905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98388" name="Line 3637"/>
          <p:cNvSpPr>
            <a:spLocks noChangeShapeType="1"/>
          </p:cNvSpPr>
          <p:nvPr/>
        </p:nvSpPr>
        <p:spPr bwMode="auto">
          <a:xfrm rot="816166">
            <a:off x="5722938" y="3813175"/>
            <a:ext cx="2687637" cy="2132013"/>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9" name="Line 3638"/>
          <p:cNvSpPr>
            <a:spLocks noChangeShapeType="1"/>
          </p:cNvSpPr>
          <p:nvPr/>
        </p:nvSpPr>
        <p:spPr bwMode="auto">
          <a:xfrm rot="816166" flipV="1">
            <a:off x="6296025" y="3324225"/>
            <a:ext cx="1498600" cy="147638"/>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0" name="Line 3639"/>
          <p:cNvSpPr>
            <a:spLocks noChangeShapeType="1"/>
          </p:cNvSpPr>
          <p:nvPr/>
        </p:nvSpPr>
        <p:spPr bwMode="auto">
          <a:xfrm rot="816166" flipH="1">
            <a:off x="3978275" y="3344863"/>
            <a:ext cx="1581150" cy="2941637"/>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1" name="Line 3640"/>
          <p:cNvSpPr>
            <a:spLocks noChangeShapeType="1"/>
          </p:cNvSpPr>
          <p:nvPr/>
        </p:nvSpPr>
        <p:spPr bwMode="auto">
          <a:xfrm rot="816166">
            <a:off x="6216650" y="3670300"/>
            <a:ext cx="1871663" cy="671513"/>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2" name="Line 3641"/>
          <p:cNvSpPr>
            <a:spLocks noChangeShapeType="1"/>
          </p:cNvSpPr>
          <p:nvPr/>
        </p:nvSpPr>
        <p:spPr bwMode="auto">
          <a:xfrm rot="816166" flipV="1">
            <a:off x="5572125" y="5594350"/>
            <a:ext cx="635000" cy="407988"/>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3" name="Line 3642"/>
          <p:cNvSpPr>
            <a:spLocks noChangeShapeType="1"/>
          </p:cNvSpPr>
          <p:nvPr/>
        </p:nvSpPr>
        <p:spPr bwMode="auto">
          <a:xfrm rot="816166" flipV="1">
            <a:off x="3667125" y="6002338"/>
            <a:ext cx="1108075" cy="409575"/>
          </a:xfrm>
          <a:prstGeom prst="line">
            <a:avLst/>
          </a:prstGeom>
          <a:noFill/>
          <a:ln w="1905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4" name="Line 3643"/>
          <p:cNvSpPr>
            <a:spLocks noChangeShapeType="1"/>
          </p:cNvSpPr>
          <p:nvPr/>
        </p:nvSpPr>
        <p:spPr bwMode="auto">
          <a:xfrm rot="816166">
            <a:off x="6626225" y="5951538"/>
            <a:ext cx="1214438" cy="219075"/>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5" name="Line 3644"/>
          <p:cNvSpPr>
            <a:spLocks noChangeShapeType="1"/>
          </p:cNvSpPr>
          <p:nvPr/>
        </p:nvSpPr>
        <p:spPr bwMode="auto">
          <a:xfrm rot="816166" flipH="1" flipV="1">
            <a:off x="7942263" y="5051425"/>
            <a:ext cx="522287" cy="801688"/>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6" name="Line 3645"/>
          <p:cNvSpPr>
            <a:spLocks noChangeShapeType="1"/>
          </p:cNvSpPr>
          <p:nvPr/>
        </p:nvSpPr>
        <p:spPr bwMode="auto">
          <a:xfrm rot="816166" flipH="1">
            <a:off x="7013575" y="3748088"/>
            <a:ext cx="627063" cy="1582737"/>
          </a:xfrm>
          <a:prstGeom prst="line">
            <a:avLst/>
          </a:prstGeom>
          <a:noFill/>
          <a:ln w="1905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7" name="Text Box 3646"/>
          <p:cNvSpPr txBox="1">
            <a:spLocks noChangeArrowheads="1"/>
          </p:cNvSpPr>
          <p:nvPr/>
        </p:nvSpPr>
        <p:spPr bwMode="auto">
          <a:xfrm>
            <a:off x="1377950" y="3133725"/>
            <a:ext cx="9540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宋体" panose="02010600030101010101" pitchFamily="2" charset="-122"/>
              </a:rPr>
              <a:t>获得</a:t>
            </a:r>
          </a:p>
          <a:p>
            <a:pPr algn="ctr" eaLnBrk="0" hangingPunct="0"/>
            <a:r>
              <a:rPr lang="zh-CN" altLang="en-US" sz="2000" b="1">
                <a:solidFill>
                  <a:srgbClr val="000099"/>
                </a:solidFill>
                <a:ea typeface="宋体" panose="02010600030101010101" pitchFamily="2" charset="-122"/>
              </a:rPr>
              <a:t>对等方</a:t>
            </a:r>
          </a:p>
          <a:p>
            <a:pPr algn="ctr" eaLnBrk="0" hangingPunct="0"/>
            <a:r>
              <a:rPr lang="zh-CN" altLang="en-US" sz="2000" b="1">
                <a:solidFill>
                  <a:srgbClr val="000099"/>
                </a:solidFill>
                <a:ea typeface="宋体" panose="02010600030101010101" pitchFamily="2" charset="-122"/>
              </a:rPr>
              <a:t>列表</a:t>
            </a:r>
          </a:p>
        </p:txBody>
      </p:sp>
      <p:sp>
        <p:nvSpPr>
          <p:cNvPr id="199839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6CB0F6-4FF7-4D82-A90D-B12CE6A05B1E}" type="slidenum">
              <a:rPr lang="zh-CN" altLang="en-US" smtClean="0"/>
              <a:pPr eaLnBrk="1" hangingPunct="1"/>
              <a:t>59</a:t>
            </a:fld>
            <a:endParaRPr lang="en-US" altLang="zh-CN" smtClean="0"/>
          </a:p>
        </p:txBody>
      </p:sp>
      <p:sp>
        <p:nvSpPr>
          <p:cNvPr id="199839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8849"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BT </a:t>
            </a:r>
            <a:r>
              <a:rPr lang="zh-CN" altLang="zh-CN" smtClean="0">
                <a:ea typeface="黑体" panose="02010609060101010101" pitchFamily="49" charset="-122"/>
              </a:rPr>
              <a:t>协议</a:t>
            </a:r>
          </a:p>
        </p:txBody>
      </p:sp>
      <p:sp>
        <p:nvSpPr>
          <p:cNvPr id="1998850" name="内容占位符 2"/>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当一个新的对等方</a:t>
            </a:r>
            <a:r>
              <a:rPr lang="en-US" altLang="zh-CN" sz="2800" dirty="0" smtClean="0">
                <a:ea typeface="黑体" panose="02010609060101010101" pitchFamily="49" charset="-122"/>
              </a:rPr>
              <a:t> A </a:t>
            </a:r>
            <a:r>
              <a:rPr lang="zh-CN" altLang="zh-CN" sz="2800" dirty="0" smtClean="0">
                <a:ea typeface="黑体" panose="02010609060101010101" pitchFamily="49" charset="-122"/>
              </a:rPr>
              <a:t>加入洪流时，追踪器就随机地从参与的对等方集合中选择若干个（例如，</a:t>
            </a:r>
            <a:r>
              <a:rPr lang="en-US" altLang="zh-CN" sz="2800" dirty="0" smtClean="0">
                <a:ea typeface="黑体" panose="02010609060101010101" pitchFamily="49" charset="-122"/>
              </a:rPr>
              <a:t>30 </a:t>
            </a:r>
            <a:r>
              <a:rPr lang="zh-CN" altLang="zh-CN" sz="2800" dirty="0" smtClean="0">
                <a:ea typeface="黑体" panose="02010609060101010101" pitchFamily="49" charset="-122"/>
              </a:rPr>
              <a:t>个），并把这些对等方的</a:t>
            </a:r>
            <a:r>
              <a:rPr lang="en-US" altLang="zh-CN" sz="2800" dirty="0" smtClean="0">
                <a:ea typeface="黑体" panose="02010609060101010101" pitchFamily="49" charset="-122"/>
              </a:rPr>
              <a:t> IP </a:t>
            </a:r>
            <a:r>
              <a:rPr lang="zh-CN" altLang="zh-CN" sz="2800" dirty="0" smtClean="0">
                <a:ea typeface="黑体" panose="02010609060101010101" pitchFamily="49" charset="-122"/>
              </a:rPr>
              <a:t>地址告诉</a:t>
            </a:r>
            <a:r>
              <a:rPr lang="en-US" altLang="zh-CN" sz="2800" dirty="0" smtClean="0">
                <a:ea typeface="黑体" panose="02010609060101010101" pitchFamily="49" charset="-122"/>
              </a:rPr>
              <a:t> A</a:t>
            </a:r>
            <a:r>
              <a:rPr lang="zh-CN" altLang="zh-CN" sz="2800" dirty="0" smtClean="0">
                <a:ea typeface="黑体" panose="02010609060101010101" pitchFamily="49" charset="-122"/>
              </a:rPr>
              <a:t>。于是</a:t>
            </a:r>
            <a:r>
              <a:rPr lang="en-US" altLang="zh-CN" sz="2800" dirty="0" smtClean="0">
                <a:ea typeface="黑体" panose="02010609060101010101" pitchFamily="49" charset="-122"/>
              </a:rPr>
              <a:t> A </a:t>
            </a:r>
            <a:r>
              <a:rPr lang="zh-CN" altLang="zh-CN" sz="2800" dirty="0" smtClean="0">
                <a:ea typeface="黑体" panose="02010609060101010101" pitchFamily="49" charset="-122"/>
              </a:rPr>
              <a:t>就和这些对等方建立了</a:t>
            </a:r>
            <a:r>
              <a:rPr lang="en-US" altLang="zh-CN" sz="2800" dirty="0" smtClean="0">
                <a:ea typeface="黑体" panose="02010609060101010101" pitchFamily="49" charset="-122"/>
              </a:rPr>
              <a:t> TCP </a:t>
            </a:r>
            <a:r>
              <a:rPr lang="zh-CN" altLang="zh-CN" sz="2800" dirty="0" smtClean="0">
                <a:ea typeface="黑体" panose="02010609060101010101" pitchFamily="49" charset="-122"/>
              </a:rPr>
              <a:t>连接。所有与</a:t>
            </a:r>
            <a:r>
              <a:rPr lang="en-US" altLang="zh-CN" sz="2800" dirty="0" smtClean="0">
                <a:ea typeface="黑体" panose="02010609060101010101" pitchFamily="49" charset="-122"/>
              </a:rPr>
              <a:t> A </a:t>
            </a:r>
            <a:r>
              <a:rPr lang="zh-CN" altLang="zh-CN" sz="2800" dirty="0" smtClean="0">
                <a:ea typeface="黑体" panose="02010609060101010101" pitchFamily="49" charset="-122"/>
              </a:rPr>
              <a:t>建立了</a:t>
            </a:r>
            <a:r>
              <a:rPr lang="en-US" altLang="zh-CN" sz="2800" dirty="0" smtClean="0">
                <a:ea typeface="黑体" panose="02010609060101010101" pitchFamily="49" charset="-122"/>
              </a:rPr>
              <a:t> TCP </a:t>
            </a:r>
            <a:r>
              <a:rPr lang="zh-CN" altLang="zh-CN" sz="2800" dirty="0" smtClean="0">
                <a:ea typeface="黑体" panose="02010609060101010101" pitchFamily="49" charset="-122"/>
              </a:rPr>
              <a:t>连接的对等方为“</a:t>
            </a:r>
            <a:r>
              <a:rPr lang="zh-CN" altLang="zh-CN" sz="2800" dirty="0" smtClean="0">
                <a:solidFill>
                  <a:srgbClr val="FF0000"/>
                </a:solidFill>
                <a:ea typeface="黑体" panose="02010609060101010101" pitchFamily="49" charset="-122"/>
              </a:rPr>
              <a:t>相邻对等方</a:t>
            </a:r>
            <a:r>
              <a:rPr lang="zh-CN" altLang="zh-CN" sz="2800" dirty="0" smtClean="0">
                <a:ea typeface="黑体" panose="02010609060101010101" pitchFamily="49" charset="-122"/>
              </a:rPr>
              <a:t>”</a:t>
            </a:r>
            <a:r>
              <a:rPr lang="en-US" altLang="zh-CN" sz="2800" dirty="0" smtClean="0">
                <a:ea typeface="黑体" panose="02010609060101010101" pitchFamily="49" charset="-122"/>
              </a:rPr>
              <a:t>(neighboring peers)</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A </a:t>
            </a:r>
            <a:r>
              <a:rPr lang="zh-CN" altLang="zh-CN" sz="2800" dirty="0" smtClean="0">
                <a:ea typeface="黑体" panose="02010609060101010101" pitchFamily="49" charset="-122"/>
              </a:rPr>
              <a:t>使用</a:t>
            </a:r>
            <a:r>
              <a:rPr lang="zh-CN" altLang="zh-CN" sz="2800" dirty="0" smtClean="0">
                <a:solidFill>
                  <a:srgbClr val="FF0000"/>
                </a:solidFill>
                <a:ea typeface="黑体" panose="02010609060101010101" pitchFamily="49" charset="-122"/>
              </a:rPr>
              <a:t>最稀有的优先</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(rarest first) </a:t>
            </a:r>
            <a:r>
              <a:rPr lang="zh-CN" altLang="zh-CN" sz="2800" dirty="0" smtClean="0">
                <a:ea typeface="黑体" panose="02010609060101010101" pitchFamily="49" charset="-122"/>
              </a:rPr>
              <a:t>的技术</a:t>
            </a:r>
            <a:r>
              <a:rPr lang="zh-CN" altLang="en-US" sz="2800" dirty="0" smtClean="0">
                <a:ea typeface="黑体" panose="02010609060101010101" pitchFamily="49" charset="-122"/>
              </a:rPr>
              <a:t>，</a:t>
            </a:r>
            <a:r>
              <a:rPr lang="zh-CN" altLang="zh-CN" sz="2800" dirty="0" smtClean="0">
                <a:ea typeface="黑体" panose="02010609060101010101" pitchFamily="49" charset="-122"/>
              </a:rPr>
              <a:t>首先向其相邻对等方请求</a:t>
            </a:r>
            <a:r>
              <a:rPr lang="zh-CN" altLang="en-US" sz="2800" dirty="0" smtClean="0">
                <a:ea typeface="黑体" panose="02010609060101010101" pitchFamily="49" charset="-122"/>
              </a:rPr>
              <a:t>对应的文件块</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凡当前以最高数据率向</a:t>
            </a:r>
            <a:r>
              <a:rPr lang="en-US" altLang="zh-CN" sz="2800" dirty="0" smtClean="0">
                <a:ea typeface="黑体" panose="02010609060101010101" pitchFamily="49" charset="-122"/>
              </a:rPr>
              <a:t> A </a:t>
            </a:r>
            <a:r>
              <a:rPr lang="zh-CN" altLang="zh-CN" sz="2800" dirty="0" smtClean="0">
                <a:ea typeface="黑体" panose="02010609060101010101" pitchFamily="49" charset="-122"/>
              </a:rPr>
              <a:t>传送文件块的某相邻对等方，</a:t>
            </a:r>
            <a:r>
              <a:rPr lang="en-US" altLang="zh-CN" sz="2800" dirty="0" smtClean="0">
                <a:ea typeface="黑体" panose="02010609060101010101" pitchFamily="49" charset="-122"/>
              </a:rPr>
              <a:t>A </a:t>
            </a:r>
            <a:r>
              <a:rPr lang="zh-CN" altLang="zh-CN" sz="2800" dirty="0" smtClean="0">
                <a:ea typeface="黑体" panose="02010609060101010101" pitchFamily="49" charset="-122"/>
              </a:rPr>
              <a:t>就优先把所请求的文件块传送给该相邻对等方。</a:t>
            </a:r>
            <a:endParaRPr lang="zh-CN" altLang="en-US" sz="2800" dirty="0" smtClean="0">
              <a:ea typeface="黑体" panose="02010609060101010101" pitchFamily="49" charset="-122"/>
            </a:endParaRPr>
          </a:p>
        </p:txBody>
      </p:sp>
      <p:sp>
        <p:nvSpPr>
          <p:cNvPr id="1998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90A438-3FF4-45E5-B313-A439E15F098B}" type="slidenum">
              <a:rPr lang="zh-CN" altLang="en-US" smtClean="0"/>
              <a:pPr eaLnBrk="1" hangingPunct="1"/>
              <a:t>60</a:t>
            </a:fld>
            <a:endParaRPr lang="en-US" altLang="zh-CN" smtClean="0"/>
          </a:p>
        </p:txBody>
      </p:sp>
      <p:sp>
        <p:nvSpPr>
          <p:cNvPr id="1998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对等方之间互相传送文件数据块</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61</a:t>
            </a:fld>
            <a:endParaRPr lang="en-US" altLang="zh-CN"/>
          </a:p>
        </p:txBody>
      </p:sp>
      <p:pic>
        <p:nvPicPr>
          <p:cNvPr id="9" name="内容占位符 8"/>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6282" r="2383"/>
          <a:stretch/>
        </p:blipFill>
        <p:spPr>
          <a:xfrm>
            <a:off x="1064677" y="2333056"/>
            <a:ext cx="8280690" cy="2661788"/>
          </a:xfrm>
        </p:spPr>
      </p:pic>
    </p:spTree>
    <p:extLst>
      <p:ext uri="{BB962C8B-B14F-4D97-AF65-F5344CB8AC3E}">
        <p14:creationId xmlns:p14="http://schemas.microsoft.com/office/powerpoint/2010/main" val="151806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98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6.9.3  P2P </a:t>
            </a:r>
            <a:r>
              <a:rPr lang="zh-CN" altLang="zh-CN" smtClean="0">
                <a:ea typeface="黑体" panose="02010609060101010101" pitchFamily="49" charset="-122"/>
              </a:rPr>
              <a:t>文件分发的分析</a:t>
            </a:r>
          </a:p>
        </p:txBody>
      </p:sp>
      <p:sp>
        <p:nvSpPr>
          <p:cNvPr id="1999874" name="内容占位符 1"/>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有 </a:t>
            </a:r>
            <a:r>
              <a:rPr lang="en-US" altLang="zh-CN" sz="2800" smtClean="0">
                <a:ea typeface="黑体" panose="02010609060101010101" pitchFamily="49" charset="-122"/>
              </a:rPr>
              <a:t>N </a:t>
            </a:r>
            <a:r>
              <a:rPr lang="zh-CN" altLang="en-US" sz="2800" smtClean="0">
                <a:ea typeface="黑体" panose="02010609060101010101" pitchFamily="49" charset="-122"/>
              </a:rPr>
              <a:t>台主机</a:t>
            </a:r>
            <a:r>
              <a:rPr lang="zh-CN" altLang="zh-CN" sz="2800" smtClean="0">
                <a:ea typeface="黑体" panose="02010609060101010101" pitchFamily="49" charset="-122"/>
              </a:rPr>
              <a:t>从服务器下载一个大文件，其长度为</a:t>
            </a:r>
            <a:r>
              <a:rPr lang="en-US" altLang="zh-CN" sz="2800" smtClean="0">
                <a:ea typeface="黑体" panose="02010609060101010101" pitchFamily="49" charset="-122"/>
              </a:rPr>
              <a:t> </a:t>
            </a:r>
            <a:r>
              <a:rPr lang="en-US" altLang="zh-CN" sz="2800" i="1" smtClean="0">
                <a:ea typeface="黑体" panose="02010609060101010101" pitchFamily="49" charset="-122"/>
              </a:rPr>
              <a:t>F</a:t>
            </a:r>
            <a:r>
              <a:rPr lang="en-US" altLang="zh-CN" sz="2800" smtClean="0">
                <a:ea typeface="黑体" panose="02010609060101010101" pitchFamily="49" charset="-122"/>
              </a:rPr>
              <a:t> bit</a:t>
            </a:r>
            <a:r>
              <a:rPr lang="zh-CN" altLang="zh-CN" sz="2800" smtClean="0">
                <a:ea typeface="黑体" panose="02010609060101010101" pitchFamily="49" charset="-122"/>
              </a:rPr>
              <a:t>。假定主机与互联网连接的链路的上传速率和下载速率分别为</a:t>
            </a:r>
            <a:r>
              <a:rPr lang="en-US" altLang="zh-CN" sz="2800" smtClean="0">
                <a:ea typeface="黑体" panose="02010609060101010101" pitchFamily="49" charset="-122"/>
              </a:rPr>
              <a:t> </a:t>
            </a:r>
            <a:r>
              <a:rPr lang="en-US" altLang="zh-CN" sz="2800" i="1" smtClean="0">
                <a:ea typeface="黑体" panose="02010609060101010101" pitchFamily="49" charset="-122"/>
              </a:rPr>
              <a:t>u</a:t>
            </a:r>
            <a:r>
              <a:rPr lang="en-US" altLang="zh-CN" sz="2800" i="1" baseline="-25000" smtClean="0">
                <a:ea typeface="黑体" panose="02010609060101010101" pitchFamily="49" charset="-122"/>
              </a:rPr>
              <a:t>i </a:t>
            </a:r>
            <a:r>
              <a:rPr lang="zh-CN" altLang="zh-CN" sz="2800" smtClean="0">
                <a:ea typeface="黑体" panose="02010609060101010101" pitchFamily="49" charset="-122"/>
              </a:rPr>
              <a:t>和</a:t>
            </a:r>
            <a:r>
              <a:rPr lang="en-US" altLang="zh-CN" sz="2800" smtClean="0">
                <a:ea typeface="黑体" panose="02010609060101010101" pitchFamily="49" charset="-122"/>
              </a:rPr>
              <a:t> </a:t>
            </a:r>
            <a:r>
              <a:rPr lang="en-US" altLang="zh-CN" sz="2800" i="1" smtClean="0">
                <a:ea typeface="黑体" panose="02010609060101010101" pitchFamily="49" charset="-122"/>
              </a:rPr>
              <a:t>d</a:t>
            </a:r>
            <a:r>
              <a:rPr lang="en-US" altLang="zh-CN" sz="2800" i="1" baseline="-25000" smtClean="0">
                <a:ea typeface="黑体" panose="02010609060101010101" pitchFamily="49" charset="-122"/>
              </a:rPr>
              <a:t>i </a:t>
            </a:r>
            <a:r>
              <a:rPr lang="zh-CN" altLang="zh-CN" sz="2800" smtClean="0">
                <a:ea typeface="黑体" panose="02010609060101010101" pitchFamily="49" charset="-122"/>
              </a:rPr>
              <a:t>，单位都是</a:t>
            </a:r>
            <a:r>
              <a:rPr lang="en-US" altLang="zh-CN" sz="2800" smtClean="0">
                <a:ea typeface="黑体" panose="02010609060101010101" pitchFamily="49" charset="-122"/>
              </a:rPr>
              <a:t> bit/s</a:t>
            </a:r>
            <a:r>
              <a:rPr lang="zh-CN" altLang="zh-CN" sz="2800" smtClean="0">
                <a:ea typeface="黑体" panose="02010609060101010101" pitchFamily="49" charset="-122"/>
              </a:rPr>
              <a:t>。</a:t>
            </a:r>
            <a:endParaRPr lang="zh-CN" altLang="en-US" sz="2800" smtClean="0">
              <a:ea typeface="黑体" panose="02010609060101010101" pitchFamily="49" charset="-122"/>
            </a:endParaRPr>
          </a:p>
        </p:txBody>
      </p:sp>
      <p:grpSp>
        <p:nvGrpSpPr>
          <p:cNvPr id="1999875" name="组合 1"/>
          <p:cNvGrpSpPr>
            <a:grpSpLocks/>
          </p:cNvGrpSpPr>
          <p:nvPr/>
        </p:nvGrpSpPr>
        <p:grpSpPr bwMode="auto">
          <a:xfrm>
            <a:off x="1065213" y="2617788"/>
            <a:ext cx="8464550" cy="3979862"/>
            <a:chOff x="662120" y="2276475"/>
            <a:chExt cx="8911583" cy="4578350"/>
          </a:xfrm>
        </p:grpSpPr>
        <p:grpSp>
          <p:nvGrpSpPr>
            <p:cNvPr id="1999876" name="Group 4"/>
            <p:cNvGrpSpPr>
              <a:grpSpLocks/>
            </p:cNvGrpSpPr>
            <p:nvPr/>
          </p:nvGrpSpPr>
          <p:grpSpPr bwMode="auto">
            <a:xfrm>
              <a:off x="662120" y="3644900"/>
              <a:ext cx="720592" cy="546100"/>
              <a:chOff x="624" y="2968"/>
              <a:chExt cx="1331" cy="920"/>
            </a:xfrm>
          </p:grpSpPr>
          <p:sp>
            <p:nvSpPr>
              <p:cNvPr id="1999877" name="Freeform 5"/>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78" name="Freeform 6"/>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99879" name="Freeform 7"/>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99880" name="Freeform 8"/>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99881" name="Freeform 9"/>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99882" name="Freeform 10"/>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3" name="Freeform 11"/>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4" name="Freeform 12"/>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5" name="Freeform 13"/>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6" name="Freeform 14"/>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7" name="Freeform 15"/>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8" name="Freeform 16"/>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99889" name="Group 17"/>
              <p:cNvGrpSpPr>
                <a:grpSpLocks/>
              </p:cNvGrpSpPr>
              <p:nvPr/>
            </p:nvGrpSpPr>
            <p:grpSpPr bwMode="auto">
              <a:xfrm>
                <a:off x="700" y="3526"/>
                <a:ext cx="515" cy="270"/>
                <a:chOff x="700" y="3526"/>
                <a:chExt cx="515" cy="270"/>
              </a:xfrm>
            </p:grpSpPr>
            <p:grpSp>
              <p:nvGrpSpPr>
                <p:cNvPr id="1999890" name="Group 18"/>
                <p:cNvGrpSpPr>
                  <a:grpSpLocks/>
                </p:cNvGrpSpPr>
                <p:nvPr/>
              </p:nvGrpSpPr>
              <p:grpSpPr bwMode="auto">
                <a:xfrm>
                  <a:off x="737" y="3534"/>
                  <a:ext cx="49" cy="23"/>
                  <a:chOff x="737" y="3534"/>
                  <a:chExt cx="49" cy="23"/>
                </a:xfrm>
              </p:grpSpPr>
              <p:sp>
                <p:nvSpPr>
                  <p:cNvPr id="1999891" name="Freeform 19"/>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2" name="Freeform 20"/>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3" name="Freeform 21"/>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894" name="Group 22"/>
                <p:cNvGrpSpPr>
                  <a:grpSpLocks/>
                </p:cNvGrpSpPr>
                <p:nvPr/>
              </p:nvGrpSpPr>
              <p:grpSpPr bwMode="auto">
                <a:xfrm>
                  <a:off x="748" y="3547"/>
                  <a:ext cx="50" cy="23"/>
                  <a:chOff x="748" y="3547"/>
                  <a:chExt cx="50" cy="23"/>
                </a:xfrm>
              </p:grpSpPr>
              <p:sp>
                <p:nvSpPr>
                  <p:cNvPr id="1999895" name="Freeform 23"/>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6" name="Freeform 24"/>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7" name="Freeform 25"/>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99898" name="Freeform 26"/>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9" name="Freeform 27"/>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0" name="Freeform 28"/>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1" name="Freeform 29"/>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99902" name="Group 30"/>
                <p:cNvGrpSpPr>
                  <a:grpSpLocks/>
                </p:cNvGrpSpPr>
                <p:nvPr/>
              </p:nvGrpSpPr>
              <p:grpSpPr bwMode="auto">
                <a:xfrm>
                  <a:off x="872" y="3547"/>
                  <a:ext cx="50" cy="23"/>
                  <a:chOff x="872" y="3547"/>
                  <a:chExt cx="50" cy="23"/>
                </a:xfrm>
              </p:grpSpPr>
              <p:sp>
                <p:nvSpPr>
                  <p:cNvPr id="1999903" name="Freeform 31"/>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4" name="Freeform 32"/>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5" name="Freeform 33"/>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06" name="Group 34"/>
                <p:cNvGrpSpPr>
                  <a:grpSpLocks/>
                </p:cNvGrpSpPr>
                <p:nvPr/>
              </p:nvGrpSpPr>
              <p:grpSpPr bwMode="auto">
                <a:xfrm>
                  <a:off x="885" y="3559"/>
                  <a:ext cx="50" cy="23"/>
                  <a:chOff x="885" y="3559"/>
                  <a:chExt cx="50" cy="23"/>
                </a:xfrm>
              </p:grpSpPr>
              <p:sp>
                <p:nvSpPr>
                  <p:cNvPr id="1999907" name="Freeform 35"/>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8" name="Freeform 36"/>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9" name="Freeform 37"/>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10" name="Group 38"/>
                <p:cNvGrpSpPr>
                  <a:grpSpLocks/>
                </p:cNvGrpSpPr>
                <p:nvPr/>
              </p:nvGrpSpPr>
              <p:grpSpPr bwMode="auto">
                <a:xfrm>
                  <a:off x="898" y="3571"/>
                  <a:ext cx="49" cy="23"/>
                  <a:chOff x="898" y="3571"/>
                  <a:chExt cx="49" cy="23"/>
                </a:xfrm>
              </p:grpSpPr>
              <p:sp>
                <p:nvSpPr>
                  <p:cNvPr id="1999911" name="Freeform 39"/>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12" name="Freeform 40"/>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13" name="Freeform 41"/>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14" name="Group 42"/>
                <p:cNvGrpSpPr>
                  <a:grpSpLocks/>
                </p:cNvGrpSpPr>
                <p:nvPr/>
              </p:nvGrpSpPr>
              <p:grpSpPr bwMode="auto">
                <a:xfrm>
                  <a:off x="911" y="3585"/>
                  <a:ext cx="49" cy="23"/>
                  <a:chOff x="911" y="3585"/>
                  <a:chExt cx="49" cy="23"/>
                </a:xfrm>
              </p:grpSpPr>
              <p:sp>
                <p:nvSpPr>
                  <p:cNvPr id="1999915" name="Freeform 43"/>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16" name="Freeform 44"/>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17" name="Freeform 45"/>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18" name="Group 46"/>
                <p:cNvGrpSpPr>
                  <a:grpSpLocks/>
                </p:cNvGrpSpPr>
                <p:nvPr/>
              </p:nvGrpSpPr>
              <p:grpSpPr bwMode="auto">
                <a:xfrm>
                  <a:off x="923" y="3600"/>
                  <a:ext cx="99" cy="73"/>
                  <a:chOff x="923" y="3600"/>
                  <a:chExt cx="99" cy="73"/>
                </a:xfrm>
              </p:grpSpPr>
              <p:grpSp>
                <p:nvGrpSpPr>
                  <p:cNvPr id="1999919" name="Group 47"/>
                  <p:cNvGrpSpPr>
                    <a:grpSpLocks/>
                  </p:cNvGrpSpPr>
                  <p:nvPr/>
                </p:nvGrpSpPr>
                <p:grpSpPr bwMode="auto">
                  <a:xfrm>
                    <a:off x="923" y="3600"/>
                    <a:ext cx="49" cy="23"/>
                    <a:chOff x="923" y="3600"/>
                    <a:chExt cx="49" cy="23"/>
                  </a:xfrm>
                </p:grpSpPr>
                <p:sp>
                  <p:nvSpPr>
                    <p:cNvPr id="1999920" name="Freeform 48"/>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1" name="Freeform 49"/>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2" name="Freeform 50"/>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23" name="Group 51"/>
                  <p:cNvGrpSpPr>
                    <a:grpSpLocks/>
                  </p:cNvGrpSpPr>
                  <p:nvPr/>
                </p:nvGrpSpPr>
                <p:grpSpPr bwMode="auto">
                  <a:xfrm>
                    <a:off x="935" y="3612"/>
                    <a:ext cx="48" cy="23"/>
                    <a:chOff x="935" y="3612"/>
                    <a:chExt cx="48" cy="23"/>
                  </a:xfrm>
                </p:grpSpPr>
                <p:sp>
                  <p:nvSpPr>
                    <p:cNvPr id="1999924" name="Freeform 52"/>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5" name="Freeform 53"/>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6" name="Freeform 54"/>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27" name="Group 55"/>
                  <p:cNvGrpSpPr>
                    <a:grpSpLocks/>
                  </p:cNvGrpSpPr>
                  <p:nvPr/>
                </p:nvGrpSpPr>
                <p:grpSpPr bwMode="auto">
                  <a:xfrm>
                    <a:off x="947" y="3625"/>
                    <a:ext cx="50" cy="22"/>
                    <a:chOff x="947" y="3625"/>
                    <a:chExt cx="50" cy="22"/>
                  </a:xfrm>
                </p:grpSpPr>
                <p:sp>
                  <p:nvSpPr>
                    <p:cNvPr id="1999928" name="Freeform 56"/>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9" name="Freeform 57"/>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0" name="Freeform 58"/>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31" name="Group 59"/>
                  <p:cNvGrpSpPr>
                    <a:grpSpLocks/>
                  </p:cNvGrpSpPr>
                  <p:nvPr/>
                </p:nvGrpSpPr>
                <p:grpSpPr bwMode="auto">
                  <a:xfrm>
                    <a:off x="960" y="3637"/>
                    <a:ext cx="50" cy="23"/>
                    <a:chOff x="960" y="3637"/>
                    <a:chExt cx="50" cy="23"/>
                  </a:xfrm>
                </p:grpSpPr>
                <p:sp>
                  <p:nvSpPr>
                    <p:cNvPr id="1999932" name="Freeform 60"/>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3" name="Freeform 61"/>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4" name="Freeform 62"/>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35" name="Group 63"/>
                  <p:cNvGrpSpPr>
                    <a:grpSpLocks/>
                  </p:cNvGrpSpPr>
                  <p:nvPr/>
                </p:nvGrpSpPr>
                <p:grpSpPr bwMode="auto">
                  <a:xfrm>
                    <a:off x="973" y="3650"/>
                    <a:ext cx="49" cy="23"/>
                    <a:chOff x="973" y="3650"/>
                    <a:chExt cx="49" cy="23"/>
                  </a:xfrm>
                </p:grpSpPr>
                <p:sp>
                  <p:nvSpPr>
                    <p:cNvPr id="1999936" name="Freeform 64"/>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7" name="Freeform 65"/>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8" name="Freeform 66"/>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999939" name="Group 67"/>
                <p:cNvGrpSpPr>
                  <a:grpSpLocks/>
                </p:cNvGrpSpPr>
                <p:nvPr/>
              </p:nvGrpSpPr>
              <p:grpSpPr bwMode="auto">
                <a:xfrm>
                  <a:off x="985" y="3665"/>
                  <a:ext cx="100" cy="73"/>
                  <a:chOff x="985" y="3665"/>
                  <a:chExt cx="100" cy="73"/>
                </a:xfrm>
              </p:grpSpPr>
              <p:grpSp>
                <p:nvGrpSpPr>
                  <p:cNvPr id="1999940" name="Group 68"/>
                  <p:cNvGrpSpPr>
                    <a:grpSpLocks/>
                  </p:cNvGrpSpPr>
                  <p:nvPr/>
                </p:nvGrpSpPr>
                <p:grpSpPr bwMode="auto">
                  <a:xfrm>
                    <a:off x="985" y="3665"/>
                    <a:ext cx="50" cy="23"/>
                    <a:chOff x="985" y="3665"/>
                    <a:chExt cx="50" cy="23"/>
                  </a:xfrm>
                </p:grpSpPr>
                <p:sp>
                  <p:nvSpPr>
                    <p:cNvPr id="1999941" name="Freeform 69"/>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42" name="Freeform 70"/>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43" name="Freeform 71"/>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44" name="Group 72"/>
                  <p:cNvGrpSpPr>
                    <a:grpSpLocks/>
                  </p:cNvGrpSpPr>
                  <p:nvPr/>
                </p:nvGrpSpPr>
                <p:grpSpPr bwMode="auto">
                  <a:xfrm>
                    <a:off x="997" y="3677"/>
                    <a:ext cx="49" cy="23"/>
                    <a:chOff x="997" y="3677"/>
                    <a:chExt cx="49" cy="23"/>
                  </a:xfrm>
                </p:grpSpPr>
                <p:sp>
                  <p:nvSpPr>
                    <p:cNvPr id="1999945" name="Freeform 73"/>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46" name="Freeform 74"/>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47" name="Freeform 75"/>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48" name="Group 76"/>
                  <p:cNvGrpSpPr>
                    <a:grpSpLocks/>
                  </p:cNvGrpSpPr>
                  <p:nvPr/>
                </p:nvGrpSpPr>
                <p:grpSpPr bwMode="auto">
                  <a:xfrm>
                    <a:off x="1010" y="3690"/>
                    <a:ext cx="48" cy="23"/>
                    <a:chOff x="1010" y="3690"/>
                    <a:chExt cx="48" cy="23"/>
                  </a:xfrm>
                </p:grpSpPr>
                <p:sp>
                  <p:nvSpPr>
                    <p:cNvPr id="1999949" name="Freeform 77"/>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0" name="Freeform 78"/>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1" name="Freeform 79"/>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52" name="Group 80"/>
                  <p:cNvGrpSpPr>
                    <a:grpSpLocks/>
                  </p:cNvGrpSpPr>
                  <p:nvPr/>
                </p:nvGrpSpPr>
                <p:grpSpPr bwMode="auto">
                  <a:xfrm>
                    <a:off x="1023" y="3703"/>
                    <a:ext cx="49" cy="22"/>
                    <a:chOff x="1023" y="3703"/>
                    <a:chExt cx="49" cy="22"/>
                  </a:xfrm>
                </p:grpSpPr>
                <p:sp>
                  <p:nvSpPr>
                    <p:cNvPr id="1999953" name="Freeform 81"/>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4" name="Freeform 82"/>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5" name="Freeform 83"/>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56" name="Group 84"/>
                  <p:cNvGrpSpPr>
                    <a:grpSpLocks/>
                  </p:cNvGrpSpPr>
                  <p:nvPr/>
                </p:nvGrpSpPr>
                <p:grpSpPr bwMode="auto">
                  <a:xfrm>
                    <a:off x="1036" y="3716"/>
                    <a:ext cx="49" cy="22"/>
                    <a:chOff x="1036" y="3716"/>
                    <a:chExt cx="49" cy="22"/>
                  </a:xfrm>
                </p:grpSpPr>
                <p:sp>
                  <p:nvSpPr>
                    <p:cNvPr id="1999957" name="Freeform 85"/>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8" name="Freeform 86"/>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9" name="Freeform 87"/>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999960" name="Group 88"/>
                <p:cNvGrpSpPr>
                  <a:grpSpLocks/>
                </p:cNvGrpSpPr>
                <p:nvPr/>
              </p:nvGrpSpPr>
              <p:grpSpPr bwMode="auto">
                <a:xfrm>
                  <a:off x="1046" y="3727"/>
                  <a:ext cx="49" cy="23"/>
                  <a:chOff x="1046" y="3727"/>
                  <a:chExt cx="49" cy="23"/>
                </a:xfrm>
              </p:grpSpPr>
              <p:sp>
                <p:nvSpPr>
                  <p:cNvPr id="1999961" name="Freeform 89"/>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62" name="Freeform 90"/>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63" name="Freeform 91"/>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64" name="Group 92"/>
                <p:cNvGrpSpPr>
                  <a:grpSpLocks/>
                </p:cNvGrpSpPr>
                <p:nvPr/>
              </p:nvGrpSpPr>
              <p:grpSpPr bwMode="auto">
                <a:xfrm>
                  <a:off x="1058" y="3739"/>
                  <a:ext cx="50" cy="23"/>
                  <a:chOff x="1058" y="3739"/>
                  <a:chExt cx="50" cy="23"/>
                </a:xfrm>
              </p:grpSpPr>
              <p:sp>
                <p:nvSpPr>
                  <p:cNvPr id="1999965" name="Freeform 93"/>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66" name="Freeform 94"/>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67" name="Freeform 95"/>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68" name="Group 96"/>
                <p:cNvGrpSpPr>
                  <a:grpSpLocks/>
                </p:cNvGrpSpPr>
                <p:nvPr/>
              </p:nvGrpSpPr>
              <p:grpSpPr bwMode="auto">
                <a:xfrm>
                  <a:off x="1072" y="3753"/>
                  <a:ext cx="48" cy="22"/>
                  <a:chOff x="1072" y="3753"/>
                  <a:chExt cx="48" cy="22"/>
                </a:xfrm>
              </p:grpSpPr>
              <p:sp>
                <p:nvSpPr>
                  <p:cNvPr id="1999969" name="Freeform 97"/>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0" name="Freeform 98"/>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1" name="Freeform 99"/>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99972" name="Freeform 100"/>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3" name="Freeform 101"/>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4" name="Freeform 102"/>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99975" name="Group 103"/>
                <p:cNvGrpSpPr>
                  <a:grpSpLocks/>
                </p:cNvGrpSpPr>
                <p:nvPr/>
              </p:nvGrpSpPr>
              <p:grpSpPr bwMode="auto">
                <a:xfrm>
                  <a:off x="832" y="3547"/>
                  <a:ext cx="49" cy="23"/>
                  <a:chOff x="832" y="3547"/>
                  <a:chExt cx="49" cy="23"/>
                </a:xfrm>
              </p:grpSpPr>
              <p:sp>
                <p:nvSpPr>
                  <p:cNvPr id="1999976" name="Freeform 104"/>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7" name="Freeform 105"/>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8" name="Freeform 106"/>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79" name="Group 107"/>
                <p:cNvGrpSpPr>
                  <a:grpSpLocks/>
                </p:cNvGrpSpPr>
                <p:nvPr/>
              </p:nvGrpSpPr>
              <p:grpSpPr bwMode="auto">
                <a:xfrm>
                  <a:off x="844" y="3560"/>
                  <a:ext cx="49" cy="22"/>
                  <a:chOff x="844" y="3560"/>
                  <a:chExt cx="49" cy="22"/>
                </a:xfrm>
              </p:grpSpPr>
              <p:sp>
                <p:nvSpPr>
                  <p:cNvPr id="1999980" name="Freeform 108"/>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1" name="Freeform 109"/>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2" name="Freeform 110"/>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83" name="Group 111"/>
                <p:cNvGrpSpPr>
                  <a:grpSpLocks/>
                </p:cNvGrpSpPr>
                <p:nvPr/>
              </p:nvGrpSpPr>
              <p:grpSpPr bwMode="auto">
                <a:xfrm>
                  <a:off x="857" y="3572"/>
                  <a:ext cx="50" cy="23"/>
                  <a:chOff x="857" y="3572"/>
                  <a:chExt cx="50" cy="23"/>
                </a:xfrm>
              </p:grpSpPr>
              <p:sp>
                <p:nvSpPr>
                  <p:cNvPr id="1999984" name="Freeform 112"/>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5" name="Freeform 113"/>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6" name="Freeform 114"/>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87" name="Group 115"/>
                <p:cNvGrpSpPr>
                  <a:grpSpLocks/>
                </p:cNvGrpSpPr>
                <p:nvPr/>
              </p:nvGrpSpPr>
              <p:grpSpPr bwMode="auto">
                <a:xfrm>
                  <a:off x="870" y="3585"/>
                  <a:ext cx="48" cy="23"/>
                  <a:chOff x="870" y="3585"/>
                  <a:chExt cx="48" cy="23"/>
                </a:xfrm>
              </p:grpSpPr>
              <p:sp>
                <p:nvSpPr>
                  <p:cNvPr id="1999988" name="Freeform 116"/>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9" name="Freeform 117"/>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0" name="Freeform 118"/>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91" name="Group 119"/>
                <p:cNvGrpSpPr>
                  <a:grpSpLocks/>
                </p:cNvGrpSpPr>
                <p:nvPr/>
              </p:nvGrpSpPr>
              <p:grpSpPr bwMode="auto">
                <a:xfrm>
                  <a:off x="882" y="3600"/>
                  <a:ext cx="100" cy="73"/>
                  <a:chOff x="882" y="3600"/>
                  <a:chExt cx="100" cy="73"/>
                </a:xfrm>
              </p:grpSpPr>
              <p:grpSp>
                <p:nvGrpSpPr>
                  <p:cNvPr id="1999992" name="Group 120"/>
                  <p:cNvGrpSpPr>
                    <a:grpSpLocks/>
                  </p:cNvGrpSpPr>
                  <p:nvPr/>
                </p:nvGrpSpPr>
                <p:grpSpPr bwMode="auto">
                  <a:xfrm>
                    <a:off x="882" y="3600"/>
                    <a:ext cx="49" cy="23"/>
                    <a:chOff x="882" y="3600"/>
                    <a:chExt cx="49" cy="23"/>
                  </a:xfrm>
                </p:grpSpPr>
                <p:sp>
                  <p:nvSpPr>
                    <p:cNvPr id="1999993" name="Freeform 121"/>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4" name="Freeform 122"/>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5" name="Freeform 123"/>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96" name="Group 124"/>
                  <p:cNvGrpSpPr>
                    <a:grpSpLocks/>
                  </p:cNvGrpSpPr>
                  <p:nvPr/>
                </p:nvGrpSpPr>
                <p:grpSpPr bwMode="auto">
                  <a:xfrm>
                    <a:off x="894" y="3612"/>
                    <a:ext cx="49" cy="23"/>
                    <a:chOff x="894" y="3612"/>
                    <a:chExt cx="49" cy="23"/>
                  </a:xfrm>
                </p:grpSpPr>
                <p:sp>
                  <p:nvSpPr>
                    <p:cNvPr id="1999997" name="Freeform 125"/>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8" name="Freeform 126"/>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9" name="Freeform 127"/>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00" name="Group 128"/>
                  <p:cNvGrpSpPr>
                    <a:grpSpLocks/>
                  </p:cNvGrpSpPr>
                  <p:nvPr/>
                </p:nvGrpSpPr>
                <p:grpSpPr bwMode="auto">
                  <a:xfrm>
                    <a:off x="907" y="3625"/>
                    <a:ext cx="49" cy="23"/>
                    <a:chOff x="907" y="3625"/>
                    <a:chExt cx="49" cy="23"/>
                  </a:xfrm>
                </p:grpSpPr>
                <p:sp>
                  <p:nvSpPr>
                    <p:cNvPr id="2000001" name="Freeform 129"/>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02" name="Freeform 130"/>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03" name="Freeform 131"/>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04" name="Group 132"/>
                  <p:cNvGrpSpPr>
                    <a:grpSpLocks/>
                  </p:cNvGrpSpPr>
                  <p:nvPr/>
                </p:nvGrpSpPr>
                <p:grpSpPr bwMode="auto">
                  <a:xfrm>
                    <a:off x="919" y="3638"/>
                    <a:ext cx="49" cy="22"/>
                    <a:chOff x="919" y="3638"/>
                    <a:chExt cx="49" cy="22"/>
                  </a:xfrm>
                </p:grpSpPr>
                <p:sp>
                  <p:nvSpPr>
                    <p:cNvPr id="2000005" name="Freeform 133"/>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06" name="Freeform 134"/>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07" name="Freeform 135"/>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08" name="Group 136"/>
                  <p:cNvGrpSpPr>
                    <a:grpSpLocks/>
                  </p:cNvGrpSpPr>
                  <p:nvPr/>
                </p:nvGrpSpPr>
                <p:grpSpPr bwMode="auto">
                  <a:xfrm>
                    <a:off x="932" y="3651"/>
                    <a:ext cx="50" cy="22"/>
                    <a:chOff x="932" y="3651"/>
                    <a:chExt cx="50" cy="22"/>
                  </a:xfrm>
                </p:grpSpPr>
                <p:sp>
                  <p:nvSpPr>
                    <p:cNvPr id="2000009" name="Freeform 137"/>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0" name="Freeform 138"/>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1" name="Freeform 139"/>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012" name="Group 140"/>
                <p:cNvGrpSpPr>
                  <a:grpSpLocks/>
                </p:cNvGrpSpPr>
                <p:nvPr/>
              </p:nvGrpSpPr>
              <p:grpSpPr bwMode="auto">
                <a:xfrm>
                  <a:off x="944" y="3665"/>
                  <a:ext cx="99" cy="74"/>
                  <a:chOff x="944" y="3665"/>
                  <a:chExt cx="99" cy="74"/>
                </a:xfrm>
              </p:grpSpPr>
              <p:grpSp>
                <p:nvGrpSpPr>
                  <p:cNvPr id="2000013" name="Group 141"/>
                  <p:cNvGrpSpPr>
                    <a:grpSpLocks/>
                  </p:cNvGrpSpPr>
                  <p:nvPr/>
                </p:nvGrpSpPr>
                <p:grpSpPr bwMode="auto">
                  <a:xfrm>
                    <a:off x="944" y="3665"/>
                    <a:ext cx="49" cy="23"/>
                    <a:chOff x="944" y="3665"/>
                    <a:chExt cx="49" cy="23"/>
                  </a:xfrm>
                </p:grpSpPr>
                <p:sp>
                  <p:nvSpPr>
                    <p:cNvPr id="2000014" name="Freeform 142"/>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5" name="Freeform 143"/>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6" name="Freeform 144"/>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17" name="Group 145"/>
                  <p:cNvGrpSpPr>
                    <a:grpSpLocks/>
                  </p:cNvGrpSpPr>
                  <p:nvPr/>
                </p:nvGrpSpPr>
                <p:grpSpPr bwMode="auto">
                  <a:xfrm>
                    <a:off x="957" y="3678"/>
                    <a:ext cx="48" cy="23"/>
                    <a:chOff x="957" y="3678"/>
                    <a:chExt cx="48" cy="23"/>
                  </a:xfrm>
                </p:grpSpPr>
                <p:sp>
                  <p:nvSpPr>
                    <p:cNvPr id="2000018" name="Freeform 146"/>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9" name="Freeform 147"/>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0" name="Freeform 148"/>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21" name="Group 149"/>
                  <p:cNvGrpSpPr>
                    <a:grpSpLocks/>
                  </p:cNvGrpSpPr>
                  <p:nvPr/>
                </p:nvGrpSpPr>
                <p:grpSpPr bwMode="auto">
                  <a:xfrm>
                    <a:off x="969" y="3690"/>
                    <a:ext cx="49" cy="23"/>
                    <a:chOff x="969" y="3690"/>
                    <a:chExt cx="49" cy="23"/>
                  </a:xfrm>
                </p:grpSpPr>
                <p:sp>
                  <p:nvSpPr>
                    <p:cNvPr id="2000022" name="Freeform 150"/>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3" name="Freeform 151"/>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4" name="Freeform 152"/>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25" name="Group 153"/>
                  <p:cNvGrpSpPr>
                    <a:grpSpLocks/>
                  </p:cNvGrpSpPr>
                  <p:nvPr/>
                </p:nvGrpSpPr>
                <p:grpSpPr bwMode="auto">
                  <a:xfrm>
                    <a:off x="982" y="3703"/>
                    <a:ext cx="49" cy="23"/>
                    <a:chOff x="982" y="3703"/>
                    <a:chExt cx="49" cy="23"/>
                  </a:xfrm>
                </p:grpSpPr>
                <p:sp>
                  <p:nvSpPr>
                    <p:cNvPr id="2000026" name="Freeform 154"/>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7" name="Freeform 155"/>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8" name="Freeform 156"/>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29" name="Group 157"/>
                  <p:cNvGrpSpPr>
                    <a:grpSpLocks/>
                  </p:cNvGrpSpPr>
                  <p:nvPr/>
                </p:nvGrpSpPr>
                <p:grpSpPr bwMode="auto">
                  <a:xfrm>
                    <a:off x="995" y="3716"/>
                    <a:ext cx="48" cy="23"/>
                    <a:chOff x="995" y="3716"/>
                    <a:chExt cx="48" cy="23"/>
                  </a:xfrm>
                </p:grpSpPr>
                <p:sp>
                  <p:nvSpPr>
                    <p:cNvPr id="2000030" name="Freeform 158"/>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1" name="Freeform 159"/>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2" name="Freeform 160"/>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033" name="Group 161"/>
                <p:cNvGrpSpPr>
                  <a:grpSpLocks/>
                </p:cNvGrpSpPr>
                <p:nvPr/>
              </p:nvGrpSpPr>
              <p:grpSpPr bwMode="auto">
                <a:xfrm>
                  <a:off x="1005" y="3727"/>
                  <a:ext cx="49" cy="23"/>
                  <a:chOff x="1005" y="3727"/>
                  <a:chExt cx="49" cy="23"/>
                </a:xfrm>
              </p:grpSpPr>
              <p:sp>
                <p:nvSpPr>
                  <p:cNvPr id="2000034" name="Freeform 162"/>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5" name="Freeform 163"/>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6" name="Freeform 164"/>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37" name="Group 165"/>
                <p:cNvGrpSpPr>
                  <a:grpSpLocks/>
                </p:cNvGrpSpPr>
                <p:nvPr/>
              </p:nvGrpSpPr>
              <p:grpSpPr bwMode="auto">
                <a:xfrm>
                  <a:off x="1018" y="3740"/>
                  <a:ext cx="49" cy="22"/>
                  <a:chOff x="1018" y="3740"/>
                  <a:chExt cx="49" cy="22"/>
                </a:xfrm>
              </p:grpSpPr>
              <p:sp>
                <p:nvSpPr>
                  <p:cNvPr id="2000038" name="Freeform 166"/>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9" name="Freeform 167"/>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0" name="Freeform 168"/>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41" name="Group 169"/>
                <p:cNvGrpSpPr>
                  <a:grpSpLocks/>
                </p:cNvGrpSpPr>
                <p:nvPr/>
              </p:nvGrpSpPr>
              <p:grpSpPr bwMode="auto">
                <a:xfrm>
                  <a:off x="1030" y="3753"/>
                  <a:ext cx="49" cy="23"/>
                  <a:chOff x="1030" y="3753"/>
                  <a:chExt cx="49" cy="23"/>
                </a:xfrm>
              </p:grpSpPr>
              <p:sp>
                <p:nvSpPr>
                  <p:cNvPr id="2000042" name="Freeform 170"/>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3" name="Freeform 171"/>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4" name="Freeform 172"/>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045" name="Freeform 173"/>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6" name="Freeform 174"/>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7" name="Freeform 175"/>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048" name="Group 176"/>
                <p:cNvGrpSpPr>
                  <a:grpSpLocks/>
                </p:cNvGrpSpPr>
                <p:nvPr/>
              </p:nvGrpSpPr>
              <p:grpSpPr bwMode="auto">
                <a:xfrm>
                  <a:off x="790" y="3547"/>
                  <a:ext cx="49" cy="23"/>
                  <a:chOff x="790" y="3547"/>
                  <a:chExt cx="49" cy="23"/>
                </a:xfrm>
              </p:grpSpPr>
              <p:sp>
                <p:nvSpPr>
                  <p:cNvPr id="2000049" name="Freeform 177"/>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0" name="Freeform 178"/>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1" name="Freeform 179"/>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52" name="Group 180"/>
                <p:cNvGrpSpPr>
                  <a:grpSpLocks/>
                </p:cNvGrpSpPr>
                <p:nvPr/>
              </p:nvGrpSpPr>
              <p:grpSpPr bwMode="auto">
                <a:xfrm>
                  <a:off x="803" y="3560"/>
                  <a:ext cx="49" cy="22"/>
                  <a:chOff x="803" y="3560"/>
                  <a:chExt cx="49" cy="22"/>
                </a:xfrm>
              </p:grpSpPr>
              <p:sp>
                <p:nvSpPr>
                  <p:cNvPr id="2000053" name="Freeform 181"/>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4" name="Freeform 182"/>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5" name="Freeform 183"/>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56" name="Group 184"/>
                <p:cNvGrpSpPr>
                  <a:grpSpLocks/>
                </p:cNvGrpSpPr>
                <p:nvPr/>
              </p:nvGrpSpPr>
              <p:grpSpPr bwMode="auto">
                <a:xfrm>
                  <a:off x="815" y="3572"/>
                  <a:ext cx="50" cy="23"/>
                  <a:chOff x="815" y="3572"/>
                  <a:chExt cx="50" cy="23"/>
                </a:xfrm>
              </p:grpSpPr>
              <p:sp>
                <p:nvSpPr>
                  <p:cNvPr id="2000057" name="Freeform 185"/>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8" name="Freeform 186"/>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9" name="Freeform 187"/>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60" name="Group 188"/>
                <p:cNvGrpSpPr>
                  <a:grpSpLocks/>
                </p:cNvGrpSpPr>
                <p:nvPr/>
              </p:nvGrpSpPr>
              <p:grpSpPr bwMode="auto">
                <a:xfrm>
                  <a:off x="828" y="3585"/>
                  <a:ext cx="49" cy="23"/>
                  <a:chOff x="828" y="3585"/>
                  <a:chExt cx="49" cy="23"/>
                </a:xfrm>
              </p:grpSpPr>
              <p:sp>
                <p:nvSpPr>
                  <p:cNvPr id="2000061" name="Freeform 189"/>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62" name="Freeform 190"/>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63" name="Freeform 191"/>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64" name="Group 192"/>
                <p:cNvGrpSpPr>
                  <a:grpSpLocks/>
                </p:cNvGrpSpPr>
                <p:nvPr/>
              </p:nvGrpSpPr>
              <p:grpSpPr bwMode="auto">
                <a:xfrm>
                  <a:off x="840" y="3600"/>
                  <a:ext cx="100" cy="73"/>
                  <a:chOff x="840" y="3600"/>
                  <a:chExt cx="100" cy="73"/>
                </a:xfrm>
              </p:grpSpPr>
              <p:grpSp>
                <p:nvGrpSpPr>
                  <p:cNvPr id="2000065" name="Group 193"/>
                  <p:cNvGrpSpPr>
                    <a:grpSpLocks/>
                  </p:cNvGrpSpPr>
                  <p:nvPr/>
                </p:nvGrpSpPr>
                <p:grpSpPr bwMode="auto">
                  <a:xfrm>
                    <a:off x="840" y="3600"/>
                    <a:ext cx="49" cy="23"/>
                    <a:chOff x="840" y="3600"/>
                    <a:chExt cx="49" cy="23"/>
                  </a:xfrm>
                </p:grpSpPr>
                <p:sp>
                  <p:nvSpPr>
                    <p:cNvPr id="2000066" name="Freeform 194"/>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67" name="Freeform 195"/>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68" name="Freeform 196"/>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69" name="Group 197"/>
                  <p:cNvGrpSpPr>
                    <a:grpSpLocks/>
                  </p:cNvGrpSpPr>
                  <p:nvPr/>
                </p:nvGrpSpPr>
                <p:grpSpPr bwMode="auto">
                  <a:xfrm>
                    <a:off x="853" y="3612"/>
                    <a:ext cx="48" cy="23"/>
                    <a:chOff x="853" y="3612"/>
                    <a:chExt cx="48" cy="23"/>
                  </a:xfrm>
                </p:grpSpPr>
                <p:sp>
                  <p:nvSpPr>
                    <p:cNvPr id="2000070" name="Freeform 198"/>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1" name="Freeform 199"/>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2" name="Freeform 200"/>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73" name="Group 201"/>
                  <p:cNvGrpSpPr>
                    <a:grpSpLocks/>
                  </p:cNvGrpSpPr>
                  <p:nvPr/>
                </p:nvGrpSpPr>
                <p:grpSpPr bwMode="auto">
                  <a:xfrm>
                    <a:off x="865" y="3625"/>
                    <a:ext cx="49" cy="23"/>
                    <a:chOff x="865" y="3625"/>
                    <a:chExt cx="49" cy="23"/>
                  </a:xfrm>
                </p:grpSpPr>
                <p:sp>
                  <p:nvSpPr>
                    <p:cNvPr id="2000074" name="Freeform 202"/>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5" name="Freeform 203"/>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6" name="Freeform 204"/>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77" name="Group 205"/>
                  <p:cNvGrpSpPr>
                    <a:grpSpLocks/>
                  </p:cNvGrpSpPr>
                  <p:nvPr/>
                </p:nvGrpSpPr>
                <p:grpSpPr bwMode="auto">
                  <a:xfrm>
                    <a:off x="878" y="3638"/>
                    <a:ext cx="49" cy="22"/>
                    <a:chOff x="878" y="3638"/>
                    <a:chExt cx="49" cy="22"/>
                  </a:xfrm>
                </p:grpSpPr>
                <p:sp>
                  <p:nvSpPr>
                    <p:cNvPr id="2000078" name="Freeform 206"/>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9" name="Freeform 207"/>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0" name="Freeform 208"/>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81" name="Group 209"/>
                  <p:cNvGrpSpPr>
                    <a:grpSpLocks/>
                  </p:cNvGrpSpPr>
                  <p:nvPr/>
                </p:nvGrpSpPr>
                <p:grpSpPr bwMode="auto">
                  <a:xfrm>
                    <a:off x="890" y="3651"/>
                    <a:ext cx="50" cy="22"/>
                    <a:chOff x="890" y="3651"/>
                    <a:chExt cx="50" cy="22"/>
                  </a:xfrm>
                </p:grpSpPr>
                <p:sp>
                  <p:nvSpPr>
                    <p:cNvPr id="2000082" name="Freeform 210"/>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3" name="Freeform 211"/>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4" name="Freeform 212"/>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085" name="Group 213"/>
                <p:cNvGrpSpPr>
                  <a:grpSpLocks/>
                </p:cNvGrpSpPr>
                <p:nvPr/>
              </p:nvGrpSpPr>
              <p:grpSpPr bwMode="auto">
                <a:xfrm>
                  <a:off x="903" y="3665"/>
                  <a:ext cx="99" cy="74"/>
                  <a:chOff x="903" y="3665"/>
                  <a:chExt cx="99" cy="74"/>
                </a:xfrm>
              </p:grpSpPr>
              <p:grpSp>
                <p:nvGrpSpPr>
                  <p:cNvPr id="2000086" name="Group 214"/>
                  <p:cNvGrpSpPr>
                    <a:grpSpLocks/>
                  </p:cNvGrpSpPr>
                  <p:nvPr/>
                </p:nvGrpSpPr>
                <p:grpSpPr bwMode="auto">
                  <a:xfrm>
                    <a:off x="903" y="3665"/>
                    <a:ext cx="49" cy="23"/>
                    <a:chOff x="903" y="3665"/>
                    <a:chExt cx="49" cy="23"/>
                  </a:xfrm>
                </p:grpSpPr>
                <p:sp>
                  <p:nvSpPr>
                    <p:cNvPr id="2000087" name="Freeform 215"/>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8" name="Freeform 216"/>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9" name="Freeform 217"/>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90" name="Group 218"/>
                  <p:cNvGrpSpPr>
                    <a:grpSpLocks/>
                  </p:cNvGrpSpPr>
                  <p:nvPr/>
                </p:nvGrpSpPr>
                <p:grpSpPr bwMode="auto">
                  <a:xfrm>
                    <a:off x="914" y="3678"/>
                    <a:ext cx="49" cy="23"/>
                    <a:chOff x="914" y="3678"/>
                    <a:chExt cx="49" cy="23"/>
                  </a:xfrm>
                </p:grpSpPr>
                <p:sp>
                  <p:nvSpPr>
                    <p:cNvPr id="2000091" name="Freeform 219"/>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92" name="Freeform 220"/>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93" name="Freeform 221"/>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94" name="Group 222"/>
                  <p:cNvGrpSpPr>
                    <a:grpSpLocks/>
                  </p:cNvGrpSpPr>
                  <p:nvPr/>
                </p:nvGrpSpPr>
                <p:grpSpPr bwMode="auto">
                  <a:xfrm>
                    <a:off x="928" y="3690"/>
                    <a:ext cx="48" cy="23"/>
                    <a:chOff x="928" y="3690"/>
                    <a:chExt cx="48" cy="23"/>
                  </a:xfrm>
                </p:grpSpPr>
                <p:sp>
                  <p:nvSpPr>
                    <p:cNvPr id="2000095" name="Freeform 223"/>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96" name="Freeform 224"/>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97" name="Freeform 225"/>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98" name="Group 226"/>
                  <p:cNvGrpSpPr>
                    <a:grpSpLocks/>
                  </p:cNvGrpSpPr>
                  <p:nvPr/>
                </p:nvGrpSpPr>
                <p:grpSpPr bwMode="auto">
                  <a:xfrm>
                    <a:off x="940" y="3703"/>
                    <a:ext cx="49" cy="23"/>
                    <a:chOff x="940" y="3703"/>
                    <a:chExt cx="49" cy="23"/>
                  </a:xfrm>
                </p:grpSpPr>
                <p:sp>
                  <p:nvSpPr>
                    <p:cNvPr id="2000099" name="Freeform 227"/>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0" name="Freeform 228"/>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1" name="Freeform 229"/>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02" name="Group 230"/>
                  <p:cNvGrpSpPr>
                    <a:grpSpLocks/>
                  </p:cNvGrpSpPr>
                  <p:nvPr/>
                </p:nvGrpSpPr>
                <p:grpSpPr bwMode="auto">
                  <a:xfrm>
                    <a:off x="953" y="3716"/>
                    <a:ext cx="49" cy="23"/>
                    <a:chOff x="953" y="3716"/>
                    <a:chExt cx="49" cy="23"/>
                  </a:xfrm>
                </p:grpSpPr>
                <p:sp>
                  <p:nvSpPr>
                    <p:cNvPr id="2000103" name="Freeform 231"/>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4" name="Freeform 232"/>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5" name="Freeform 233"/>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106" name="Group 234"/>
                <p:cNvGrpSpPr>
                  <a:grpSpLocks/>
                </p:cNvGrpSpPr>
                <p:nvPr/>
              </p:nvGrpSpPr>
              <p:grpSpPr bwMode="auto">
                <a:xfrm>
                  <a:off x="963" y="3727"/>
                  <a:ext cx="49" cy="23"/>
                  <a:chOff x="963" y="3727"/>
                  <a:chExt cx="49" cy="23"/>
                </a:xfrm>
              </p:grpSpPr>
              <p:sp>
                <p:nvSpPr>
                  <p:cNvPr id="2000107" name="Freeform 235"/>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8" name="Freeform 236"/>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9" name="Freeform 237"/>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10" name="Group 238"/>
                <p:cNvGrpSpPr>
                  <a:grpSpLocks/>
                </p:cNvGrpSpPr>
                <p:nvPr/>
              </p:nvGrpSpPr>
              <p:grpSpPr bwMode="auto">
                <a:xfrm>
                  <a:off x="976" y="3740"/>
                  <a:ext cx="50" cy="22"/>
                  <a:chOff x="976" y="3740"/>
                  <a:chExt cx="50" cy="22"/>
                </a:xfrm>
              </p:grpSpPr>
              <p:sp>
                <p:nvSpPr>
                  <p:cNvPr id="2000111" name="Freeform 239"/>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12" name="Freeform 240"/>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13" name="Freeform 241"/>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14" name="Group 242"/>
                <p:cNvGrpSpPr>
                  <a:grpSpLocks/>
                </p:cNvGrpSpPr>
                <p:nvPr/>
              </p:nvGrpSpPr>
              <p:grpSpPr bwMode="auto">
                <a:xfrm>
                  <a:off x="761" y="3560"/>
                  <a:ext cx="50" cy="22"/>
                  <a:chOff x="761" y="3560"/>
                  <a:chExt cx="50" cy="22"/>
                </a:xfrm>
              </p:grpSpPr>
              <p:sp>
                <p:nvSpPr>
                  <p:cNvPr id="2000115" name="Freeform 243"/>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16" name="Freeform 244"/>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17" name="Freeform 245"/>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18" name="Group 246"/>
                <p:cNvGrpSpPr>
                  <a:grpSpLocks/>
                </p:cNvGrpSpPr>
                <p:nvPr/>
              </p:nvGrpSpPr>
              <p:grpSpPr bwMode="auto">
                <a:xfrm>
                  <a:off x="774" y="3572"/>
                  <a:ext cx="49" cy="23"/>
                  <a:chOff x="774" y="3572"/>
                  <a:chExt cx="49" cy="23"/>
                </a:xfrm>
              </p:grpSpPr>
              <p:sp>
                <p:nvSpPr>
                  <p:cNvPr id="2000119" name="Freeform 247"/>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0" name="Freeform 248"/>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1" name="Freeform 249"/>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22" name="Group 250"/>
                <p:cNvGrpSpPr>
                  <a:grpSpLocks/>
                </p:cNvGrpSpPr>
                <p:nvPr/>
              </p:nvGrpSpPr>
              <p:grpSpPr bwMode="auto">
                <a:xfrm>
                  <a:off x="787" y="3585"/>
                  <a:ext cx="49" cy="23"/>
                  <a:chOff x="787" y="3585"/>
                  <a:chExt cx="49" cy="23"/>
                </a:xfrm>
              </p:grpSpPr>
              <p:sp>
                <p:nvSpPr>
                  <p:cNvPr id="2000123" name="Freeform 251"/>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4" name="Freeform 252"/>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5" name="Freeform 253"/>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26" name="Group 254"/>
                <p:cNvGrpSpPr>
                  <a:grpSpLocks/>
                </p:cNvGrpSpPr>
                <p:nvPr/>
              </p:nvGrpSpPr>
              <p:grpSpPr bwMode="auto">
                <a:xfrm>
                  <a:off x="799" y="3600"/>
                  <a:ext cx="99" cy="73"/>
                  <a:chOff x="799" y="3600"/>
                  <a:chExt cx="99" cy="73"/>
                </a:xfrm>
              </p:grpSpPr>
              <p:grpSp>
                <p:nvGrpSpPr>
                  <p:cNvPr id="2000127" name="Group 255"/>
                  <p:cNvGrpSpPr>
                    <a:grpSpLocks/>
                  </p:cNvGrpSpPr>
                  <p:nvPr/>
                </p:nvGrpSpPr>
                <p:grpSpPr bwMode="auto">
                  <a:xfrm>
                    <a:off x="799" y="3600"/>
                    <a:ext cx="48" cy="23"/>
                    <a:chOff x="799" y="3600"/>
                    <a:chExt cx="48" cy="23"/>
                  </a:xfrm>
                </p:grpSpPr>
                <p:sp>
                  <p:nvSpPr>
                    <p:cNvPr id="2000128" name="Freeform 256"/>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9" name="Freeform 257"/>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0" name="Freeform 258"/>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31" name="Group 259"/>
                  <p:cNvGrpSpPr>
                    <a:grpSpLocks/>
                  </p:cNvGrpSpPr>
                  <p:nvPr/>
                </p:nvGrpSpPr>
                <p:grpSpPr bwMode="auto">
                  <a:xfrm>
                    <a:off x="811" y="3612"/>
                    <a:ext cx="48" cy="23"/>
                    <a:chOff x="811" y="3612"/>
                    <a:chExt cx="48" cy="23"/>
                  </a:xfrm>
                </p:grpSpPr>
                <p:sp>
                  <p:nvSpPr>
                    <p:cNvPr id="2000132" name="Freeform 260"/>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3" name="Freeform 261"/>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4" name="Freeform 262"/>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35" name="Group 263"/>
                  <p:cNvGrpSpPr>
                    <a:grpSpLocks/>
                  </p:cNvGrpSpPr>
                  <p:nvPr/>
                </p:nvGrpSpPr>
                <p:grpSpPr bwMode="auto">
                  <a:xfrm>
                    <a:off x="823" y="3625"/>
                    <a:ext cx="49" cy="23"/>
                    <a:chOff x="823" y="3625"/>
                    <a:chExt cx="49" cy="23"/>
                  </a:xfrm>
                </p:grpSpPr>
                <p:sp>
                  <p:nvSpPr>
                    <p:cNvPr id="2000136" name="Freeform 264"/>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7" name="Freeform 265"/>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8" name="Freeform 266"/>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39" name="Group 267"/>
                  <p:cNvGrpSpPr>
                    <a:grpSpLocks/>
                  </p:cNvGrpSpPr>
                  <p:nvPr/>
                </p:nvGrpSpPr>
                <p:grpSpPr bwMode="auto">
                  <a:xfrm>
                    <a:off x="836" y="3638"/>
                    <a:ext cx="50" cy="22"/>
                    <a:chOff x="836" y="3638"/>
                    <a:chExt cx="50" cy="22"/>
                  </a:xfrm>
                </p:grpSpPr>
                <p:sp>
                  <p:nvSpPr>
                    <p:cNvPr id="2000140" name="Freeform 268"/>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41" name="Freeform 269"/>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42" name="Freeform 270"/>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43" name="Group 271"/>
                  <p:cNvGrpSpPr>
                    <a:grpSpLocks/>
                  </p:cNvGrpSpPr>
                  <p:nvPr/>
                </p:nvGrpSpPr>
                <p:grpSpPr bwMode="auto">
                  <a:xfrm>
                    <a:off x="849" y="3651"/>
                    <a:ext cx="49" cy="22"/>
                    <a:chOff x="849" y="3651"/>
                    <a:chExt cx="49" cy="22"/>
                  </a:xfrm>
                </p:grpSpPr>
                <p:sp>
                  <p:nvSpPr>
                    <p:cNvPr id="2000144" name="Freeform 272"/>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45" name="Freeform 273"/>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46" name="Freeform 274"/>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147" name="Group 275"/>
                <p:cNvGrpSpPr>
                  <a:grpSpLocks/>
                </p:cNvGrpSpPr>
                <p:nvPr/>
              </p:nvGrpSpPr>
              <p:grpSpPr bwMode="auto">
                <a:xfrm>
                  <a:off x="861" y="3665"/>
                  <a:ext cx="99" cy="74"/>
                  <a:chOff x="861" y="3665"/>
                  <a:chExt cx="99" cy="74"/>
                </a:xfrm>
              </p:grpSpPr>
              <p:grpSp>
                <p:nvGrpSpPr>
                  <p:cNvPr id="2000148" name="Group 276"/>
                  <p:cNvGrpSpPr>
                    <a:grpSpLocks/>
                  </p:cNvGrpSpPr>
                  <p:nvPr/>
                </p:nvGrpSpPr>
                <p:grpSpPr bwMode="auto">
                  <a:xfrm>
                    <a:off x="861" y="3665"/>
                    <a:ext cx="50" cy="23"/>
                    <a:chOff x="861" y="3665"/>
                    <a:chExt cx="50" cy="23"/>
                  </a:xfrm>
                </p:grpSpPr>
                <p:sp>
                  <p:nvSpPr>
                    <p:cNvPr id="2000149" name="Freeform 277"/>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0" name="Freeform 278"/>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1" name="Freeform 279"/>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52" name="Group 280"/>
                  <p:cNvGrpSpPr>
                    <a:grpSpLocks/>
                  </p:cNvGrpSpPr>
                  <p:nvPr/>
                </p:nvGrpSpPr>
                <p:grpSpPr bwMode="auto">
                  <a:xfrm>
                    <a:off x="873" y="3678"/>
                    <a:ext cx="49" cy="23"/>
                    <a:chOff x="873" y="3678"/>
                    <a:chExt cx="49" cy="23"/>
                  </a:xfrm>
                </p:grpSpPr>
                <p:sp>
                  <p:nvSpPr>
                    <p:cNvPr id="2000153" name="Freeform 281"/>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4" name="Freeform 282"/>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5" name="Freeform 283"/>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56" name="Group 284"/>
                  <p:cNvGrpSpPr>
                    <a:grpSpLocks/>
                  </p:cNvGrpSpPr>
                  <p:nvPr/>
                </p:nvGrpSpPr>
                <p:grpSpPr bwMode="auto">
                  <a:xfrm>
                    <a:off x="886" y="3690"/>
                    <a:ext cx="49" cy="23"/>
                    <a:chOff x="886" y="3690"/>
                    <a:chExt cx="49" cy="23"/>
                  </a:xfrm>
                </p:grpSpPr>
                <p:sp>
                  <p:nvSpPr>
                    <p:cNvPr id="2000157" name="Freeform 285"/>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8" name="Freeform 286"/>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9" name="Freeform 287"/>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60" name="Group 288"/>
                  <p:cNvGrpSpPr>
                    <a:grpSpLocks/>
                  </p:cNvGrpSpPr>
                  <p:nvPr/>
                </p:nvGrpSpPr>
                <p:grpSpPr bwMode="auto">
                  <a:xfrm>
                    <a:off x="899" y="3703"/>
                    <a:ext cx="48" cy="23"/>
                    <a:chOff x="899" y="3703"/>
                    <a:chExt cx="48" cy="23"/>
                  </a:xfrm>
                </p:grpSpPr>
                <p:sp>
                  <p:nvSpPr>
                    <p:cNvPr id="2000161" name="Freeform 289"/>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62" name="Freeform 290"/>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63" name="Freeform 291"/>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64" name="Group 292"/>
                  <p:cNvGrpSpPr>
                    <a:grpSpLocks/>
                  </p:cNvGrpSpPr>
                  <p:nvPr/>
                </p:nvGrpSpPr>
                <p:grpSpPr bwMode="auto">
                  <a:xfrm>
                    <a:off x="912" y="3716"/>
                    <a:ext cx="48" cy="23"/>
                    <a:chOff x="912" y="3716"/>
                    <a:chExt cx="48" cy="23"/>
                  </a:xfrm>
                </p:grpSpPr>
                <p:sp>
                  <p:nvSpPr>
                    <p:cNvPr id="2000165" name="Freeform 293"/>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66" name="Freeform 294"/>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67" name="Freeform 295"/>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168" name="Group 296"/>
                <p:cNvGrpSpPr>
                  <a:grpSpLocks/>
                </p:cNvGrpSpPr>
                <p:nvPr/>
              </p:nvGrpSpPr>
              <p:grpSpPr bwMode="auto">
                <a:xfrm>
                  <a:off x="922" y="3727"/>
                  <a:ext cx="49" cy="23"/>
                  <a:chOff x="922" y="3727"/>
                  <a:chExt cx="49" cy="23"/>
                </a:xfrm>
              </p:grpSpPr>
              <p:sp>
                <p:nvSpPr>
                  <p:cNvPr id="2000169" name="Freeform 297"/>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0" name="Freeform 298"/>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1" name="Freeform 299"/>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72" name="Group 300"/>
                <p:cNvGrpSpPr>
                  <a:grpSpLocks/>
                </p:cNvGrpSpPr>
                <p:nvPr/>
              </p:nvGrpSpPr>
              <p:grpSpPr bwMode="auto">
                <a:xfrm>
                  <a:off x="895" y="3526"/>
                  <a:ext cx="44" cy="23"/>
                  <a:chOff x="895" y="3526"/>
                  <a:chExt cx="44" cy="23"/>
                </a:xfrm>
              </p:grpSpPr>
              <p:sp>
                <p:nvSpPr>
                  <p:cNvPr id="2000173" name="Freeform 301"/>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4" name="Freeform 302"/>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5" name="Freeform 303"/>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76" name="Group 304"/>
                <p:cNvGrpSpPr>
                  <a:grpSpLocks/>
                </p:cNvGrpSpPr>
                <p:nvPr/>
              </p:nvGrpSpPr>
              <p:grpSpPr bwMode="auto">
                <a:xfrm>
                  <a:off x="907" y="3540"/>
                  <a:ext cx="45" cy="22"/>
                  <a:chOff x="907" y="3540"/>
                  <a:chExt cx="45" cy="22"/>
                </a:xfrm>
              </p:grpSpPr>
              <p:sp>
                <p:nvSpPr>
                  <p:cNvPr id="2000177" name="Freeform 305"/>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8" name="Freeform 306"/>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9" name="Freeform 307"/>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80" name="Group 308"/>
                <p:cNvGrpSpPr>
                  <a:grpSpLocks/>
                </p:cNvGrpSpPr>
                <p:nvPr/>
              </p:nvGrpSpPr>
              <p:grpSpPr bwMode="auto">
                <a:xfrm>
                  <a:off x="920" y="3553"/>
                  <a:ext cx="45" cy="23"/>
                  <a:chOff x="920" y="3553"/>
                  <a:chExt cx="45" cy="23"/>
                </a:xfrm>
              </p:grpSpPr>
              <p:sp>
                <p:nvSpPr>
                  <p:cNvPr id="2000181" name="Freeform 309"/>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82" name="Freeform 310"/>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83" name="Freeform 311"/>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84" name="Group 312"/>
                <p:cNvGrpSpPr>
                  <a:grpSpLocks/>
                </p:cNvGrpSpPr>
                <p:nvPr/>
              </p:nvGrpSpPr>
              <p:grpSpPr bwMode="auto">
                <a:xfrm>
                  <a:off x="934" y="3566"/>
                  <a:ext cx="44" cy="23"/>
                  <a:chOff x="934" y="3566"/>
                  <a:chExt cx="44" cy="23"/>
                </a:xfrm>
              </p:grpSpPr>
              <p:sp>
                <p:nvSpPr>
                  <p:cNvPr id="2000185" name="Freeform 313"/>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86" name="Freeform 314"/>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87" name="Freeform 315"/>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88" name="Group 316"/>
                <p:cNvGrpSpPr>
                  <a:grpSpLocks/>
                </p:cNvGrpSpPr>
                <p:nvPr/>
              </p:nvGrpSpPr>
              <p:grpSpPr bwMode="auto">
                <a:xfrm>
                  <a:off x="949" y="3579"/>
                  <a:ext cx="83" cy="63"/>
                  <a:chOff x="949" y="3579"/>
                  <a:chExt cx="83" cy="63"/>
                </a:xfrm>
              </p:grpSpPr>
              <p:grpSp>
                <p:nvGrpSpPr>
                  <p:cNvPr id="2000189" name="Group 317"/>
                  <p:cNvGrpSpPr>
                    <a:grpSpLocks/>
                  </p:cNvGrpSpPr>
                  <p:nvPr/>
                </p:nvGrpSpPr>
                <p:grpSpPr bwMode="auto">
                  <a:xfrm>
                    <a:off x="949" y="3579"/>
                    <a:ext cx="44" cy="23"/>
                    <a:chOff x="949" y="3579"/>
                    <a:chExt cx="44" cy="23"/>
                  </a:xfrm>
                </p:grpSpPr>
                <p:sp>
                  <p:nvSpPr>
                    <p:cNvPr id="2000190" name="Freeform 318"/>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1" name="Freeform 319"/>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2" name="Freeform 320"/>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93" name="Group 321"/>
                  <p:cNvGrpSpPr>
                    <a:grpSpLocks/>
                  </p:cNvGrpSpPr>
                  <p:nvPr/>
                </p:nvGrpSpPr>
                <p:grpSpPr bwMode="auto">
                  <a:xfrm>
                    <a:off x="961" y="3592"/>
                    <a:ext cx="45" cy="23"/>
                    <a:chOff x="961" y="3592"/>
                    <a:chExt cx="45" cy="23"/>
                  </a:xfrm>
                </p:grpSpPr>
                <p:sp>
                  <p:nvSpPr>
                    <p:cNvPr id="2000194" name="Freeform 322"/>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5" name="Freeform 323"/>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6" name="Freeform 324"/>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97" name="Group 325"/>
                  <p:cNvGrpSpPr>
                    <a:grpSpLocks/>
                  </p:cNvGrpSpPr>
                  <p:nvPr/>
                </p:nvGrpSpPr>
                <p:grpSpPr bwMode="auto">
                  <a:xfrm>
                    <a:off x="974" y="3606"/>
                    <a:ext cx="44" cy="23"/>
                    <a:chOff x="974" y="3606"/>
                    <a:chExt cx="44" cy="23"/>
                  </a:xfrm>
                </p:grpSpPr>
                <p:sp>
                  <p:nvSpPr>
                    <p:cNvPr id="2000198" name="Freeform 326"/>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9" name="Freeform 327"/>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0" name="Freeform 328"/>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01" name="Group 329"/>
                  <p:cNvGrpSpPr>
                    <a:grpSpLocks/>
                  </p:cNvGrpSpPr>
                  <p:nvPr/>
                </p:nvGrpSpPr>
                <p:grpSpPr bwMode="auto">
                  <a:xfrm>
                    <a:off x="987" y="3619"/>
                    <a:ext cx="45" cy="23"/>
                    <a:chOff x="987" y="3619"/>
                    <a:chExt cx="45" cy="23"/>
                  </a:xfrm>
                </p:grpSpPr>
                <p:sp>
                  <p:nvSpPr>
                    <p:cNvPr id="2000202" name="Freeform 330"/>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3" name="Freeform 331"/>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4" name="Freeform 332"/>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205" name="Group 333"/>
                <p:cNvGrpSpPr>
                  <a:grpSpLocks/>
                </p:cNvGrpSpPr>
                <p:nvPr/>
              </p:nvGrpSpPr>
              <p:grpSpPr bwMode="auto">
                <a:xfrm>
                  <a:off x="1002" y="3632"/>
                  <a:ext cx="83" cy="63"/>
                  <a:chOff x="1002" y="3632"/>
                  <a:chExt cx="83" cy="63"/>
                </a:xfrm>
              </p:grpSpPr>
              <p:grpSp>
                <p:nvGrpSpPr>
                  <p:cNvPr id="2000206" name="Group 334"/>
                  <p:cNvGrpSpPr>
                    <a:grpSpLocks/>
                  </p:cNvGrpSpPr>
                  <p:nvPr/>
                </p:nvGrpSpPr>
                <p:grpSpPr bwMode="auto">
                  <a:xfrm>
                    <a:off x="1002" y="3632"/>
                    <a:ext cx="44" cy="22"/>
                    <a:chOff x="1002" y="3632"/>
                    <a:chExt cx="44" cy="22"/>
                  </a:xfrm>
                </p:grpSpPr>
                <p:sp>
                  <p:nvSpPr>
                    <p:cNvPr id="2000207" name="Freeform 335"/>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8" name="Freeform 336"/>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9" name="Freeform 337"/>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10" name="Group 338"/>
                  <p:cNvGrpSpPr>
                    <a:grpSpLocks/>
                  </p:cNvGrpSpPr>
                  <p:nvPr/>
                </p:nvGrpSpPr>
                <p:grpSpPr bwMode="auto">
                  <a:xfrm>
                    <a:off x="1014" y="3645"/>
                    <a:ext cx="44" cy="23"/>
                    <a:chOff x="1014" y="3645"/>
                    <a:chExt cx="44" cy="23"/>
                  </a:xfrm>
                </p:grpSpPr>
                <p:sp>
                  <p:nvSpPr>
                    <p:cNvPr id="2000211" name="Freeform 339"/>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12" name="Freeform 340"/>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13" name="Freeform 341"/>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14" name="Group 342"/>
                  <p:cNvGrpSpPr>
                    <a:grpSpLocks/>
                  </p:cNvGrpSpPr>
                  <p:nvPr/>
                </p:nvGrpSpPr>
                <p:grpSpPr bwMode="auto">
                  <a:xfrm>
                    <a:off x="1027" y="3659"/>
                    <a:ext cx="45" cy="23"/>
                    <a:chOff x="1027" y="3659"/>
                    <a:chExt cx="45" cy="23"/>
                  </a:xfrm>
                </p:grpSpPr>
                <p:sp>
                  <p:nvSpPr>
                    <p:cNvPr id="2000215" name="Freeform 343"/>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16" name="Freeform 344"/>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17" name="Freeform 345"/>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18" name="Group 346"/>
                  <p:cNvGrpSpPr>
                    <a:grpSpLocks/>
                  </p:cNvGrpSpPr>
                  <p:nvPr/>
                </p:nvGrpSpPr>
                <p:grpSpPr bwMode="auto">
                  <a:xfrm>
                    <a:off x="1040" y="3672"/>
                    <a:ext cx="45" cy="23"/>
                    <a:chOff x="1040" y="3672"/>
                    <a:chExt cx="45" cy="23"/>
                  </a:xfrm>
                </p:grpSpPr>
                <p:sp>
                  <p:nvSpPr>
                    <p:cNvPr id="2000219" name="Freeform 347"/>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0" name="Freeform 348"/>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1" name="Freeform 349"/>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222" name="Group 350"/>
                <p:cNvGrpSpPr>
                  <a:grpSpLocks/>
                </p:cNvGrpSpPr>
                <p:nvPr/>
              </p:nvGrpSpPr>
              <p:grpSpPr bwMode="auto">
                <a:xfrm>
                  <a:off x="1054" y="3685"/>
                  <a:ext cx="45" cy="23"/>
                  <a:chOff x="1054" y="3685"/>
                  <a:chExt cx="45" cy="23"/>
                </a:xfrm>
              </p:grpSpPr>
              <p:sp>
                <p:nvSpPr>
                  <p:cNvPr id="2000223" name="Freeform 351"/>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4" name="Freeform 352"/>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5" name="Freeform 353"/>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26" name="Group 354"/>
                <p:cNvGrpSpPr>
                  <a:grpSpLocks/>
                </p:cNvGrpSpPr>
                <p:nvPr/>
              </p:nvGrpSpPr>
              <p:grpSpPr bwMode="auto">
                <a:xfrm>
                  <a:off x="1067" y="3698"/>
                  <a:ext cx="45" cy="23"/>
                  <a:chOff x="1067" y="3698"/>
                  <a:chExt cx="45" cy="23"/>
                </a:xfrm>
              </p:grpSpPr>
              <p:sp>
                <p:nvSpPr>
                  <p:cNvPr id="2000227" name="Freeform 355"/>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8" name="Freeform 356"/>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9" name="Freeform 357"/>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30" name="Group 358"/>
                <p:cNvGrpSpPr>
                  <a:grpSpLocks/>
                </p:cNvGrpSpPr>
                <p:nvPr/>
              </p:nvGrpSpPr>
              <p:grpSpPr bwMode="auto">
                <a:xfrm>
                  <a:off x="1079" y="3712"/>
                  <a:ext cx="44" cy="23"/>
                  <a:chOff x="1079" y="3712"/>
                  <a:chExt cx="44" cy="23"/>
                </a:xfrm>
              </p:grpSpPr>
              <p:sp>
                <p:nvSpPr>
                  <p:cNvPr id="2000231" name="Freeform 359"/>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32" name="Freeform 360"/>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33" name="Freeform 361"/>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34" name="Group 362"/>
                <p:cNvGrpSpPr>
                  <a:grpSpLocks/>
                </p:cNvGrpSpPr>
                <p:nvPr/>
              </p:nvGrpSpPr>
              <p:grpSpPr bwMode="auto">
                <a:xfrm>
                  <a:off x="1093" y="3725"/>
                  <a:ext cx="45" cy="23"/>
                  <a:chOff x="1093" y="3725"/>
                  <a:chExt cx="45" cy="23"/>
                </a:xfrm>
              </p:grpSpPr>
              <p:sp>
                <p:nvSpPr>
                  <p:cNvPr id="2000235" name="Freeform 363"/>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36" name="Freeform 364"/>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37" name="Freeform 365"/>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38" name="Group 366"/>
                <p:cNvGrpSpPr>
                  <a:grpSpLocks/>
                </p:cNvGrpSpPr>
                <p:nvPr/>
              </p:nvGrpSpPr>
              <p:grpSpPr bwMode="auto">
                <a:xfrm>
                  <a:off x="1108" y="3739"/>
                  <a:ext cx="44" cy="23"/>
                  <a:chOff x="1108" y="3739"/>
                  <a:chExt cx="44" cy="23"/>
                </a:xfrm>
              </p:grpSpPr>
              <p:sp>
                <p:nvSpPr>
                  <p:cNvPr id="2000239" name="Freeform 367"/>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0" name="Freeform 368"/>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1" name="Freeform 369"/>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42" name="Group 370"/>
                <p:cNvGrpSpPr>
                  <a:grpSpLocks/>
                </p:cNvGrpSpPr>
                <p:nvPr/>
              </p:nvGrpSpPr>
              <p:grpSpPr bwMode="auto">
                <a:xfrm>
                  <a:off x="1121" y="3753"/>
                  <a:ext cx="45" cy="23"/>
                  <a:chOff x="1121" y="3753"/>
                  <a:chExt cx="45" cy="23"/>
                </a:xfrm>
              </p:grpSpPr>
              <p:sp>
                <p:nvSpPr>
                  <p:cNvPr id="2000243" name="Freeform 371"/>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4" name="Freeform 372"/>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5" name="Freeform 373"/>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46" name="Group 374"/>
                <p:cNvGrpSpPr>
                  <a:grpSpLocks/>
                </p:cNvGrpSpPr>
                <p:nvPr/>
              </p:nvGrpSpPr>
              <p:grpSpPr bwMode="auto">
                <a:xfrm>
                  <a:off x="1133" y="3767"/>
                  <a:ext cx="44" cy="23"/>
                  <a:chOff x="1133" y="3767"/>
                  <a:chExt cx="44" cy="23"/>
                </a:xfrm>
              </p:grpSpPr>
              <p:sp>
                <p:nvSpPr>
                  <p:cNvPr id="2000247" name="Freeform 375"/>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8" name="Freeform 376"/>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9" name="Freeform 377"/>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250" name="Freeform 378"/>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1" name="Freeform 379"/>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2" name="Freeform 380"/>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3" name="Freeform 381"/>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4" name="Freeform 382"/>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5" name="Freeform 383"/>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6" name="Freeform 384"/>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7" name="Freeform 385"/>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8" name="Freeform 386"/>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9" name="Freeform 387"/>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0" name="Freeform 388"/>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261" name="Group 389"/>
                <p:cNvGrpSpPr>
                  <a:grpSpLocks/>
                </p:cNvGrpSpPr>
                <p:nvPr/>
              </p:nvGrpSpPr>
              <p:grpSpPr bwMode="auto">
                <a:xfrm>
                  <a:off x="700" y="3535"/>
                  <a:ext cx="49" cy="24"/>
                  <a:chOff x="700" y="3535"/>
                  <a:chExt cx="49" cy="24"/>
                </a:xfrm>
              </p:grpSpPr>
              <p:sp>
                <p:nvSpPr>
                  <p:cNvPr id="2000262" name="Freeform 390"/>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3" name="Freeform 391"/>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4" name="Freeform 392"/>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65" name="Group 393"/>
                <p:cNvGrpSpPr>
                  <a:grpSpLocks/>
                </p:cNvGrpSpPr>
                <p:nvPr/>
              </p:nvGrpSpPr>
              <p:grpSpPr bwMode="auto">
                <a:xfrm>
                  <a:off x="714" y="3551"/>
                  <a:ext cx="49" cy="22"/>
                  <a:chOff x="714" y="3551"/>
                  <a:chExt cx="49" cy="22"/>
                </a:xfrm>
              </p:grpSpPr>
              <p:sp>
                <p:nvSpPr>
                  <p:cNvPr id="2000266" name="Freeform 394"/>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7" name="Freeform 395"/>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8" name="Freeform 396"/>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69" name="Group 397"/>
                <p:cNvGrpSpPr>
                  <a:grpSpLocks/>
                </p:cNvGrpSpPr>
                <p:nvPr/>
              </p:nvGrpSpPr>
              <p:grpSpPr bwMode="auto">
                <a:xfrm>
                  <a:off x="728" y="3564"/>
                  <a:ext cx="48" cy="23"/>
                  <a:chOff x="728" y="3564"/>
                  <a:chExt cx="48" cy="23"/>
                </a:xfrm>
              </p:grpSpPr>
              <p:sp>
                <p:nvSpPr>
                  <p:cNvPr id="2000270" name="Freeform 398"/>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1" name="Freeform 399"/>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2" name="Freeform 400"/>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73" name="Group 401"/>
                <p:cNvGrpSpPr>
                  <a:grpSpLocks/>
                </p:cNvGrpSpPr>
                <p:nvPr/>
              </p:nvGrpSpPr>
              <p:grpSpPr bwMode="auto">
                <a:xfrm>
                  <a:off x="742" y="3582"/>
                  <a:ext cx="49" cy="23"/>
                  <a:chOff x="742" y="3582"/>
                  <a:chExt cx="49" cy="23"/>
                </a:xfrm>
              </p:grpSpPr>
              <p:sp>
                <p:nvSpPr>
                  <p:cNvPr id="2000274" name="Freeform 402"/>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5" name="Freeform 403"/>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6" name="Freeform 404"/>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77" name="Group 405"/>
                <p:cNvGrpSpPr>
                  <a:grpSpLocks/>
                </p:cNvGrpSpPr>
                <p:nvPr/>
              </p:nvGrpSpPr>
              <p:grpSpPr bwMode="auto">
                <a:xfrm>
                  <a:off x="752" y="3597"/>
                  <a:ext cx="133" cy="106"/>
                  <a:chOff x="752" y="3597"/>
                  <a:chExt cx="133" cy="106"/>
                </a:xfrm>
              </p:grpSpPr>
              <p:sp>
                <p:nvSpPr>
                  <p:cNvPr id="2000278" name="Freeform 406"/>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9" name="Freeform 407"/>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0" name="Freeform 408"/>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81" name="Group 409"/>
                <p:cNvGrpSpPr>
                  <a:grpSpLocks/>
                </p:cNvGrpSpPr>
                <p:nvPr/>
              </p:nvGrpSpPr>
              <p:grpSpPr bwMode="auto">
                <a:xfrm>
                  <a:off x="844" y="3694"/>
                  <a:ext cx="48" cy="23"/>
                  <a:chOff x="844" y="3694"/>
                  <a:chExt cx="48" cy="23"/>
                </a:xfrm>
              </p:grpSpPr>
              <p:sp>
                <p:nvSpPr>
                  <p:cNvPr id="2000282" name="Freeform 410"/>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3" name="Freeform 411"/>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4" name="Freeform 412"/>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85" name="Group 413"/>
                <p:cNvGrpSpPr>
                  <a:grpSpLocks/>
                </p:cNvGrpSpPr>
                <p:nvPr/>
              </p:nvGrpSpPr>
              <p:grpSpPr bwMode="auto">
                <a:xfrm>
                  <a:off x="857" y="3710"/>
                  <a:ext cx="49" cy="22"/>
                  <a:chOff x="857" y="3710"/>
                  <a:chExt cx="49" cy="22"/>
                </a:xfrm>
              </p:grpSpPr>
              <p:sp>
                <p:nvSpPr>
                  <p:cNvPr id="2000286" name="Freeform 414"/>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7" name="Freeform 415"/>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8" name="Freeform 416"/>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89" name="Group 417"/>
                <p:cNvGrpSpPr>
                  <a:grpSpLocks/>
                </p:cNvGrpSpPr>
                <p:nvPr/>
              </p:nvGrpSpPr>
              <p:grpSpPr bwMode="auto">
                <a:xfrm>
                  <a:off x="1086" y="3766"/>
                  <a:ext cx="49" cy="23"/>
                  <a:chOff x="1086" y="3766"/>
                  <a:chExt cx="49" cy="23"/>
                </a:xfrm>
              </p:grpSpPr>
              <p:sp>
                <p:nvSpPr>
                  <p:cNvPr id="2000290" name="Freeform 418"/>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1" name="Freeform 419"/>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2" name="Freeform 420"/>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93" name="Group 421"/>
                <p:cNvGrpSpPr>
                  <a:grpSpLocks/>
                </p:cNvGrpSpPr>
                <p:nvPr/>
              </p:nvGrpSpPr>
              <p:grpSpPr bwMode="auto">
                <a:xfrm>
                  <a:off x="934" y="3740"/>
                  <a:ext cx="48" cy="23"/>
                  <a:chOff x="934" y="3740"/>
                  <a:chExt cx="48" cy="23"/>
                </a:xfrm>
              </p:grpSpPr>
              <p:sp>
                <p:nvSpPr>
                  <p:cNvPr id="2000294" name="Freeform 422"/>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5" name="Freeform 423"/>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6" name="Freeform 424"/>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97" name="Group 425"/>
                <p:cNvGrpSpPr>
                  <a:grpSpLocks/>
                </p:cNvGrpSpPr>
                <p:nvPr/>
              </p:nvGrpSpPr>
              <p:grpSpPr bwMode="auto">
                <a:xfrm>
                  <a:off x="943" y="3754"/>
                  <a:ext cx="49" cy="23"/>
                  <a:chOff x="943" y="3754"/>
                  <a:chExt cx="49" cy="23"/>
                </a:xfrm>
              </p:grpSpPr>
              <p:sp>
                <p:nvSpPr>
                  <p:cNvPr id="2000298" name="Freeform 426"/>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9" name="Freeform 427"/>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0" name="Freeform 428"/>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301" name="Freeform 429"/>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2" name="Freeform 430"/>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3" name="Freeform 431"/>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04" name="Group 432"/>
              <p:cNvGrpSpPr>
                <a:grpSpLocks/>
              </p:cNvGrpSpPr>
              <p:nvPr/>
            </p:nvGrpSpPr>
            <p:grpSpPr bwMode="auto">
              <a:xfrm>
                <a:off x="920" y="3821"/>
                <a:ext cx="413" cy="50"/>
                <a:chOff x="920" y="3821"/>
                <a:chExt cx="413" cy="50"/>
              </a:xfrm>
            </p:grpSpPr>
            <p:sp>
              <p:nvSpPr>
                <p:cNvPr id="2000305" name="Freeform 433"/>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06" name="Freeform 434"/>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7" name="Rectangle 43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8" name="Rectangle 43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0309" name="Group 437"/>
              <p:cNvGrpSpPr>
                <a:grpSpLocks/>
              </p:cNvGrpSpPr>
              <p:nvPr/>
            </p:nvGrpSpPr>
            <p:grpSpPr bwMode="auto">
              <a:xfrm>
                <a:off x="1227" y="3477"/>
                <a:ext cx="508" cy="321"/>
                <a:chOff x="1227" y="3477"/>
                <a:chExt cx="508" cy="321"/>
              </a:xfrm>
            </p:grpSpPr>
            <p:sp>
              <p:nvSpPr>
                <p:cNvPr id="2000310" name="Freeform 438"/>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1" name="Freeform 439"/>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12" name="Freeform 440"/>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3" name="Line 44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0314" name="Freeform 442"/>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5" name="Freeform 443"/>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6" name="Freeform 444"/>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7" name="Freeform 445"/>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8" name="Freeform 446"/>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9" name="Freeform 447"/>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0" name="Freeform 448"/>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1" name="Freeform 449"/>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2" name="Freeform 450"/>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3" name="Freeform 451"/>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4" name="Oval 45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25" name="Oval 45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26" name="Freeform 454"/>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27" name="Oval 45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28" name="Oval 45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329" name="Group 457"/>
            <p:cNvGrpSpPr>
              <a:grpSpLocks/>
            </p:cNvGrpSpPr>
            <p:nvPr/>
          </p:nvGrpSpPr>
          <p:grpSpPr bwMode="auto">
            <a:xfrm>
              <a:off x="2612364" y="3140076"/>
              <a:ext cx="4134379" cy="2447925"/>
              <a:chOff x="1776" y="2768"/>
              <a:chExt cx="1824" cy="736"/>
            </a:xfrm>
          </p:grpSpPr>
          <p:grpSp>
            <p:nvGrpSpPr>
              <p:cNvPr id="2000330" name="Group 458"/>
              <p:cNvGrpSpPr>
                <a:grpSpLocks/>
              </p:cNvGrpSpPr>
              <p:nvPr/>
            </p:nvGrpSpPr>
            <p:grpSpPr bwMode="auto">
              <a:xfrm>
                <a:off x="1787" y="2783"/>
                <a:ext cx="1813" cy="721"/>
                <a:chOff x="1787" y="2783"/>
                <a:chExt cx="1813" cy="721"/>
              </a:xfrm>
            </p:grpSpPr>
            <p:sp>
              <p:nvSpPr>
                <p:cNvPr id="2000331" name="Oval 459"/>
                <p:cNvSpPr>
                  <a:spLocks noChangeArrowheads="1"/>
                </p:cNvSpPr>
                <p:nvPr/>
              </p:nvSpPr>
              <p:spPr bwMode="auto">
                <a:xfrm>
                  <a:off x="2413" y="2783"/>
                  <a:ext cx="780"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2" name="Oval 460"/>
                <p:cNvSpPr>
                  <a:spLocks noChangeArrowheads="1"/>
                </p:cNvSpPr>
                <p:nvPr/>
              </p:nvSpPr>
              <p:spPr bwMode="auto">
                <a:xfrm>
                  <a:off x="1974" y="2863"/>
                  <a:ext cx="593"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3" name="Oval 461"/>
                <p:cNvSpPr>
                  <a:spLocks noChangeArrowheads="1"/>
                </p:cNvSpPr>
                <p:nvPr/>
              </p:nvSpPr>
              <p:spPr bwMode="auto">
                <a:xfrm>
                  <a:off x="1787" y="3045"/>
                  <a:ext cx="396" cy="23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4" name="Oval 462"/>
                <p:cNvSpPr>
                  <a:spLocks noChangeArrowheads="1"/>
                </p:cNvSpPr>
                <p:nvPr/>
              </p:nvSpPr>
              <p:spPr bwMode="auto">
                <a:xfrm>
                  <a:off x="1908" y="3154"/>
                  <a:ext cx="604" cy="25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5" name="Oval 463"/>
                <p:cNvSpPr>
                  <a:spLocks noChangeArrowheads="1"/>
                </p:cNvSpPr>
                <p:nvPr/>
              </p:nvSpPr>
              <p:spPr bwMode="auto">
                <a:xfrm>
                  <a:off x="2347" y="3198"/>
                  <a:ext cx="912" cy="30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6" name="Oval 464"/>
                <p:cNvSpPr>
                  <a:spLocks noChangeArrowheads="1"/>
                </p:cNvSpPr>
                <p:nvPr/>
              </p:nvSpPr>
              <p:spPr bwMode="auto">
                <a:xfrm>
                  <a:off x="2941" y="2870"/>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7" name="Oval 465"/>
                <p:cNvSpPr>
                  <a:spLocks noChangeArrowheads="1"/>
                </p:cNvSpPr>
                <p:nvPr/>
              </p:nvSpPr>
              <p:spPr bwMode="auto">
                <a:xfrm>
                  <a:off x="3029" y="3023"/>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8" name="Oval 466"/>
                <p:cNvSpPr>
                  <a:spLocks noChangeArrowheads="1"/>
                </p:cNvSpPr>
                <p:nvPr/>
              </p:nvSpPr>
              <p:spPr bwMode="auto">
                <a:xfrm>
                  <a:off x="2974" y="3074"/>
                  <a:ext cx="571"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9" name="Oval 467"/>
                <p:cNvSpPr>
                  <a:spLocks noChangeArrowheads="1"/>
                </p:cNvSpPr>
                <p:nvPr/>
              </p:nvSpPr>
              <p:spPr bwMode="auto">
                <a:xfrm>
                  <a:off x="2117" y="2957"/>
                  <a:ext cx="1175"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340" name="Oval 468"/>
              <p:cNvSpPr>
                <a:spLocks noChangeArrowheads="1"/>
              </p:cNvSpPr>
              <p:nvPr/>
            </p:nvSpPr>
            <p:spPr bwMode="auto">
              <a:xfrm>
                <a:off x="2402" y="2768"/>
                <a:ext cx="780" cy="291"/>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1" name="Oval 469"/>
              <p:cNvSpPr>
                <a:spLocks noChangeArrowheads="1"/>
              </p:cNvSpPr>
              <p:nvPr/>
            </p:nvSpPr>
            <p:spPr bwMode="auto">
              <a:xfrm>
                <a:off x="1963" y="2848"/>
                <a:ext cx="593" cy="29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2" name="Oval 470"/>
              <p:cNvSpPr>
                <a:spLocks noChangeArrowheads="1"/>
              </p:cNvSpPr>
              <p:nvPr/>
            </p:nvSpPr>
            <p:spPr bwMode="auto">
              <a:xfrm>
                <a:off x="1776" y="3030"/>
                <a:ext cx="396" cy="234"/>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3" name="Oval 471"/>
              <p:cNvSpPr>
                <a:spLocks noChangeArrowheads="1"/>
              </p:cNvSpPr>
              <p:nvPr/>
            </p:nvSpPr>
            <p:spPr bwMode="auto">
              <a:xfrm>
                <a:off x="1897" y="3140"/>
                <a:ext cx="604" cy="25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4" name="Oval 472"/>
              <p:cNvSpPr>
                <a:spLocks noChangeArrowheads="1"/>
              </p:cNvSpPr>
              <p:nvPr/>
            </p:nvSpPr>
            <p:spPr bwMode="auto">
              <a:xfrm>
                <a:off x="2336" y="3183"/>
                <a:ext cx="912" cy="30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5" name="Oval 473"/>
              <p:cNvSpPr>
                <a:spLocks noChangeArrowheads="1"/>
              </p:cNvSpPr>
              <p:nvPr/>
            </p:nvSpPr>
            <p:spPr bwMode="auto">
              <a:xfrm>
                <a:off x="2930" y="2855"/>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6" name="Oval 474"/>
              <p:cNvSpPr>
                <a:spLocks noChangeArrowheads="1"/>
              </p:cNvSpPr>
              <p:nvPr/>
            </p:nvSpPr>
            <p:spPr bwMode="auto">
              <a:xfrm>
                <a:off x="3018" y="3008"/>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7" name="Oval 475"/>
              <p:cNvSpPr>
                <a:spLocks noChangeArrowheads="1"/>
              </p:cNvSpPr>
              <p:nvPr/>
            </p:nvSpPr>
            <p:spPr bwMode="auto">
              <a:xfrm>
                <a:off x="2963" y="3059"/>
                <a:ext cx="571"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8" name="Oval 476"/>
              <p:cNvSpPr>
                <a:spLocks noChangeArrowheads="1"/>
              </p:cNvSpPr>
              <p:nvPr/>
            </p:nvSpPr>
            <p:spPr bwMode="auto">
              <a:xfrm>
                <a:off x="2106" y="2943"/>
                <a:ext cx="1175"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349" name="Text Box 477"/>
            <p:cNvSpPr txBox="1">
              <a:spLocks noChangeArrowheads="1"/>
            </p:cNvSpPr>
            <p:nvPr/>
          </p:nvSpPr>
          <p:spPr bwMode="auto">
            <a:xfrm>
              <a:off x="4224691" y="4024314"/>
              <a:ext cx="1333387" cy="601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互联网</a:t>
              </a:r>
            </a:p>
          </p:txBody>
        </p:sp>
        <p:sp>
          <p:nvSpPr>
            <p:cNvPr id="2000350" name="Line 479"/>
            <p:cNvSpPr>
              <a:spLocks noChangeShapeType="1"/>
            </p:cNvSpPr>
            <p:nvPr/>
          </p:nvSpPr>
          <p:spPr bwMode="auto">
            <a:xfrm>
              <a:off x="1363796" y="4076700"/>
              <a:ext cx="1248569" cy="28733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0351" name="Line 480"/>
            <p:cNvSpPr>
              <a:spLocks noChangeShapeType="1"/>
            </p:cNvSpPr>
            <p:nvPr/>
          </p:nvSpPr>
          <p:spPr bwMode="auto">
            <a:xfrm rot="10800000">
              <a:off x="1207294" y="4221164"/>
              <a:ext cx="1327679" cy="287337"/>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aphicFrame>
          <p:nvGraphicFramePr>
            <p:cNvPr id="2000352" name="Object 481">
              <a:hlinkClick r:id="" action="ppaction://ole?verb=1"/>
            </p:cNvPr>
            <p:cNvGraphicFramePr>
              <a:graphicFrameLocks/>
            </p:cNvGraphicFramePr>
            <p:nvPr/>
          </p:nvGraphicFramePr>
          <p:xfrm>
            <a:off x="8072703" y="3932238"/>
            <a:ext cx="624285" cy="957262"/>
          </p:xfrm>
          <a:graphic>
            <a:graphicData uri="http://schemas.openxmlformats.org/presentationml/2006/ole">
              <mc:AlternateContent xmlns:mc="http://schemas.openxmlformats.org/markup-compatibility/2006">
                <mc:Choice xmlns:v="urn:schemas-microsoft-com:vml" Requires="v">
                  <p:oleObj spid="_x0000_s2002719" r:id="rId3" imgW="0" imgH="0" progId="MS_ClipArt_Gallery">
                    <p:embed/>
                  </p:oleObj>
                </mc:Choice>
                <mc:Fallback>
                  <p:oleObj r:id="rId3" imgW="0" imgH="0" progId="MS_ClipArt_Gallery">
                    <p:embed/>
                    <p:pic>
                      <p:nvPicPr>
                        <p:cNvPr id="0" name="Object 48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2703" y="3932238"/>
                          <a:ext cx="624285"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00353" name="Text Box 482"/>
            <p:cNvSpPr txBox="1">
              <a:spLocks noChangeArrowheads="1"/>
            </p:cNvSpPr>
            <p:nvPr/>
          </p:nvSpPr>
          <p:spPr bwMode="auto">
            <a:xfrm>
              <a:off x="8619596" y="431165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宋体" panose="02010600030101010101" pitchFamily="2" charset="-122"/>
                </a:rPr>
                <a:t>服务器</a:t>
              </a:r>
            </a:p>
          </p:txBody>
        </p:sp>
        <p:grpSp>
          <p:nvGrpSpPr>
            <p:cNvPr id="2000354" name="Group 483"/>
            <p:cNvGrpSpPr>
              <a:grpSpLocks/>
            </p:cNvGrpSpPr>
            <p:nvPr/>
          </p:nvGrpSpPr>
          <p:grpSpPr bwMode="auto">
            <a:xfrm>
              <a:off x="5420784" y="6308725"/>
              <a:ext cx="720593" cy="546100"/>
              <a:chOff x="624" y="2968"/>
              <a:chExt cx="1331" cy="920"/>
            </a:xfrm>
          </p:grpSpPr>
          <p:sp>
            <p:nvSpPr>
              <p:cNvPr id="2000355" name="Freeform 484"/>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56" name="Freeform 485"/>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57" name="Freeform 486"/>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58" name="Freeform 487"/>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59" name="Freeform 488"/>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60" name="Freeform 489"/>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1" name="Freeform 490"/>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2" name="Freeform 491"/>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3" name="Freeform 492"/>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4" name="Freeform 493"/>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5" name="Freeform 494"/>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6" name="Freeform 495"/>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367" name="Group 496"/>
              <p:cNvGrpSpPr>
                <a:grpSpLocks/>
              </p:cNvGrpSpPr>
              <p:nvPr/>
            </p:nvGrpSpPr>
            <p:grpSpPr bwMode="auto">
              <a:xfrm>
                <a:off x="700" y="3526"/>
                <a:ext cx="515" cy="270"/>
                <a:chOff x="700" y="3526"/>
                <a:chExt cx="515" cy="270"/>
              </a:xfrm>
            </p:grpSpPr>
            <p:grpSp>
              <p:nvGrpSpPr>
                <p:cNvPr id="2000368" name="Group 497"/>
                <p:cNvGrpSpPr>
                  <a:grpSpLocks/>
                </p:cNvGrpSpPr>
                <p:nvPr/>
              </p:nvGrpSpPr>
              <p:grpSpPr bwMode="auto">
                <a:xfrm>
                  <a:off x="737" y="3534"/>
                  <a:ext cx="49" cy="23"/>
                  <a:chOff x="737" y="3534"/>
                  <a:chExt cx="49" cy="23"/>
                </a:xfrm>
              </p:grpSpPr>
              <p:sp>
                <p:nvSpPr>
                  <p:cNvPr id="2000369" name="Freeform 498"/>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0" name="Freeform 499"/>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1" name="Freeform 500"/>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72" name="Group 501"/>
                <p:cNvGrpSpPr>
                  <a:grpSpLocks/>
                </p:cNvGrpSpPr>
                <p:nvPr/>
              </p:nvGrpSpPr>
              <p:grpSpPr bwMode="auto">
                <a:xfrm>
                  <a:off x="748" y="3547"/>
                  <a:ext cx="50" cy="23"/>
                  <a:chOff x="748" y="3547"/>
                  <a:chExt cx="50" cy="23"/>
                </a:xfrm>
              </p:grpSpPr>
              <p:sp>
                <p:nvSpPr>
                  <p:cNvPr id="2000373" name="Freeform 502"/>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4" name="Freeform 503"/>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5" name="Freeform 504"/>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376" name="Freeform 505"/>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7" name="Freeform 506"/>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8" name="Freeform 507"/>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9" name="Freeform 508"/>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380" name="Group 509"/>
                <p:cNvGrpSpPr>
                  <a:grpSpLocks/>
                </p:cNvGrpSpPr>
                <p:nvPr/>
              </p:nvGrpSpPr>
              <p:grpSpPr bwMode="auto">
                <a:xfrm>
                  <a:off x="872" y="3547"/>
                  <a:ext cx="50" cy="23"/>
                  <a:chOff x="872" y="3547"/>
                  <a:chExt cx="50" cy="23"/>
                </a:xfrm>
              </p:grpSpPr>
              <p:sp>
                <p:nvSpPr>
                  <p:cNvPr id="2000381" name="Freeform 510"/>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82" name="Freeform 511"/>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83" name="Freeform 512"/>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84" name="Group 513"/>
                <p:cNvGrpSpPr>
                  <a:grpSpLocks/>
                </p:cNvGrpSpPr>
                <p:nvPr/>
              </p:nvGrpSpPr>
              <p:grpSpPr bwMode="auto">
                <a:xfrm>
                  <a:off x="885" y="3559"/>
                  <a:ext cx="50" cy="23"/>
                  <a:chOff x="885" y="3559"/>
                  <a:chExt cx="50" cy="23"/>
                </a:xfrm>
              </p:grpSpPr>
              <p:sp>
                <p:nvSpPr>
                  <p:cNvPr id="2000385" name="Freeform 514"/>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86" name="Freeform 515"/>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87" name="Freeform 516"/>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88" name="Group 517"/>
                <p:cNvGrpSpPr>
                  <a:grpSpLocks/>
                </p:cNvGrpSpPr>
                <p:nvPr/>
              </p:nvGrpSpPr>
              <p:grpSpPr bwMode="auto">
                <a:xfrm>
                  <a:off x="898" y="3571"/>
                  <a:ext cx="49" cy="23"/>
                  <a:chOff x="898" y="3571"/>
                  <a:chExt cx="49" cy="23"/>
                </a:xfrm>
              </p:grpSpPr>
              <p:sp>
                <p:nvSpPr>
                  <p:cNvPr id="2000389" name="Freeform 518"/>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0" name="Freeform 519"/>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1" name="Freeform 520"/>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92" name="Group 521"/>
                <p:cNvGrpSpPr>
                  <a:grpSpLocks/>
                </p:cNvGrpSpPr>
                <p:nvPr/>
              </p:nvGrpSpPr>
              <p:grpSpPr bwMode="auto">
                <a:xfrm>
                  <a:off x="911" y="3585"/>
                  <a:ext cx="49" cy="23"/>
                  <a:chOff x="911" y="3585"/>
                  <a:chExt cx="49" cy="23"/>
                </a:xfrm>
              </p:grpSpPr>
              <p:sp>
                <p:nvSpPr>
                  <p:cNvPr id="2000393" name="Freeform 522"/>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4" name="Freeform 523"/>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5" name="Freeform 524"/>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96" name="Group 525"/>
                <p:cNvGrpSpPr>
                  <a:grpSpLocks/>
                </p:cNvGrpSpPr>
                <p:nvPr/>
              </p:nvGrpSpPr>
              <p:grpSpPr bwMode="auto">
                <a:xfrm>
                  <a:off x="923" y="3600"/>
                  <a:ext cx="99" cy="73"/>
                  <a:chOff x="923" y="3600"/>
                  <a:chExt cx="99" cy="73"/>
                </a:xfrm>
              </p:grpSpPr>
              <p:grpSp>
                <p:nvGrpSpPr>
                  <p:cNvPr id="2000397" name="Group 526"/>
                  <p:cNvGrpSpPr>
                    <a:grpSpLocks/>
                  </p:cNvGrpSpPr>
                  <p:nvPr/>
                </p:nvGrpSpPr>
                <p:grpSpPr bwMode="auto">
                  <a:xfrm>
                    <a:off x="923" y="3600"/>
                    <a:ext cx="49" cy="23"/>
                    <a:chOff x="923" y="3600"/>
                    <a:chExt cx="49" cy="23"/>
                  </a:xfrm>
                </p:grpSpPr>
                <p:sp>
                  <p:nvSpPr>
                    <p:cNvPr id="2000398" name="Freeform 527"/>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9" name="Freeform 528"/>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0" name="Freeform 529"/>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01" name="Group 530"/>
                  <p:cNvGrpSpPr>
                    <a:grpSpLocks/>
                  </p:cNvGrpSpPr>
                  <p:nvPr/>
                </p:nvGrpSpPr>
                <p:grpSpPr bwMode="auto">
                  <a:xfrm>
                    <a:off x="935" y="3612"/>
                    <a:ext cx="48" cy="23"/>
                    <a:chOff x="935" y="3612"/>
                    <a:chExt cx="48" cy="23"/>
                  </a:xfrm>
                </p:grpSpPr>
                <p:sp>
                  <p:nvSpPr>
                    <p:cNvPr id="2000402" name="Freeform 531"/>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3" name="Freeform 532"/>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4" name="Freeform 533"/>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05" name="Group 534"/>
                  <p:cNvGrpSpPr>
                    <a:grpSpLocks/>
                  </p:cNvGrpSpPr>
                  <p:nvPr/>
                </p:nvGrpSpPr>
                <p:grpSpPr bwMode="auto">
                  <a:xfrm>
                    <a:off x="947" y="3625"/>
                    <a:ext cx="50" cy="22"/>
                    <a:chOff x="947" y="3625"/>
                    <a:chExt cx="50" cy="22"/>
                  </a:xfrm>
                </p:grpSpPr>
                <p:sp>
                  <p:nvSpPr>
                    <p:cNvPr id="2000406" name="Freeform 535"/>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7" name="Freeform 536"/>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8" name="Freeform 537"/>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09" name="Group 538"/>
                  <p:cNvGrpSpPr>
                    <a:grpSpLocks/>
                  </p:cNvGrpSpPr>
                  <p:nvPr/>
                </p:nvGrpSpPr>
                <p:grpSpPr bwMode="auto">
                  <a:xfrm>
                    <a:off x="960" y="3637"/>
                    <a:ext cx="50" cy="23"/>
                    <a:chOff x="960" y="3637"/>
                    <a:chExt cx="50" cy="23"/>
                  </a:xfrm>
                </p:grpSpPr>
                <p:sp>
                  <p:nvSpPr>
                    <p:cNvPr id="2000410" name="Freeform 539"/>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11" name="Freeform 540"/>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12" name="Freeform 541"/>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13" name="Group 542"/>
                  <p:cNvGrpSpPr>
                    <a:grpSpLocks/>
                  </p:cNvGrpSpPr>
                  <p:nvPr/>
                </p:nvGrpSpPr>
                <p:grpSpPr bwMode="auto">
                  <a:xfrm>
                    <a:off x="973" y="3650"/>
                    <a:ext cx="49" cy="23"/>
                    <a:chOff x="973" y="3650"/>
                    <a:chExt cx="49" cy="23"/>
                  </a:xfrm>
                </p:grpSpPr>
                <p:sp>
                  <p:nvSpPr>
                    <p:cNvPr id="2000414" name="Freeform 543"/>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15" name="Freeform 544"/>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16" name="Freeform 545"/>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417" name="Group 546"/>
                <p:cNvGrpSpPr>
                  <a:grpSpLocks/>
                </p:cNvGrpSpPr>
                <p:nvPr/>
              </p:nvGrpSpPr>
              <p:grpSpPr bwMode="auto">
                <a:xfrm>
                  <a:off x="985" y="3665"/>
                  <a:ext cx="100" cy="73"/>
                  <a:chOff x="985" y="3665"/>
                  <a:chExt cx="100" cy="73"/>
                </a:xfrm>
              </p:grpSpPr>
              <p:grpSp>
                <p:nvGrpSpPr>
                  <p:cNvPr id="2000418" name="Group 547"/>
                  <p:cNvGrpSpPr>
                    <a:grpSpLocks/>
                  </p:cNvGrpSpPr>
                  <p:nvPr/>
                </p:nvGrpSpPr>
                <p:grpSpPr bwMode="auto">
                  <a:xfrm>
                    <a:off x="985" y="3665"/>
                    <a:ext cx="50" cy="23"/>
                    <a:chOff x="985" y="3665"/>
                    <a:chExt cx="50" cy="23"/>
                  </a:xfrm>
                </p:grpSpPr>
                <p:sp>
                  <p:nvSpPr>
                    <p:cNvPr id="2000419" name="Freeform 548"/>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0" name="Freeform 549"/>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1" name="Freeform 550"/>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22" name="Group 551"/>
                  <p:cNvGrpSpPr>
                    <a:grpSpLocks/>
                  </p:cNvGrpSpPr>
                  <p:nvPr/>
                </p:nvGrpSpPr>
                <p:grpSpPr bwMode="auto">
                  <a:xfrm>
                    <a:off x="997" y="3677"/>
                    <a:ext cx="49" cy="23"/>
                    <a:chOff x="997" y="3677"/>
                    <a:chExt cx="49" cy="23"/>
                  </a:xfrm>
                </p:grpSpPr>
                <p:sp>
                  <p:nvSpPr>
                    <p:cNvPr id="2000423" name="Freeform 552"/>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4" name="Freeform 553"/>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5" name="Freeform 554"/>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26" name="Group 555"/>
                  <p:cNvGrpSpPr>
                    <a:grpSpLocks/>
                  </p:cNvGrpSpPr>
                  <p:nvPr/>
                </p:nvGrpSpPr>
                <p:grpSpPr bwMode="auto">
                  <a:xfrm>
                    <a:off x="1010" y="3690"/>
                    <a:ext cx="48" cy="23"/>
                    <a:chOff x="1010" y="3690"/>
                    <a:chExt cx="48" cy="23"/>
                  </a:xfrm>
                </p:grpSpPr>
                <p:sp>
                  <p:nvSpPr>
                    <p:cNvPr id="2000427" name="Freeform 556"/>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8" name="Freeform 557"/>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9" name="Freeform 558"/>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30" name="Group 559"/>
                  <p:cNvGrpSpPr>
                    <a:grpSpLocks/>
                  </p:cNvGrpSpPr>
                  <p:nvPr/>
                </p:nvGrpSpPr>
                <p:grpSpPr bwMode="auto">
                  <a:xfrm>
                    <a:off x="1023" y="3703"/>
                    <a:ext cx="49" cy="22"/>
                    <a:chOff x="1023" y="3703"/>
                    <a:chExt cx="49" cy="22"/>
                  </a:xfrm>
                </p:grpSpPr>
                <p:sp>
                  <p:nvSpPr>
                    <p:cNvPr id="2000431" name="Freeform 560"/>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32" name="Freeform 561"/>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33" name="Freeform 562"/>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34" name="Group 563"/>
                  <p:cNvGrpSpPr>
                    <a:grpSpLocks/>
                  </p:cNvGrpSpPr>
                  <p:nvPr/>
                </p:nvGrpSpPr>
                <p:grpSpPr bwMode="auto">
                  <a:xfrm>
                    <a:off x="1036" y="3716"/>
                    <a:ext cx="49" cy="22"/>
                    <a:chOff x="1036" y="3716"/>
                    <a:chExt cx="49" cy="22"/>
                  </a:xfrm>
                </p:grpSpPr>
                <p:sp>
                  <p:nvSpPr>
                    <p:cNvPr id="2000435" name="Freeform 564"/>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36" name="Freeform 565"/>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37" name="Freeform 566"/>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438" name="Group 567"/>
                <p:cNvGrpSpPr>
                  <a:grpSpLocks/>
                </p:cNvGrpSpPr>
                <p:nvPr/>
              </p:nvGrpSpPr>
              <p:grpSpPr bwMode="auto">
                <a:xfrm>
                  <a:off x="1046" y="3727"/>
                  <a:ext cx="49" cy="23"/>
                  <a:chOff x="1046" y="3727"/>
                  <a:chExt cx="49" cy="23"/>
                </a:xfrm>
              </p:grpSpPr>
              <p:sp>
                <p:nvSpPr>
                  <p:cNvPr id="2000439" name="Freeform 568"/>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0" name="Freeform 569"/>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1" name="Freeform 570"/>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42" name="Group 571"/>
                <p:cNvGrpSpPr>
                  <a:grpSpLocks/>
                </p:cNvGrpSpPr>
                <p:nvPr/>
              </p:nvGrpSpPr>
              <p:grpSpPr bwMode="auto">
                <a:xfrm>
                  <a:off x="1058" y="3739"/>
                  <a:ext cx="50" cy="23"/>
                  <a:chOff x="1058" y="3739"/>
                  <a:chExt cx="50" cy="23"/>
                </a:xfrm>
              </p:grpSpPr>
              <p:sp>
                <p:nvSpPr>
                  <p:cNvPr id="2000443" name="Freeform 572"/>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4" name="Freeform 573"/>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5" name="Freeform 574"/>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46" name="Group 575"/>
                <p:cNvGrpSpPr>
                  <a:grpSpLocks/>
                </p:cNvGrpSpPr>
                <p:nvPr/>
              </p:nvGrpSpPr>
              <p:grpSpPr bwMode="auto">
                <a:xfrm>
                  <a:off x="1072" y="3753"/>
                  <a:ext cx="48" cy="22"/>
                  <a:chOff x="1072" y="3753"/>
                  <a:chExt cx="48" cy="22"/>
                </a:xfrm>
              </p:grpSpPr>
              <p:sp>
                <p:nvSpPr>
                  <p:cNvPr id="2000447" name="Freeform 576"/>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8" name="Freeform 577"/>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9" name="Freeform 578"/>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450" name="Freeform 579"/>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1" name="Freeform 580"/>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2" name="Freeform 581"/>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453" name="Group 582"/>
                <p:cNvGrpSpPr>
                  <a:grpSpLocks/>
                </p:cNvGrpSpPr>
                <p:nvPr/>
              </p:nvGrpSpPr>
              <p:grpSpPr bwMode="auto">
                <a:xfrm>
                  <a:off x="832" y="3547"/>
                  <a:ext cx="49" cy="23"/>
                  <a:chOff x="832" y="3547"/>
                  <a:chExt cx="49" cy="23"/>
                </a:xfrm>
              </p:grpSpPr>
              <p:sp>
                <p:nvSpPr>
                  <p:cNvPr id="2000454" name="Freeform 583"/>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5" name="Freeform 584"/>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6" name="Freeform 585"/>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57" name="Group 586"/>
                <p:cNvGrpSpPr>
                  <a:grpSpLocks/>
                </p:cNvGrpSpPr>
                <p:nvPr/>
              </p:nvGrpSpPr>
              <p:grpSpPr bwMode="auto">
                <a:xfrm>
                  <a:off x="844" y="3560"/>
                  <a:ext cx="49" cy="22"/>
                  <a:chOff x="844" y="3560"/>
                  <a:chExt cx="49" cy="22"/>
                </a:xfrm>
              </p:grpSpPr>
              <p:sp>
                <p:nvSpPr>
                  <p:cNvPr id="2000458" name="Freeform 587"/>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9" name="Freeform 588"/>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0" name="Freeform 589"/>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61" name="Group 590"/>
                <p:cNvGrpSpPr>
                  <a:grpSpLocks/>
                </p:cNvGrpSpPr>
                <p:nvPr/>
              </p:nvGrpSpPr>
              <p:grpSpPr bwMode="auto">
                <a:xfrm>
                  <a:off x="857" y="3572"/>
                  <a:ext cx="50" cy="23"/>
                  <a:chOff x="857" y="3572"/>
                  <a:chExt cx="50" cy="23"/>
                </a:xfrm>
              </p:grpSpPr>
              <p:sp>
                <p:nvSpPr>
                  <p:cNvPr id="2000462" name="Freeform 591"/>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3" name="Freeform 592"/>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4" name="Freeform 593"/>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65" name="Group 594"/>
                <p:cNvGrpSpPr>
                  <a:grpSpLocks/>
                </p:cNvGrpSpPr>
                <p:nvPr/>
              </p:nvGrpSpPr>
              <p:grpSpPr bwMode="auto">
                <a:xfrm>
                  <a:off x="870" y="3585"/>
                  <a:ext cx="48" cy="23"/>
                  <a:chOff x="870" y="3585"/>
                  <a:chExt cx="48" cy="23"/>
                </a:xfrm>
              </p:grpSpPr>
              <p:sp>
                <p:nvSpPr>
                  <p:cNvPr id="2000466" name="Freeform 595"/>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7" name="Freeform 596"/>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8" name="Freeform 597"/>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69" name="Group 598"/>
                <p:cNvGrpSpPr>
                  <a:grpSpLocks/>
                </p:cNvGrpSpPr>
                <p:nvPr/>
              </p:nvGrpSpPr>
              <p:grpSpPr bwMode="auto">
                <a:xfrm>
                  <a:off x="882" y="3600"/>
                  <a:ext cx="100" cy="73"/>
                  <a:chOff x="882" y="3600"/>
                  <a:chExt cx="100" cy="73"/>
                </a:xfrm>
              </p:grpSpPr>
              <p:grpSp>
                <p:nvGrpSpPr>
                  <p:cNvPr id="2000470" name="Group 599"/>
                  <p:cNvGrpSpPr>
                    <a:grpSpLocks/>
                  </p:cNvGrpSpPr>
                  <p:nvPr/>
                </p:nvGrpSpPr>
                <p:grpSpPr bwMode="auto">
                  <a:xfrm>
                    <a:off x="882" y="3600"/>
                    <a:ext cx="49" cy="23"/>
                    <a:chOff x="882" y="3600"/>
                    <a:chExt cx="49" cy="23"/>
                  </a:xfrm>
                </p:grpSpPr>
                <p:sp>
                  <p:nvSpPr>
                    <p:cNvPr id="2000471" name="Freeform 600"/>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72" name="Freeform 601"/>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73" name="Freeform 602"/>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74" name="Group 603"/>
                  <p:cNvGrpSpPr>
                    <a:grpSpLocks/>
                  </p:cNvGrpSpPr>
                  <p:nvPr/>
                </p:nvGrpSpPr>
                <p:grpSpPr bwMode="auto">
                  <a:xfrm>
                    <a:off x="894" y="3612"/>
                    <a:ext cx="49" cy="23"/>
                    <a:chOff x="894" y="3612"/>
                    <a:chExt cx="49" cy="23"/>
                  </a:xfrm>
                </p:grpSpPr>
                <p:sp>
                  <p:nvSpPr>
                    <p:cNvPr id="2000475" name="Freeform 604"/>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76" name="Freeform 605"/>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77" name="Freeform 606"/>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78" name="Group 607"/>
                  <p:cNvGrpSpPr>
                    <a:grpSpLocks/>
                  </p:cNvGrpSpPr>
                  <p:nvPr/>
                </p:nvGrpSpPr>
                <p:grpSpPr bwMode="auto">
                  <a:xfrm>
                    <a:off x="907" y="3625"/>
                    <a:ext cx="49" cy="23"/>
                    <a:chOff x="907" y="3625"/>
                    <a:chExt cx="49" cy="23"/>
                  </a:xfrm>
                </p:grpSpPr>
                <p:sp>
                  <p:nvSpPr>
                    <p:cNvPr id="2000479" name="Freeform 608"/>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0" name="Freeform 609"/>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1" name="Freeform 610"/>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82" name="Group 611"/>
                  <p:cNvGrpSpPr>
                    <a:grpSpLocks/>
                  </p:cNvGrpSpPr>
                  <p:nvPr/>
                </p:nvGrpSpPr>
                <p:grpSpPr bwMode="auto">
                  <a:xfrm>
                    <a:off x="919" y="3638"/>
                    <a:ext cx="49" cy="22"/>
                    <a:chOff x="919" y="3638"/>
                    <a:chExt cx="49" cy="22"/>
                  </a:xfrm>
                </p:grpSpPr>
                <p:sp>
                  <p:nvSpPr>
                    <p:cNvPr id="2000483" name="Freeform 612"/>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4" name="Freeform 613"/>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5" name="Freeform 614"/>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86" name="Group 615"/>
                  <p:cNvGrpSpPr>
                    <a:grpSpLocks/>
                  </p:cNvGrpSpPr>
                  <p:nvPr/>
                </p:nvGrpSpPr>
                <p:grpSpPr bwMode="auto">
                  <a:xfrm>
                    <a:off x="932" y="3651"/>
                    <a:ext cx="50" cy="22"/>
                    <a:chOff x="932" y="3651"/>
                    <a:chExt cx="50" cy="22"/>
                  </a:xfrm>
                </p:grpSpPr>
                <p:sp>
                  <p:nvSpPr>
                    <p:cNvPr id="2000487" name="Freeform 616"/>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8" name="Freeform 617"/>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9" name="Freeform 618"/>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490" name="Group 619"/>
                <p:cNvGrpSpPr>
                  <a:grpSpLocks/>
                </p:cNvGrpSpPr>
                <p:nvPr/>
              </p:nvGrpSpPr>
              <p:grpSpPr bwMode="auto">
                <a:xfrm>
                  <a:off x="944" y="3665"/>
                  <a:ext cx="99" cy="74"/>
                  <a:chOff x="944" y="3665"/>
                  <a:chExt cx="99" cy="74"/>
                </a:xfrm>
              </p:grpSpPr>
              <p:grpSp>
                <p:nvGrpSpPr>
                  <p:cNvPr id="2000491" name="Group 620"/>
                  <p:cNvGrpSpPr>
                    <a:grpSpLocks/>
                  </p:cNvGrpSpPr>
                  <p:nvPr/>
                </p:nvGrpSpPr>
                <p:grpSpPr bwMode="auto">
                  <a:xfrm>
                    <a:off x="944" y="3665"/>
                    <a:ext cx="49" cy="23"/>
                    <a:chOff x="944" y="3665"/>
                    <a:chExt cx="49" cy="23"/>
                  </a:xfrm>
                </p:grpSpPr>
                <p:sp>
                  <p:nvSpPr>
                    <p:cNvPr id="2000492" name="Freeform 621"/>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93" name="Freeform 622"/>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94" name="Freeform 623"/>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95" name="Group 624"/>
                  <p:cNvGrpSpPr>
                    <a:grpSpLocks/>
                  </p:cNvGrpSpPr>
                  <p:nvPr/>
                </p:nvGrpSpPr>
                <p:grpSpPr bwMode="auto">
                  <a:xfrm>
                    <a:off x="957" y="3678"/>
                    <a:ext cx="48" cy="23"/>
                    <a:chOff x="957" y="3678"/>
                    <a:chExt cx="48" cy="23"/>
                  </a:xfrm>
                </p:grpSpPr>
                <p:sp>
                  <p:nvSpPr>
                    <p:cNvPr id="2000496" name="Freeform 625"/>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97" name="Freeform 626"/>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98" name="Freeform 627"/>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99" name="Group 628"/>
                  <p:cNvGrpSpPr>
                    <a:grpSpLocks/>
                  </p:cNvGrpSpPr>
                  <p:nvPr/>
                </p:nvGrpSpPr>
                <p:grpSpPr bwMode="auto">
                  <a:xfrm>
                    <a:off x="969" y="3690"/>
                    <a:ext cx="49" cy="23"/>
                    <a:chOff x="969" y="3690"/>
                    <a:chExt cx="49" cy="23"/>
                  </a:xfrm>
                </p:grpSpPr>
                <p:sp>
                  <p:nvSpPr>
                    <p:cNvPr id="2000500" name="Freeform 629"/>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1" name="Freeform 630"/>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2" name="Freeform 631"/>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03" name="Group 632"/>
                  <p:cNvGrpSpPr>
                    <a:grpSpLocks/>
                  </p:cNvGrpSpPr>
                  <p:nvPr/>
                </p:nvGrpSpPr>
                <p:grpSpPr bwMode="auto">
                  <a:xfrm>
                    <a:off x="982" y="3703"/>
                    <a:ext cx="49" cy="23"/>
                    <a:chOff x="982" y="3703"/>
                    <a:chExt cx="49" cy="23"/>
                  </a:xfrm>
                </p:grpSpPr>
                <p:sp>
                  <p:nvSpPr>
                    <p:cNvPr id="2000504" name="Freeform 633"/>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5" name="Freeform 634"/>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6" name="Freeform 635"/>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07" name="Group 636"/>
                  <p:cNvGrpSpPr>
                    <a:grpSpLocks/>
                  </p:cNvGrpSpPr>
                  <p:nvPr/>
                </p:nvGrpSpPr>
                <p:grpSpPr bwMode="auto">
                  <a:xfrm>
                    <a:off x="995" y="3716"/>
                    <a:ext cx="48" cy="23"/>
                    <a:chOff x="995" y="3716"/>
                    <a:chExt cx="48" cy="23"/>
                  </a:xfrm>
                </p:grpSpPr>
                <p:sp>
                  <p:nvSpPr>
                    <p:cNvPr id="2000508" name="Freeform 637"/>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9" name="Freeform 638"/>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0" name="Freeform 639"/>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511" name="Group 640"/>
                <p:cNvGrpSpPr>
                  <a:grpSpLocks/>
                </p:cNvGrpSpPr>
                <p:nvPr/>
              </p:nvGrpSpPr>
              <p:grpSpPr bwMode="auto">
                <a:xfrm>
                  <a:off x="1005" y="3727"/>
                  <a:ext cx="49" cy="23"/>
                  <a:chOff x="1005" y="3727"/>
                  <a:chExt cx="49" cy="23"/>
                </a:xfrm>
              </p:grpSpPr>
              <p:sp>
                <p:nvSpPr>
                  <p:cNvPr id="2000512" name="Freeform 641"/>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3" name="Freeform 642"/>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4" name="Freeform 643"/>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15" name="Group 644"/>
                <p:cNvGrpSpPr>
                  <a:grpSpLocks/>
                </p:cNvGrpSpPr>
                <p:nvPr/>
              </p:nvGrpSpPr>
              <p:grpSpPr bwMode="auto">
                <a:xfrm>
                  <a:off x="1018" y="3740"/>
                  <a:ext cx="49" cy="22"/>
                  <a:chOff x="1018" y="3740"/>
                  <a:chExt cx="49" cy="22"/>
                </a:xfrm>
              </p:grpSpPr>
              <p:sp>
                <p:nvSpPr>
                  <p:cNvPr id="2000516" name="Freeform 645"/>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7" name="Freeform 646"/>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8" name="Freeform 647"/>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19" name="Group 648"/>
                <p:cNvGrpSpPr>
                  <a:grpSpLocks/>
                </p:cNvGrpSpPr>
                <p:nvPr/>
              </p:nvGrpSpPr>
              <p:grpSpPr bwMode="auto">
                <a:xfrm>
                  <a:off x="1030" y="3753"/>
                  <a:ext cx="49" cy="23"/>
                  <a:chOff x="1030" y="3753"/>
                  <a:chExt cx="49" cy="23"/>
                </a:xfrm>
              </p:grpSpPr>
              <p:sp>
                <p:nvSpPr>
                  <p:cNvPr id="2000520" name="Freeform 649"/>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1" name="Freeform 650"/>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2" name="Freeform 651"/>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523" name="Freeform 652"/>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4" name="Freeform 653"/>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5" name="Freeform 654"/>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526" name="Group 655"/>
                <p:cNvGrpSpPr>
                  <a:grpSpLocks/>
                </p:cNvGrpSpPr>
                <p:nvPr/>
              </p:nvGrpSpPr>
              <p:grpSpPr bwMode="auto">
                <a:xfrm>
                  <a:off x="790" y="3547"/>
                  <a:ext cx="49" cy="23"/>
                  <a:chOff x="790" y="3547"/>
                  <a:chExt cx="49" cy="23"/>
                </a:xfrm>
              </p:grpSpPr>
              <p:sp>
                <p:nvSpPr>
                  <p:cNvPr id="2000527" name="Freeform 656"/>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8" name="Freeform 657"/>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9" name="Freeform 658"/>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30" name="Group 659"/>
                <p:cNvGrpSpPr>
                  <a:grpSpLocks/>
                </p:cNvGrpSpPr>
                <p:nvPr/>
              </p:nvGrpSpPr>
              <p:grpSpPr bwMode="auto">
                <a:xfrm>
                  <a:off x="803" y="3560"/>
                  <a:ext cx="49" cy="22"/>
                  <a:chOff x="803" y="3560"/>
                  <a:chExt cx="49" cy="22"/>
                </a:xfrm>
              </p:grpSpPr>
              <p:sp>
                <p:nvSpPr>
                  <p:cNvPr id="2000531" name="Freeform 660"/>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32" name="Freeform 661"/>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33" name="Freeform 662"/>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34" name="Group 663"/>
                <p:cNvGrpSpPr>
                  <a:grpSpLocks/>
                </p:cNvGrpSpPr>
                <p:nvPr/>
              </p:nvGrpSpPr>
              <p:grpSpPr bwMode="auto">
                <a:xfrm>
                  <a:off x="815" y="3572"/>
                  <a:ext cx="50" cy="23"/>
                  <a:chOff x="815" y="3572"/>
                  <a:chExt cx="50" cy="23"/>
                </a:xfrm>
              </p:grpSpPr>
              <p:sp>
                <p:nvSpPr>
                  <p:cNvPr id="2000535" name="Freeform 664"/>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36" name="Freeform 665"/>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37" name="Freeform 666"/>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38" name="Group 667"/>
                <p:cNvGrpSpPr>
                  <a:grpSpLocks/>
                </p:cNvGrpSpPr>
                <p:nvPr/>
              </p:nvGrpSpPr>
              <p:grpSpPr bwMode="auto">
                <a:xfrm>
                  <a:off x="828" y="3585"/>
                  <a:ext cx="49" cy="23"/>
                  <a:chOff x="828" y="3585"/>
                  <a:chExt cx="49" cy="23"/>
                </a:xfrm>
              </p:grpSpPr>
              <p:sp>
                <p:nvSpPr>
                  <p:cNvPr id="2000539" name="Freeform 668"/>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0" name="Freeform 669"/>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1" name="Freeform 670"/>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42" name="Group 671"/>
                <p:cNvGrpSpPr>
                  <a:grpSpLocks/>
                </p:cNvGrpSpPr>
                <p:nvPr/>
              </p:nvGrpSpPr>
              <p:grpSpPr bwMode="auto">
                <a:xfrm>
                  <a:off x="840" y="3600"/>
                  <a:ext cx="100" cy="73"/>
                  <a:chOff x="840" y="3600"/>
                  <a:chExt cx="100" cy="73"/>
                </a:xfrm>
              </p:grpSpPr>
              <p:grpSp>
                <p:nvGrpSpPr>
                  <p:cNvPr id="2000543" name="Group 672"/>
                  <p:cNvGrpSpPr>
                    <a:grpSpLocks/>
                  </p:cNvGrpSpPr>
                  <p:nvPr/>
                </p:nvGrpSpPr>
                <p:grpSpPr bwMode="auto">
                  <a:xfrm>
                    <a:off x="840" y="3600"/>
                    <a:ext cx="49" cy="23"/>
                    <a:chOff x="840" y="3600"/>
                    <a:chExt cx="49" cy="23"/>
                  </a:xfrm>
                </p:grpSpPr>
                <p:sp>
                  <p:nvSpPr>
                    <p:cNvPr id="2000544" name="Freeform 673"/>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5" name="Freeform 674"/>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6" name="Freeform 675"/>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47" name="Group 676"/>
                  <p:cNvGrpSpPr>
                    <a:grpSpLocks/>
                  </p:cNvGrpSpPr>
                  <p:nvPr/>
                </p:nvGrpSpPr>
                <p:grpSpPr bwMode="auto">
                  <a:xfrm>
                    <a:off x="853" y="3612"/>
                    <a:ext cx="48" cy="23"/>
                    <a:chOff x="853" y="3612"/>
                    <a:chExt cx="48" cy="23"/>
                  </a:xfrm>
                </p:grpSpPr>
                <p:sp>
                  <p:nvSpPr>
                    <p:cNvPr id="2000548" name="Freeform 677"/>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9" name="Freeform 678"/>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0" name="Freeform 679"/>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51" name="Group 680"/>
                  <p:cNvGrpSpPr>
                    <a:grpSpLocks/>
                  </p:cNvGrpSpPr>
                  <p:nvPr/>
                </p:nvGrpSpPr>
                <p:grpSpPr bwMode="auto">
                  <a:xfrm>
                    <a:off x="865" y="3625"/>
                    <a:ext cx="49" cy="23"/>
                    <a:chOff x="865" y="3625"/>
                    <a:chExt cx="49" cy="23"/>
                  </a:xfrm>
                </p:grpSpPr>
                <p:sp>
                  <p:nvSpPr>
                    <p:cNvPr id="2000552" name="Freeform 681"/>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3" name="Freeform 682"/>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4" name="Freeform 683"/>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55" name="Group 684"/>
                  <p:cNvGrpSpPr>
                    <a:grpSpLocks/>
                  </p:cNvGrpSpPr>
                  <p:nvPr/>
                </p:nvGrpSpPr>
                <p:grpSpPr bwMode="auto">
                  <a:xfrm>
                    <a:off x="878" y="3638"/>
                    <a:ext cx="49" cy="22"/>
                    <a:chOff x="878" y="3638"/>
                    <a:chExt cx="49" cy="22"/>
                  </a:xfrm>
                </p:grpSpPr>
                <p:sp>
                  <p:nvSpPr>
                    <p:cNvPr id="2000556" name="Freeform 685"/>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7" name="Freeform 686"/>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8" name="Freeform 687"/>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59" name="Group 688"/>
                  <p:cNvGrpSpPr>
                    <a:grpSpLocks/>
                  </p:cNvGrpSpPr>
                  <p:nvPr/>
                </p:nvGrpSpPr>
                <p:grpSpPr bwMode="auto">
                  <a:xfrm>
                    <a:off x="890" y="3651"/>
                    <a:ext cx="50" cy="22"/>
                    <a:chOff x="890" y="3651"/>
                    <a:chExt cx="50" cy="22"/>
                  </a:xfrm>
                </p:grpSpPr>
                <p:sp>
                  <p:nvSpPr>
                    <p:cNvPr id="2000560" name="Freeform 689"/>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61" name="Freeform 690"/>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62" name="Freeform 691"/>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563" name="Group 692"/>
                <p:cNvGrpSpPr>
                  <a:grpSpLocks/>
                </p:cNvGrpSpPr>
                <p:nvPr/>
              </p:nvGrpSpPr>
              <p:grpSpPr bwMode="auto">
                <a:xfrm>
                  <a:off x="903" y="3665"/>
                  <a:ext cx="99" cy="74"/>
                  <a:chOff x="903" y="3665"/>
                  <a:chExt cx="99" cy="74"/>
                </a:xfrm>
              </p:grpSpPr>
              <p:grpSp>
                <p:nvGrpSpPr>
                  <p:cNvPr id="2000564" name="Group 693"/>
                  <p:cNvGrpSpPr>
                    <a:grpSpLocks/>
                  </p:cNvGrpSpPr>
                  <p:nvPr/>
                </p:nvGrpSpPr>
                <p:grpSpPr bwMode="auto">
                  <a:xfrm>
                    <a:off x="903" y="3665"/>
                    <a:ext cx="49" cy="23"/>
                    <a:chOff x="903" y="3665"/>
                    <a:chExt cx="49" cy="23"/>
                  </a:xfrm>
                </p:grpSpPr>
                <p:sp>
                  <p:nvSpPr>
                    <p:cNvPr id="2000565" name="Freeform 694"/>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66" name="Freeform 695"/>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67" name="Freeform 696"/>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68" name="Group 697"/>
                  <p:cNvGrpSpPr>
                    <a:grpSpLocks/>
                  </p:cNvGrpSpPr>
                  <p:nvPr/>
                </p:nvGrpSpPr>
                <p:grpSpPr bwMode="auto">
                  <a:xfrm>
                    <a:off x="914" y="3678"/>
                    <a:ext cx="49" cy="23"/>
                    <a:chOff x="914" y="3678"/>
                    <a:chExt cx="49" cy="23"/>
                  </a:xfrm>
                </p:grpSpPr>
                <p:sp>
                  <p:nvSpPr>
                    <p:cNvPr id="2000569" name="Freeform 698"/>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0" name="Freeform 699"/>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1" name="Freeform 700"/>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72" name="Group 701"/>
                  <p:cNvGrpSpPr>
                    <a:grpSpLocks/>
                  </p:cNvGrpSpPr>
                  <p:nvPr/>
                </p:nvGrpSpPr>
                <p:grpSpPr bwMode="auto">
                  <a:xfrm>
                    <a:off x="928" y="3690"/>
                    <a:ext cx="48" cy="23"/>
                    <a:chOff x="928" y="3690"/>
                    <a:chExt cx="48" cy="23"/>
                  </a:xfrm>
                </p:grpSpPr>
                <p:sp>
                  <p:nvSpPr>
                    <p:cNvPr id="2000573" name="Freeform 702"/>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4" name="Freeform 703"/>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5" name="Freeform 704"/>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76" name="Group 705"/>
                  <p:cNvGrpSpPr>
                    <a:grpSpLocks/>
                  </p:cNvGrpSpPr>
                  <p:nvPr/>
                </p:nvGrpSpPr>
                <p:grpSpPr bwMode="auto">
                  <a:xfrm>
                    <a:off x="940" y="3703"/>
                    <a:ext cx="49" cy="23"/>
                    <a:chOff x="940" y="3703"/>
                    <a:chExt cx="49" cy="23"/>
                  </a:xfrm>
                </p:grpSpPr>
                <p:sp>
                  <p:nvSpPr>
                    <p:cNvPr id="2000577" name="Freeform 706"/>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8" name="Freeform 707"/>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9" name="Freeform 708"/>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80" name="Group 709"/>
                  <p:cNvGrpSpPr>
                    <a:grpSpLocks/>
                  </p:cNvGrpSpPr>
                  <p:nvPr/>
                </p:nvGrpSpPr>
                <p:grpSpPr bwMode="auto">
                  <a:xfrm>
                    <a:off x="953" y="3716"/>
                    <a:ext cx="49" cy="23"/>
                    <a:chOff x="953" y="3716"/>
                    <a:chExt cx="49" cy="23"/>
                  </a:xfrm>
                </p:grpSpPr>
                <p:sp>
                  <p:nvSpPr>
                    <p:cNvPr id="2000581" name="Freeform 710"/>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82" name="Freeform 711"/>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83" name="Freeform 712"/>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584" name="Group 713"/>
                <p:cNvGrpSpPr>
                  <a:grpSpLocks/>
                </p:cNvGrpSpPr>
                <p:nvPr/>
              </p:nvGrpSpPr>
              <p:grpSpPr bwMode="auto">
                <a:xfrm>
                  <a:off x="963" y="3727"/>
                  <a:ext cx="49" cy="23"/>
                  <a:chOff x="963" y="3727"/>
                  <a:chExt cx="49" cy="23"/>
                </a:xfrm>
              </p:grpSpPr>
              <p:sp>
                <p:nvSpPr>
                  <p:cNvPr id="2000585" name="Freeform 714"/>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86" name="Freeform 715"/>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87" name="Freeform 716"/>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88" name="Group 717"/>
                <p:cNvGrpSpPr>
                  <a:grpSpLocks/>
                </p:cNvGrpSpPr>
                <p:nvPr/>
              </p:nvGrpSpPr>
              <p:grpSpPr bwMode="auto">
                <a:xfrm>
                  <a:off x="976" y="3740"/>
                  <a:ext cx="50" cy="22"/>
                  <a:chOff x="976" y="3740"/>
                  <a:chExt cx="50" cy="22"/>
                </a:xfrm>
              </p:grpSpPr>
              <p:sp>
                <p:nvSpPr>
                  <p:cNvPr id="2000589" name="Freeform 718"/>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0" name="Freeform 719"/>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1" name="Freeform 720"/>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92" name="Group 721"/>
                <p:cNvGrpSpPr>
                  <a:grpSpLocks/>
                </p:cNvGrpSpPr>
                <p:nvPr/>
              </p:nvGrpSpPr>
              <p:grpSpPr bwMode="auto">
                <a:xfrm>
                  <a:off x="761" y="3560"/>
                  <a:ext cx="50" cy="22"/>
                  <a:chOff x="761" y="3560"/>
                  <a:chExt cx="50" cy="22"/>
                </a:xfrm>
              </p:grpSpPr>
              <p:sp>
                <p:nvSpPr>
                  <p:cNvPr id="2000593" name="Freeform 722"/>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4" name="Freeform 723"/>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5" name="Freeform 724"/>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96" name="Group 725"/>
                <p:cNvGrpSpPr>
                  <a:grpSpLocks/>
                </p:cNvGrpSpPr>
                <p:nvPr/>
              </p:nvGrpSpPr>
              <p:grpSpPr bwMode="auto">
                <a:xfrm>
                  <a:off x="774" y="3572"/>
                  <a:ext cx="49" cy="23"/>
                  <a:chOff x="774" y="3572"/>
                  <a:chExt cx="49" cy="23"/>
                </a:xfrm>
              </p:grpSpPr>
              <p:sp>
                <p:nvSpPr>
                  <p:cNvPr id="2000597" name="Freeform 726"/>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8" name="Freeform 727"/>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9" name="Freeform 728"/>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00" name="Group 729"/>
                <p:cNvGrpSpPr>
                  <a:grpSpLocks/>
                </p:cNvGrpSpPr>
                <p:nvPr/>
              </p:nvGrpSpPr>
              <p:grpSpPr bwMode="auto">
                <a:xfrm>
                  <a:off x="787" y="3585"/>
                  <a:ext cx="49" cy="23"/>
                  <a:chOff x="787" y="3585"/>
                  <a:chExt cx="49" cy="23"/>
                </a:xfrm>
              </p:grpSpPr>
              <p:sp>
                <p:nvSpPr>
                  <p:cNvPr id="2000601" name="Freeform 730"/>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02" name="Freeform 731"/>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03" name="Freeform 732"/>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04" name="Group 733"/>
                <p:cNvGrpSpPr>
                  <a:grpSpLocks/>
                </p:cNvGrpSpPr>
                <p:nvPr/>
              </p:nvGrpSpPr>
              <p:grpSpPr bwMode="auto">
                <a:xfrm>
                  <a:off x="799" y="3600"/>
                  <a:ext cx="99" cy="73"/>
                  <a:chOff x="799" y="3600"/>
                  <a:chExt cx="99" cy="73"/>
                </a:xfrm>
              </p:grpSpPr>
              <p:grpSp>
                <p:nvGrpSpPr>
                  <p:cNvPr id="2000605" name="Group 734"/>
                  <p:cNvGrpSpPr>
                    <a:grpSpLocks/>
                  </p:cNvGrpSpPr>
                  <p:nvPr/>
                </p:nvGrpSpPr>
                <p:grpSpPr bwMode="auto">
                  <a:xfrm>
                    <a:off x="799" y="3600"/>
                    <a:ext cx="48" cy="23"/>
                    <a:chOff x="799" y="3600"/>
                    <a:chExt cx="48" cy="23"/>
                  </a:xfrm>
                </p:grpSpPr>
                <p:sp>
                  <p:nvSpPr>
                    <p:cNvPr id="2000606" name="Freeform 735"/>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07" name="Freeform 736"/>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08" name="Freeform 737"/>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09" name="Group 738"/>
                  <p:cNvGrpSpPr>
                    <a:grpSpLocks/>
                  </p:cNvGrpSpPr>
                  <p:nvPr/>
                </p:nvGrpSpPr>
                <p:grpSpPr bwMode="auto">
                  <a:xfrm>
                    <a:off x="811" y="3612"/>
                    <a:ext cx="48" cy="23"/>
                    <a:chOff x="811" y="3612"/>
                    <a:chExt cx="48" cy="23"/>
                  </a:xfrm>
                </p:grpSpPr>
                <p:sp>
                  <p:nvSpPr>
                    <p:cNvPr id="2000610" name="Freeform 739"/>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1" name="Freeform 740"/>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2" name="Freeform 741"/>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13" name="Group 742"/>
                  <p:cNvGrpSpPr>
                    <a:grpSpLocks/>
                  </p:cNvGrpSpPr>
                  <p:nvPr/>
                </p:nvGrpSpPr>
                <p:grpSpPr bwMode="auto">
                  <a:xfrm>
                    <a:off x="823" y="3625"/>
                    <a:ext cx="49" cy="23"/>
                    <a:chOff x="823" y="3625"/>
                    <a:chExt cx="49" cy="23"/>
                  </a:xfrm>
                </p:grpSpPr>
                <p:sp>
                  <p:nvSpPr>
                    <p:cNvPr id="2000614" name="Freeform 743"/>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5" name="Freeform 744"/>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6" name="Freeform 745"/>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17" name="Group 746"/>
                  <p:cNvGrpSpPr>
                    <a:grpSpLocks/>
                  </p:cNvGrpSpPr>
                  <p:nvPr/>
                </p:nvGrpSpPr>
                <p:grpSpPr bwMode="auto">
                  <a:xfrm>
                    <a:off x="836" y="3638"/>
                    <a:ext cx="50" cy="22"/>
                    <a:chOff x="836" y="3638"/>
                    <a:chExt cx="50" cy="22"/>
                  </a:xfrm>
                </p:grpSpPr>
                <p:sp>
                  <p:nvSpPr>
                    <p:cNvPr id="2000618" name="Freeform 747"/>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9" name="Freeform 748"/>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0" name="Freeform 749"/>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21" name="Group 750"/>
                  <p:cNvGrpSpPr>
                    <a:grpSpLocks/>
                  </p:cNvGrpSpPr>
                  <p:nvPr/>
                </p:nvGrpSpPr>
                <p:grpSpPr bwMode="auto">
                  <a:xfrm>
                    <a:off x="849" y="3651"/>
                    <a:ext cx="49" cy="22"/>
                    <a:chOff x="849" y="3651"/>
                    <a:chExt cx="49" cy="22"/>
                  </a:xfrm>
                </p:grpSpPr>
                <p:sp>
                  <p:nvSpPr>
                    <p:cNvPr id="2000622" name="Freeform 751"/>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3" name="Freeform 752"/>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4" name="Freeform 753"/>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625" name="Group 754"/>
                <p:cNvGrpSpPr>
                  <a:grpSpLocks/>
                </p:cNvGrpSpPr>
                <p:nvPr/>
              </p:nvGrpSpPr>
              <p:grpSpPr bwMode="auto">
                <a:xfrm>
                  <a:off x="861" y="3665"/>
                  <a:ext cx="99" cy="74"/>
                  <a:chOff x="861" y="3665"/>
                  <a:chExt cx="99" cy="74"/>
                </a:xfrm>
              </p:grpSpPr>
              <p:grpSp>
                <p:nvGrpSpPr>
                  <p:cNvPr id="2000626" name="Group 755"/>
                  <p:cNvGrpSpPr>
                    <a:grpSpLocks/>
                  </p:cNvGrpSpPr>
                  <p:nvPr/>
                </p:nvGrpSpPr>
                <p:grpSpPr bwMode="auto">
                  <a:xfrm>
                    <a:off x="861" y="3665"/>
                    <a:ext cx="50" cy="23"/>
                    <a:chOff x="861" y="3665"/>
                    <a:chExt cx="50" cy="23"/>
                  </a:xfrm>
                </p:grpSpPr>
                <p:sp>
                  <p:nvSpPr>
                    <p:cNvPr id="2000627" name="Freeform 756"/>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8" name="Freeform 757"/>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9" name="Freeform 758"/>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30" name="Group 759"/>
                  <p:cNvGrpSpPr>
                    <a:grpSpLocks/>
                  </p:cNvGrpSpPr>
                  <p:nvPr/>
                </p:nvGrpSpPr>
                <p:grpSpPr bwMode="auto">
                  <a:xfrm>
                    <a:off x="873" y="3678"/>
                    <a:ext cx="49" cy="23"/>
                    <a:chOff x="873" y="3678"/>
                    <a:chExt cx="49" cy="23"/>
                  </a:xfrm>
                </p:grpSpPr>
                <p:sp>
                  <p:nvSpPr>
                    <p:cNvPr id="2000631" name="Freeform 760"/>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32" name="Freeform 761"/>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33" name="Freeform 762"/>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34" name="Group 763"/>
                  <p:cNvGrpSpPr>
                    <a:grpSpLocks/>
                  </p:cNvGrpSpPr>
                  <p:nvPr/>
                </p:nvGrpSpPr>
                <p:grpSpPr bwMode="auto">
                  <a:xfrm>
                    <a:off x="886" y="3690"/>
                    <a:ext cx="49" cy="23"/>
                    <a:chOff x="886" y="3690"/>
                    <a:chExt cx="49" cy="23"/>
                  </a:xfrm>
                </p:grpSpPr>
                <p:sp>
                  <p:nvSpPr>
                    <p:cNvPr id="2000635" name="Freeform 764"/>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36" name="Freeform 765"/>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37" name="Freeform 766"/>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38" name="Group 767"/>
                  <p:cNvGrpSpPr>
                    <a:grpSpLocks/>
                  </p:cNvGrpSpPr>
                  <p:nvPr/>
                </p:nvGrpSpPr>
                <p:grpSpPr bwMode="auto">
                  <a:xfrm>
                    <a:off x="899" y="3703"/>
                    <a:ext cx="48" cy="23"/>
                    <a:chOff x="899" y="3703"/>
                    <a:chExt cx="48" cy="23"/>
                  </a:xfrm>
                </p:grpSpPr>
                <p:sp>
                  <p:nvSpPr>
                    <p:cNvPr id="2000639" name="Freeform 768"/>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0" name="Freeform 769"/>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1" name="Freeform 770"/>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42" name="Group 771"/>
                  <p:cNvGrpSpPr>
                    <a:grpSpLocks/>
                  </p:cNvGrpSpPr>
                  <p:nvPr/>
                </p:nvGrpSpPr>
                <p:grpSpPr bwMode="auto">
                  <a:xfrm>
                    <a:off x="912" y="3716"/>
                    <a:ext cx="48" cy="23"/>
                    <a:chOff x="912" y="3716"/>
                    <a:chExt cx="48" cy="23"/>
                  </a:xfrm>
                </p:grpSpPr>
                <p:sp>
                  <p:nvSpPr>
                    <p:cNvPr id="2000643" name="Freeform 772"/>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4" name="Freeform 773"/>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5" name="Freeform 774"/>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646" name="Group 775"/>
                <p:cNvGrpSpPr>
                  <a:grpSpLocks/>
                </p:cNvGrpSpPr>
                <p:nvPr/>
              </p:nvGrpSpPr>
              <p:grpSpPr bwMode="auto">
                <a:xfrm>
                  <a:off x="922" y="3727"/>
                  <a:ext cx="49" cy="23"/>
                  <a:chOff x="922" y="3727"/>
                  <a:chExt cx="49" cy="23"/>
                </a:xfrm>
              </p:grpSpPr>
              <p:sp>
                <p:nvSpPr>
                  <p:cNvPr id="2000647" name="Freeform 776"/>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8" name="Freeform 777"/>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9" name="Freeform 778"/>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50" name="Group 779"/>
                <p:cNvGrpSpPr>
                  <a:grpSpLocks/>
                </p:cNvGrpSpPr>
                <p:nvPr/>
              </p:nvGrpSpPr>
              <p:grpSpPr bwMode="auto">
                <a:xfrm>
                  <a:off x="895" y="3526"/>
                  <a:ext cx="44" cy="23"/>
                  <a:chOff x="895" y="3526"/>
                  <a:chExt cx="44" cy="23"/>
                </a:xfrm>
              </p:grpSpPr>
              <p:sp>
                <p:nvSpPr>
                  <p:cNvPr id="2000651" name="Freeform 780"/>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52" name="Freeform 781"/>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53" name="Freeform 782"/>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54" name="Group 783"/>
                <p:cNvGrpSpPr>
                  <a:grpSpLocks/>
                </p:cNvGrpSpPr>
                <p:nvPr/>
              </p:nvGrpSpPr>
              <p:grpSpPr bwMode="auto">
                <a:xfrm>
                  <a:off x="907" y="3540"/>
                  <a:ext cx="45" cy="22"/>
                  <a:chOff x="907" y="3540"/>
                  <a:chExt cx="45" cy="22"/>
                </a:xfrm>
              </p:grpSpPr>
              <p:sp>
                <p:nvSpPr>
                  <p:cNvPr id="2000655" name="Freeform 784"/>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56" name="Freeform 785"/>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57" name="Freeform 786"/>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58" name="Group 787"/>
                <p:cNvGrpSpPr>
                  <a:grpSpLocks/>
                </p:cNvGrpSpPr>
                <p:nvPr/>
              </p:nvGrpSpPr>
              <p:grpSpPr bwMode="auto">
                <a:xfrm>
                  <a:off x="920" y="3553"/>
                  <a:ext cx="45" cy="23"/>
                  <a:chOff x="920" y="3553"/>
                  <a:chExt cx="45" cy="23"/>
                </a:xfrm>
              </p:grpSpPr>
              <p:sp>
                <p:nvSpPr>
                  <p:cNvPr id="2000659" name="Freeform 788"/>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0" name="Freeform 789"/>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1" name="Freeform 790"/>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62" name="Group 791"/>
                <p:cNvGrpSpPr>
                  <a:grpSpLocks/>
                </p:cNvGrpSpPr>
                <p:nvPr/>
              </p:nvGrpSpPr>
              <p:grpSpPr bwMode="auto">
                <a:xfrm>
                  <a:off x="934" y="3566"/>
                  <a:ext cx="44" cy="23"/>
                  <a:chOff x="934" y="3566"/>
                  <a:chExt cx="44" cy="23"/>
                </a:xfrm>
              </p:grpSpPr>
              <p:sp>
                <p:nvSpPr>
                  <p:cNvPr id="2000663" name="Freeform 792"/>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4" name="Freeform 793"/>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5" name="Freeform 794"/>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66" name="Group 795"/>
                <p:cNvGrpSpPr>
                  <a:grpSpLocks/>
                </p:cNvGrpSpPr>
                <p:nvPr/>
              </p:nvGrpSpPr>
              <p:grpSpPr bwMode="auto">
                <a:xfrm>
                  <a:off x="949" y="3579"/>
                  <a:ext cx="83" cy="63"/>
                  <a:chOff x="949" y="3579"/>
                  <a:chExt cx="83" cy="63"/>
                </a:xfrm>
              </p:grpSpPr>
              <p:grpSp>
                <p:nvGrpSpPr>
                  <p:cNvPr id="2000667" name="Group 796"/>
                  <p:cNvGrpSpPr>
                    <a:grpSpLocks/>
                  </p:cNvGrpSpPr>
                  <p:nvPr/>
                </p:nvGrpSpPr>
                <p:grpSpPr bwMode="auto">
                  <a:xfrm>
                    <a:off x="949" y="3579"/>
                    <a:ext cx="44" cy="23"/>
                    <a:chOff x="949" y="3579"/>
                    <a:chExt cx="44" cy="23"/>
                  </a:xfrm>
                </p:grpSpPr>
                <p:sp>
                  <p:nvSpPr>
                    <p:cNvPr id="2000668" name="Freeform 797"/>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9" name="Freeform 798"/>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0" name="Freeform 799"/>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71" name="Group 800"/>
                  <p:cNvGrpSpPr>
                    <a:grpSpLocks/>
                  </p:cNvGrpSpPr>
                  <p:nvPr/>
                </p:nvGrpSpPr>
                <p:grpSpPr bwMode="auto">
                  <a:xfrm>
                    <a:off x="961" y="3592"/>
                    <a:ext cx="45" cy="23"/>
                    <a:chOff x="961" y="3592"/>
                    <a:chExt cx="45" cy="23"/>
                  </a:xfrm>
                </p:grpSpPr>
                <p:sp>
                  <p:nvSpPr>
                    <p:cNvPr id="2000672" name="Freeform 801"/>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3" name="Freeform 802"/>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4" name="Freeform 803"/>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75" name="Group 804"/>
                  <p:cNvGrpSpPr>
                    <a:grpSpLocks/>
                  </p:cNvGrpSpPr>
                  <p:nvPr/>
                </p:nvGrpSpPr>
                <p:grpSpPr bwMode="auto">
                  <a:xfrm>
                    <a:off x="974" y="3606"/>
                    <a:ext cx="44" cy="23"/>
                    <a:chOff x="974" y="3606"/>
                    <a:chExt cx="44" cy="23"/>
                  </a:xfrm>
                </p:grpSpPr>
                <p:sp>
                  <p:nvSpPr>
                    <p:cNvPr id="2000676" name="Freeform 805"/>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7" name="Freeform 806"/>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8" name="Freeform 807"/>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79" name="Group 808"/>
                  <p:cNvGrpSpPr>
                    <a:grpSpLocks/>
                  </p:cNvGrpSpPr>
                  <p:nvPr/>
                </p:nvGrpSpPr>
                <p:grpSpPr bwMode="auto">
                  <a:xfrm>
                    <a:off x="987" y="3619"/>
                    <a:ext cx="45" cy="23"/>
                    <a:chOff x="987" y="3619"/>
                    <a:chExt cx="45" cy="23"/>
                  </a:xfrm>
                </p:grpSpPr>
                <p:sp>
                  <p:nvSpPr>
                    <p:cNvPr id="2000680" name="Freeform 809"/>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81" name="Freeform 810"/>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82" name="Freeform 811"/>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683" name="Group 812"/>
                <p:cNvGrpSpPr>
                  <a:grpSpLocks/>
                </p:cNvGrpSpPr>
                <p:nvPr/>
              </p:nvGrpSpPr>
              <p:grpSpPr bwMode="auto">
                <a:xfrm>
                  <a:off x="1002" y="3632"/>
                  <a:ext cx="83" cy="63"/>
                  <a:chOff x="1002" y="3632"/>
                  <a:chExt cx="83" cy="63"/>
                </a:xfrm>
              </p:grpSpPr>
              <p:grpSp>
                <p:nvGrpSpPr>
                  <p:cNvPr id="2000684" name="Group 813"/>
                  <p:cNvGrpSpPr>
                    <a:grpSpLocks/>
                  </p:cNvGrpSpPr>
                  <p:nvPr/>
                </p:nvGrpSpPr>
                <p:grpSpPr bwMode="auto">
                  <a:xfrm>
                    <a:off x="1002" y="3632"/>
                    <a:ext cx="44" cy="22"/>
                    <a:chOff x="1002" y="3632"/>
                    <a:chExt cx="44" cy="22"/>
                  </a:xfrm>
                </p:grpSpPr>
                <p:sp>
                  <p:nvSpPr>
                    <p:cNvPr id="2000685" name="Freeform 814"/>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86" name="Freeform 815"/>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87" name="Freeform 816"/>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88" name="Group 817"/>
                  <p:cNvGrpSpPr>
                    <a:grpSpLocks/>
                  </p:cNvGrpSpPr>
                  <p:nvPr/>
                </p:nvGrpSpPr>
                <p:grpSpPr bwMode="auto">
                  <a:xfrm>
                    <a:off x="1014" y="3645"/>
                    <a:ext cx="44" cy="23"/>
                    <a:chOff x="1014" y="3645"/>
                    <a:chExt cx="44" cy="23"/>
                  </a:xfrm>
                </p:grpSpPr>
                <p:sp>
                  <p:nvSpPr>
                    <p:cNvPr id="2000689" name="Freeform 818"/>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0" name="Freeform 819"/>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1" name="Freeform 820"/>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92" name="Group 821"/>
                  <p:cNvGrpSpPr>
                    <a:grpSpLocks/>
                  </p:cNvGrpSpPr>
                  <p:nvPr/>
                </p:nvGrpSpPr>
                <p:grpSpPr bwMode="auto">
                  <a:xfrm>
                    <a:off x="1027" y="3659"/>
                    <a:ext cx="45" cy="23"/>
                    <a:chOff x="1027" y="3659"/>
                    <a:chExt cx="45" cy="23"/>
                  </a:xfrm>
                </p:grpSpPr>
                <p:sp>
                  <p:nvSpPr>
                    <p:cNvPr id="2000693" name="Freeform 822"/>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4" name="Freeform 823"/>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5" name="Freeform 824"/>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96" name="Group 825"/>
                  <p:cNvGrpSpPr>
                    <a:grpSpLocks/>
                  </p:cNvGrpSpPr>
                  <p:nvPr/>
                </p:nvGrpSpPr>
                <p:grpSpPr bwMode="auto">
                  <a:xfrm>
                    <a:off x="1040" y="3672"/>
                    <a:ext cx="45" cy="23"/>
                    <a:chOff x="1040" y="3672"/>
                    <a:chExt cx="45" cy="23"/>
                  </a:xfrm>
                </p:grpSpPr>
                <p:sp>
                  <p:nvSpPr>
                    <p:cNvPr id="2000697" name="Freeform 826"/>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8" name="Freeform 827"/>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9" name="Freeform 828"/>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700" name="Group 829"/>
                <p:cNvGrpSpPr>
                  <a:grpSpLocks/>
                </p:cNvGrpSpPr>
                <p:nvPr/>
              </p:nvGrpSpPr>
              <p:grpSpPr bwMode="auto">
                <a:xfrm>
                  <a:off x="1054" y="3685"/>
                  <a:ext cx="45" cy="23"/>
                  <a:chOff x="1054" y="3685"/>
                  <a:chExt cx="45" cy="23"/>
                </a:xfrm>
              </p:grpSpPr>
              <p:sp>
                <p:nvSpPr>
                  <p:cNvPr id="2000701" name="Freeform 830"/>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02" name="Freeform 831"/>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03" name="Freeform 832"/>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04" name="Group 833"/>
                <p:cNvGrpSpPr>
                  <a:grpSpLocks/>
                </p:cNvGrpSpPr>
                <p:nvPr/>
              </p:nvGrpSpPr>
              <p:grpSpPr bwMode="auto">
                <a:xfrm>
                  <a:off x="1067" y="3698"/>
                  <a:ext cx="45" cy="23"/>
                  <a:chOff x="1067" y="3698"/>
                  <a:chExt cx="45" cy="23"/>
                </a:xfrm>
              </p:grpSpPr>
              <p:sp>
                <p:nvSpPr>
                  <p:cNvPr id="2000705" name="Freeform 834"/>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06" name="Freeform 835"/>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07" name="Freeform 836"/>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08" name="Group 837"/>
                <p:cNvGrpSpPr>
                  <a:grpSpLocks/>
                </p:cNvGrpSpPr>
                <p:nvPr/>
              </p:nvGrpSpPr>
              <p:grpSpPr bwMode="auto">
                <a:xfrm>
                  <a:off x="1079" y="3712"/>
                  <a:ext cx="44" cy="23"/>
                  <a:chOff x="1079" y="3712"/>
                  <a:chExt cx="44" cy="23"/>
                </a:xfrm>
              </p:grpSpPr>
              <p:sp>
                <p:nvSpPr>
                  <p:cNvPr id="2000709" name="Freeform 838"/>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0" name="Freeform 839"/>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1" name="Freeform 840"/>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12" name="Group 841"/>
                <p:cNvGrpSpPr>
                  <a:grpSpLocks/>
                </p:cNvGrpSpPr>
                <p:nvPr/>
              </p:nvGrpSpPr>
              <p:grpSpPr bwMode="auto">
                <a:xfrm>
                  <a:off x="1093" y="3725"/>
                  <a:ext cx="45" cy="23"/>
                  <a:chOff x="1093" y="3725"/>
                  <a:chExt cx="45" cy="23"/>
                </a:xfrm>
              </p:grpSpPr>
              <p:sp>
                <p:nvSpPr>
                  <p:cNvPr id="2000713" name="Freeform 842"/>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4" name="Freeform 843"/>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5" name="Freeform 844"/>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16" name="Group 845"/>
                <p:cNvGrpSpPr>
                  <a:grpSpLocks/>
                </p:cNvGrpSpPr>
                <p:nvPr/>
              </p:nvGrpSpPr>
              <p:grpSpPr bwMode="auto">
                <a:xfrm>
                  <a:off x="1108" y="3739"/>
                  <a:ext cx="44" cy="23"/>
                  <a:chOff x="1108" y="3739"/>
                  <a:chExt cx="44" cy="23"/>
                </a:xfrm>
              </p:grpSpPr>
              <p:sp>
                <p:nvSpPr>
                  <p:cNvPr id="2000717" name="Freeform 846"/>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8" name="Freeform 847"/>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9" name="Freeform 848"/>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20" name="Group 849"/>
                <p:cNvGrpSpPr>
                  <a:grpSpLocks/>
                </p:cNvGrpSpPr>
                <p:nvPr/>
              </p:nvGrpSpPr>
              <p:grpSpPr bwMode="auto">
                <a:xfrm>
                  <a:off x="1121" y="3753"/>
                  <a:ext cx="45" cy="23"/>
                  <a:chOff x="1121" y="3753"/>
                  <a:chExt cx="45" cy="23"/>
                </a:xfrm>
              </p:grpSpPr>
              <p:sp>
                <p:nvSpPr>
                  <p:cNvPr id="2000721" name="Freeform 850"/>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2" name="Freeform 851"/>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3" name="Freeform 852"/>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24" name="Group 853"/>
                <p:cNvGrpSpPr>
                  <a:grpSpLocks/>
                </p:cNvGrpSpPr>
                <p:nvPr/>
              </p:nvGrpSpPr>
              <p:grpSpPr bwMode="auto">
                <a:xfrm>
                  <a:off x="1133" y="3767"/>
                  <a:ext cx="44" cy="23"/>
                  <a:chOff x="1133" y="3767"/>
                  <a:chExt cx="44" cy="23"/>
                </a:xfrm>
              </p:grpSpPr>
              <p:sp>
                <p:nvSpPr>
                  <p:cNvPr id="2000725" name="Freeform 854"/>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6" name="Freeform 855"/>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7" name="Freeform 856"/>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728" name="Freeform 857"/>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9" name="Freeform 858"/>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0" name="Freeform 859"/>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1" name="Freeform 860"/>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2" name="Freeform 861"/>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3" name="Freeform 862"/>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4" name="Freeform 863"/>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5" name="Freeform 864"/>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6" name="Freeform 865"/>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7" name="Freeform 866"/>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8" name="Freeform 867"/>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739" name="Group 868"/>
                <p:cNvGrpSpPr>
                  <a:grpSpLocks/>
                </p:cNvGrpSpPr>
                <p:nvPr/>
              </p:nvGrpSpPr>
              <p:grpSpPr bwMode="auto">
                <a:xfrm>
                  <a:off x="700" y="3535"/>
                  <a:ext cx="49" cy="24"/>
                  <a:chOff x="700" y="3535"/>
                  <a:chExt cx="49" cy="24"/>
                </a:xfrm>
              </p:grpSpPr>
              <p:sp>
                <p:nvSpPr>
                  <p:cNvPr id="2000740" name="Freeform 869"/>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1" name="Freeform 870"/>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2" name="Freeform 871"/>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43" name="Group 872"/>
                <p:cNvGrpSpPr>
                  <a:grpSpLocks/>
                </p:cNvGrpSpPr>
                <p:nvPr/>
              </p:nvGrpSpPr>
              <p:grpSpPr bwMode="auto">
                <a:xfrm>
                  <a:off x="714" y="3551"/>
                  <a:ext cx="49" cy="22"/>
                  <a:chOff x="714" y="3551"/>
                  <a:chExt cx="49" cy="22"/>
                </a:xfrm>
              </p:grpSpPr>
              <p:sp>
                <p:nvSpPr>
                  <p:cNvPr id="2000744" name="Freeform 873"/>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5" name="Freeform 874"/>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6" name="Freeform 875"/>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47" name="Group 876"/>
                <p:cNvGrpSpPr>
                  <a:grpSpLocks/>
                </p:cNvGrpSpPr>
                <p:nvPr/>
              </p:nvGrpSpPr>
              <p:grpSpPr bwMode="auto">
                <a:xfrm>
                  <a:off x="728" y="3564"/>
                  <a:ext cx="48" cy="23"/>
                  <a:chOff x="728" y="3564"/>
                  <a:chExt cx="48" cy="23"/>
                </a:xfrm>
              </p:grpSpPr>
              <p:sp>
                <p:nvSpPr>
                  <p:cNvPr id="2000748" name="Freeform 877"/>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9" name="Freeform 878"/>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0" name="Freeform 879"/>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51" name="Group 880"/>
                <p:cNvGrpSpPr>
                  <a:grpSpLocks/>
                </p:cNvGrpSpPr>
                <p:nvPr/>
              </p:nvGrpSpPr>
              <p:grpSpPr bwMode="auto">
                <a:xfrm>
                  <a:off x="742" y="3582"/>
                  <a:ext cx="49" cy="23"/>
                  <a:chOff x="742" y="3582"/>
                  <a:chExt cx="49" cy="23"/>
                </a:xfrm>
              </p:grpSpPr>
              <p:sp>
                <p:nvSpPr>
                  <p:cNvPr id="2000752" name="Freeform 881"/>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3" name="Freeform 882"/>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4" name="Freeform 883"/>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55" name="Group 884"/>
                <p:cNvGrpSpPr>
                  <a:grpSpLocks/>
                </p:cNvGrpSpPr>
                <p:nvPr/>
              </p:nvGrpSpPr>
              <p:grpSpPr bwMode="auto">
                <a:xfrm>
                  <a:off x="752" y="3597"/>
                  <a:ext cx="133" cy="106"/>
                  <a:chOff x="752" y="3597"/>
                  <a:chExt cx="133" cy="106"/>
                </a:xfrm>
              </p:grpSpPr>
              <p:sp>
                <p:nvSpPr>
                  <p:cNvPr id="2000756" name="Freeform 885"/>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7" name="Freeform 886"/>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8" name="Freeform 887"/>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59" name="Group 888"/>
                <p:cNvGrpSpPr>
                  <a:grpSpLocks/>
                </p:cNvGrpSpPr>
                <p:nvPr/>
              </p:nvGrpSpPr>
              <p:grpSpPr bwMode="auto">
                <a:xfrm>
                  <a:off x="844" y="3694"/>
                  <a:ext cx="48" cy="23"/>
                  <a:chOff x="844" y="3694"/>
                  <a:chExt cx="48" cy="23"/>
                </a:xfrm>
              </p:grpSpPr>
              <p:sp>
                <p:nvSpPr>
                  <p:cNvPr id="2000760" name="Freeform 889"/>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1" name="Freeform 890"/>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2" name="Freeform 891"/>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63" name="Group 892"/>
                <p:cNvGrpSpPr>
                  <a:grpSpLocks/>
                </p:cNvGrpSpPr>
                <p:nvPr/>
              </p:nvGrpSpPr>
              <p:grpSpPr bwMode="auto">
                <a:xfrm>
                  <a:off x="857" y="3710"/>
                  <a:ext cx="49" cy="22"/>
                  <a:chOff x="857" y="3710"/>
                  <a:chExt cx="49" cy="22"/>
                </a:xfrm>
              </p:grpSpPr>
              <p:sp>
                <p:nvSpPr>
                  <p:cNvPr id="2000764" name="Freeform 893"/>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5" name="Freeform 894"/>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6" name="Freeform 895"/>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67" name="Group 896"/>
                <p:cNvGrpSpPr>
                  <a:grpSpLocks/>
                </p:cNvGrpSpPr>
                <p:nvPr/>
              </p:nvGrpSpPr>
              <p:grpSpPr bwMode="auto">
                <a:xfrm>
                  <a:off x="1086" y="3766"/>
                  <a:ext cx="49" cy="23"/>
                  <a:chOff x="1086" y="3766"/>
                  <a:chExt cx="49" cy="23"/>
                </a:xfrm>
              </p:grpSpPr>
              <p:sp>
                <p:nvSpPr>
                  <p:cNvPr id="2000768" name="Freeform 897"/>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9" name="Freeform 898"/>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0" name="Freeform 899"/>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71" name="Group 900"/>
                <p:cNvGrpSpPr>
                  <a:grpSpLocks/>
                </p:cNvGrpSpPr>
                <p:nvPr/>
              </p:nvGrpSpPr>
              <p:grpSpPr bwMode="auto">
                <a:xfrm>
                  <a:off x="934" y="3740"/>
                  <a:ext cx="48" cy="23"/>
                  <a:chOff x="934" y="3740"/>
                  <a:chExt cx="48" cy="23"/>
                </a:xfrm>
              </p:grpSpPr>
              <p:sp>
                <p:nvSpPr>
                  <p:cNvPr id="2000772" name="Freeform 901"/>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3" name="Freeform 902"/>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4" name="Freeform 903"/>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75" name="Group 904"/>
                <p:cNvGrpSpPr>
                  <a:grpSpLocks/>
                </p:cNvGrpSpPr>
                <p:nvPr/>
              </p:nvGrpSpPr>
              <p:grpSpPr bwMode="auto">
                <a:xfrm>
                  <a:off x="943" y="3754"/>
                  <a:ext cx="49" cy="23"/>
                  <a:chOff x="943" y="3754"/>
                  <a:chExt cx="49" cy="23"/>
                </a:xfrm>
              </p:grpSpPr>
              <p:sp>
                <p:nvSpPr>
                  <p:cNvPr id="2000776" name="Freeform 905"/>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7" name="Freeform 906"/>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8" name="Freeform 907"/>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779" name="Freeform 908"/>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80" name="Freeform 909"/>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81" name="Freeform 910"/>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82" name="Group 911"/>
              <p:cNvGrpSpPr>
                <a:grpSpLocks/>
              </p:cNvGrpSpPr>
              <p:nvPr/>
            </p:nvGrpSpPr>
            <p:grpSpPr bwMode="auto">
              <a:xfrm>
                <a:off x="920" y="3821"/>
                <a:ext cx="413" cy="50"/>
                <a:chOff x="920" y="3821"/>
                <a:chExt cx="413" cy="50"/>
              </a:xfrm>
            </p:grpSpPr>
            <p:sp>
              <p:nvSpPr>
                <p:cNvPr id="2000783" name="Freeform 912"/>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84" name="Freeform 913"/>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85" name="Rectangle 91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86" name="Rectangle 91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0787" name="Group 916"/>
              <p:cNvGrpSpPr>
                <a:grpSpLocks/>
              </p:cNvGrpSpPr>
              <p:nvPr/>
            </p:nvGrpSpPr>
            <p:grpSpPr bwMode="auto">
              <a:xfrm>
                <a:off x="1227" y="3477"/>
                <a:ext cx="508" cy="321"/>
                <a:chOff x="1227" y="3477"/>
                <a:chExt cx="508" cy="321"/>
              </a:xfrm>
            </p:grpSpPr>
            <p:sp>
              <p:nvSpPr>
                <p:cNvPr id="2000788" name="Freeform 917"/>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89" name="Freeform 918"/>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90" name="Freeform 919"/>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1" name="Line 92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0792" name="Freeform 921"/>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3" name="Freeform 922"/>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4" name="Freeform 923"/>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5" name="Freeform 924"/>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6" name="Freeform 925"/>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7" name="Freeform 926"/>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8" name="Freeform 927"/>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9" name="Freeform 928"/>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00" name="Freeform 929"/>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01" name="Freeform 930"/>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02" name="Oval 93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3" name="Oval 93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4" name="Freeform 933"/>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5" name="Oval 93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6" name="Oval 93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807" name="Group 936"/>
            <p:cNvGrpSpPr>
              <a:grpSpLocks/>
            </p:cNvGrpSpPr>
            <p:nvPr/>
          </p:nvGrpSpPr>
          <p:grpSpPr bwMode="auto">
            <a:xfrm>
              <a:off x="7508611" y="5589588"/>
              <a:ext cx="720593" cy="546100"/>
              <a:chOff x="624" y="2968"/>
              <a:chExt cx="1331" cy="920"/>
            </a:xfrm>
          </p:grpSpPr>
          <p:sp>
            <p:nvSpPr>
              <p:cNvPr id="2000808" name="Freeform 937"/>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9" name="Freeform 938"/>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10" name="Freeform 939"/>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11" name="Freeform 940"/>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12" name="Freeform 941"/>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13" name="Freeform 942"/>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4" name="Freeform 943"/>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5" name="Freeform 944"/>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6" name="Freeform 945"/>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7" name="Freeform 946"/>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8" name="Freeform 947"/>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9" name="Freeform 948"/>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820" name="Group 949"/>
              <p:cNvGrpSpPr>
                <a:grpSpLocks/>
              </p:cNvGrpSpPr>
              <p:nvPr/>
            </p:nvGrpSpPr>
            <p:grpSpPr bwMode="auto">
              <a:xfrm>
                <a:off x="700" y="3526"/>
                <a:ext cx="515" cy="270"/>
                <a:chOff x="700" y="3526"/>
                <a:chExt cx="515" cy="270"/>
              </a:xfrm>
            </p:grpSpPr>
            <p:grpSp>
              <p:nvGrpSpPr>
                <p:cNvPr id="2000821" name="Group 950"/>
                <p:cNvGrpSpPr>
                  <a:grpSpLocks/>
                </p:cNvGrpSpPr>
                <p:nvPr/>
              </p:nvGrpSpPr>
              <p:grpSpPr bwMode="auto">
                <a:xfrm>
                  <a:off x="737" y="3534"/>
                  <a:ext cx="49" cy="23"/>
                  <a:chOff x="737" y="3534"/>
                  <a:chExt cx="49" cy="23"/>
                </a:xfrm>
              </p:grpSpPr>
              <p:sp>
                <p:nvSpPr>
                  <p:cNvPr id="2000822" name="Freeform 951"/>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23" name="Freeform 952"/>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24" name="Freeform 953"/>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25" name="Group 954"/>
                <p:cNvGrpSpPr>
                  <a:grpSpLocks/>
                </p:cNvGrpSpPr>
                <p:nvPr/>
              </p:nvGrpSpPr>
              <p:grpSpPr bwMode="auto">
                <a:xfrm>
                  <a:off x="748" y="3547"/>
                  <a:ext cx="50" cy="23"/>
                  <a:chOff x="748" y="3547"/>
                  <a:chExt cx="50" cy="23"/>
                </a:xfrm>
              </p:grpSpPr>
              <p:sp>
                <p:nvSpPr>
                  <p:cNvPr id="2000826" name="Freeform 955"/>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27" name="Freeform 956"/>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28" name="Freeform 957"/>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829" name="Freeform 958"/>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0" name="Freeform 959"/>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1" name="Freeform 960"/>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2" name="Freeform 961"/>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833" name="Group 962"/>
                <p:cNvGrpSpPr>
                  <a:grpSpLocks/>
                </p:cNvGrpSpPr>
                <p:nvPr/>
              </p:nvGrpSpPr>
              <p:grpSpPr bwMode="auto">
                <a:xfrm>
                  <a:off x="872" y="3547"/>
                  <a:ext cx="50" cy="23"/>
                  <a:chOff x="872" y="3547"/>
                  <a:chExt cx="50" cy="23"/>
                </a:xfrm>
              </p:grpSpPr>
              <p:sp>
                <p:nvSpPr>
                  <p:cNvPr id="2000834" name="Freeform 963"/>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5" name="Freeform 964"/>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6" name="Freeform 965"/>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37" name="Group 966"/>
                <p:cNvGrpSpPr>
                  <a:grpSpLocks/>
                </p:cNvGrpSpPr>
                <p:nvPr/>
              </p:nvGrpSpPr>
              <p:grpSpPr bwMode="auto">
                <a:xfrm>
                  <a:off x="885" y="3559"/>
                  <a:ext cx="50" cy="23"/>
                  <a:chOff x="885" y="3559"/>
                  <a:chExt cx="50" cy="23"/>
                </a:xfrm>
              </p:grpSpPr>
              <p:sp>
                <p:nvSpPr>
                  <p:cNvPr id="2000838" name="Freeform 967"/>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9" name="Freeform 968"/>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0" name="Freeform 969"/>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41" name="Group 970"/>
                <p:cNvGrpSpPr>
                  <a:grpSpLocks/>
                </p:cNvGrpSpPr>
                <p:nvPr/>
              </p:nvGrpSpPr>
              <p:grpSpPr bwMode="auto">
                <a:xfrm>
                  <a:off x="898" y="3571"/>
                  <a:ext cx="49" cy="23"/>
                  <a:chOff x="898" y="3571"/>
                  <a:chExt cx="49" cy="23"/>
                </a:xfrm>
              </p:grpSpPr>
              <p:sp>
                <p:nvSpPr>
                  <p:cNvPr id="2000842" name="Freeform 971"/>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3" name="Freeform 972"/>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4" name="Freeform 973"/>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45" name="Group 974"/>
                <p:cNvGrpSpPr>
                  <a:grpSpLocks/>
                </p:cNvGrpSpPr>
                <p:nvPr/>
              </p:nvGrpSpPr>
              <p:grpSpPr bwMode="auto">
                <a:xfrm>
                  <a:off x="911" y="3585"/>
                  <a:ext cx="49" cy="23"/>
                  <a:chOff x="911" y="3585"/>
                  <a:chExt cx="49" cy="23"/>
                </a:xfrm>
              </p:grpSpPr>
              <p:sp>
                <p:nvSpPr>
                  <p:cNvPr id="2000846" name="Freeform 975"/>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7" name="Freeform 976"/>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8" name="Freeform 977"/>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49" name="Group 978"/>
                <p:cNvGrpSpPr>
                  <a:grpSpLocks/>
                </p:cNvGrpSpPr>
                <p:nvPr/>
              </p:nvGrpSpPr>
              <p:grpSpPr bwMode="auto">
                <a:xfrm>
                  <a:off x="923" y="3600"/>
                  <a:ext cx="99" cy="73"/>
                  <a:chOff x="923" y="3600"/>
                  <a:chExt cx="99" cy="73"/>
                </a:xfrm>
              </p:grpSpPr>
              <p:grpSp>
                <p:nvGrpSpPr>
                  <p:cNvPr id="2000850" name="Group 979"/>
                  <p:cNvGrpSpPr>
                    <a:grpSpLocks/>
                  </p:cNvGrpSpPr>
                  <p:nvPr/>
                </p:nvGrpSpPr>
                <p:grpSpPr bwMode="auto">
                  <a:xfrm>
                    <a:off x="923" y="3600"/>
                    <a:ext cx="49" cy="23"/>
                    <a:chOff x="923" y="3600"/>
                    <a:chExt cx="49" cy="23"/>
                  </a:xfrm>
                </p:grpSpPr>
                <p:sp>
                  <p:nvSpPr>
                    <p:cNvPr id="2000851" name="Freeform 980"/>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52" name="Freeform 981"/>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53" name="Freeform 982"/>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54" name="Group 983"/>
                  <p:cNvGrpSpPr>
                    <a:grpSpLocks/>
                  </p:cNvGrpSpPr>
                  <p:nvPr/>
                </p:nvGrpSpPr>
                <p:grpSpPr bwMode="auto">
                  <a:xfrm>
                    <a:off x="935" y="3612"/>
                    <a:ext cx="48" cy="23"/>
                    <a:chOff x="935" y="3612"/>
                    <a:chExt cx="48" cy="23"/>
                  </a:xfrm>
                </p:grpSpPr>
                <p:sp>
                  <p:nvSpPr>
                    <p:cNvPr id="2000855" name="Freeform 984"/>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56" name="Freeform 985"/>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57" name="Freeform 986"/>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58" name="Group 987"/>
                  <p:cNvGrpSpPr>
                    <a:grpSpLocks/>
                  </p:cNvGrpSpPr>
                  <p:nvPr/>
                </p:nvGrpSpPr>
                <p:grpSpPr bwMode="auto">
                  <a:xfrm>
                    <a:off x="947" y="3625"/>
                    <a:ext cx="50" cy="22"/>
                    <a:chOff x="947" y="3625"/>
                    <a:chExt cx="50" cy="22"/>
                  </a:xfrm>
                </p:grpSpPr>
                <p:sp>
                  <p:nvSpPr>
                    <p:cNvPr id="2000859" name="Freeform 988"/>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0" name="Freeform 989"/>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1" name="Freeform 990"/>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62" name="Group 991"/>
                  <p:cNvGrpSpPr>
                    <a:grpSpLocks/>
                  </p:cNvGrpSpPr>
                  <p:nvPr/>
                </p:nvGrpSpPr>
                <p:grpSpPr bwMode="auto">
                  <a:xfrm>
                    <a:off x="960" y="3637"/>
                    <a:ext cx="50" cy="23"/>
                    <a:chOff x="960" y="3637"/>
                    <a:chExt cx="50" cy="23"/>
                  </a:xfrm>
                </p:grpSpPr>
                <p:sp>
                  <p:nvSpPr>
                    <p:cNvPr id="2000863" name="Freeform 992"/>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4" name="Freeform 993"/>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5" name="Freeform 994"/>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66" name="Group 995"/>
                  <p:cNvGrpSpPr>
                    <a:grpSpLocks/>
                  </p:cNvGrpSpPr>
                  <p:nvPr/>
                </p:nvGrpSpPr>
                <p:grpSpPr bwMode="auto">
                  <a:xfrm>
                    <a:off x="973" y="3650"/>
                    <a:ext cx="49" cy="23"/>
                    <a:chOff x="973" y="3650"/>
                    <a:chExt cx="49" cy="23"/>
                  </a:xfrm>
                </p:grpSpPr>
                <p:sp>
                  <p:nvSpPr>
                    <p:cNvPr id="2000867" name="Freeform 996"/>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8" name="Freeform 997"/>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9" name="Freeform 998"/>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870" name="Group 999"/>
                <p:cNvGrpSpPr>
                  <a:grpSpLocks/>
                </p:cNvGrpSpPr>
                <p:nvPr/>
              </p:nvGrpSpPr>
              <p:grpSpPr bwMode="auto">
                <a:xfrm>
                  <a:off x="985" y="3665"/>
                  <a:ext cx="100" cy="73"/>
                  <a:chOff x="985" y="3665"/>
                  <a:chExt cx="100" cy="73"/>
                </a:xfrm>
              </p:grpSpPr>
              <p:grpSp>
                <p:nvGrpSpPr>
                  <p:cNvPr id="2000871" name="Group 1000"/>
                  <p:cNvGrpSpPr>
                    <a:grpSpLocks/>
                  </p:cNvGrpSpPr>
                  <p:nvPr/>
                </p:nvGrpSpPr>
                <p:grpSpPr bwMode="auto">
                  <a:xfrm>
                    <a:off x="985" y="3665"/>
                    <a:ext cx="50" cy="23"/>
                    <a:chOff x="985" y="3665"/>
                    <a:chExt cx="50" cy="23"/>
                  </a:xfrm>
                </p:grpSpPr>
                <p:sp>
                  <p:nvSpPr>
                    <p:cNvPr id="2000872" name="Freeform 1001"/>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73" name="Freeform 1002"/>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74" name="Freeform 1003"/>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75" name="Group 1004"/>
                  <p:cNvGrpSpPr>
                    <a:grpSpLocks/>
                  </p:cNvGrpSpPr>
                  <p:nvPr/>
                </p:nvGrpSpPr>
                <p:grpSpPr bwMode="auto">
                  <a:xfrm>
                    <a:off x="997" y="3677"/>
                    <a:ext cx="49" cy="23"/>
                    <a:chOff x="997" y="3677"/>
                    <a:chExt cx="49" cy="23"/>
                  </a:xfrm>
                </p:grpSpPr>
                <p:sp>
                  <p:nvSpPr>
                    <p:cNvPr id="2000876" name="Freeform 1005"/>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77" name="Freeform 1006"/>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78" name="Freeform 1007"/>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79" name="Group 1008"/>
                  <p:cNvGrpSpPr>
                    <a:grpSpLocks/>
                  </p:cNvGrpSpPr>
                  <p:nvPr/>
                </p:nvGrpSpPr>
                <p:grpSpPr bwMode="auto">
                  <a:xfrm>
                    <a:off x="1010" y="3690"/>
                    <a:ext cx="48" cy="23"/>
                    <a:chOff x="1010" y="3690"/>
                    <a:chExt cx="48" cy="23"/>
                  </a:xfrm>
                </p:grpSpPr>
                <p:sp>
                  <p:nvSpPr>
                    <p:cNvPr id="2000880" name="Freeform 1009"/>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1" name="Freeform 1010"/>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2" name="Freeform 1011"/>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83" name="Group 1012"/>
                  <p:cNvGrpSpPr>
                    <a:grpSpLocks/>
                  </p:cNvGrpSpPr>
                  <p:nvPr/>
                </p:nvGrpSpPr>
                <p:grpSpPr bwMode="auto">
                  <a:xfrm>
                    <a:off x="1023" y="3703"/>
                    <a:ext cx="49" cy="22"/>
                    <a:chOff x="1023" y="3703"/>
                    <a:chExt cx="49" cy="22"/>
                  </a:xfrm>
                </p:grpSpPr>
                <p:sp>
                  <p:nvSpPr>
                    <p:cNvPr id="2000884" name="Freeform 1013"/>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5" name="Freeform 1014"/>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6" name="Freeform 1015"/>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87" name="Group 1016"/>
                  <p:cNvGrpSpPr>
                    <a:grpSpLocks/>
                  </p:cNvGrpSpPr>
                  <p:nvPr/>
                </p:nvGrpSpPr>
                <p:grpSpPr bwMode="auto">
                  <a:xfrm>
                    <a:off x="1036" y="3716"/>
                    <a:ext cx="49" cy="22"/>
                    <a:chOff x="1036" y="3716"/>
                    <a:chExt cx="49" cy="22"/>
                  </a:xfrm>
                </p:grpSpPr>
                <p:sp>
                  <p:nvSpPr>
                    <p:cNvPr id="2000888" name="Freeform 1017"/>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9" name="Freeform 1018"/>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0" name="Freeform 1019"/>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891" name="Group 1020"/>
                <p:cNvGrpSpPr>
                  <a:grpSpLocks/>
                </p:cNvGrpSpPr>
                <p:nvPr/>
              </p:nvGrpSpPr>
              <p:grpSpPr bwMode="auto">
                <a:xfrm>
                  <a:off x="1046" y="3727"/>
                  <a:ext cx="49" cy="23"/>
                  <a:chOff x="1046" y="3727"/>
                  <a:chExt cx="49" cy="23"/>
                </a:xfrm>
              </p:grpSpPr>
              <p:sp>
                <p:nvSpPr>
                  <p:cNvPr id="2000892" name="Freeform 1021"/>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3" name="Freeform 1022"/>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4" name="Freeform 1023"/>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95" name="Group 1024"/>
                <p:cNvGrpSpPr>
                  <a:grpSpLocks/>
                </p:cNvGrpSpPr>
                <p:nvPr/>
              </p:nvGrpSpPr>
              <p:grpSpPr bwMode="auto">
                <a:xfrm>
                  <a:off x="1058" y="3739"/>
                  <a:ext cx="50" cy="23"/>
                  <a:chOff x="1058" y="3739"/>
                  <a:chExt cx="50" cy="23"/>
                </a:xfrm>
              </p:grpSpPr>
              <p:sp>
                <p:nvSpPr>
                  <p:cNvPr id="2000896" name="Freeform 1025"/>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7" name="Freeform 1026"/>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8" name="Freeform 1027"/>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99" name="Group 1028"/>
                <p:cNvGrpSpPr>
                  <a:grpSpLocks/>
                </p:cNvGrpSpPr>
                <p:nvPr/>
              </p:nvGrpSpPr>
              <p:grpSpPr bwMode="auto">
                <a:xfrm>
                  <a:off x="1072" y="3753"/>
                  <a:ext cx="48" cy="22"/>
                  <a:chOff x="1072" y="3753"/>
                  <a:chExt cx="48" cy="22"/>
                </a:xfrm>
              </p:grpSpPr>
              <p:sp>
                <p:nvSpPr>
                  <p:cNvPr id="2000900" name="Freeform 1029"/>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1" name="Freeform 1030"/>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2" name="Freeform 1031"/>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903" name="Freeform 1032"/>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4" name="Freeform 1033"/>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5" name="Freeform 1034"/>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906" name="Group 1035"/>
                <p:cNvGrpSpPr>
                  <a:grpSpLocks/>
                </p:cNvGrpSpPr>
                <p:nvPr/>
              </p:nvGrpSpPr>
              <p:grpSpPr bwMode="auto">
                <a:xfrm>
                  <a:off x="832" y="3547"/>
                  <a:ext cx="49" cy="23"/>
                  <a:chOff x="832" y="3547"/>
                  <a:chExt cx="49" cy="23"/>
                </a:xfrm>
              </p:grpSpPr>
              <p:sp>
                <p:nvSpPr>
                  <p:cNvPr id="2000907" name="Freeform 1036"/>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8" name="Freeform 1037"/>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9" name="Freeform 1038"/>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10" name="Group 1039"/>
                <p:cNvGrpSpPr>
                  <a:grpSpLocks/>
                </p:cNvGrpSpPr>
                <p:nvPr/>
              </p:nvGrpSpPr>
              <p:grpSpPr bwMode="auto">
                <a:xfrm>
                  <a:off x="844" y="3560"/>
                  <a:ext cx="49" cy="22"/>
                  <a:chOff x="844" y="3560"/>
                  <a:chExt cx="49" cy="22"/>
                </a:xfrm>
              </p:grpSpPr>
              <p:sp>
                <p:nvSpPr>
                  <p:cNvPr id="2000911" name="Freeform 1040"/>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12" name="Freeform 1041"/>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13" name="Freeform 1042"/>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14" name="Group 1043"/>
                <p:cNvGrpSpPr>
                  <a:grpSpLocks/>
                </p:cNvGrpSpPr>
                <p:nvPr/>
              </p:nvGrpSpPr>
              <p:grpSpPr bwMode="auto">
                <a:xfrm>
                  <a:off x="857" y="3572"/>
                  <a:ext cx="50" cy="23"/>
                  <a:chOff x="857" y="3572"/>
                  <a:chExt cx="50" cy="23"/>
                </a:xfrm>
              </p:grpSpPr>
              <p:sp>
                <p:nvSpPr>
                  <p:cNvPr id="2000915" name="Freeform 1044"/>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16" name="Freeform 1045"/>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17" name="Freeform 1046"/>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18" name="Group 1047"/>
                <p:cNvGrpSpPr>
                  <a:grpSpLocks/>
                </p:cNvGrpSpPr>
                <p:nvPr/>
              </p:nvGrpSpPr>
              <p:grpSpPr bwMode="auto">
                <a:xfrm>
                  <a:off x="870" y="3585"/>
                  <a:ext cx="48" cy="23"/>
                  <a:chOff x="870" y="3585"/>
                  <a:chExt cx="48" cy="23"/>
                </a:xfrm>
              </p:grpSpPr>
              <p:sp>
                <p:nvSpPr>
                  <p:cNvPr id="2000919" name="Freeform 1048"/>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0" name="Freeform 1049"/>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1" name="Freeform 1050"/>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22" name="Group 1051"/>
                <p:cNvGrpSpPr>
                  <a:grpSpLocks/>
                </p:cNvGrpSpPr>
                <p:nvPr/>
              </p:nvGrpSpPr>
              <p:grpSpPr bwMode="auto">
                <a:xfrm>
                  <a:off x="882" y="3600"/>
                  <a:ext cx="100" cy="73"/>
                  <a:chOff x="882" y="3600"/>
                  <a:chExt cx="100" cy="73"/>
                </a:xfrm>
              </p:grpSpPr>
              <p:grpSp>
                <p:nvGrpSpPr>
                  <p:cNvPr id="2000923" name="Group 1052"/>
                  <p:cNvGrpSpPr>
                    <a:grpSpLocks/>
                  </p:cNvGrpSpPr>
                  <p:nvPr/>
                </p:nvGrpSpPr>
                <p:grpSpPr bwMode="auto">
                  <a:xfrm>
                    <a:off x="882" y="3600"/>
                    <a:ext cx="49" cy="23"/>
                    <a:chOff x="882" y="3600"/>
                    <a:chExt cx="49" cy="23"/>
                  </a:xfrm>
                </p:grpSpPr>
                <p:sp>
                  <p:nvSpPr>
                    <p:cNvPr id="2000924" name="Freeform 1053"/>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5" name="Freeform 1054"/>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6" name="Freeform 1055"/>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27" name="Group 1056"/>
                  <p:cNvGrpSpPr>
                    <a:grpSpLocks/>
                  </p:cNvGrpSpPr>
                  <p:nvPr/>
                </p:nvGrpSpPr>
                <p:grpSpPr bwMode="auto">
                  <a:xfrm>
                    <a:off x="894" y="3612"/>
                    <a:ext cx="49" cy="23"/>
                    <a:chOff x="894" y="3612"/>
                    <a:chExt cx="49" cy="23"/>
                  </a:xfrm>
                </p:grpSpPr>
                <p:sp>
                  <p:nvSpPr>
                    <p:cNvPr id="2000928" name="Freeform 1057"/>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9" name="Freeform 1058"/>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0" name="Freeform 1059"/>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31" name="Group 1060"/>
                  <p:cNvGrpSpPr>
                    <a:grpSpLocks/>
                  </p:cNvGrpSpPr>
                  <p:nvPr/>
                </p:nvGrpSpPr>
                <p:grpSpPr bwMode="auto">
                  <a:xfrm>
                    <a:off x="907" y="3625"/>
                    <a:ext cx="49" cy="23"/>
                    <a:chOff x="907" y="3625"/>
                    <a:chExt cx="49" cy="23"/>
                  </a:xfrm>
                </p:grpSpPr>
                <p:sp>
                  <p:nvSpPr>
                    <p:cNvPr id="2000932" name="Freeform 1061"/>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3" name="Freeform 1062"/>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4" name="Freeform 1063"/>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35" name="Group 1064"/>
                  <p:cNvGrpSpPr>
                    <a:grpSpLocks/>
                  </p:cNvGrpSpPr>
                  <p:nvPr/>
                </p:nvGrpSpPr>
                <p:grpSpPr bwMode="auto">
                  <a:xfrm>
                    <a:off x="919" y="3638"/>
                    <a:ext cx="49" cy="22"/>
                    <a:chOff x="919" y="3638"/>
                    <a:chExt cx="49" cy="22"/>
                  </a:xfrm>
                </p:grpSpPr>
                <p:sp>
                  <p:nvSpPr>
                    <p:cNvPr id="2000936" name="Freeform 1065"/>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7" name="Freeform 1066"/>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8" name="Freeform 1067"/>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39" name="Group 1068"/>
                  <p:cNvGrpSpPr>
                    <a:grpSpLocks/>
                  </p:cNvGrpSpPr>
                  <p:nvPr/>
                </p:nvGrpSpPr>
                <p:grpSpPr bwMode="auto">
                  <a:xfrm>
                    <a:off x="932" y="3651"/>
                    <a:ext cx="50" cy="22"/>
                    <a:chOff x="932" y="3651"/>
                    <a:chExt cx="50" cy="22"/>
                  </a:xfrm>
                </p:grpSpPr>
                <p:sp>
                  <p:nvSpPr>
                    <p:cNvPr id="2000940" name="Freeform 1069"/>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41" name="Freeform 1070"/>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42" name="Freeform 1071"/>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943" name="Group 1072"/>
                <p:cNvGrpSpPr>
                  <a:grpSpLocks/>
                </p:cNvGrpSpPr>
                <p:nvPr/>
              </p:nvGrpSpPr>
              <p:grpSpPr bwMode="auto">
                <a:xfrm>
                  <a:off x="944" y="3665"/>
                  <a:ext cx="99" cy="74"/>
                  <a:chOff x="944" y="3665"/>
                  <a:chExt cx="99" cy="74"/>
                </a:xfrm>
              </p:grpSpPr>
              <p:grpSp>
                <p:nvGrpSpPr>
                  <p:cNvPr id="2000944" name="Group 1073"/>
                  <p:cNvGrpSpPr>
                    <a:grpSpLocks/>
                  </p:cNvGrpSpPr>
                  <p:nvPr/>
                </p:nvGrpSpPr>
                <p:grpSpPr bwMode="auto">
                  <a:xfrm>
                    <a:off x="944" y="3665"/>
                    <a:ext cx="49" cy="23"/>
                    <a:chOff x="944" y="3665"/>
                    <a:chExt cx="49" cy="23"/>
                  </a:xfrm>
                </p:grpSpPr>
                <p:sp>
                  <p:nvSpPr>
                    <p:cNvPr id="2000945" name="Freeform 1074"/>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46" name="Freeform 1075"/>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47" name="Freeform 1076"/>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48" name="Group 1077"/>
                  <p:cNvGrpSpPr>
                    <a:grpSpLocks/>
                  </p:cNvGrpSpPr>
                  <p:nvPr/>
                </p:nvGrpSpPr>
                <p:grpSpPr bwMode="auto">
                  <a:xfrm>
                    <a:off x="957" y="3678"/>
                    <a:ext cx="48" cy="23"/>
                    <a:chOff x="957" y="3678"/>
                    <a:chExt cx="48" cy="23"/>
                  </a:xfrm>
                </p:grpSpPr>
                <p:sp>
                  <p:nvSpPr>
                    <p:cNvPr id="2000949" name="Freeform 1078"/>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0" name="Freeform 1079"/>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1" name="Freeform 1080"/>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52" name="Group 1081"/>
                  <p:cNvGrpSpPr>
                    <a:grpSpLocks/>
                  </p:cNvGrpSpPr>
                  <p:nvPr/>
                </p:nvGrpSpPr>
                <p:grpSpPr bwMode="auto">
                  <a:xfrm>
                    <a:off x="969" y="3690"/>
                    <a:ext cx="49" cy="23"/>
                    <a:chOff x="969" y="3690"/>
                    <a:chExt cx="49" cy="23"/>
                  </a:xfrm>
                </p:grpSpPr>
                <p:sp>
                  <p:nvSpPr>
                    <p:cNvPr id="2000953" name="Freeform 1082"/>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4" name="Freeform 1083"/>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5" name="Freeform 1084"/>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56" name="Group 1085"/>
                  <p:cNvGrpSpPr>
                    <a:grpSpLocks/>
                  </p:cNvGrpSpPr>
                  <p:nvPr/>
                </p:nvGrpSpPr>
                <p:grpSpPr bwMode="auto">
                  <a:xfrm>
                    <a:off x="982" y="3703"/>
                    <a:ext cx="49" cy="23"/>
                    <a:chOff x="982" y="3703"/>
                    <a:chExt cx="49" cy="23"/>
                  </a:xfrm>
                </p:grpSpPr>
                <p:sp>
                  <p:nvSpPr>
                    <p:cNvPr id="2000957" name="Freeform 1086"/>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8" name="Freeform 1087"/>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9" name="Freeform 1088"/>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60" name="Group 1089"/>
                  <p:cNvGrpSpPr>
                    <a:grpSpLocks/>
                  </p:cNvGrpSpPr>
                  <p:nvPr/>
                </p:nvGrpSpPr>
                <p:grpSpPr bwMode="auto">
                  <a:xfrm>
                    <a:off x="995" y="3716"/>
                    <a:ext cx="48" cy="23"/>
                    <a:chOff x="995" y="3716"/>
                    <a:chExt cx="48" cy="23"/>
                  </a:xfrm>
                </p:grpSpPr>
                <p:sp>
                  <p:nvSpPr>
                    <p:cNvPr id="2000961" name="Freeform 1090"/>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62" name="Freeform 1091"/>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63" name="Freeform 1092"/>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964" name="Group 1093"/>
                <p:cNvGrpSpPr>
                  <a:grpSpLocks/>
                </p:cNvGrpSpPr>
                <p:nvPr/>
              </p:nvGrpSpPr>
              <p:grpSpPr bwMode="auto">
                <a:xfrm>
                  <a:off x="1005" y="3727"/>
                  <a:ext cx="49" cy="23"/>
                  <a:chOff x="1005" y="3727"/>
                  <a:chExt cx="49" cy="23"/>
                </a:xfrm>
              </p:grpSpPr>
              <p:sp>
                <p:nvSpPr>
                  <p:cNvPr id="2000965" name="Freeform 1094"/>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66" name="Freeform 1095"/>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67" name="Freeform 1096"/>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68" name="Group 1097"/>
                <p:cNvGrpSpPr>
                  <a:grpSpLocks/>
                </p:cNvGrpSpPr>
                <p:nvPr/>
              </p:nvGrpSpPr>
              <p:grpSpPr bwMode="auto">
                <a:xfrm>
                  <a:off x="1018" y="3740"/>
                  <a:ext cx="49" cy="22"/>
                  <a:chOff x="1018" y="3740"/>
                  <a:chExt cx="49" cy="22"/>
                </a:xfrm>
              </p:grpSpPr>
              <p:sp>
                <p:nvSpPr>
                  <p:cNvPr id="2000969" name="Freeform 1098"/>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0" name="Freeform 1099"/>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1" name="Freeform 1100"/>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72" name="Group 1101"/>
                <p:cNvGrpSpPr>
                  <a:grpSpLocks/>
                </p:cNvGrpSpPr>
                <p:nvPr/>
              </p:nvGrpSpPr>
              <p:grpSpPr bwMode="auto">
                <a:xfrm>
                  <a:off x="1030" y="3753"/>
                  <a:ext cx="49" cy="23"/>
                  <a:chOff x="1030" y="3753"/>
                  <a:chExt cx="49" cy="23"/>
                </a:xfrm>
              </p:grpSpPr>
              <p:sp>
                <p:nvSpPr>
                  <p:cNvPr id="2000973" name="Freeform 1102"/>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4" name="Freeform 1103"/>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5" name="Freeform 1104"/>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976" name="Freeform 1105"/>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7" name="Freeform 1106"/>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8" name="Freeform 1107"/>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979" name="Group 1108"/>
                <p:cNvGrpSpPr>
                  <a:grpSpLocks/>
                </p:cNvGrpSpPr>
                <p:nvPr/>
              </p:nvGrpSpPr>
              <p:grpSpPr bwMode="auto">
                <a:xfrm>
                  <a:off x="790" y="3547"/>
                  <a:ext cx="49" cy="23"/>
                  <a:chOff x="790" y="3547"/>
                  <a:chExt cx="49" cy="23"/>
                </a:xfrm>
              </p:grpSpPr>
              <p:sp>
                <p:nvSpPr>
                  <p:cNvPr id="2000980" name="Freeform 1109"/>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1" name="Freeform 1110"/>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2" name="Freeform 1111"/>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83" name="Group 1112"/>
                <p:cNvGrpSpPr>
                  <a:grpSpLocks/>
                </p:cNvGrpSpPr>
                <p:nvPr/>
              </p:nvGrpSpPr>
              <p:grpSpPr bwMode="auto">
                <a:xfrm>
                  <a:off x="803" y="3560"/>
                  <a:ext cx="49" cy="22"/>
                  <a:chOff x="803" y="3560"/>
                  <a:chExt cx="49" cy="22"/>
                </a:xfrm>
              </p:grpSpPr>
              <p:sp>
                <p:nvSpPr>
                  <p:cNvPr id="2000984" name="Freeform 1113"/>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5" name="Freeform 1114"/>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6" name="Freeform 1115"/>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87" name="Group 1116"/>
                <p:cNvGrpSpPr>
                  <a:grpSpLocks/>
                </p:cNvGrpSpPr>
                <p:nvPr/>
              </p:nvGrpSpPr>
              <p:grpSpPr bwMode="auto">
                <a:xfrm>
                  <a:off x="815" y="3572"/>
                  <a:ext cx="50" cy="23"/>
                  <a:chOff x="815" y="3572"/>
                  <a:chExt cx="50" cy="23"/>
                </a:xfrm>
              </p:grpSpPr>
              <p:sp>
                <p:nvSpPr>
                  <p:cNvPr id="2000988" name="Freeform 1117"/>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9" name="Freeform 1118"/>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0" name="Freeform 1119"/>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91" name="Group 1120"/>
                <p:cNvGrpSpPr>
                  <a:grpSpLocks/>
                </p:cNvGrpSpPr>
                <p:nvPr/>
              </p:nvGrpSpPr>
              <p:grpSpPr bwMode="auto">
                <a:xfrm>
                  <a:off x="828" y="3585"/>
                  <a:ext cx="49" cy="23"/>
                  <a:chOff x="828" y="3585"/>
                  <a:chExt cx="49" cy="23"/>
                </a:xfrm>
              </p:grpSpPr>
              <p:sp>
                <p:nvSpPr>
                  <p:cNvPr id="2000992" name="Freeform 1121"/>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3" name="Freeform 1122"/>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4" name="Freeform 1123"/>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95" name="Group 1124"/>
                <p:cNvGrpSpPr>
                  <a:grpSpLocks/>
                </p:cNvGrpSpPr>
                <p:nvPr/>
              </p:nvGrpSpPr>
              <p:grpSpPr bwMode="auto">
                <a:xfrm>
                  <a:off x="840" y="3600"/>
                  <a:ext cx="100" cy="73"/>
                  <a:chOff x="840" y="3600"/>
                  <a:chExt cx="100" cy="73"/>
                </a:xfrm>
              </p:grpSpPr>
              <p:grpSp>
                <p:nvGrpSpPr>
                  <p:cNvPr id="2000996" name="Group 1125"/>
                  <p:cNvGrpSpPr>
                    <a:grpSpLocks/>
                  </p:cNvGrpSpPr>
                  <p:nvPr/>
                </p:nvGrpSpPr>
                <p:grpSpPr bwMode="auto">
                  <a:xfrm>
                    <a:off x="840" y="3600"/>
                    <a:ext cx="49" cy="23"/>
                    <a:chOff x="840" y="3600"/>
                    <a:chExt cx="49" cy="23"/>
                  </a:xfrm>
                </p:grpSpPr>
                <p:sp>
                  <p:nvSpPr>
                    <p:cNvPr id="2000997" name="Freeform 1126"/>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8" name="Freeform 1127"/>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9" name="Freeform 1128"/>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00" name="Group 1129"/>
                  <p:cNvGrpSpPr>
                    <a:grpSpLocks/>
                  </p:cNvGrpSpPr>
                  <p:nvPr/>
                </p:nvGrpSpPr>
                <p:grpSpPr bwMode="auto">
                  <a:xfrm>
                    <a:off x="853" y="3612"/>
                    <a:ext cx="48" cy="23"/>
                    <a:chOff x="853" y="3612"/>
                    <a:chExt cx="48" cy="23"/>
                  </a:xfrm>
                </p:grpSpPr>
                <p:sp>
                  <p:nvSpPr>
                    <p:cNvPr id="2001001" name="Freeform 1130"/>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02" name="Freeform 1131"/>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03" name="Freeform 1132"/>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04" name="Group 1133"/>
                  <p:cNvGrpSpPr>
                    <a:grpSpLocks/>
                  </p:cNvGrpSpPr>
                  <p:nvPr/>
                </p:nvGrpSpPr>
                <p:grpSpPr bwMode="auto">
                  <a:xfrm>
                    <a:off x="865" y="3625"/>
                    <a:ext cx="49" cy="23"/>
                    <a:chOff x="865" y="3625"/>
                    <a:chExt cx="49" cy="23"/>
                  </a:xfrm>
                </p:grpSpPr>
                <p:sp>
                  <p:nvSpPr>
                    <p:cNvPr id="2001005" name="Freeform 1134"/>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06" name="Freeform 1135"/>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07" name="Freeform 1136"/>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08" name="Group 1137"/>
                  <p:cNvGrpSpPr>
                    <a:grpSpLocks/>
                  </p:cNvGrpSpPr>
                  <p:nvPr/>
                </p:nvGrpSpPr>
                <p:grpSpPr bwMode="auto">
                  <a:xfrm>
                    <a:off x="878" y="3638"/>
                    <a:ext cx="49" cy="22"/>
                    <a:chOff x="878" y="3638"/>
                    <a:chExt cx="49" cy="22"/>
                  </a:xfrm>
                </p:grpSpPr>
                <p:sp>
                  <p:nvSpPr>
                    <p:cNvPr id="2001009" name="Freeform 1138"/>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0" name="Freeform 1139"/>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1" name="Freeform 1140"/>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12" name="Group 1141"/>
                  <p:cNvGrpSpPr>
                    <a:grpSpLocks/>
                  </p:cNvGrpSpPr>
                  <p:nvPr/>
                </p:nvGrpSpPr>
                <p:grpSpPr bwMode="auto">
                  <a:xfrm>
                    <a:off x="890" y="3651"/>
                    <a:ext cx="50" cy="22"/>
                    <a:chOff x="890" y="3651"/>
                    <a:chExt cx="50" cy="22"/>
                  </a:xfrm>
                </p:grpSpPr>
                <p:sp>
                  <p:nvSpPr>
                    <p:cNvPr id="2001013" name="Freeform 1142"/>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4" name="Freeform 1143"/>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5" name="Freeform 1144"/>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016" name="Group 1145"/>
                <p:cNvGrpSpPr>
                  <a:grpSpLocks/>
                </p:cNvGrpSpPr>
                <p:nvPr/>
              </p:nvGrpSpPr>
              <p:grpSpPr bwMode="auto">
                <a:xfrm>
                  <a:off x="903" y="3665"/>
                  <a:ext cx="99" cy="74"/>
                  <a:chOff x="903" y="3665"/>
                  <a:chExt cx="99" cy="74"/>
                </a:xfrm>
              </p:grpSpPr>
              <p:grpSp>
                <p:nvGrpSpPr>
                  <p:cNvPr id="2001017" name="Group 1146"/>
                  <p:cNvGrpSpPr>
                    <a:grpSpLocks/>
                  </p:cNvGrpSpPr>
                  <p:nvPr/>
                </p:nvGrpSpPr>
                <p:grpSpPr bwMode="auto">
                  <a:xfrm>
                    <a:off x="903" y="3665"/>
                    <a:ext cx="49" cy="23"/>
                    <a:chOff x="903" y="3665"/>
                    <a:chExt cx="49" cy="23"/>
                  </a:xfrm>
                </p:grpSpPr>
                <p:sp>
                  <p:nvSpPr>
                    <p:cNvPr id="2001018" name="Freeform 1147"/>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9" name="Freeform 1148"/>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0" name="Freeform 1149"/>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21" name="Group 1150"/>
                  <p:cNvGrpSpPr>
                    <a:grpSpLocks/>
                  </p:cNvGrpSpPr>
                  <p:nvPr/>
                </p:nvGrpSpPr>
                <p:grpSpPr bwMode="auto">
                  <a:xfrm>
                    <a:off x="914" y="3678"/>
                    <a:ext cx="49" cy="23"/>
                    <a:chOff x="914" y="3678"/>
                    <a:chExt cx="49" cy="23"/>
                  </a:xfrm>
                </p:grpSpPr>
                <p:sp>
                  <p:nvSpPr>
                    <p:cNvPr id="2001022" name="Freeform 1151"/>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3" name="Freeform 1152"/>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4" name="Freeform 1153"/>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25" name="Group 1154"/>
                  <p:cNvGrpSpPr>
                    <a:grpSpLocks/>
                  </p:cNvGrpSpPr>
                  <p:nvPr/>
                </p:nvGrpSpPr>
                <p:grpSpPr bwMode="auto">
                  <a:xfrm>
                    <a:off x="928" y="3690"/>
                    <a:ext cx="48" cy="23"/>
                    <a:chOff x="928" y="3690"/>
                    <a:chExt cx="48" cy="23"/>
                  </a:xfrm>
                </p:grpSpPr>
                <p:sp>
                  <p:nvSpPr>
                    <p:cNvPr id="2001026" name="Freeform 1155"/>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7" name="Freeform 1156"/>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8" name="Freeform 1157"/>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29" name="Group 1158"/>
                  <p:cNvGrpSpPr>
                    <a:grpSpLocks/>
                  </p:cNvGrpSpPr>
                  <p:nvPr/>
                </p:nvGrpSpPr>
                <p:grpSpPr bwMode="auto">
                  <a:xfrm>
                    <a:off x="940" y="3703"/>
                    <a:ext cx="49" cy="23"/>
                    <a:chOff x="940" y="3703"/>
                    <a:chExt cx="49" cy="23"/>
                  </a:xfrm>
                </p:grpSpPr>
                <p:sp>
                  <p:nvSpPr>
                    <p:cNvPr id="2001030" name="Freeform 1159"/>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1" name="Freeform 1160"/>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2" name="Freeform 1161"/>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33" name="Group 1162"/>
                  <p:cNvGrpSpPr>
                    <a:grpSpLocks/>
                  </p:cNvGrpSpPr>
                  <p:nvPr/>
                </p:nvGrpSpPr>
                <p:grpSpPr bwMode="auto">
                  <a:xfrm>
                    <a:off x="953" y="3716"/>
                    <a:ext cx="49" cy="23"/>
                    <a:chOff x="953" y="3716"/>
                    <a:chExt cx="49" cy="23"/>
                  </a:xfrm>
                </p:grpSpPr>
                <p:sp>
                  <p:nvSpPr>
                    <p:cNvPr id="2001034" name="Freeform 1163"/>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5" name="Freeform 1164"/>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6" name="Freeform 1165"/>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037" name="Group 1166"/>
                <p:cNvGrpSpPr>
                  <a:grpSpLocks/>
                </p:cNvGrpSpPr>
                <p:nvPr/>
              </p:nvGrpSpPr>
              <p:grpSpPr bwMode="auto">
                <a:xfrm>
                  <a:off x="963" y="3727"/>
                  <a:ext cx="49" cy="23"/>
                  <a:chOff x="963" y="3727"/>
                  <a:chExt cx="49" cy="23"/>
                </a:xfrm>
              </p:grpSpPr>
              <p:sp>
                <p:nvSpPr>
                  <p:cNvPr id="2001038" name="Freeform 1167"/>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9" name="Freeform 1168"/>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0" name="Freeform 1169"/>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41" name="Group 1170"/>
                <p:cNvGrpSpPr>
                  <a:grpSpLocks/>
                </p:cNvGrpSpPr>
                <p:nvPr/>
              </p:nvGrpSpPr>
              <p:grpSpPr bwMode="auto">
                <a:xfrm>
                  <a:off x="976" y="3740"/>
                  <a:ext cx="50" cy="22"/>
                  <a:chOff x="976" y="3740"/>
                  <a:chExt cx="50" cy="22"/>
                </a:xfrm>
              </p:grpSpPr>
              <p:sp>
                <p:nvSpPr>
                  <p:cNvPr id="2001042" name="Freeform 1171"/>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3" name="Freeform 1172"/>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4" name="Freeform 1173"/>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45" name="Group 1174"/>
                <p:cNvGrpSpPr>
                  <a:grpSpLocks/>
                </p:cNvGrpSpPr>
                <p:nvPr/>
              </p:nvGrpSpPr>
              <p:grpSpPr bwMode="auto">
                <a:xfrm>
                  <a:off x="761" y="3560"/>
                  <a:ext cx="50" cy="22"/>
                  <a:chOff x="761" y="3560"/>
                  <a:chExt cx="50" cy="22"/>
                </a:xfrm>
              </p:grpSpPr>
              <p:sp>
                <p:nvSpPr>
                  <p:cNvPr id="2001046" name="Freeform 1175"/>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7" name="Freeform 1176"/>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8" name="Freeform 1177"/>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49" name="Group 1178"/>
                <p:cNvGrpSpPr>
                  <a:grpSpLocks/>
                </p:cNvGrpSpPr>
                <p:nvPr/>
              </p:nvGrpSpPr>
              <p:grpSpPr bwMode="auto">
                <a:xfrm>
                  <a:off x="774" y="3572"/>
                  <a:ext cx="49" cy="23"/>
                  <a:chOff x="774" y="3572"/>
                  <a:chExt cx="49" cy="23"/>
                </a:xfrm>
              </p:grpSpPr>
              <p:sp>
                <p:nvSpPr>
                  <p:cNvPr id="2001050" name="Freeform 1179"/>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51" name="Freeform 1180"/>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52" name="Freeform 1181"/>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53" name="Group 1182"/>
                <p:cNvGrpSpPr>
                  <a:grpSpLocks/>
                </p:cNvGrpSpPr>
                <p:nvPr/>
              </p:nvGrpSpPr>
              <p:grpSpPr bwMode="auto">
                <a:xfrm>
                  <a:off x="787" y="3585"/>
                  <a:ext cx="49" cy="23"/>
                  <a:chOff x="787" y="3585"/>
                  <a:chExt cx="49" cy="23"/>
                </a:xfrm>
              </p:grpSpPr>
              <p:sp>
                <p:nvSpPr>
                  <p:cNvPr id="2001054" name="Freeform 1183"/>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55" name="Freeform 1184"/>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56" name="Freeform 1185"/>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57" name="Group 1186"/>
                <p:cNvGrpSpPr>
                  <a:grpSpLocks/>
                </p:cNvGrpSpPr>
                <p:nvPr/>
              </p:nvGrpSpPr>
              <p:grpSpPr bwMode="auto">
                <a:xfrm>
                  <a:off x="799" y="3600"/>
                  <a:ext cx="99" cy="73"/>
                  <a:chOff x="799" y="3600"/>
                  <a:chExt cx="99" cy="73"/>
                </a:xfrm>
              </p:grpSpPr>
              <p:grpSp>
                <p:nvGrpSpPr>
                  <p:cNvPr id="2001058" name="Group 1187"/>
                  <p:cNvGrpSpPr>
                    <a:grpSpLocks/>
                  </p:cNvGrpSpPr>
                  <p:nvPr/>
                </p:nvGrpSpPr>
                <p:grpSpPr bwMode="auto">
                  <a:xfrm>
                    <a:off x="799" y="3600"/>
                    <a:ext cx="48" cy="23"/>
                    <a:chOff x="799" y="3600"/>
                    <a:chExt cx="48" cy="23"/>
                  </a:xfrm>
                </p:grpSpPr>
                <p:sp>
                  <p:nvSpPr>
                    <p:cNvPr id="2001059" name="Freeform 1188"/>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0" name="Freeform 1189"/>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1" name="Freeform 1190"/>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62" name="Group 1191"/>
                  <p:cNvGrpSpPr>
                    <a:grpSpLocks/>
                  </p:cNvGrpSpPr>
                  <p:nvPr/>
                </p:nvGrpSpPr>
                <p:grpSpPr bwMode="auto">
                  <a:xfrm>
                    <a:off x="811" y="3612"/>
                    <a:ext cx="48" cy="23"/>
                    <a:chOff x="811" y="3612"/>
                    <a:chExt cx="48" cy="23"/>
                  </a:xfrm>
                </p:grpSpPr>
                <p:sp>
                  <p:nvSpPr>
                    <p:cNvPr id="2001063" name="Freeform 1192"/>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4" name="Freeform 1193"/>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5" name="Freeform 1194"/>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66" name="Group 1195"/>
                  <p:cNvGrpSpPr>
                    <a:grpSpLocks/>
                  </p:cNvGrpSpPr>
                  <p:nvPr/>
                </p:nvGrpSpPr>
                <p:grpSpPr bwMode="auto">
                  <a:xfrm>
                    <a:off x="823" y="3625"/>
                    <a:ext cx="49" cy="23"/>
                    <a:chOff x="823" y="3625"/>
                    <a:chExt cx="49" cy="23"/>
                  </a:xfrm>
                </p:grpSpPr>
                <p:sp>
                  <p:nvSpPr>
                    <p:cNvPr id="2001067" name="Freeform 1196"/>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8" name="Freeform 1197"/>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9" name="Freeform 1198"/>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70" name="Group 1199"/>
                  <p:cNvGrpSpPr>
                    <a:grpSpLocks/>
                  </p:cNvGrpSpPr>
                  <p:nvPr/>
                </p:nvGrpSpPr>
                <p:grpSpPr bwMode="auto">
                  <a:xfrm>
                    <a:off x="836" y="3638"/>
                    <a:ext cx="50" cy="22"/>
                    <a:chOff x="836" y="3638"/>
                    <a:chExt cx="50" cy="22"/>
                  </a:xfrm>
                </p:grpSpPr>
                <p:sp>
                  <p:nvSpPr>
                    <p:cNvPr id="2001071" name="Freeform 1200"/>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72" name="Freeform 1201"/>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73" name="Freeform 1202"/>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74" name="Group 1203"/>
                  <p:cNvGrpSpPr>
                    <a:grpSpLocks/>
                  </p:cNvGrpSpPr>
                  <p:nvPr/>
                </p:nvGrpSpPr>
                <p:grpSpPr bwMode="auto">
                  <a:xfrm>
                    <a:off x="849" y="3651"/>
                    <a:ext cx="49" cy="22"/>
                    <a:chOff x="849" y="3651"/>
                    <a:chExt cx="49" cy="22"/>
                  </a:xfrm>
                </p:grpSpPr>
                <p:sp>
                  <p:nvSpPr>
                    <p:cNvPr id="2001075" name="Freeform 1204"/>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76" name="Freeform 1205"/>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77" name="Freeform 1206"/>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078" name="Group 1207"/>
                <p:cNvGrpSpPr>
                  <a:grpSpLocks/>
                </p:cNvGrpSpPr>
                <p:nvPr/>
              </p:nvGrpSpPr>
              <p:grpSpPr bwMode="auto">
                <a:xfrm>
                  <a:off x="861" y="3665"/>
                  <a:ext cx="99" cy="74"/>
                  <a:chOff x="861" y="3665"/>
                  <a:chExt cx="99" cy="74"/>
                </a:xfrm>
              </p:grpSpPr>
              <p:grpSp>
                <p:nvGrpSpPr>
                  <p:cNvPr id="2001079" name="Group 1208"/>
                  <p:cNvGrpSpPr>
                    <a:grpSpLocks/>
                  </p:cNvGrpSpPr>
                  <p:nvPr/>
                </p:nvGrpSpPr>
                <p:grpSpPr bwMode="auto">
                  <a:xfrm>
                    <a:off x="861" y="3665"/>
                    <a:ext cx="50" cy="23"/>
                    <a:chOff x="861" y="3665"/>
                    <a:chExt cx="50" cy="23"/>
                  </a:xfrm>
                </p:grpSpPr>
                <p:sp>
                  <p:nvSpPr>
                    <p:cNvPr id="2001080" name="Freeform 1209"/>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1" name="Freeform 1210"/>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2" name="Freeform 1211"/>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83" name="Group 1212"/>
                  <p:cNvGrpSpPr>
                    <a:grpSpLocks/>
                  </p:cNvGrpSpPr>
                  <p:nvPr/>
                </p:nvGrpSpPr>
                <p:grpSpPr bwMode="auto">
                  <a:xfrm>
                    <a:off x="873" y="3678"/>
                    <a:ext cx="49" cy="23"/>
                    <a:chOff x="873" y="3678"/>
                    <a:chExt cx="49" cy="23"/>
                  </a:xfrm>
                </p:grpSpPr>
                <p:sp>
                  <p:nvSpPr>
                    <p:cNvPr id="2001084" name="Freeform 1213"/>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5" name="Freeform 1214"/>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6" name="Freeform 1215"/>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87" name="Group 1216"/>
                  <p:cNvGrpSpPr>
                    <a:grpSpLocks/>
                  </p:cNvGrpSpPr>
                  <p:nvPr/>
                </p:nvGrpSpPr>
                <p:grpSpPr bwMode="auto">
                  <a:xfrm>
                    <a:off x="886" y="3690"/>
                    <a:ext cx="49" cy="23"/>
                    <a:chOff x="886" y="3690"/>
                    <a:chExt cx="49" cy="23"/>
                  </a:xfrm>
                </p:grpSpPr>
                <p:sp>
                  <p:nvSpPr>
                    <p:cNvPr id="2001088" name="Freeform 1217"/>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9" name="Freeform 1218"/>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0" name="Freeform 1219"/>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91" name="Group 1220"/>
                  <p:cNvGrpSpPr>
                    <a:grpSpLocks/>
                  </p:cNvGrpSpPr>
                  <p:nvPr/>
                </p:nvGrpSpPr>
                <p:grpSpPr bwMode="auto">
                  <a:xfrm>
                    <a:off x="899" y="3703"/>
                    <a:ext cx="48" cy="23"/>
                    <a:chOff x="899" y="3703"/>
                    <a:chExt cx="48" cy="23"/>
                  </a:xfrm>
                </p:grpSpPr>
                <p:sp>
                  <p:nvSpPr>
                    <p:cNvPr id="2001092" name="Freeform 1221"/>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3" name="Freeform 1222"/>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4" name="Freeform 1223"/>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95" name="Group 1224"/>
                  <p:cNvGrpSpPr>
                    <a:grpSpLocks/>
                  </p:cNvGrpSpPr>
                  <p:nvPr/>
                </p:nvGrpSpPr>
                <p:grpSpPr bwMode="auto">
                  <a:xfrm>
                    <a:off x="912" y="3716"/>
                    <a:ext cx="48" cy="23"/>
                    <a:chOff x="912" y="3716"/>
                    <a:chExt cx="48" cy="23"/>
                  </a:xfrm>
                </p:grpSpPr>
                <p:sp>
                  <p:nvSpPr>
                    <p:cNvPr id="2001096" name="Freeform 1225"/>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7" name="Freeform 1226"/>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8" name="Freeform 1227"/>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099" name="Group 1228"/>
                <p:cNvGrpSpPr>
                  <a:grpSpLocks/>
                </p:cNvGrpSpPr>
                <p:nvPr/>
              </p:nvGrpSpPr>
              <p:grpSpPr bwMode="auto">
                <a:xfrm>
                  <a:off x="922" y="3727"/>
                  <a:ext cx="49" cy="23"/>
                  <a:chOff x="922" y="3727"/>
                  <a:chExt cx="49" cy="23"/>
                </a:xfrm>
              </p:grpSpPr>
              <p:sp>
                <p:nvSpPr>
                  <p:cNvPr id="2001100" name="Freeform 1229"/>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1" name="Freeform 1230"/>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2" name="Freeform 1231"/>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03" name="Group 1232"/>
                <p:cNvGrpSpPr>
                  <a:grpSpLocks/>
                </p:cNvGrpSpPr>
                <p:nvPr/>
              </p:nvGrpSpPr>
              <p:grpSpPr bwMode="auto">
                <a:xfrm>
                  <a:off x="895" y="3526"/>
                  <a:ext cx="44" cy="23"/>
                  <a:chOff x="895" y="3526"/>
                  <a:chExt cx="44" cy="23"/>
                </a:xfrm>
              </p:grpSpPr>
              <p:sp>
                <p:nvSpPr>
                  <p:cNvPr id="2001104" name="Freeform 1233"/>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5" name="Freeform 1234"/>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6" name="Freeform 1235"/>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07" name="Group 1236"/>
                <p:cNvGrpSpPr>
                  <a:grpSpLocks/>
                </p:cNvGrpSpPr>
                <p:nvPr/>
              </p:nvGrpSpPr>
              <p:grpSpPr bwMode="auto">
                <a:xfrm>
                  <a:off x="907" y="3540"/>
                  <a:ext cx="45" cy="22"/>
                  <a:chOff x="907" y="3540"/>
                  <a:chExt cx="45" cy="22"/>
                </a:xfrm>
              </p:grpSpPr>
              <p:sp>
                <p:nvSpPr>
                  <p:cNvPr id="2001108" name="Freeform 1237"/>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9" name="Freeform 1238"/>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0" name="Freeform 1239"/>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11" name="Group 1240"/>
                <p:cNvGrpSpPr>
                  <a:grpSpLocks/>
                </p:cNvGrpSpPr>
                <p:nvPr/>
              </p:nvGrpSpPr>
              <p:grpSpPr bwMode="auto">
                <a:xfrm>
                  <a:off x="920" y="3553"/>
                  <a:ext cx="45" cy="23"/>
                  <a:chOff x="920" y="3553"/>
                  <a:chExt cx="45" cy="23"/>
                </a:xfrm>
              </p:grpSpPr>
              <p:sp>
                <p:nvSpPr>
                  <p:cNvPr id="2001112" name="Freeform 1241"/>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3" name="Freeform 1242"/>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4" name="Freeform 1243"/>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15" name="Group 1244"/>
                <p:cNvGrpSpPr>
                  <a:grpSpLocks/>
                </p:cNvGrpSpPr>
                <p:nvPr/>
              </p:nvGrpSpPr>
              <p:grpSpPr bwMode="auto">
                <a:xfrm>
                  <a:off x="934" y="3566"/>
                  <a:ext cx="44" cy="23"/>
                  <a:chOff x="934" y="3566"/>
                  <a:chExt cx="44" cy="23"/>
                </a:xfrm>
              </p:grpSpPr>
              <p:sp>
                <p:nvSpPr>
                  <p:cNvPr id="2001116" name="Freeform 1245"/>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7" name="Freeform 1246"/>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8" name="Freeform 1247"/>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19" name="Group 1248"/>
                <p:cNvGrpSpPr>
                  <a:grpSpLocks/>
                </p:cNvGrpSpPr>
                <p:nvPr/>
              </p:nvGrpSpPr>
              <p:grpSpPr bwMode="auto">
                <a:xfrm>
                  <a:off x="949" y="3579"/>
                  <a:ext cx="83" cy="63"/>
                  <a:chOff x="949" y="3579"/>
                  <a:chExt cx="83" cy="63"/>
                </a:xfrm>
              </p:grpSpPr>
              <p:grpSp>
                <p:nvGrpSpPr>
                  <p:cNvPr id="2001120" name="Group 1249"/>
                  <p:cNvGrpSpPr>
                    <a:grpSpLocks/>
                  </p:cNvGrpSpPr>
                  <p:nvPr/>
                </p:nvGrpSpPr>
                <p:grpSpPr bwMode="auto">
                  <a:xfrm>
                    <a:off x="949" y="3579"/>
                    <a:ext cx="44" cy="23"/>
                    <a:chOff x="949" y="3579"/>
                    <a:chExt cx="44" cy="23"/>
                  </a:xfrm>
                </p:grpSpPr>
                <p:sp>
                  <p:nvSpPr>
                    <p:cNvPr id="2001121" name="Freeform 1250"/>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22" name="Freeform 1251"/>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23" name="Freeform 1252"/>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24" name="Group 1253"/>
                  <p:cNvGrpSpPr>
                    <a:grpSpLocks/>
                  </p:cNvGrpSpPr>
                  <p:nvPr/>
                </p:nvGrpSpPr>
                <p:grpSpPr bwMode="auto">
                  <a:xfrm>
                    <a:off x="961" y="3592"/>
                    <a:ext cx="45" cy="23"/>
                    <a:chOff x="961" y="3592"/>
                    <a:chExt cx="45" cy="23"/>
                  </a:xfrm>
                </p:grpSpPr>
                <p:sp>
                  <p:nvSpPr>
                    <p:cNvPr id="2001125" name="Freeform 1254"/>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26" name="Freeform 1255"/>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27" name="Freeform 1256"/>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28" name="Group 1257"/>
                  <p:cNvGrpSpPr>
                    <a:grpSpLocks/>
                  </p:cNvGrpSpPr>
                  <p:nvPr/>
                </p:nvGrpSpPr>
                <p:grpSpPr bwMode="auto">
                  <a:xfrm>
                    <a:off x="974" y="3606"/>
                    <a:ext cx="44" cy="23"/>
                    <a:chOff x="974" y="3606"/>
                    <a:chExt cx="44" cy="23"/>
                  </a:xfrm>
                </p:grpSpPr>
                <p:sp>
                  <p:nvSpPr>
                    <p:cNvPr id="2001129" name="Freeform 1258"/>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0" name="Freeform 1259"/>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1" name="Freeform 1260"/>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32" name="Group 1261"/>
                  <p:cNvGrpSpPr>
                    <a:grpSpLocks/>
                  </p:cNvGrpSpPr>
                  <p:nvPr/>
                </p:nvGrpSpPr>
                <p:grpSpPr bwMode="auto">
                  <a:xfrm>
                    <a:off x="987" y="3619"/>
                    <a:ext cx="45" cy="23"/>
                    <a:chOff x="987" y="3619"/>
                    <a:chExt cx="45" cy="23"/>
                  </a:xfrm>
                </p:grpSpPr>
                <p:sp>
                  <p:nvSpPr>
                    <p:cNvPr id="2001133" name="Freeform 1262"/>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4" name="Freeform 1263"/>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5" name="Freeform 1264"/>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136" name="Group 1265"/>
                <p:cNvGrpSpPr>
                  <a:grpSpLocks/>
                </p:cNvGrpSpPr>
                <p:nvPr/>
              </p:nvGrpSpPr>
              <p:grpSpPr bwMode="auto">
                <a:xfrm>
                  <a:off x="1002" y="3632"/>
                  <a:ext cx="83" cy="63"/>
                  <a:chOff x="1002" y="3632"/>
                  <a:chExt cx="83" cy="63"/>
                </a:xfrm>
              </p:grpSpPr>
              <p:grpSp>
                <p:nvGrpSpPr>
                  <p:cNvPr id="2001137" name="Group 1266"/>
                  <p:cNvGrpSpPr>
                    <a:grpSpLocks/>
                  </p:cNvGrpSpPr>
                  <p:nvPr/>
                </p:nvGrpSpPr>
                <p:grpSpPr bwMode="auto">
                  <a:xfrm>
                    <a:off x="1002" y="3632"/>
                    <a:ext cx="44" cy="22"/>
                    <a:chOff x="1002" y="3632"/>
                    <a:chExt cx="44" cy="22"/>
                  </a:xfrm>
                </p:grpSpPr>
                <p:sp>
                  <p:nvSpPr>
                    <p:cNvPr id="2001138" name="Freeform 1267"/>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9" name="Freeform 1268"/>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0" name="Freeform 1269"/>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41" name="Group 1270"/>
                  <p:cNvGrpSpPr>
                    <a:grpSpLocks/>
                  </p:cNvGrpSpPr>
                  <p:nvPr/>
                </p:nvGrpSpPr>
                <p:grpSpPr bwMode="auto">
                  <a:xfrm>
                    <a:off x="1014" y="3645"/>
                    <a:ext cx="44" cy="23"/>
                    <a:chOff x="1014" y="3645"/>
                    <a:chExt cx="44" cy="23"/>
                  </a:xfrm>
                </p:grpSpPr>
                <p:sp>
                  <p:nvSpPr>
                    <p:cNvPr id="2001142" name="Freeform 1271"/>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3" name="Freeform 1272"/>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4" name="Freeform 1273"/>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45" name="Group 1274"/>
                  <p:cNvGrpSpPr>
                    <a:grpSpLocks/>
                  </p:cNvGrpSpPr>
                  <p:nvPr/>
                </p:nvGrpSpPr>
                <p:grpSpPr bwMode="auto">
                  <a:xfrm>
                    <a:off x="1027" y="3659"/>
                    <a:ext cx="45" cy="23"/>
                    <a:chOff x="1027" y="3659"/>
                    <a:chExt cx="45" cy="23"/>
                  </a:xfrm>
                </p:grpSpPr>
                <p:sp>
                  <p:nvSpPr>
                    <p:cNvPr id="2001146" name="Freeform 1275"/>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7" name="Freeform 1276"/>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8" name="Freeform 1277"/>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49" name="Group 1278"/>
                  <p:cNvGrpSpPr>
                    <a:grpSpLocks/>
                  </p:cNvGrpSpPr>
                  <p:nvPr/>
                </p:nvGrpSpPr>
                <p:grpSpPr bwMode="auto">
                  <a:xfrm>
                    <a:off x="1040" y="3672"/>
                    <a:ext cx="45" cy="23"/>
                    <a:chOff x="1040" y="3672"/>
                    <a:chExt cx="45" cy="23"/>
                  </a:xfrm>
                </p:grpSpPr>
                <p:sp>
                  <p:nvSpPr>
                    <p:cNvPr id="2001150" name="Freeform 1279"/>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1" name="Freeform 1280"/>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2" name="Freeform 1281"/>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153" name="Group 1282"/>
                <p:cNvGrpSpPr>
                  <a:grpSpLocks/>
                </p:cNvGrpSpPr>
                <p:nvPr/>
              </p:nvGrpSpPr>
              <p:grpSpPr bwMode="auto">
                <a:xfrm>
                  <a:off x="1054" y="3685"/>
                  <a:ext cx="45" cy="23"/>
                  <a:chOff x="1054" y="3685"/>
                  <a:chExt cx="45" cy="23"/>
                </a:xfrm>
              </p:grpSpPr>
              <p:sp>
                <p:nvSpPr>
                  <p:cNvPr id="2001154" name="Freeform 1283"/>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5" name="Freeform 1284"/>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6" name="Freeform 1285"/>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57" name="Group 1286"/>
                <p:cNvGrpSpPr>
                  <a:grpSpLocks/>
                </p:cNvGrpSpPr>
                <p:nvPr/>
              </p:nvGrpSpPr>
              <p:grpSpPr bwMode="auto">
                <a:xfrm>
                  <a:off x="1067" y="3698"/>
                  <a:ext cx="45" cy="23"/>
                  <a:chOff x="1067" y="3698"/>
                  <a:chExt cx="45" cy="23"/>
                </a:xfrm>
              </p:grpSpPr>
              <p:sp>
                <p:nvSpPr>
                  <p:cNvPr id="2001158" name="Freeform 1287"/>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9" name="Freeform 1288"/>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0" name="Freeform 1289"/>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61" name="Group 1290"/>
                <p:cNvGrpSpPr>
                  <a:grpSpLocks/>
                </p:cNvGrpSpPr>
                <p:nvPr/>
              </p:nvGrpSpPr>
              <p:grpSpPr bwMode="auto">
                <a:xfrm>
                  <a:off x="1079" y="3712"/>
                  <a:ext cx="44" cy="23"/>
                  <a:chOff x="1079" y="3712"/>
                  <a:chExt cx="44" cy="23"/>
                </a:xfrm>
              </p:grpSpPr>
              <p:sp>
                <p:nvSpPr>
                  <p:cNvPr id="2001162" name="Freeform 1291"/>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3" name="Freeform 1292"/>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4" name="Freeform 1293"/>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65" name="Group 1294"/>
                <p:cNvGrpSpPr>
                  <a:grpSpLocks/>
                </p:cNvGrpSpPr>
                <p:nvPr/>
              </p:nvGrpSpPr>
              <p:grpSpPr bwMode="auto">
                <a:xfrm>
                  <a:off x="1093" y="3725"/>
                  <a:ext cx="45" cy="23"/>
                  <a:chOff x="1093" y="3725"/>
                  <a:chExt cx="45" cy="23"/>
                </a:xfrm>
              </p:grpSpPr>
              <p:sp>
                <p:nvSpPr>
                  <p:cNvPr id="2001166" name="Freeform 1295"/>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7" name="Freeform 1296"/>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8" name="Freeform 1297"/>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69" name="Group 1298"/>
                <p:cNvGrpSpPr>
                  <a:grpSpLocks/>
                </p:cNvGrpSpPr>
                <p:nvPr/>
              </p:nvGrpSpPr>
              <p:grpSpPr bwMode="auto">
                <a:xfrm>
                  <a:off x="1108" y="3739"/>
                  <a:ext cx="44" cy="23"/>
                  <a:chOff x="1108" y="3739"/>
                  <a:chExt cx="44" cy="23"/>
                </a:xfrm>
              </p:grpSpPr>
              <p:sp>
                <p:nvSpPr>
                  <p:cNvPr id="2001170" name="Freeform 1299"/>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1" name="Freeform 1300"/>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2" name="Freeform 1301"/>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73" name="Group 1302"/>
                <p:cNvGrpSpPr>
                  <a:grpSpLocks/>
                </p:cNvGrpSpPr>
                <p:nvPr/>
              </p:nvGrpSpPr>
              <p:grpSpPr bwMode="auto">
                <a:xfrm>
                  <a:off x="1121" y="3753"/>
                  <a:ext cx="45" cy="23"/>
                  <a:chOff x="1121" y="3753"/>
                  <a:chExt cx="45" cy="23"/>
                </a:xfrm>
              </p:grpSpPr>
              <p:sp>
                <p:nvSpPr>
                  <p:cNvPr id="2001174" name="Freeform 1303"/>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5" name="Freeform 1304"/>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6" name="Freeform 1305"/>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77" name="Group 1306"/>
                <p:cNvGrpSpPr>
                  <a:grpSpLocks/>
                </p:cNvGrpSpPr>
                <p:nvPr/>
              </p:nvGrpSpPr>
              <p:grpSpPr bwMode="auto">
                <a:xfrm>
                  <a:off x="1133" y="3767"/>
                  <a:ext cx="44" cy="23"/>
                  <a:chOff x="1133" y="3767"/>
                  <a:chExt cx="44" cy="23"/>
                </a:xfrm>
              </p:grpSpPr>
              <p:sp>
                <p:nvSpPr>
                  <p:cNvPr id="2001178" name="Freeform 1307"/>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9" name="Freeform 1308"/>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0" name="Freeform 1309"/>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181" name="Freeform 1310"/>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2" name="Freeform 1311"/>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3" name="Freeform 1312"/>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4" name="Freeform 1313"/>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5" name="Freeform 1314"/>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6" name="Freeform 1315"/>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7" name="Freeform 1316"/>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8" name="Freeform 1317"/>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9" name="Freeform 1318"/>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0" name="Freeform 1319"/>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1" name="Freeform 1320"/>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192" name="Group 1321"/>
                <p:cNvGrpSpPr>
                  <a:grpSpLocks/>
                </p:cNvGrpSpPr>
                <p:nvPr/>
              </p:nvGrpSpPr>
              <p:grpSpPr bwMode="auto">
                <a:xfrm>
                  <a:off x="700" y="3535"/>
                  <a:ext cx="49" cy="24"/>
                  <a:chOff x="700" y="3535"/>
                  <a:chExt cx="49" cy="24"/>
                </a:xfrm>
              </p:grpSpPr>
              <p:sp>
                <p:nvSpPr>
                  <p:cNvPr id="2001193" name="Freeform 1322"/>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4" name="Freeform 1323"/>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5" name="Freeform 1324"/>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96" name="Group 1325"/>
                <p:cNvGrpSpPr>
                  <a:grpSpLocks/>
                </p:cNvGrpSpPr>
                <p:nvPr/>
              </p:nvGrpSpPr>
              <p:grpSpPr bwMode="auto">
                <a:xfrm>
                  <a:off x="714" y="3551"/>
                  <a:ext cx="49" cy="22"/>
                  <a:chOff x="714" y="3551"/>
                  <a:chExt cx="49" cy="22"/>
                </a:xfrm>
              </p:grpSpPr>
              <p:sp>
                <p:nvSpPr>
                  <p:cNvPr id="2001197" name="Freeform 1326"/>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8" name="Freeform 1327"/>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9" name="Freeform 1328"/>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00" name="Group 1329"/>
                <p:cNvGrpSpPr>
                  <a:grpSpLocks/>
                </p:cNvGrpSpPr>
                <p:nvPr/>
              </p:nvGrpSpPr>
              <p:grpSpPr bwMode="auto">
                <a:xfrm>
                  <a:off x="728" y="3564"/>
                  <a:ext cx="48" cy="23"/>
                  <a:chOff x="728" y="3564"/>
                  <a:chExt cx="48" cy="23"/>
                </a:xfrm>
              </p:grpSpPr>
              <p:sp>
                <p:nvSpPr>
                  <p:cNvPr id="2001201" name="Freeform 1330"/>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02" name="Freeform 1331"/>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03" name="Freeform 1332"/>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04" name="Group 1333"/>
                <p:cNvGrpSpPr>
                  <a:grpSpLocks/>
                </p:cNvGrpSpPr>
                <p:nvPr/>
              </p:nvGrpSpPr>
              <p:grpSpPr bwMode="auto">
                <a:xfrm>
                  <a:off x="742" y="3582"/>
                  <a:ext cx="49" cy="23"/>
                  <a:chOff x="742" y="3582"/>
                  <a:chExt cx="49" cy="23"/>
                </a:xfrm>
              </p:grpSpPr>
              <p:sp>
                <p:nvSpPr>
                  <p:cNvPr id="2001205" name="Freeform 1334"/>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06" name="Freeform 1335"/>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07" name="Freeform 1336"/>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08" name="Group 1337"/>
                <p:cNvGrpSpPr>
                  <a:grpSpLocks/>
                </p:cNvGrpSpPr>
                <p:nvPr/>
              </p:nvGrpSpPr>
              <p:grpSpPr bwMode="auto">
                <a:xfrm>
                  <a:off x="752" y="3597"/>
                  <a:ext cx="133" cy="106"/>
                  <a:chOff x="752" y="3597"/>
                  <a:chExt cx="133" cy="106"/>
                </a:xfrm>
              </p:grpSpPr>
              <p:sp>
                <p:nvSpPr>
                  <p:cNvPr id="2001209" name="Freeform 1338"/>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0" name="Freeform 1339"/>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1" name="Freeform 1340"/>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12" name="Group 1341"/>
                <p:cNvGrpSpPr>
                  <a:grpSpLocks/>
                </p:cNvGrpSpPr>
                <p:nvPr/>
              </p:nvGrpSpPr>
              <p:grpSpPr bwMode="auto">
                <a:xfrm>
                  <a:off x="844" y="3694"/>
                  <a:ext cx="48" cy="23"/>
                  <a:chOff x="844" y="3694"/>
                  <a:chExt cx="48" cy="23"/>
                </a:xfrm>
              </p:grpSpPr>
              <p:sp>
                <p:nvSpPr>
                  <p:cNvPr id="2001213" name="Freeform 1342"/>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4" name="Freeform 1343"/>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5" name="Freeform 1344"/>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16" name="Group 1345"/>
                <p:cNvGrpSpPr>
                  <a:grpSpLocks/>
                </p:cNvGrpSpPr>
                <p:nvPr/>
              </p:nvGrpSpPr>
              <p:grpSpPr bwMode="auto">
                <a:xfrm>
                  <a:off x="857" y="3710"/>
                  <a:ext cx="49" cy="22"/>
                  <a:chOff x="857" y="3710"/>
                  <a:chExt cx="49" cy="22"/>
                </a:xfrm>
              </p:grpSpPr>
              <p:sp>
                <p:nvSpPr>
                  <p:cNvPr id="2001217" name="Freeform 1346"/>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8" name="Freeform 1347"/>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9" name="Freeform 1348"/>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20" name="Group 1349"/>
                <p:cNvGrpSpPr>
                  <a:grpSpLocks/>
                </p:cNvGrpSpPr>
                <p:nvPr/>
              </p:nvGrpSpPr>
              <p:grpSpPr bwMode="auto">
                <a:xfrm>
                  <a:off x="1086" y="3766"/>
                  <a:ext cx="49" cy="23"/>
                  <a:chOff x="1086" y="3766"/>
                  <a:chExt cx="49" cy="23"/>
                </a:xfrm>
              </p:grpSpPr>
              <p:sp>
                <p:nvSpPr>
                  <p:cNvPr id="2001221" name="Freeform 1350"/>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22" name="Freeform 1351"/>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23" name="Freeform 1352"/>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24" name="Group 1353"/>
                <p:cNvGrpSpPr>
                  <a:grpSpLocks/>
                </p:cNvGrpSpPr>
                <p:nvPr/>
              </p:nvGrpSpPr>
              <p:grpSpPr bwMode="auto">
                <a:xfrm>
                  <a:off x="934" y="3740"/>
                  <a:ext cx="48" cy="23"/>
                  <a:chOff x="934" y="3740"/>
                  <a:chExt cx="48" cy="23"/>
                </a:xfrm>
              </p:grpSpPr>
              <p:sp>
                <p:nvSpPr>
                  <p:cNvPr id="2001225" name="Freeform 1354"/>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26" name="Freeform 1355"/>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27" name="Freeform 1356"/>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28" name="Group 1357"/>
                <p:cNvGrpSpPr>
                  <a:grpSpLocks/>
                </p:cNvGrpSpPr>
                <p:nvPr/>
              </p:nvGrpSpPr>
              <p:grpSpPr bwMode="auto">
                <a:xfrm>
                  <a:off x="943" y="3754"/>
                  <a:ext cx="49" cy="23"/>
                  <a:chOff x="943" y="3754"/>
                  <a:chExt cx="49" cy="23"/>
                </a:xfrm>
              </p:grpSpPr>
              <p:sp>
                <p:nvSpPr>
                  <p:cNvPr id="2001229" name="Freeform 1358"/>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0" name="Freeform 1359"/>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1" name="Freeform 1360"/>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232" name="Freeform 1361"/>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3" name="Freeform 1362"/>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4" name="Freeform 1363"/>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35" name="Group 1364"/>
              <p:cNvGrpSpPr>
                <a:grpSpLocks/>
              </p:cNvGrpSpPr>
              <p:nvPr/>
            </p:nvGrpSpPr>
            <p:grpSpPr bwMode="auto">
              <a:xfrm>
                <a:off x="920" y="3821"/>
                <a:ext cx="413" cy="50"/>
                <a:chOff x="920" y="3821"/>
                <a:chExt cx="413" cy="50"/>
              </a:xfrm>
            </p:grpSpPr>
            <p:sp>
              <p:nvSpPr>
                <p:cNvPr id="2001236" name="Freeform 1365"/>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37" name="Freeform 1366"/>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8" name="Rectangle 1367"/>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9" name="Rectangle 1368"/>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1240" name="Group 1369"/>
              <p:cNvGrpSpPr>
                <a:grpSpLocks/>
              </p:cNvGrpSpPr>
              <p:nvPr/>
            </p:nvGrpSpPr>
            <p:grpSpPr bwMode="auto">
              <a:xfrm>
                <a:off x="1227" y="3477"/>
                <a:ext cx="508" cy="321"/>
                <a:chOff x="1227" y="3477"/>
                <a:chExt cx="508" cy="321"/>
              </a:xfrm>
            </p:grpSpPr>
            <p:sp>
              <p:nvSpPr>
                <p:cNvPr id="2001241" name="Freeform 1370"/>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2" name="Freeform 1371"/>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43" name="Freeform 1372"/>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4" name="Line 1373"/>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1245" name="Freeform 1374"/>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6" name="Freeform 1375"/>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7" name="Freeform 1376"/>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8" name="Freeform 1377"/>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9" name="Freeform 1378"/>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0" name="Freeform 1379"/>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1" name="Freeform 1380"/>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2" name="Freeform 1381"/>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3" name="Freeform 1382"/>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4" name="Freeform 1383"/>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5" name="Oval 1384"/>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56" name="Oval 1385"/>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57" name="Freeform 1386"/>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58" name="Oval 1387"/>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59" name="Oval 1388"/>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260" name="Group 1389"/>
            <p:cNvGrpSpPr>
              <a:grpSpLocks/>
            </p:cNvGrpSpPr>
            <p:nvPr/>
          </p:nvGrpSpPr>
          <p:grpSpPr bwMode="auto">
            <a:xfrm>
              <a:off x="7040828" y="2451100"/>
              <a:ext cx="720593" cy="546100"/>
              <a:chOff x="624" y="2968"/>
              <a:chExt cx="1331" cy="920"/>
            </a:xfrm>
          </p:grpSpPr>
          <p:sp>
            <p:nvSpPr>
              <p:cNvPr id="2001261" name="Freeform 1390"/>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62" name="Freeform 1391"/>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63" name="Freeform 1392"/>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64" name="Freeform 1393"/>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65" name="Freeform 1394"/>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66" name="Freeform 1395"/>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67" name="Freeform 1396"/>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68" name="Freeform 1397"/>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69" name="Freeform 1398"/>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0" name="Freeform 1399"/>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1" name="Freeform 1400"/>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2" name="Freeform 1401"/>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273" name="Group 1402"/>
              <p:cNvGrpSpPr>
                <a:grpSpLocks/>
              </p:cNvGrpSpPr>
              <p:nvPr/>
            </p:nvGrpSpPr>
            <p:grpSpPr bwMode="auto">
              <a:xfrm>
                <a:off x="700" y="3526"/>
                <a:ext cx="515" cy="270"/>
                <a:chOff x="700" y="3526"/>
                <a:chExt cx="515" cy="270"/>
              </a:xfrm>
            </p:grpSpPr>
            <p:grpSp>
              <p:nvGrpSpPr>
                <p:cNvPr id="2001274" name="Group 1403"/>
                <p:cNvGrpSpPr>
                  <a:grpSpLocks/>
                </p:cNvGrpSpPr>
                <p:nvPr/>
              </p:nvGrpSpPr>
              <p:grpSpPr bwMode="auto">
                <a:xfrm>
                  <a:off x="737" y="3534"/>
                  <a:ext cx="49" cy="23"/>
                  <a:chOff x="737" y="3534"/>
                  <a:chExt cx="49" cy="23"/>
                </a:xfrm>
              </p:grpSpPr>
              <p:sp>
                <p:nvSpPr>
                  <p:cNvPr id="2001275" name="Freeform 1404"/>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6" name="Freeform 1405"/>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7" name="Freeform 1406"/>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78" name="Group 1407"/>
                <p:cNvGrpSpPr>
                  <a:grpSpLocks/>
                </p:cNvGrpSpPr>
                <p:nvPr/>
              </p:nvGrpSpPr>
              <p:grpSpPr bwMode="auto">
                <a:xfrm>
                  <a:off x="748" y="3547"/>
                  <a:ext cx="50" cy="23"/>
                  <a:chOff x="748" y="3547"/>
                  <a:chExt cx="50" cy="23"/>
                </a:xfrm>
              </p:grpSpPr>
              <p:sp>
                <p:nvSpPr>
                  <p:cNvPr id="2001279" name="Freeform 1408"/>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0" name="Freeform 1409"/>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1" name="Freeform 1410"/>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282" name="Freeform 1411"/>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3" name="Freeform 1412"/>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4" name="Freeform 1413"/>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5" name="Freeform 1414"/>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286" name="Group 1415"/>
                <p:cNvGrpSpPr>
                  <a:grpSpLocks/>
                </p:cNvGrpSpPr>
                <p:nvPr/>
              </p:nvGrpSpPr>
              <p:grpSpPr bwMode="auto">
                <a:xfrm>
                  <a:off x="872" y="3547"/>
                  <a:ext cx="50" cy="23"/>
                  <a:chOff x="872" y="3547"/>
                  <a:chExt cx="50" cy="23"/>
                </a:xfrm>
              </p:grpSpPr>
              <p:sp>
                <p:nvSpPr>
                  <p:cNvPr id="2001287" name="Freeform 1416"/>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8" name="Freeform 1417"/>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9" name="Freeform 1418"/>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90" name="Group 1419"/>
                <p:cNvGrpSpPr>
                  <a:grpSpLocks/>
                </p:cNvGrpSpPr>
                <p:nvPr/>
              </p:nvGrpSpPr>
              <p:grpSpPr bwMode="auto">
                <a:xfrm>
                  <a:off x="885" y="3559"/>
                  <a:ext cx="50" cy="23"/>
                  <a:chOff x="885" y="3559"/>
                  <a:chExt cx="50" cy="23"/>
                </a:xfrm>
              </p:grpSpPr>
              <p:sp>
                <p:nvSpPr>
                  <p:cNvPr id="2001291" name="Freeform 1420"/>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92" name="Freeform 1421"/>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93" name="Freeform 1422"/>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94" name="Group 1423"/>
                <p:cNvGrpSpPr>
                  <a:grpSpLocks/>
                </p:cNvGrpSpPr>
                <p:nvPr/>
              </p:nvGrpSpPr>
              <p:grpSpPr bwMode="auto">
                <a:xfrm>
                  <a:off x="898" y="3571"/>
                  <a:ext cx="49" cy="23"/>
                  <a:chOff x="898" y="3571"/>
                  <a:chExt cx="49" cy="23"/>
                </a:xfrm>
              </p:grpSpPr>
              <p:sp>
                <p:nvSpPr>
                  <p:cNvPr id="2001295" name="Freeform 1424"/>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96" name="Freeform 1425"/>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97" name="Freeform 1426"/>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98" name="Group 1427"/>
                <p:cNvGrpSpPr>
                  <a:grpSpLocks/>
                </p:cNvGrpSpPr>
                <p:nvPr/>
              </p:nvGrpSpPr>
              <p:grpSpPr bwMode="auto">
                <a:xfrm>
                  <a:off x="911" y="3585"/>
                  <a:ext cx="49" cy="23"/>
                  <a:chOff x="911" y="3585"/>
                  <a:chExt cx="49" cy="23"/>
                </a:xfrm>
              </p:grpSpPr>
              <p:sp>
                <p:nvSpPr>
                  <p:cNvPr id="2001299" name="Freeform 1428"/>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0" name="Freeform 1429"/>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1" name="Freeform 1430"/>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02" name="Group 1431"/>
                <p:cNvGrpSpPr>
                  <a:grpSpLocks/>
                </p:cNvGrpSpPr>
                <p:nvPr/>
              </p:nvGrpSpPr>
              <p:grpSpPr bwMode="auto">
                <a:xfrm>
                  <a:off x="923" y="3600"/>
                  <a:ext cx="99" cy="73"/>
                  <a:chOff x="923" y="3600"/>
                  <a:chExt cx="99" cy="73"/>
                </a:xfrm>
              </p:grpSpPr>
              <p:grpSp>
                <p:nvGrpSpPr>
                  <p:cNvPr id="2001303" name="Group 1432"/>
                  <p:cNvGrpSpPr>
                    <a:grpSpLocks/>
                  </p:cNvGrpSpPr>
                  <p:nvPr/>
                </p:nvGrpSpPr>
                <p:grpSpPr bwMode="auto">
                  <a:xfrm>
                    <a:off x="923" y="3600"/>
                    <a:ext cx="49" cy="23"/>
                    <a:chOff x="923" y="3600"/>
                    <a:chExt cx="49" cy="23"/>
                  </a:xfrm>
                </p:grpSpPr>
                <p:sp>
                  <p:nvSpPr>
                    <p:cNvPr id="2001304" name="Freeform 1433"/>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5" name="Freeform 1434"/>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6" name="Freeform 1435"/>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07" name="Group 1436"/>
                  <p:cNvGrpSpPr>
                    <a:grpSpLocks/>
                  </p:cNvGrpSpPr>
                  <p:nvPr/>
                </p:nvGrpSpPr>
                <p:grpSpPr bwMode="auto">
                  <a:xfrm>
                    <a:off x="935" y="3612"/>
                    <a:ext cx="48" cy="23"/>
                    <a:chOff x="935" y="3612"/>
                    <a:chExt cx="48" cy="23"/>
                  </a:xfrm>
                </p:grpSpPr>
                <p:sp>
                  <p:nvSpPr>
                    <p:cNvPr id="2001308" name="Freeform 1437"/>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9" name="Freeform 1438"/>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0" name="Freeform 1439"/>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11" name="Group 1440"/>
                  <p:cNvGrpSpPr>
                    <a:grpSpLocks/>
                  </p:cNvGrpSpPr>
                  <p:nvPr/>
                </p:nvGrpSpPr>
                <p:grpSpPr bwMode="auto">
                  <a:xfrm>
                    <a:off x="947" y="3625"/>
                    <a:ext cx="50" cy="22"/>
                    <a:chOff x="947" y="3625"/>
                    <a:chExt cx="50" cy="22"/>
                  </a:xfrm>
                </p:grpSpPr>
                <p:sp>
                  <p:nvSpPr>
                    <p:cNvPr id="2001312" name="Freeform 1441"/>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3" name="Freeform 1442"/>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4" name="Freeform 1443"/>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15" name="Group 1444"/>
                  <p:cNvGrpSpPr>
                    <a:grpSpLocks/>
                  </p:cNvGrpSpPr>
                  <p:nvPr/>
                </p:nvGrpSpPr>
                <p:grpSpPr bwMode="auto">
                  <a:xfrm>
                    <a:off x="960" y="3637"/>
                    <a:ext cx="50" cy="23"/>
                    <a:chOff x="960" y="3637"/>
                    <a:chExt cx="50" cy="23"/>
                  </a:xfrm>
                </p:grpSpPr>
                <p:sp>
                  <p:nvSpPr>
                    <p:cNvPr id="2001316" name="Freeform 1445"/>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7" name="Freeform 1446"/>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8" name="Freeform 1447"/>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19" name="Group 1448"/>
                  <p:cNvGrpSpPr>
                    <a:grpSpLocks/>
                  </p:cNvGrpSpPr>
                  <p:nvPr/>
                </p:nvGrpSpPr>
                <p:grpSpPr bwMode="auto">
                  <a:xfrm>
                    <a:off x="973" y="3650"/>
                    <a:ext cx="49" cy="23"/>
                    <a:chOff x="973" y="3650"/>
                    <a:chExt cx="49" cy="23"/>
                  </a:xfrm>
                </p:grpSpPr>
                <p:sp>
                  <p:nvSpPr>
                    <p:cNvPr id="2001320" name="Freeform 1449"/>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21" name="Freeform 1450"/>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22" name="Freeform 1451"/>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323" name="Group 1452"/>
                <p:cNvGrpSpPr>
                  <a:grpSpLocks/>
                </p:cNvGrpSpPr>
                <p:nvPr/>
              </p:nvGrpSpPr>
              <p:grpSpPr bwMode="auto">
                <a:xfrm>
                  <a:off x="985" y="3665"/>
                  <a:ext cx="100" cy="73"/>
                  <a:chOff x="985" y="3665"/>
                  <a:chExt cx="100" cy="73"/>
                </a:xfrm>
              </p:grpSpPr>
              <p:grpSp>
                <p:nvGrpSpPr>
                  <p:cNvPr id="2001324" name="Group 1453"/>
                  <p:cNvGrpSpPr>
                    <a:grpSpLocks/>
                  </p:cNvGrpSpPr>
                  <p:nvPr/>
                </p:nvGrpSpPr>
                <p:grpSpPr bwMode="auto">
                  <a:xfrm>
                    <a:off x="985" y="3665"/>
                    <a:ext cx="50" cy="23"/>
                    <a:chOff x="985" y="3665"/>
                    <a:chExt cx="50" cy="23"/>
                  </a:xfrm>
                </p:grpSpPr>
                <p:sp>
                  <p:nvSpPr>
                    <p:cNvPr id="2001325" name="Freeform 1454"/>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26" name="Freeform 1455"/>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27" name="Freeform 1456"/>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28" name="Group 1457"/>
                  <p:cNvGrpSpPr>
                    <a:grpSpLocks/>
                  </p:cNvGrpSpPr>
                  <p:nvPr/>
                </p:nvGrpSpPr>
                <p:grpSpPr bwMode="auto">
                  <a:xfrm>
                    <a:off x="997" y="3677"/>
                    <a:ext cx="49" cy="23"/>
                    <a:chOff x="997" y="3677"/>
                    <a:chExt cx="49" cy="23"/>
                  </a:xfrm>
                </p:grpSpPr>
                <p:sp>
                  <p:nvSpPr>
                    <p:cNvPr id="2001329" name="Freeform 1458"/>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0" name="Freeform 1459"/>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1" name="Freeform 1460"/>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32" name="Group 1461"/>
                  <p:cNvGrpSpPr>
                    <a:grpSpLocks/>
                  </p:cNvGrpSpPr>
                  <p:nvPr/>
                </p:nvGrpSpPr>
                <p:grpSpPr bwMode="auto">
                  <a:xfrm>
                    <a:off x="1010" y="3690"/>
                    <a:ext cx="48" cy="23"/>
                    <a:chOff x="1010" y="3690"/>
                    <a:chExt cx="48" cy="23"/>
                  </a:xfrm>
                </p:grpSpPr>
                <p:sp>
                  <p:nvSpPr>
                    <p:cNvPr id="2001333" name="Freeform 1462"/>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4" name="Freeform 1463"/>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5" name="Freeform 1464"/>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36" name="Group 1465"/>
                  <p:cNvGrpSpPr>
                    <a:grpSpLocks/>
                  </p:cNvGrpSpPr>
                  <p:nvPr/>
                </p:nvGrpSpPr>
                <p:grpSpPr bwMode="auto">
                  <a:xfrm>
                    <a:off x="1023" y="3703"/>
                    <a:ext cx="49" cy="22"/>
                    <a:chOff x="1023" y="3703"/>
                    <a:chExt cx="49" cy="22"/>
                  </a:xfrm>
                </p:grpSpPr>
                <p:sp>
                  <p:nvSpPr>
                    <p:cNvPr id="2001337" name="Freeform 1466"/>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8" name="Freeform 1467"/>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9" name="Freeform 1468"/>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40" name="Group 1469"/>
                  <p:cNvGrpSpPr>
                    <a:grpSpLocks/>
                  </p:cNvGrpSpPr>
                  <p:nvPr/>
                </p:nvGrpSpPr>
                <p:grpSpPr bwMode="auto">
                  <a:xfrm>
                    <a:off x="1036" y="3716"/>
                    <a:ext cx="49" cy="22"/>
                    <a:chOff x="1036" y="3716"/>
                    <a:chExt cx="49" cy="22"/>
                  </a:xfrm>
                </p:grpSpPr>
                <p:sp>
                  <p:nvSpPr>
                    <p:cNvPr id="2001341" name="Freeform 1470"/>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42" name="Freeform 1471"/>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43" name="Freeform 1472"/>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344" name="Group 1473"/>
                <p:cNvGrpSpPr>
                  <a:grpSpLocks/>
                </p:cNvGrpSpPr>
                <p:nvPr/>
              </p:nvGrpSpPr>
              <p:grpSpPr bwMode="auto">
                <a:xfrm>
                  <a:off x="1046" y="3727"/>
                  <a:ext cx="49" cy="23"/>
                  <a:chOff x="1046" y="3727"/>
                  <a:chExt cx="49" cy="23"/>
                </a:xfrm>
              </p:grpSpPr>
              <p:sp>
                <p:nvSpPr>
                  <p:cNvPr id="2001345" name="Freeform 1474"/>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46" name="Freeform 1475"/>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47" name="Freeform 1476"/>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48" name="Group 1477"/>
                <p:cNvGrpSpPr>
                  <a:grpSpLocks/>
                </p:cNvGrpSpPr>
                <p:nvPr/>
              </p:nvGrpSpPr>
              <p:grpSpPr bwMode="auto">
                <a:xfrm>
                  <a:off x="1058" y="3739"/>
                  <a:ext cx="50" cy="23"/>
                  <a:chOff x="1058" y="3739"/>
                  <a:chExt cx="50" cy="23"/>
                </a:xfrm>
              </p:grpSpPr>
              <p:sp>
                <p:nvSpPr>
                  <p:cNvPr id="2001349" name="Freeform 1478"/>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0" name="Freeform 1479"/>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1" name="Freeform 1480"/>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52" name="Group 1481"/>
                <p:cNvGrpSpPr>
                  <a:grpSpLocks/>
                </p:cNvGrpSpPr>
                <p:nvPr/>
              </p:nvGrpSpPr>
              <p:grpSpPr bwMode="auto">
                <a:xfrm>
                  <a:off x="1072" y="3753"/>
                  <a:ext cx="48" cy="22"/>
                  <a:chOff x="1072" y="3753"/>
                  <a:chExt cx="48" cy="22"/>
                </a:xfrm>
              </p:grpSpPr>
              <p:sp>
                <p:nvSpPr>
                  <p:cNvPr id="2001353" name="Freeform 1482"/>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4" name="Freeform 1483"/>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5" name="Freeform 1484"/>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356" name="Freeform 1485"/>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7" name="Freeform 1486"/>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8" name="Freeform 1487"/>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359" name="Group 1488"/>
                <p:cNvGrpSpPr>
                  <a:grpSpLocks/>
                </p:cNvGrpSpPr>
                <p:nvPr/>
              </p:nvGrpSpPr>
              <p:grpSpPr bwMode="auto">
                <a:xfrm>
                  <a:off x="832" y="3547"/>
                  <a:ext cx="49" cy="23"/>
                  <a:chOff x="832" y="3547"/>
                  <a:chExt cx="49" cy="23"/>
                </a:xfrm>
              </p:grpSpPr>
              <p:sp>
                <p:nvSpPr>
                  <p:cNvPr id="2001360" name="Freeform 1489"/>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1" name="Freeform 1490"/>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2" name="Freeform 1491"/>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63" name="Group 1492"/>
                <p:cNvGrpSpPr>
                  <a:grpSpLocks/>
                </p:cNvGrpSpPr>
                <p:nvPr/>
              </p:nvGrpSpPr>
              <p:grpSpPr bwMode="auto">
                <a:xfrm>
                  <a:off x="844" y="3560"/>
                  <a:ext cx="49" cy="22"/>
                  <a:chOff x="844" y="3560"/>
                  <a:chExt cx="49" cy="22"/>
                </a:xfrm>
              </p:grpSpPr>
              <p:sp>
                <p:nvSpPr>
                  <p:cNvPr id="2001364" name="Freeform 1493"/>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5" name="Freeform 1494"/>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6" name="Freeform 1495"/>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67" name="Group 1496"/>
                <p:cNvGrpSpPr>
                  <a:grpSpLocks/>
                </p:cNvGrpSpPr>
                <p:nvPr/>
              </p:nvGrpSpPr>
              <p:grpSpPr bwMode="auto">
                <a:xfrm>
                  <a:off x="857" y="3572"/>
                  <a:ext cx="50" cy="23"/>
                  <a:chOff x="857" y="3572"/>
                  <a:chExt cx="50" cy="23"/>
                </a:xfrm>
              </p:grpSpPr>
              <p:sp>
                <p:nvSpPr>
                  <p:cNvPr id="2001368" name="Freeform 1497"/>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9" name="Freeform 1498"/>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0" name="Freeform 1499"/>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71" name="Group 1500"/>
                <p:cNvGrpSpPr>
                  <a:grpSpLocks/>
                </p:cNvGrpSpPr>
                <p:nvPr/>
              </p:nvGrpSpPr>
              <p:grpSpPr bwMode="auto">
                <a:xfrm>
                  <a:off x="870" y="3585"/>
                  <a:ext cx="48" cy="23"/>
                  <a:chOff x="870" y="3585"/>
                  <a:chExt cx="48" cy="23"/>
                </a:xfrm>
              </p:grpSpPr>
              <p:sp>
                <p:nvSpPr>
                  <p:cNvPr id="2001372" name="Freeform 1501"/>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3" name="Freeform 1502"/>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4" name="Freeform 1503"/>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75" name="Group 1504"/>
                <p:cNvGrpSpPr>
                  <a:grpSpLocks/>
                </p:cNvGrpSpPr>
                <p:nvPr/>
              </p:nvGrpSpPr>
              <p:grpSpPr bwMode="auto">
                <a:xfrm>
                  <a:off x="882" y="3600"/>
                  <a:ext cx="100" cy="73"/>
                  <a:chOff x="882" y="3600"/>
                  <a:chExt cx="100" cy="73"/>
                </a:xfrm>
              </p:grpSpPr>
              <p:grpSp>
                <p:nvGrpSpPr>
                  <p:cNvPr id="2001376" name="Group 1505"/>
                  <p:cNvGrpSpPr>
                    <a:grpSpLocks/>
                  </p:cNvGrpSpPr>
                  <p:nvPr/>
                </p:nvGrpSpPr>
                <p:grpSpPr bwMode="auto">
                  <a:xfrm>
                    <a:off x="882" y="3600"/>
                    <a:ext cx="49" cy="23"/>
                    <a:chOff x="882" y="3600"/>
                    <a:chExt cx="49" cy="23"/>
                  </a:xfrm>
                </p:grpSpPr>
                <p:sp>
                  <p:nvSpPr>
                    <p:cNvPr id="2001377" name="Freeform 1506"/>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8" name="Freeform 1507"/>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9" name="Freeform 1508"/>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80" name="Group 1509"/>
                  <p:cNvGrpSpPr>
                    <a:grpSpLocks/>
                  </p:cNvGrpSpPr>
                  <p:nvPr/>
                </p:nvGrpSpPr>
                <p:grpSpPr bwMode="auto">
                  <a:xfrm>
                    <a:off x="894" y="3612"/>
                    <a:ext cx="49" cy="23"/>
                    <a:chOff x="894" y="3612"/>
                    <a:chExt cx="49" cy="23"/>
                  </a:xfrm>
                </p:grpSpPr>
                <p:sp>
                  <p:nvSpPr>
                    <p:cNvPr id="2001381" name="Freeform 1510"/>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82" name="Freeform 1511"/>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83" name="Freeform 1512"/>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84" name="Group 1513"/>
                  <p:cNvGrpSpPr>
                    <a:grpSpLocks/>
                  </p:cNvGrpSpPr>
                  <p:nvPr/>
                </p:nvGrpSpPr>
                <p:grpSpPr bwMode="auto">
                  <a:xfrm>
                    <a:off x="907" y="3625"/>
                    <a:ext cx="49" cy="23"/>
                    <a:chOff x="907" y="3625"/>
                    <a:chExt cx="49" cy="23"/>
                  </a:xfrm>
                </p:grpSpPr>
                <p:sp>
                  <p:nvSpPr>
                    <p:cNvPr id="2001385" name="Freeform 1514"/>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86" name="Freeform 1515"/>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87" name="Freeform 1516"/>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88" name="Group 1517"/>
                  <p:cNvGrpSpPr>
                    <a:grpSpLocks/>
                  </p:cNvGrpSpPr>
                  <p:nvPr/>
                </p:nvGrpSpPr>
                <p:grpSpPr bwMode="auto">
                  <a:xfrm>
                    <a:off x="919" y="3638"/>
                    <a:ext cx="49" cy="22"/>
                    <a:chOff x="919" y="3638"/>
                    <a:chExt cx="49" cy="22"/>
                  </a:xfrm>
                </p:grpSpPr>
                <p:sp>
                  <p:nvSpPr>
                    <p:cNvPr id="2001389" name="Freeform 1518"/>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0" name="Freeform 1519"/>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1" name="Freeform 1520"/>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92" name="Group 1521"/>
                  <p:cNvGrpSpPr>
                    <a:grpSpLocks/>
                  </p:cNvGrpSpPr>
                  <p:nvPr/>
                </p:nvGrpSpPr>
                <p:grpSpPr bwMode="auto">
                  <a:xfrm>
                    <a:off x="932" y="3651"/>
                    <a:ext cx="50" cy="22"/>
                    <a:chOff x="932" y="3651"/>
                    <a:chExt cx="50" cy="22"/>
                  </a:xfrm>
                </p:grpSpPr>
                <p:sp>
                  <p:nvSpPr>
                    <p:cNvPr id="2001393" name="Freeform 1522"/>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4" name="Freeform 1523"/>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5" name="Freeform 1524"/>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396" name="Group 1525"/>
                <p:cNvGrpSpPr>
                  <a:grpSpLocks/>
                </p:cNvGrpSpPr>
                <p:nvPr/>
              </p:nvGrpSpPr>
              <p:grpSpPr bwMode="auto">
                <a:xfrm>
                  <a:off x="944" y="3665"/>
                  <a:ext cx="99" cy="74"/>
                  <a:chOff x="944" y="3665"/>
                  <a:chExt cx="99" cy="74"/>
                </a:xfrm>
              </p:grpSpPr>
              <p:grpSp>
                <p:nvGrpSpPr>
                  <p:cNvPr id="2001397" name="Group 1526"/>
                  <p:cNvGrpSpPr>
                    <a:grpSpLocks/>
                  </p:cNvGrpSpPr>
                  <p:nvPr/>
                </p:nvGrpSpPr>
                <p:grpSpPr bwMode="auto">
                  <a:xfrm>
                    <a:off x="944" y="3665"/>
                    <a:ext cx="49" cy="23"/>
                    <a:chOff x="944" y="3665"/>
                    <a:chExt cx="49" cy="23"/>
                  </a:xfrm>
                </p:grpSpPr>
                <p:sp>
                  <p:nvSpPr>
                    <p:cNvPr id="2001398" name="Freeform 1527"/>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9" name="Freeform 1528"/>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0" name="Freeform 1529"/>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01" name="Group 1530"/>
                  <p:cNvGrpSpPr>
                    <a:grpSpLocks/>
                  </p:cNvGrpSpPr>
                  <p:nvPr/>
                </p:nvGrpSpPr>
                <p:grpSpPr bwMode="auto">
                  <a:xfrm>
                    <a:off x="957" y="3678"/>
                    <a:ext cx="48" cy="23"/>
                    <a:chOff x="957" y="3678"/>
                    <a:chExt cx="48" cy="23"/>
                  </a:xfrm>
                </p:grpSpPr>
                <p:sp>
                  <p:nvSpPr>
                    <p:cNvPr id="2001402" name="Freeform 1531"/>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3" name="Freeform 1532"/>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4" name="Freeform 1533"/>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05" name="Group 1534"/>
                  <p:cNvGrpSpPr>
                    <a:grpSpLocks/>
                  </p:cNvGrpSpPr>
                  <p:nvPr/>
                </p:nvGrpSpPr>
                <p:grpSpPr bwMode="auto">
                  <a:xfrm>
                    <a:off x="969" y="3690"/>
                    <a:ext cx="49" cy="23"/>
                    <a:chOff x="969" y="3690"/>
                    <a:chExt cx="49" cy="23"/>
                  </a:xfrm>
                </p:grpSpPr>
                <p:sp>
                  <p:nvSpPr>
                    <p:cNvPr id="2001406" name="Freeform 1535"/>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7" name="Freeform 1536"/>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8" name="Freeform 1537"/>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09" name="Group 1538"/>
                  <p:cNvGrpSpPr>
                    <a:grpSpLocks/>
                  </p:cNvGrpSpPr>
                  <p:nvPr/>
                </p:nvGrpSpPr>
                <p:grpSpPr bwMode="auto">
                  <a:xfrm>
                    <a:off x="982" y="3703"/>
                    <a:ext cx="49" cy="23"/>
                    <a:chOff x="982" y="3703"/>
                    <a:chExt cx="49" cy="23"/>
                  </a:xfrm>
                </p:grpSpPr>
                <p:sp>
                  <p:nvSpPr>
                    <p:cNvPr id="2001410" name="Freeform 1539"/>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1" name="Freeform 1540"/>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2" name="Freeform 1541"/>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13" name="Group 1542"/>
                  <p:cNvGrpSpPr>
                    <a:grpSpLocks/>
                  </p:cNvGrpSpPr>
                  <p:nvPr/>
                </p:nvGrpSpPr>
                <p:grpSpPr bwMode="auto">
                  <a:xfrm>
                    <a:off x="995" y="3716"/>
                    <a:ext cx="48" cy="23"/>
                    <a:chOff x="995" y="3716"/>
                    <a:chExt cx="48" cy="23"/>
                  </a:xfrm>
                </p:grpSpPr>
                <p:sp>
                  <p:nvSpPr>
                    <p:cNvPr id="2001414" name="Freeform 1543"/>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5" name="Freeform 1544"/>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6" name="Freeform 1545"/>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417" name="Group 1546"/>
                <p:cNvGrpSpPr>
                  <a:grpSpLocks/>
                </p:cNvGrpSpPr>
                <p:nvPr/>
              </p:nvGrpSpPr>
              <p:grpSpPr bwMode="auto">
                <a:xfrm>
                  <a:off x="1005" y="3727"/>
                  <a:ext cx="49" cy="23"/>
                  <a:chOff x="1005" y="3727"/>
                  <a:chExt cx="49" cy="23"/>
                </a:xfrm>
              </p:grpSpPr>
              <p:sp>
                <p:nvSpPr>
                  <p:cNvPr id="2001418" name="Freeform 1547"/>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9" name="Freeform 1548"/>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0" name="Freeform 1549"/>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21" name="Group 1550"/>
                <p:cNvGrpSpPr>
                  <a:grpSpLocks/>
                </p:cNvGrpSpPr>
                <p:nvPr/>
              </p:nvGrpSpPr>
              <p:grpSpPr bwMode="auto">
                <a:xfrm>
                  <a:off x="1018" y="3740"/>
                  <a:ext cx="49" cy="22"/>
                  <a:chOff x="1018" y="3740"/>
                  <a:chExt cx="49" cy="22"/>
                </a:xfrm>
              </p:grpSpPr>
              <p:sp>
                <p:nvSpPr>
                  <p:cNvPr id="2001422" name="Freeform 1551"/>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3" name="Freeform 1552"/>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4" name="Freeform 1553"/>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25" name="Group 1554"/>
                <p:cNvGrpSpPr>
                  <a:grpSpLocks/>
                </p:cNvGrpSpPr>
                <p:nvPr/>
              </p:nvGrpSpPr>
              <p:grpSpPr bwMode="auto">
                <a:xfrm>
                  <a:off x="1030" y="3753"/>
                  <a:ext cx="49" cy="23"/>
                  <a:chOff x="1030" y="3753"/>
                  <a:chExt cx="49" cy="23"/>
                </a:xfrm>
              </p:grpSpPr>
              <p:sp>
                <p:nvSpPr>
                  <p:cNvPr id="2001426" name="Freeform 1555"/>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7" name="Freeform 1556"/>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8" name="Freeform 1557"/>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429" name="Freeform 1558"/>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0" name="Freeform 1559"/>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1" name="Freeform 1560"/>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432" name="Group 1561"/>
                <p:cNvGrpSpPr>
                  <a:grpSpLocks/>
                </p:cNvGrpSpPr>
                <p:nvPr/>
              </p:nvGrpSpPr>
              <p:grpSpPr bwMode="auto">
                <a:xfrm>
                  <a:off x="790" y="3547"/>
                  <a:ext cx="49" cy="23"/>
                  <a:chOff x="790" y="3547"/>
                  <a:chExt cx="49" cy="23"/>
                </a:xfrm>
              </p:grpSpPr>
              <p:sp>
                <p:nvSpPr>
                  <p:cNvPr id="2001433" name="Freeform 1562"/>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4" name="Freeform 1563"/>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5" name="Freeform 1564"/>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36" name="Group 1565"/>
                <p:cNvGrpSpPr>
                  <a:grpSpLocks/>
                </p:cNvGrpSpPr>
                <p:nvPr/>
              </p:nvGrpSpPr>
              <p:grpSpPr bwMode="auto">
                <a:xfrm>
                  <a:off x="803" y="3560"/>
                  <a:ext cx="49" cy="22"/>
                  <a:chOff x="803" y="3560"/>
                  <a:chExt cx="49" cy="22"/>
                </a:xfrm>
              </p:grpSpPr>
              <p:sp>
                <p:nvSpPr>
                  <p:cNvPr id="2001437" name="Freeform 1566"/>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8" name="Freeform 1567"/>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9" name="Freeform 1568"/>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40" name="Group 1569"/>
                <p:cNvGrpSpPr>
                  <a:grpSpLocks/>
                </p:cNvGrpSpPr>
                <p:nvPr/>
              </p:nvGrpSpPr>
              <p:grpSpPr bwMode="auto">
                <a:xfrm>
                  <a:off x="815" y="3572"/>
                  <a:ext cx="50" cy="23"/>
                  <a:chOff x="815" y="3572"/>
                  <a:chExt cx="50" cy="23"/>
                </a:xfrm>
              </p:grpSpPr>
              <p:sp>
                <p:nvSpPr>
                  <p:cNvPr id="2001441" name="Freeform 1570"/>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42" name="Freeform 1571"/>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43" name="Freeform 1572"/>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44" name="Group 1573"/>
                <p:cNvGrpSpPr>
                  <a:grpSpLocks/>
                </p:cNvGrpSpPr>
                <p:nvPr/>
              </p:nvGrpSpPr>
              <p:grpSpPr bwMode="auto">
                <a:xfrm>
                  <a:off x="828" y="3585"/>
                  <a:ext cx="49" cy="23"/>
                  <a:chOff x="828" y="3585"/>
                  <a:chExt cx="49" cy="23"/>
                </a:xfrm>
              </p:grpSpPr>
              <p:sp>
                <p:nvSpPr>
                  <p:cNvPr id="2001445" name="Freeform 1574"/>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46" name="Freeform 1575"/>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47" name="Freeform 1576"/>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48" name="Group 1577"/>
                <p:cNvGrpSpPr>
                  <a:grpSpLocks/>
                </p:cNvGrpSpPr>
                <p:nvPr/>
              </p:nvGrpSpPr>
              <p:grpSpPr bwMode="auto">
                <a:xfrm>
                  <a:off x="840" y="3600"/>
                  <a:ext cx="100" cy="73"/>
                  <a:chOff x="840" y="3600"/>
                  <a:chExt cx="100" cy="73"/>
                </a:xfrm>
              </p:grpSpPr>
              <p:grpSp>
                <p:nvGrpSpPr>
                  <p:cNvPr id="2001449" name="Group 1578"/>
                  <p:cNvGrpSpPr>
                    <a:grpSpLocks/>
                  </p:cNvGrpSpPr>
                  <p:nvPr/>
                </p:nvGrpSpPr>
                <p:grpSpPr bwMode="auto">
                  <a:xfrm>
                    <a:off x="840" y="3600"/>
                    <a:ext cx="49" cy="23"/>
                    <a:chOff x="840" y="3600"/>
                    <a:chExt cx="49" cy="23"/>
                  </a:xfrm>
                </p:grpSpPr>
                <p:sp>
                  <p:nvSpPr>
                    <p:cNvPr id="2001450" name="Freeform 1579"/>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1" name="Freeform 1580"/>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2" name="Freeform 1581"/>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53" name="Group 1582"/>
                  <p:cNvGrpSpPr>
                    <a:grpSpLocks/>
                  </p:cNvGrpSpPr>
                  <p:nvPr/>
                </p:nvGrpSpPr>
                <p:grpSpPr bwMode="auto">
                  <a:xfrm>
                    <a:off x="853" y="3612"/>
                    <a:ext cx="48" cy="23"/>
                    <a:chOff x="853" y="3612"/>
                    <a:chExt cx="48" cy="23"/>
                  </a:xfrm>
                </p:grpSpPr>
                <p:sp>
                  <p:nvSpPr>
                    <p:cNvPr id="2001454" name="Freeform 1583"/>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5" name="Freeform 1584"/>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6" name="Freeform 1585"/>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57" name="Group 1586"/>
                  <p:cNvGrpSpPr>
                    <a:grpSpLocks/>
                  </p:cNvGrpSpPr>
                  <p:nvPr/>
                </p:nvGrpSpPr>
                <p:grpSpPr bwMode="auto">
                  <a:xfrm>
                    <a:off x="865" y="3625"/>
                    <a:ext cx="49" cy="23"/>
                    <a:chOff x="865" y="3625"/>
                    <a:chExt cx="49" cy="23"/>
                  </a:xfrm>
                </p:grpSpPr>
                <p:sp>
                  <p:nvSpPr>
                    <p:cNvPr id="2001458" name="Freeform 1587"/>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9" name="Freeform 1588"/>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0" name="Freeform 1589"/>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61" name="Group 1590"/>
                  <p:cNvGrpSpPr>
                    <a:grpSpLocks/>
                  </p:cNvGrpSpPr>
                  <p:nvPr/>
                </p:nvGrpSpPr>
                <p:grpSpPr bwMode="auto">
                  <a:xfrm>
                    <a:off x="878" y="3638"/>
                    <a:ext cx="49" cy="22"/>
                    <a:chOff x="878" y="3638"/>
                    <a:chExt cx="49" cy="22"/>
                  </a:xfrm>
                </p:grpSpPr>
                <p:sp>
                  <p:nvSpPr>
                    <p:cNvPr id="2001462" name="Freeform 1591"/>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3" name="Freeform 1592"/>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4" name="Freeform 1593"/>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65" name="Group 1594"/>
                  <p:cNvGrpSpPr>
                    <a:grpSpLocks/>
                  </p:cNvGrpSpPr>
                  <p:nvPr/>
                </p:nvGrpSpPr>
                <p:grpSpPr bwMode="auto">
                  <a:xfrm>
                    <a:off x="890" y="3651"/>
                    <a:ext cx="50" cy="22"/>
                    <a:chOff x="890" y="3651"/>
                    <a:chExt cx="50" cy="22"/>
                  </a:xfrm>
                </p:grpSpPr>
                <p:sp>
                  <p:nvSpPr>
                    <p:cNvPr id="2001466" name="Freeform 1595"/>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7" name="Freeform 1596"/>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8" name="Freeform 1597"/>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469" name="Group 1598"/>
                <p:cNvGrpSpPr>
                  <a:grpSpLocks/>
                </p:cNvGrpSpPr>
                <p:nvPr/>
              </p:nvGrpSpPr>
              <p:grpSpPr bwMode="auto">
                <a:xfrm>
                  <a:off x="903" y="3665"/>
                  <a:ext cx="99" cy="74"/>
                  <a:chOff x="903" y="3665"/>
                  <a:chExt cx="99" cy="74"/>
                </a:xfrm>
              </p:grpSpPr>
              <p:grpSp>
                <p:nvGrpSpPr>
                  <p:cNvPr id="2001470" name="Group 1599"/>
                  <p:cNvGrpSpPr>
                    <a:grpSpLocks/>
                  </p:cNvGrpSpPr>
                  <p:nvPr/>
                </p:nvGrpSpPr>
                <p:grpSpPr bwMode="auto">
                  <a:xfrm>
                    <a:off x="903" y="3665"/>
                    <a:ext cx="49" cy="23"/>
                    <a:chOff x="903" y="3665"/>
                    <a:chExt cx="49" cy="23"/>
                  </a:xfrm>
                </p:grpSpPr>
                <p:sp>
                  <p:nvSpPr>
                    <p:cNvPr id="2001471" name="Freeform 1600"/>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72" name="Freeform 1601"/>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73" name="Freeform 1602"/>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74" name="Group 1603"/>
                  <p:cNvGrpSpPr>
                    <a:grpSpLocks/>
                  </p:cNvGrpSpPr>
                  <p:nvPr/>
                </p:nvGrpSpPr>
                <p:grpSpPr bwMode="auto">
                  <a:xfrm>
                    <a:off x="914" y="3678"/>
                    <a:ext cx="49" cy="23"/>
                    <a:chOff x="914" y="3678"/>
                    <a:chExt cx="49" cy="23"/>
                  </a:xfrm>
                </p:grpSpPr>
                <p:sp>
                  <p:nvSpPr>
                    <p:cNvPr id="2001475" name="Freeform 1604"/>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76" name="Freeform 1605"/>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77" name="Freeform 1606"/>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78" name="Group 1607"/>
                  <p:cNvGrpSpPr>
                    <a:grpSpLocks/>
                  </p:cNvGrpSpPr>
                  <p:nvPr/>
                </p:nvGrpSpPr>
                <p:grpSpPr bwMode="auto">
                  <a:xfrm>
                    <a:off x="928" y="3690"/>
                    <a:ext cx="48" cy="23"/>
                    <a:chOff x="928" y="3690"/>
                    <a:chExt cx="48" cy="23"/>
                  </a:xfrm>
                </p:grpSpPr>
                <p:sp>
                  <p:nvSpPr>
                    <p:cNvPr id="2001479" name="Freeform 1608"/>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0" name="Freeform 1609"/>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1" name="Freeform 1610"/>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82" name="Group 1611"/>
                  <p:cNvGrpSpPr>
                    <a:grpSpLocks/>
                  </p:cNvGrpSpPr>
                  <p:nvPr/>
                </p:nvGrpSpPr>
                <p:grpSpPr bwMode="auto">
                  <a:xfrm>
                    <a:off x="940" y="3703"/>
                    <a:ext cx="49" cy="23"/>
                    <a:chOff x="940" y="3703"/>
                    <a:chExt cx="49" cy="23"/>
                  </a:xfrm>
                </p:grpSpPr>
                <p:sp>
                  <p:nvSpPr>
                    <p:cNvPr id="2001483" name="Freeform 1612"/>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4" name="Freeform 1613"/>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5" name="Freeform 1614"/>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86" name="Group 1615"/>
                  <p:cNvGrpSpPr>
                    <a:grpSpLocks/>
                  </p:cNvGrpSpPr>
                  <p:nvPr/>
                </p:nvGrpSpPr>
                <p:grpSpPr bwMode="auto">
                  <a:xfrm>
                    <a:off x="953" y="3716"/>
                    <a:ext cx="49" cy="23"/>
                    <a:chOff x="953" y="3716"/>
                    <a:chExt cx="49" cy="23"/>
                  </a:xfrm>
                </p:grpSpPr>
                <p:sp>
                  <p:nvSpPr>
                    <p:cNvPr id="2001487" name="Freeform 1616"/>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8" name="Freeform 1617"/>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9" name="Freeform 1618"/>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490" name="Group 1619"/>
                <p:cNvGrpSpPr>
                  <a:grpSpLocks/>
                </p:cNvGrpSpPr>
                <p:nvPr/>
              </p:nvGrpSpPr>
              <p:grpSpPr bwMode="auto">
                <a:xfrm>
                  <a:off x="963" y="3727"/>
                  <a:ext cx="49" cy="23"/>
                  <a:chOff x="963" y="3727"/>
                  <a:chExt cx="49" cy="23"/>
                </a:xfrm>
              </p:grpSpPr>
              <p:sp>
                <p:nvSpPr>
                  <p:cNvPr id="2001491" name="Freeform 1620"/>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92" name="Freeform 1621"/>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93" name="Freeform 1622"/>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94" name="Group 1623"/>
                <p:cNvGrpSpPr>
                  <a:grpSpLocks/>
                </p:cNvGrpSpPr>
                <p:nvPr/>
              </p:nvGrpSpPr>
              <p:grpSpPr bwMode="auto">
                <a:xfrm>
                  <a:off x="976" y="3740"/>
                  <a:ext cx="50" cy="22"/>
                  <a:chOff x="976" y="3740"/>
                  <a:chExt cx="50" cy="22"/>
                </a:xfrm>
              </p:grpSpPr>
              <p:sp>
                <p:nvSpPr>
                  <p:cNvPr id="2001495" name="Freeform 1624"/>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96" name="Freeform 1625"/>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97" name="Freeform 1626"/>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98" name="Group 1627"/>
                <p:cNvGrpSpPr>
                  <a:grpSpLocks/>
                </p:cNvGrpSpPr>
                <p:nvPr/>
              </p:nvGrpSpPr>
              <p:grpSpPr bwMode="auto">
                <a:xfrm>
                  <a:off x="761" y="3560"/>
                  <a:ext cx="50" cy="22"/>
                  <a:chOff x="761" y="3560"/>
                  <a:chExt cx="50" cy="22"/>
                </a:xfrm>
              </p:grpSpPr>
              <p:sp>
                <p:nvSpPr>
                  <p:cNvPr id="2001499" name="Freeform 1628"/>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0" name="Freeform 1629"/>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1" name="Freeform 1630"/>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02" name="Group 1631"/>
                <p:cNvGrpSpPr>
                  <a:grpSpLocks/>
                </p:cNvGrpSpPr>
                <p:nvPr/>
              </p:nvGrpSpPr>
              <p:grpSpPr bwMode="auto">
                <a:xfrm>
                  <a:off x="774" y="3572"/>
                  <a:ext cx="49" cy="23"/>
                  <a:chOff x="774" y="3572"/>
                  <a:chExt cx="49" cy="23"/>
                </a:xfrm>
              </p:grpSpPr>
              <p:sp>
                <p:nvSpPr>
                  <p:cNvPr id="2001503" name="Freeform 1632"/>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4" name="Freeform 1633"/>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5" name="Freeform 1634"/>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06" name="Group 1635"/>
                <p:cNvGrpSpPr>
                  <a:grpSpLocks/>
                </p:cNvGrpSpPr>
                <p:nvPr/>
              </p:nvGrpSpPr>
              <p:grpSpPr bwMode="auto">
                <a:xfrm>
                  <a:off x="787" y="3585"/>
                  <a:ext cx="49" cy="23"/>
                  <a:chOff x="787" y="3585"/>
                  <a:chExt cx="49" cy="23"/>
                </a:xfrm>
              </p:grpSpPr>
              <p:sp>
                <p:nvSpPr>
                  <p:cNvPr id="2001507" name="Freeform 1636"/>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8" name="Freeform 1637"/>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9" name="Freeform 1638"/>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10" name="Group 1639"/>
                <p:cNvGrpSpPr>
                  <a:grpSpLocks/>
                </p:cNvGrpSpPr>
                <p:nvPr/>
              </p:nvGrpSpPr>
              <p:grpSpPr bwMode="auto">
                <a:xfrm>
                  <a:off x="799" y="3600"/>
                  <a:ext cx="99" cy="73"/>
                  <a:chOff x="799" y="3600"/>
                  <a:chExt cx="99" cy="73"/>
                </a:xfrm>
              </p:grpSpPr>
              <p:grpSp>
                <p:nvGrpSpPr>
                  <p:cNvPr id="2001511" name="Group 1640"/>
                  <p:cNvGrpSpPr>
                    <a:grpSpLocks/>
                  </p:cNvGrpSpPr>
                  <p:nvPr/>
                </p:nvGrpSpPr>
                <p:grpSpPr bwMode="auto">
                  <a:xfrm>
                    <a:off x="799" y="3600"/>
                    <a:ext cx="48" cy="23"/>
                    <a:chOff x="799" y="3600"/>
                    <a:chExt cx="48" cy="23"/>
                  </a:xfrm>
                </p:grpSpPr>
                <p:sp>
                  <p:nvSpPr>
                    <p:cNvPr id="2001512" name="Freeform 1641"/>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13" name="Freeform 1642"/>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14" name="Freeform 1643"/>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15" name="Group 1644"/>
                  <p:cNvGrpSpPr>
                    <a:grpSpLocks/>
                  </p:cNvGrpSpPr>
                  <p:nvPr/>
                </p:nvGrpSpPr>
                <p:grpSpPr bwMode="auto">
                  <a:xfrm>
                    <a:off x="811" y="3612"/>
                    <a:ext cx="48" cy="23"/>
                    <a:chOff x="811" y="3612"/>
                    <a:chExt cx="48" cy="23"/>
                  </a:xfrm>
                </p:grpSpPr>
                <p:sp>
                  <p:nvSpPr>
                    <p:cNvPr id="2001516" name="Freeform 1645"/>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17" name="Freeform 1646"/>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18" name="Freeform 1647"/>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19" name="Group 1648"/>
                  <p:cNvGrpSpPr>
                    <a:grpSpLocks/>
                  </p:cNvGrpSpPr>
                  <p:nvPr/>
                </p:nvGrpSpPr>
                <p:grpSpPr bwMode="auto">
                  <a:xfrm>
                    <a:off x="823" y="3625"/>
                    <a:ext cx="49" cy="23"/>
                    <a:chOff x="823" y="3625"/>
                    <a:chExt cx="49" cy="23"/>
                  </a:xfrm>
                </p:grpSpPr>
                <p:sp>
                  <p:nvSpPr>
                    <p:cNvPr id="2001520" name="Freeform 1649"/>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1" name="Freeform 1650"/>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2" name="Freeform 1651"/>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23" name="Group 1652"/>
                  <p:cNvGrpSpPr>
                    <a:grpSpLocks/>
                  </p:cNvGrpSpPr>
                  <p:nvPr/>
                </p:nvGrpSpPr>
                <p:grpSpPr bwMode="auto">
                  <a:xfrm>
                    <a:off x="836" y="3638"/>
                    <a:ext cx="50" cy="22"/>
                    <a:chOff x="836" y="3638"/>
                    <a:chExt cx="50" cy="22"/>
                  </a:xfrm>
                </p:grpSpPr>
                <p:sp>
                  <p:nvSpPr>
                    <p:cNvPr id="2001524" name="Freeform 1653"/>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5" name="Freeform 1654"/>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6" name="Freeform 1655"/>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27" name="Group 1656"/>
                  <p:cNvGrpSpPr>
                    <a:grpSpLocks/>
                  </p:cNvGrpSpPr>
                  <p:nvPr/>
                </p:nvGrpSpPr>
                <p:grpSpPr bwMode="auto">
                  <a:xfrm>
                    <a:off x="849" y="3651"/>
                    <a:ext cx="49" cy="22"/>
                    <a:chOff x="849" y="3651"/>
                    <a:chExt cx="49" cy="22"/>
                  </a:xfrm>
                </p:grpSpPr>
                <p:sp>
                  <p:nvSpPr>
                    <p:cNvPr id="2001528" name="Freeform 1657"/>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9" name="Freeform 1658"/>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0" name="Freeform 1659"/>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531" name="Group 1660"/>
                <p:cNvGrpSpPr>
                  <a:grpSpLocks/>
                </p:cNvGrpSpPr>
                <p:nvPr/>
              </p:nvGrpSpPr>
              <p:grpSpPr bwMode="auto">
                <a:xfrm>
                  <a:off x="861" y="3665"/>
                  <a:ext cx="99" cy="74"/>
                  <a:chOff x="861" y="3665"/>
                  <a:chExt cx="99" cy="74"/>
                </a:xfrm>
              </p:grpSpPr>
              <p:grpSp>
                <p:nvGrpSpPr>
                  <p:cNvPr id="2001532" name="Group 1661"/>
                  <p:cNvGrpSpPr>
                    <a:grpSpLocks/>
                  </p:cNvGrpSpPr>
                  <p:nvPr/>
                </p:nvGrpSpPr>
                <p:grpSpPr bwMode="auto">
                  <a:xfrm>
                    <a:off x="861" y="3665"/>
                    <a:ext cx="50" cy="23"/>
                    <a:chOff x="861" y="3665"/>
                    <a:chExt cx="50" cy="23"/>
                  </a:xfrm>
                </p:grpSpPr>
                <p:sp>
                  <p:nvSpPr>
                    <p:cNvPr id="2001533" name="Freeform 1662"/>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4" name="Freeform 1663"/>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5" name="Freeform 1664"/>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36" name="Group 1665"/>
                  <p:cNvGrpSpPr>
                    <a:grpSpLocks/>
                  </p:cNvGrpSpPr>
                  <p:nvPr/>
                </p:nvGrpSpPr>
                <p:grpSpPr bwMode="auto">
                  <a:xfrm>
                    <a:off x="873" y="3678"/>
                    <a:ext cx="49" cy="23"/>
                    <a:chOff x="873" y="3678"/>
                    <a:chExt cx="49" cy="23"/>
                  </a:xfrm>
                </p:grpSpPr>
                <p:sp>
                  <p:nvSpPr>
                    <p:cNvPr id="2001537" name="Freeform 1666"/>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8" name="Freeform 1667"/>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9" name="Freeform 1668"/>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40" name="Group 1669"/>
                  <p:cNvGrpSpPr>
                    <a:grpSpLocks/>
                  </p:cNvGrpSpPr>
                  <p:nvPr/>
                </p:nvGrpSpPr>
                <p:grpSpPr bwMode="auto">
                  <a:xfrm>
                    <a:off x="886" y="3690"/>
                    <a:ext cx="49" cy="23"/>
                    <a:chOff x="886" y="3690"/>
                    <a:chExt cx="49" cy="23"/>
                  </a:xfrm>
                </p:grpSpPr>
                <p:sp>
                  <p:nvSpPr>
                    <p:cNvPr id="2001541" name="Freeform 1670"/>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42" name="Freeform 1671"/>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43" name="Freeform 1672"/>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44" name="Group 1673"/>
                  <p:cNvGrpSpPr>
                    <a:grpSpLocks/>
                  </p:cNvGrpSpPr>
                  <p:nvPr/>
                </p:nvGrpSpPr>
                <p:grpSpPr bwMode="auto">
                  <a:xfrm>
                    <a:off x="899" y="3703"/>
                    <a:ext cx="48" cy="23"/>
                    <a:chOff x="899" y="3703"/>
                    <a:chExt cx="48" cy="23"/>
                  </a:xfrm>
                </p:grpSpPr>
                <p:sp>
                  <p:nvSpPr>
                    <p:cNvPr id="2001545" name="Freeform 1674"/>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46" name="Freeform 1675"/>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47" name="Freeform 1676"/>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48" name="Group 1677"/>
                  <p:cNvGrpSpPr>
                    <a:grpSpLocks/>
                  </p:cNvGrpSpPr>
                  <p:nvPr/>
                </p:nvGrpSpPr>
                <p:grpSpPr bwMode="auto">
                  <a:xfrm>
                    <a:off x="912" y="3716"/>
                    <a:ext cx="48" cy="23"/>
                    <a:chOff x="912" y="3716"/>
                    <a:chExt cx="48" cy="23"/>
                  </a:xfrm>
                </p:grpSpPr>
                <p:sp>
                  <p:nvSpPr>
                    <p:cNvPr id="2001549" name="Freeform 1678"/>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0" name="Freeform 1679"/>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1" name="Freeform 1680"/>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552" name="Group 1681"/>
                <p:cNvGrpSpPr>
                  <a:grpSpLocks/>
                </p:cNvGrpSpPr>
                <p:nvPr/>
              </p:nvGrpSpPr>
              <p:grpSpPr bwMode="auto">
                <a:xfrm>
                  <a:off x="922" y="3727"/>
                  <a:ext cx="49" cy="23"/>
                  <a:chOff x="922" y="3727"/>
                  <a:chExt cx="49" cy="23"/>
                </a:xfrm>
              </p:grpSpPr>
              <p:sp>
                <p:nvSpPr>
                  <p:cNvPr id="2001553" name="Freeform 1682"/>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4" name="Freeform 1683"/>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5" name="Freeform 1684"/>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56" name="Group 1685"/>
                <p:cNvGrpSpPr>
                  <a:grpSpLocks/>
                </p:cNvGrpSpPr>
                <p:nvPr/>
              </p:nvGrpSpPr>
              <p:grpSpPr bwMode="auto">
                <a:xfrm>
                  <a:off x="895" y="3526"/>
                  <a:ext cx="44" cy="23"/>
                  <a:chOff x="895" y="3526"/>
                  <a:chExt cx="44" cy="23"/>
                </a:xfrm>
              </p:grpSpPr>
              <p:sp>
                <p:nvSpPr>
                  <p:cNvPr id="2001557" name="Freeform 1686"/>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8" name="Freeform 1687"/>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9" name="Freeform 1688"/>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60" name="Group 1689"/>
                <p:cNvGrpSpPr>
                  <a:grpSpLocks/>
                </p:cNvGrpSpPr>
                <p:nvPr/>
              </p:nvGrpSpPr>
              <p:grpSpPr bwMode="auto">
                <a:xfrm>
                  <a:off x="907" y="3540"/>
                  <a:ext cx="45" cy="22"/>
                  <a:chOff x="907" y="3540"/>
                  <a:chExt cx="45" cy="22"/>
                </a:xfrm>
              </p:grpSpPr>
              <p:sp>
                <p:nvSpPr>
                  <p:cNvPr id="2001561" name="Freeform 1690"/>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62" name="Freeform 1691"/>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63" name="Freeform 1692"/>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64" name="Group 1693"/>
                <p:cNvGrpSpPr>
                  <a:grpSpLocks/>
                </p:cNvGrpSpPr>
                <p:nvPr/>
              </p:nvGrpSpPr>
              <p:grpSpPr bwMode="auto">
                <a:xfrm>
                  <a:off x="920" y="3553"/>
                  <a:ext cx="45" cy="23"/>
                  <a:chOff x="920" y="3553"/>
                  <a:chExt cx="45" cy="23"/>
                </a:xfrm>
              </p:grpSpPr>
              <p:sp>
                <p:nvSpPr>
                  <p:cNvPr id="2001565" name="Freeform 1694"/>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66" name="Freeform 1695"/>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67" name="Freeform 1696"/>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68" name="Group 1697"/>
                <p:cNvGrpSpPr>
                  <a:grpSpLocks/>
                </p:cNvGrpSpPr>
                <p:nvPr/>
              </p:nvGrpSpPr>
              <p:grpSpPr bwMode="auto">
                <a:xfrm>
                  <a:off x="934" y="3566"/>
                  <a:ext cx="44" cy="23"/>
                  <a:chOff x="934" y="3566"/>
                  <a:chExt cx="44" cy="23"/>
                </a:xfrm>
              </p:grpSpPr>
              <p:sp>
                <p:nvSpPr>
                  <p:cNvPr id="2001569" name="Freeform 1698"/>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0" name="Freeform 1699"/>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1" name="Freeform 1700"/>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72" name="Group 1701"/>
                <p:cNvGrpSpPr>
                  <a:grpSpLocks/>
                </p:cNvGrpSpPr>
                <p:nvPr/>
              </p:nvGrpSpPr>
              <p:grpSpPr bwMode="auto">
                <a:xfrm>
                  <a:off x="949" y="3579"/>
                  <a:ext cx="83" cy="63"/>
                  <a:chOff x="949" y="3579"/>
                  <a:chExt cx="83" cy="63"/>
                </a:xfrm>
              </p:grpSpPr>
              <p:grpSp>
                <p:nvGrpSpPr>
                  <p:cNvPr id="2001573" name="Group 1702"/>
                  <p:cNvGrpSpPr>
                    <a:grpSpLocks/>
                  </p:cNvGrpSpPr>
                  <p:nvPr/>
                </p:nvGrpSpPr>
                <p:grpSpPr bwMode="auto">
                  <a:xfrm>
                    <a:off x="949" y="3579"/>
                    <a:ext cx="44" cy="23"/>
                    <a:chOff x="949" y="3579"/>
                    <a:chExt cx="44" cy="23"/>
                  </a:xfrm>
                </p:grpSpPr>
                <p:sp>
                  <p:nvSpPr>
                    <p:cNvPr id="2001574" name="Freeform 1703"/>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5" name="Freeform 1704"/>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6" name="Freeform 1705"/>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77" name="Group 1706"/>
                  <p:cNvGrpSpPr>
                    <a:grpSpLocks/>
                  </p:cNvGrpSpPr>
                  <p:nvPr/>
                </p:nvGrpSpPr>
                <p:grpSpPr bwMode="auto">
                  <a:xfrm>
                    <a:off x="961" y="3592"/>
                    <a:ext cx="45" cy="23"/>
                    <a:chOff x="961" y="3592"/>
                    <a:chExt cx="45" cy="23"/>
                  </a:xfrm>
                </p:grpSpPr>
                <p:sp>
                  <p:nvSpPr>
                    <p:cNvPr id="2001578" name="Freeform 1707"/>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9" name="Freeform 1708"/>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0" name="Freeform 1709"/>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81" name="Group 1710"/>
                  <p:cNvGrpSpPr>
                    <a:grpSpLocks/>
                  </p:cNvGrpSpPr>
                  <p:nvPr/>
                </p:nvGrpSpPr>
                <p:grpSpPr bwMode="auto">
                  <a:xfrm>
                    <a:off x="974" y="3606"/>
                    <a:ext cx="44" cy="23"/>
                    <a:chOff x="974" y="3606"/>
                    <a:chExt cx="44" cy="23"/>
                  </a:xfrm>
                </p:grpSpPr>
                <p:sp>
                  <p:nvSpPr>
                    <p:cNvPr id="2001582" name="Freeform 1711"/>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3" name="Freeform 1712"/>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4" name="Freeform 1713"/>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85" name="Group 1714"/>
                  <p:cNvGrpSpPr>
                    <a:grpSpLocks/>
                  </p:cNvGrpSpPr>
                  <p:nvPr/>
                </p:nvGrpSpPr>
                <p:grpSpPr bwMode="auto">
                  <a:xfrm>
                    <a:off x="987" y="3619"/>
                    <a:ext cx="45" cy="23"/>
                    <a:chOff x="987" y="3619"/>
                    <a:chExt cx="45" cy="23"/>
                  </a:xfrm>
                </p:grpSpPr>
                <p:sp>
                  <p:nvSpPr>
                    <p:cNvPr id="2001586" name="Freeform 1715"/>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7" name="Freeform 1716"/>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8" name="Freeform 1717"/>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589" name="Group 1718"/>
                <p:cNvGrpSpPr>
                  <a:grpSpLocks/>
                </p:cNvGrpSpPr>
                <p:nvPr/>
              </p:nvGrpSpPr>
              <p:grpSpPr bwMode="auto">
                <a:xfrm>
                  <a:off x="1002" y="3632"/>
                  <a:ext cx="83" cy="63"/>
                  <a:chOff x="1002" y="3632"/>
                  <a:chExt cx="83" cy="63"/>
                </a:xfrm>
              </p:grpSpPr>
              <p:grpSp>
                <p:nvGrpSpPr>
                  <p:cNvPr id="2001590" name="Group 1719"/>
                  <p:cNvGrpSpPr>
                    <a:grpSpLocks/>
                  </p:cNvGrpSpPr>
                  <p:nvPr/>
                </p:nvGrpSpPr>
                <p:grpSpPr bwMode="auto">
                  <a:xfrm>
                    <a:off x="1002" y="3632"/>
                    <a:ext cx="44" cy="22"/>
                    <a:chOff x="1002" y="3632"/>
                    <a:chExt cx="44" cy="22"/>
                  </a:xfrm>
                </p:grpSpPr>
                <p:sp>
                  <p:nvSpPr>
                    <p:cNvPr id="2001591" name="Freeform 1720"/>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92" name="Freeform 1721"/>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93" name="Freeform 1722"/>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94" name="Group 1723"/>
                  <p:cNvGrpSpPr>
                    <a:grpSpLocks/>
                  </p:cNvGrpSpPr>
                  <p:nvPr/>
                </p:nvGrpSpPr>
                <p:grpSpPr bwMode="auto">
                  <a:xfrm>
                    <a:off x="1014" y="3645"/>
                    <a:ext cx="44" cy="23"/>
                    <a:chOff x="1014" y="3645"/>
                    <a:chExt cx="44" cy="23"/>
                  </a:xfrm>
                </p:grpSpPr>
                <p:sp>
                  <p:nvSpPr>
                    <p:cNvPr id="2001595" name="Freeform 1724"/>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96" name="Freeform 1725"/>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97" name="Freeform 1726"/>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98" name="Group 1727"/>
                  <p:cNvGrpSpPr>
                    <a:grpSpLocks/>
                  </p:cNvGrpSpPr>
                  <p:nvPr/>
                </p:nvGrpSpPr>
                <p:grpSpPr bwMode="auto">
                  <a:xfrm>
                    <a:off x="1027" y="3659"/>
                    <a:ext cx="45" cy="23"/>
                    <a:chOff x="1027" y="3659"/>
                    <a:chExt cx="45" cy="23"/>
                  </a:xfrm>
                </p:grpSpPr>
                <p:sp>
                  <p:nvSpPr>
                    <p:cNvPr id="2001599" name="Freeform 1728"/>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0" name="Freeform 1729"/>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1" name="Freeform 1730"/>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02" name="Group 1731"/>
                  <p:cNvGrpSpPr>
                    <a:grpSpLocks/>
                  </p:cNvGrpSpPr>
                  <p:nvPr/>
                </p:nvGrpSpPr>
                <p:grpSpPr bwMode="auto">
                  <a:xfrm>
                    <a:off x="1040" y="3672"/>
                    <a:ext cx="45" cy="23"/>
                    <a:chOff x="1040" y="3672"/>
                    <a:chExt cx="45" cy="23"/>
                  </a:xfrm>
                </p:grpSpPr>
                <p:sp>
                  <p:nvSpPr>
                    <p:cNvPr id="2001603" name="Freeform 1732"/>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4" name="Freeform 1733"/>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5" name="Freeform 1734"/>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606" name="Group 1735"/>
                <p:cNvGrpSpPr>
                  <a:grpSpLocks/>
                </p:cNvGrpSpPr>
                <p:nvPr/>
              </p:nvGrpSpPr>
              <p:grpSpPr bwMode="auto">
                <a:xfrm>
                  <a:off x="1054" y="3685"/>
                  <a:ext cx="45" cy="23"/>
                  <a:chOff x="1054" y="3685"/>
                  <a:chExt cx="45" cy="23"/>
                </a:xfrm>
              </p:grpSpPr>
              <p:sp>
                <p:nvSpPr>
                  <p:cNvPr id="2001607" name="Freeform 1736"/>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8" name="Freeform 1737"/>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9" name="Freeform 1738"/>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10" name="Group 1739"/>
                <p:cNvGrpSpPr>
                  <a:grpSpLocks/>
                </p:cNvGrpSpPr>
                <p:nvPr/>
              </p:nvGrpSpPr>
              <p:grpSpPr bwMode="auto">
                <a:xfrm>
                  <a:off x="1067" y="3698"/>
                  <a:ext cx="45" cy="23"/>
                  <a:chOff x="1067" y="3698"/>
                  <a:chExt cx="45" cy="23"/>
                </a:xfrm>
              </p:grpSpPr>
              <p:sp>
                <p:nvSpPr>
                  <p:cNvPr id="2001611" name="Freeform 1740"/>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12" name="Freeform 1741"/>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13" name="Freeform 1742"/>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14" name="Group 1743"/>
                <p:cNvGrpSpPr>
                  <a:grpSpLocks/>
                </p:cNvGrpSpPr>
                <p:nvPr/>
              </p:nvGrpSpPr>
              <p:grpSpPr bwMode="auto">
                <a:xfrm>
                  <a:off x="1079" y="3712"/>
                  <a:ext cx="44" cy="23"/>
                  <a:chOff x="1079" y="3712"/>
                  <a:chExt cx="44" cy="23"/>
                </a:xfrm>
              </p:grpSpPr>
              <p:sp>
                <p:nvSpPr>
                  <p:cNvPr id="2001615" name="Freeform 1744"/>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16" name="Freeform 1745"/>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17" name="Freeform 1746"/>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18" name="Group 1747"/>
                <p:cNvGrpSpPr>
                  <a:grpSpLocks/>
                </p:cNvGrpSpPr>
                <p:nvPr/>
              </p:nvGrpSpPr>
              <p:grpSpPr bwMode="auto">
                <a:xfrm>
                  <a:off x="1093" y="3725"/>
                  <a:ext cx="45" cy="23"/>
                  <a:chOff x="1093" y="3725"/>
                  <a:chExt cx="45" cy="23"/>
                </a:xfrm>
              </p:grpSpPr>
              <p:sp>
                <p:nvSpPr>
                  <p:cNvPr id="2001619" name="Freeform 1748"/>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0" name="Freeform 1749"/>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1" name="Freeform 1750"/>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22" name="Group 1751"/>
                <p:cNvGrpSpPr>
                  <a:grpSpLocks/>
                </p:cNvGrpSpPr>
                <p:nvPr/>
              </p:nvGrpSpPr>
              <p:grpSpPr bwMode="auto">
                <a:xfrm>
                  <a:off x="1108" y="3739"/>
                  <a:ext cx="44" cy="23"/>
                  <a:chOff x="1108" y="3739"/>
                  <a:chExt cx="44" cy="23"/>
                </a:xfrm>
              </p:grpSpPr>
              <p:sp>
                <p:nvSpPr>
                  <p:cNvPr id="2001623" name="Freeform 1752"/>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4" name="Freeform 1753"/>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5" name="Freeform 1754"/>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26" name="Group 1755"/>
                <p:cNvGrpSpPr>
                  <a:grpSpLocks/>
                </p:cNvGrpSpPr>
                <p:nvPr/>
              </p:nvGrpSpPr>
              <p:grpSpPr bwMode="auto">
                <a:xfrm>
                  <a:off x="1121" y="3753"/>
                  <a:ext cx="45" cy="23"/>
                  <a:chOff x="1121" y="3753"/>
                  <a:chExt cx="45" cy="23"/>
                </a:xfrm>
              </p:grpSpPr>
              <p:sp>
                <p:nvSpPr>
                  <p:cNvPr id="2001627" name="Freeform 1756"/>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8" name="Freeform 1757"/>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9" name="Freeform 1758"/>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30" name="Group 1759"/>
                <p:cNvGrpSpPr>
                  <a:grpSpLocks/>
                </p:cNvGrpSpPr>
                <p:nvPr/>
              </p:nvGrpSpPr>
              <p:grpSpPr bwMode="auto">
                <a:xfrm>
                  <a:off x="1133" y="3767"/>
                  <a:ext cx="44" cy="23"/>
                  <a:chOff x="1133" y="3767"/>
                  <a:chExt cx="44" cy="23"/>
                </a:xfrm>
              </p:grpSpPr>
              <p:sp>
                <p:nvSpPr>
                  <p:cNvPr id="2001631" name="Freeform 1760"/>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2" name="Freeform 1761"/>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3" name="Freeform 1762"/>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634" name="Freeform 1763"/>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5" name="Freeform 1764"/>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6" name="Freeform 1765"/>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7" name="Freeform 1766"/>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8" name="Freeform 1767"/>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9" name="Freeform 1768"/>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0" name="Freeform 1769"/>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1" name="Freeform 1770"/>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2" name="Freeform 1771"/>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3" name="Freeform 1772"/>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4" name="Freeform 1773"/>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645" name="Group 1774"/>
                <p:cNvGrpSpPr>
                  <a:grpSpLocks/>
                </p:cNvGrpSpPr>
                <p:nvPr/>
              </p:nvGrpSpPr>
              <p:grpSpPr bwMode="auto">
                <a:xfrm>
                  <a:off x="700" y="3535"/>
                  <a:ext cx="49" cy="24"/>
                  <a:chOff x="700" y="3535"/>
                  <a:chExt cx="49" cy="24"/>
                </a:xfrm>
              </p:grpSpPr>
              <p:sp>
                <p:nvSpPr>
                  <p:cNvPr id="2001646" name="Freeform 1775"/>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7" name="Freeform 1776"/>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8" name="Freeform 1777"/>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49" name="Group 1778"/>
                <p:cNvGrpSpPr>
                  <a:grpSpLocks/>
                </p:cNvGrpSpPr>
                <p:nvPr/>
              </p:nvGrpSpPr>
              <p:grpSpPr bwMode="auto">
                <a:xfrm>
                  <a:off x="714" y="3551"/>
                  <a:ext cx="49" cy="22"/>
                  <a:chOff x="714" y="3551"/>
                  <a:chExt cx="49" cy="22"/>
                </a:xfrm>
              </p:grpSpPr>
              <p:sp>
                <p:nvSpPr>
                  <p:cNvPr id="2001650" name="Freeform 1779"/>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1" name="Freeform 1780"/>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2" name="Freeform 1781"/>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53" name="Group 1782"/>
                <p:cNvGrpSpPr>
                  <a:grpSpLocks/>
                </p:cNvGrpSpPr>
                <p:nvPr/>
              </p:nvGrpSpPr>
              <p:grpSpPr bwMode="auto">
                <a:xfrm>
                  <a:off x="728" y="3564"/>
                  <a:ext cx="48" cy="23"/>
                  <a:chOff x="728" y="3564"/>
                  <a:chExt cx="48" cy="23"/>
                </a:xfrm>
              </p:grpSpPr>
              <p:sp>
                <p:nvSpPr>
                  <p:cNvPr id="2001654" name="Freeform 1783"/>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5" name="Freeform 1784"/>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6" name="Freeform 1785"/>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57" name="Group 1786"/>
                <p:cNvGrpSpPr>
                  <a:grpSpLocks/>
                </p:cNvGrpSpPr>
                <p:nvPr/>
              </p:nvGrpSpPr>
              <p:grpSpPr bwMode="auto">
                <a:xfrm>
                  <a:off x="742" y="3582"/>
                  <a:ext cx="49" cy="23"/>
                  <a:chOff x="742" y="3582"/>
                  <a:chExt cx="49" cy="23"/>
                </a:xfrm>
              </p:grpSpPr>
              <p:sp>
                <p:nvSpPr>
                  <p:cNvPr id="2001658" name="Freeform 1787"/>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9" name="Freeform 1788"/>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0" name="Freeform 1789"/>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61" name="Group 1790"/>
                <p:cNvGrpSpPr>
                  <a:grpSpLocks/>
                </p:cNvGrpSpPr>
                <p:nvPr/>
              </p:nvGrpSpPr>
              <p:grpSpPr bwMode="auto">
                <a:xfrm>
                  <a:off x="752" y="3597"/>
                  <a:ext cx="133" cy="106"/>
                  <a:chOff x="752" y="3597"/>
                  <a:chExt cx="133" cy="106"/>
                </a:xfrm>
              </p:grpSpPr>
              <p:sp>
                <p:nvSpPr>
                  <p:cNvPr id="2001662" name="Freeform 1791"/>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3" name="Freeform 1792"/>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4" name="Freeform 1793"/>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65" name="Group 1794"/>
                <p:cNvGrpSpPr>
                  <a:grpSpLocks/>
                </p:cNvGrpSpPr>
                <p:nvPr/>
              </p:nvGrpSpPr>
              <p:grpSpPr bwMode="auto">
                <a:xfrm>
                  <a:off x="844" y="3694"/>
                  <a:ext cx="48" cy="23"/>
                  <a:chOff x="844" y="3694"/>
                  <a:chExt cx="48" cy="23"/>
                </a:xfrm>
              </p:grpSpPr>
              <p:sp>
                <p:nvSpPr>
                  <p:cNvPr id="2001666" name="Freeform 1795"/>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7" name="Freeform 1796"/>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8" name="Freeform 1797"/>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69" name="Group 1798"/>
                <p:cNvGrpSpPr>
                  <a:grpSpLocks/>
                </p:cNvGrpSpPr>
                <p:nvPr/>
              </p:nvGrpSpPr>
              <p:grpSpPr bwMode="auto">
                <a:xfrm>
                  <a:off x="857" y="3710"/>
                  <a:ext cx="49" cy="22"/>
                  <a:chOff x="857" y="3710"/>
                  <a:chExt cx="49" cy="22"/>
                </a:xfrm>
              </p:grpSpPr>
              <p:sp>
                <p:nvSpPr>
                  <p:cNvPr id="2001670" name="Freeform 1799"/>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1" name="Freeform 1800"/>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2" name="Freeform 1801"/>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73" name="Group 1802"/>
                <p:cNvGrpSpPr>
                  <a:grpSpLocks/>
                </p:cNvGrpSpPr>
                <p:nvPr/>
              </p:nvGrpSpPr>
              <p:grpSpPr bwMode="auto">
                <a:xfrm>
                  <a:off x="1086" y="3766"/>
                  <a:ext cx="49" cy="23"/>
                  <a:chOff x="1086" y="3766"/>
                  <a:chExt cx="49" cy="23"/>
                </a:xfrm>
              </p:grpSpPr>
              <p:sp>
                <p:nvSpPr>
                  <p:cNvPr id="2001674" name="Freeform 1803"/>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5" name="Freeform 1804"/>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6" name="Freeform 1805"/>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77" name="Group 1806"/>
                <p:cNvGrpSpPr>
                  <a:grpSpLocks/>
                </p:cNvGrpSpPr>
                <p:nvPr/>
              </p:nvGrpSpPr>
              <p:grpSpPr bwMode="auto">
                <a:xfrm>
                  <a:off x="934" y="3740"/>
                  <a:ext cx="48" cy="23"/>
                  <a:chOff x="934" y="3740"/>
                  <a:chExt cx="48" cy="23"/>
                </a:xfrm>
              </p:grpSpPr>
              <p:sp>
                <p:nvSpPr>
                  <p:cNvPr id="2001678" name="Freeform 1807"/>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9" name="Freeform 1808"/>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0" name="Freeform 1809"/>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81" name="Group 1810"/>
                <p:cNvGrpSpPr>
                  <a:grpSpLocks/>
                </p:cNvGrpSpPr>
                <p:nvPr/>
              </p:nvGrpSpPr>
              <p:grpSpPr bwMode="auto">
                <a:xfrm>
                  <a:off x="943" y="3754"/>
                  <a:ext cx="49" cy="23"/>
                  <a:chOff x="943" y="3754"/>
                  <a:chExt cx="49" cy="23"/>
                </a:xfrm>
              </p:grpSpPr>
              <p:sp>
                <p:nvSpPr>
                  <p:cNvPr id="2001682" name="Freeform 1811"/>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3" name="Freeform 1812"/>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4" name="Freeform 1813"/>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685" name="Freeform 1814"/>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6" name="Freeform 1815"/>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7" name="Freeform 1816"/>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88" name="Group 1817"/>
              <p:cNvGrpSpPr>
                <a:grpSpLocks/>
              </p:cNvGrpSpPr>
              <p:nvPr/>
            </p:nvGrpSpPr>
            <p:grpSpPr bwMode="auto">
              <a:xfrm>
                <a:off x="920" y="3821"/>
                <a:ext cx="413" cy="50"/>
                <a:chOff x="920" y="3821"/>
                <a:chExt cx="413" cy="50"/>
              </a:xfrm>
            </p:grpSpPr>
            <p:sp>
              <p:nvSpPr>
                <p:cNvPr id="2001689" name="Freeform 1818"/>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690" name="Freeform 1819"/>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91" name="Rectangle 1820"/>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92" name="Rectangle 1821"/>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1693" name="Group 1822"/>
              <p:cNvGrpSpPr>
                <a:grpSpLocks/>
              </p:cNvGrpSpPr>
              <p:nvPr/>
            </p:nvGrpSpPr>
            <p:grpSpPr bwMode="auto">
              <a:xfrm>
                <a:off x="1227" y="3477"/>
                <a:ext cx="508" cy="321"/>
                <a:chOff x="1227" y="3477"/>
                <a:chExt cx="508" cy="321"/>
              </a:xfrm>
            </p:grpSpPr>
            <p:sp>
              <p:nvSpPr>
                <p:cNvPr id="2001694" name="Freeform 1823"/>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695" name="Freeform 1824"/>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96" name="Freeform 1825"/>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697" name="Line 1826"/>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1698" name="Freeform 1827"/>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699" name="Freeform 1828"/>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0" name="Freeform 1829"/>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1" name="Freeform 1830"/>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2" name="Freeform 1831"/>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3" name="Freeform 1832"/>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4" name="Freeform 1833"/>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5" name="Freeform 1834"/>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6" name="Freeform 1835"/>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7" name="Freeform 1836"/>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8" name="Oval 1837"/>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09" name="Oval 1838"/>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10" name="Freeform 1839"/>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11" name="Oval 1840"/>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12" name="Oval 1841"/>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713" name="Group 1842"/>
            <p:cNvGrpSpPr>
              <a:grpSpLocks/>
            </p:cNvGrpSpPr>
            <p:nvPr/>
          </p:nvGrpSpPr>
          <p:grpSpPr bwMode="auto">
            <a:xfrm>
              <a:off x="1520297" y="5732463"/>
              <a:ext cx="720593" cy="546100"/>
              <a:chOff x="624" y="2968"/>
              <a:chExt cx="1331" cy="920"/>
            </a:xfrm>
          </p:grpSpPr>
          <p:sp>
            <p:nvSpPr>
              <p:cNvPr id="2001714" name="Freeform 1843"/>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15" name="Freeform 1844"/>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16" name="Freeform 1845"/>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17" name="Freeform 1846"/>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18" name="Freeform 1847"/>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19" name="Freeform 1848"/>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0" name="Freeform 1849"/>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1" name="Freeform 1850"/>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2" name="Freeform 1851"/>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3" name="Freeform 1852"/>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4" name="Freeform 1853"/>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5" name="Freeform 1854"/>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726" name="Group 1855"/>
              <p:cNvGrpSpPr>
                <a:grpSpLocks/>
              </p:cNvGrpSpPr>
              <p:nvPr/>
            </p:nvGrpSpPr>
            <p:grpSpPr bwMode="auto">
              <a:xfrm>
                <a:off x="700" y="3526"/>
                <a:ext cx="515" cy="270"/>
                <a:chOff x="700" y="3526"/>
                <a:chExt cx="515" cy="270"/>
              </a:xfrm>
            </p:grpSpPr>
            <p:grpSp>
              <p:nvGrpSpPr>
                <p:cNvPr id="2001727" name="Group 1856"/>
                <p:cNvGrpSpPr>
                  <a:grpSpLocks/>
                </p:cNvGrpSpPr>
                <p:nvPr/>
              </p:nvGrpSpPr>
              <p:grpSpPr bwMode="auto">
                <a:xfrm>
                  <a:off x="737" y="3534"/>
                  <a:ext cx="49" cy="23"/>
                  <a:chOff x="737" y="3534"/>
                  <a:chExt cx="49" cy="23"/>
                </a:xfrm>
              </p:grpSpPr>
              <p:sp>
                <p:nvSpPr>
                  <p:cNvPr id="2001728" name="Freeform 1857"/>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9" name="Freeform 1858"/>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0" name="Freeform 1859"/>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31" name="Group 1860"/>
                <p:cNvGrpSpPr>
                  <a:grpSpLocks/>
                </p:cNvGrpSpPr>
                <p:nvPr/>
              </p:nvGrpSpPr>
              <p:grpSpPr bwMode="auto">
                <a:xfrm>
                  <a:off x="748" y="3547"/>
                  <a:ext cx="50" cy="23"/>
                  <a:chOff x="748" y="3547"/>
                  <a:chExt cx="50" cy="23"/>
                </a:xfrm>
              </p:grpSpPr>
              <p:sp>
                <p:nvSpPr>
                  <p:cNvPr id="2001732" name="Freeform 1861"/>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3" name="Freeform 1862"/>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4" name="Freeform 1863"/>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735" name="Freeform 1864"/>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6" name="Freeform 1865"/>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7" name="Freeform 1866"/>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8" name="Freeform 1867"/>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739" name="Group 1868"/>
                <p:cNvGrpSpPr>
                  <a:grpSpLocks/>
                </p:cNvGrpSpPr>
                <p:nvPr/>
              </p:nvGrpSpPr>
              <p:grpSpPr bwMode="auto">
                <a:xfrm>
                  <a:off x="872" y="3547"/>
                  <a:ext cx="50" cy="23"/>
                  <a:chOff x="872" y="3547"/>
                  <a:chExt cx="50" cy="23"/>
                </a:xfrm>
              </p:grpSpPr>
              <p:sp>
                <p:nvSpPr>
                  <p:cNvPr id="2001740" name="Freeform 1869"/>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1" name="Freeform 1870"/>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2" name="Freeform 1871"/>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43" name="Group 1872"/>
                <p:cNvGrpSpPr>
                  <a:grpSpLocks/>
                </p:cNvGrpSpPr>
                <p:nvPr/>
              </p:nvGrpSpPr>
              <p:grpSpPr bwMode="auto">
                <a:xfrm>
                  <a:off x="885" y="3559"/>
                  <a:ext cx="50" cy="23"/>
                  <a:chOff x="885" y="3559"/>
                  <a:chExt cx="50" cy="23"/>
                </a:xfrm>
              </p:grpSpPr>
              <p:sp>
                <p:nvSpPr>
                  <p:cNvPr id="2001744" name="Freeform 1873"/>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5" name="Freeform 1874"/>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6" name="Freeform 1875"/>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47" name="Group 1876"/>
                <p:cNvGrpSpPr>
                  <a:grpSpLocks/>
                </p:cNvGrpSpPr>
                <p:nvPr/>
              </p:nvGrpSpPr>
              <p:grpSpPr bwMode="auto">
                <a:xfrm>
                  <a:off x="898" y="3571"/>
                  <a:ext cx="49" cy="23"/>
                  <a:chOff x="898" y="3571"/>
                  <a:chExt cx="49" cy="23"/>
                </a:xfrm>
              </p:grpSpPr>
              <p:sp>
                <p:nvSpPr>
                  <p:cNvPr id="2001748" name="Freeform 1877"/>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9" name="Freeform 1878"/>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0" name="Freeform 1879"/>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51" name="Group 1880"/>
                <p:cNvGrpSpPr>
                  <a:grpSpLocks/>
                </p:cNvGrpSpPr>
                <p:nvPr/>
              </p:nvGrpSpPr>
              <p:grpSpPr bwMode="auto">
                <a:xfrm>
                  <a:off x="911" y="3585"/>
                  <a:ext cx="49" cy="23"/>
                  <a:chOff x="911" y="3585"/>
                  <a:chExt cx="49" cy="23"/>
                </a:xfrm>
              </p:grpSpPr>
              <p:sp>
                <p:nvSpPr>
                  <p:cNvPr id="2001752" name="Freeform 1881"/>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3" name="Freeform 1882"/>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4" name="Freeform 1883"/>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55" name="Group 1884"/>
                <p:cNvGrpSpPr>
                  <a:grpSpLocks/>
                </p:cNvGrpSpPr>
                <p:nvPr/>
              </p:nvGrpSpPr>
              <p:grpSpPr bwMode="auto">
                <a:xfrm>
                  <a:off x="923" y="3600"/>
                  <a:ext cx="99" cy="73"/>
                  <a:chOff x="923" y="3600"/>
                  <a:chExt cx="99" cy="73"/>
                </a:xfrm>
              </p:grpSpPr>
              <p:grpSp>
                <p:nvGrpSpPr>
                  <p:cNvPr id="2001756" name="Group 1885"/>
                  <p:cNvGrpSpPr>
                    <a:grpSpLocks/>
                  </p:cNvGrpSpPr>
                  <p:nvPr/>
                </p:nvGrpSpPr>
                <p:grpSpPr bwMode="auto">
                  <a:xfrm>
                    <a:off x="923" y="3600"/>
                    <a:ext cx="49" cy="23"/>
                    <a:chOff x="923" y="3600"/>
                    <a:chExt cx="49" cy="23"/>
                  </a:xfrm>
                </p:grpSpPr>
                <p:sp>
                  <p:nvSpPr>
                    <p:cNvPr id="2001757" name="Freeform 1886"/>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8" name="Freeform 1887"/>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9" name="Freeform 1888"/>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60" name="Group 1889"/>
                  <p:cNvGrpSpPr>
                    <a:grpSpLocks/>
                  </p:cNvGrpSpPr>
                  <p:nvPr/>
                </p:nvGrpSpPr>
                <p:grpSpPr bwMode="auto">
                  <a:xfrm>
                    <a:off x="935" y="3612"/>
                    <a:ext cx="48" cy="23"/>
                    <a:chOff x="935" y="3612"/>
                    <a:chExt cx="48" cy="23"/>
                  </a:xfrm>
                </p:grpSpPr>
                <p:sp>
                  <p:nvSpPr>
                    <p:cNvPr id="2001761" name="Freeform 1890"/>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62" name="Freeform 1891"/>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63" name="Freeform 1892"/>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64" name="Group 1893"/>
                  <p:cNvGrpSpPr>
                    <a:grpSpLocks/>
                  </p:cNvGrpSpPr>
                  <p:nvPr/>
                </p:nvGrpSpPr>
                <p:grpSpPr bwMode="auto">
                  <a:xfrm>
                    <a:off x="947" y="3625"/>
                    <a:ext cx="50" cy="22"/>
                    <a:chOff x="947" y="3625"/>
                    <a:chExt cx="50" cy="22"/>
                  </a:xfrm>
                </p:grpSpPr>
                <p:sp>
                  <p:nvSpPr>
                    <p:cNvPr id="2001765" name="Freeform 1894"/>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66" name="Freeform 1895"/>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67" name="Freeform 1896"/>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68" name="Group 1897"/>
                  <p:cNvGrpSpPr>
                    <a:grpSpLocks/>
                  </p:cNvGrpSpPr>
                  <p:nvPr/>
                </p:nvGrpSpPr>
                <p:grpSpPr bwMode="auto">
                  <a:xfrm>
                    <a:off x="960" y="3637"/>
                    <a:ext cx="50" cy="23"/>
                    <a:chOff x="960" y="3637"/>
                    <a:chExt cx="50" cy="23"/>
                  </a:xfrm>
                </p:grpSpPr>
                <p:sp>
                  <p:nvSpPr>
                    <p:cNvPr id="2001769" name="Freeform 1898"/>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0" name="Freeform 1899"/>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1" name="Freeform 1900"/>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72" name="Group 1901"/>
                  <p:cNvGrpSpPr>
                    <a:grpSpLocks/>
                  </p:cNvGrpSpPr>
                  <p:nvPr/>
                </p:nvGrpSpPr>
                <p:grpSpPr bwMode="auto">
                  <a:xfrm>
                    <a:off x="973" y="3650"/>
                    <a:ext cx="49" cy="23"/>
                    <a:chOff x="973" y="3650"/>
                    <a:chExt cx="49" cy="23"/>
                  </a:xfrm>
                </p:grpSpPr>
                <p:sp>
                  <p:nvSpPr>
                    <p:cNvPr id="2001773" name="Freeform 1902"/>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4" name="Freeform 1903"/>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5" name="Freeform 1904"/>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776" name="Group 1905"/>
                <p:cNvGrpSpPr>
                  <a:grpSpLocks/>
                </p:cNvGrpSpPr>
                <p:nvPr/>
              </p:nvGrpSpPr>
              <p:grpSpPr bwMode="auto">
                <a:xfrm>
                  <a:off x="985" y="3665"/>
                  <a:ext cx="100" cy="73"/>
                  <a:chOff x="985" y="3665"/>
                  <a:chExt cx="100" cy="73"/>
                </a:xfrm>
              </p:grpSpPr>
              <p:grpSp>
                <p:nvGrpSpPr>
                  <p:cNvPr id="2001777" name="Group 1906"/>
                  <p:cNvGrpSpPr>
                    <a:grpSpLocks/>
                  </p:cNvGrpSpPr>
                  <p:nvPr/>
                </p:nvGrpSpPr>
                <p:grpSpPr bwMode="auto">
                  <a:xfrm>
                    <a:off x="985" y="3665"/>
                    <a:ext cx="50" cy="23"/>
                    <a:chOff x="985" y="3665"/>
                    <a:chExt cx="50" cy="23"/>
                  </a:xfrm>
                </p:grpSpPr>
                <p:sp>
                  <p:nvSpPr>
                    <p:cNvPr id="2001778" name="Freeform 1907"/>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9" name="Freeform 1908"/>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0" name="Freeform 1909"/>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81" name="Group 1910"/>
                  <p:cNvGrpSpPr>
                    <a:grpSpLocks/>
                  </p:cNvGrpSpPr>
                  <p:nvPr/>
                </p:nvGrpSpPr>
                <p:grpSpPr bwMode="auto">
                  <a:xfrm>
                    <a:off x="997" y="3677"/>
                    <a:ext cx="49" cy="23"/>
                    <a:chOff x="997" y="3677"/>
                    <a:chExt cx="49" cy="23"/>
                  </a:xfrm>
                </p:grpSpPr>
                <p:sp>
                  <p:nvSpPr>
                    <p:cNvPr id="2001782" name="Freeform 1911"/>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3" name="Freeform 1912"/>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4" name="Freeform 1913"/>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85" name="Group 1914"/>
                  <p:cNvGrpSpPr>
                    <a:grpSpLocks/>
                  </p:cNvGrpSpPr>
                  <p:nvPr/>
                </p:nvGrpSpPr>
                <p:grpSpPr bwMode="auto">
                  <a:xfrm>
                    <a:off x="1010" y="3690"/>
                    <a:ext cx="48" cy="23"/>
                    <a:chOff x="1010" y="3690"/>
                    <a:chExt cx="48" cy="23"/>
                  </a:xfrm>
                </p:grpSpPr>
                <p:sp>
                  <p:nvSpPr>
                    <p:cNvPr id="2001786" name="Freeform 1915"/>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7" name="Freeform 1916"/>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8" name="Freeform 1917"/>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89" name="Group 1918"/>
                  <p:cNvGrpSpPr>
                    <a:grpSpLocks/>
                  </p:cNvGrpSpPr>
                  <p:nvPr/>
                </p:nvGrpSpPr>
                <p:grpSpPr bwMode="auto">
                  <a:xfrm>
                    <a:off x="1023" y="3703"/>
                    <a:ext cx="49" cy="22"/>
                    <a:chOff x="1023" y="3703"/>
                    <a:chExt cx="49" cy="22"/>
                  </a:xfrm>
                </p:grpSpPr>
                <p:sp>
                  <p:nvSpPr>
                    <p:cNvPr id="2001790" name="Freeform 1919"/>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1" name="Freeform 1920"/>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2" name="Freeform 1921"/>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93" name="Group 1922"/>
                  <p:cNvGrpSpPr>
                    <a:grpSpLocks/>
                  </p:cNvGrpSpPr>
                  <p:nvPr/>
                </p:nvGrpSpPr>
                <p:grpSpPr bwMode="auto">
                  <a:xfrm>
                    <a:off x="1036" y="3716"/>
                    <a:ext cx="49" cy="22"/>
                    <a:chOff x="1036" y="3716"/>
                    <a:chExt cx="49" cy="22"/>
                  </a:xfrm>
                </p:grpSpPr>
                <p:sp>
                  <p:nvSpPr>
                    <p:cNvPr id="2001794" name="Freeform 1923"/>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5" name="Freeform 1924"/>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6" name="Freeform 1925"/>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797" name="Group 1926"/>
                <p:cNvGrpSpPr>
                  <a:grpSpLocks/>
                </p:cNvGrpSpPr>
                <p:nvPr/>
              </p:nvGrpSpPr>
              <p:grpSpPr bwMode="auto">
                <a:xfrm>
                  <a:off x="1046" y="3727"/>
                  <a:ext cx="49" cy="23"/>
                  <a:chOff x="1046" y="3727"/>
                  <a:chExt cx="49" cy="23"/>
                </a:xfrm>
              </p:grpSpPr>
              <p:sp>
                <p:nvSpPr>
                  <p:cNvPr id="2001798" name="Freeform 1927"/>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9" name="Freeform 1928"/>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0" name="Freeform 1929"/>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01" name="Group 1930"/>
                <p:cNvGrpSpPr>
                  <a:grpSpLocks/>
                </p:cNvGrpSpPr>
                <p:nvPr/>
              </p:nvGrpSpPr>
              <p:grpSpPr bwMode="auto">
                <a:xfrm>
                  <a:off x="1058" y="3739"/>
                  <a:ext cx="50" cy="23"/>
                  <a:chOff x="1058" y="3739"/>
                  <a:chExt cx="50" cy="23"/>
                </a:xfrm>
              </p:grpSpPr>
              <p:sp>
                <p:nvSpPr>
                  <p:cNvPr id="2001802" name="Freeform 1931"/>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3" name="Freeform 1932"/>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4" name="Freeform 1933"/>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05" name="Group 1934"/>
                <p:cNvGrpSpPr>
                  <a:grpSpLocks/>
                </p:cNvGrpSpPr>
                <p:nvPr/>
              </p:nvGrpSpPr>
              <p:grpSpPr bwMode="auto">
                <a:xfrm>
                  <a:off x="1072" y="3753"/>
                  <a:ext cx="48" cy="22"/>
                  <a:chOff x="1072" y="3753"/>
                  <a:chExt cx="48" cy="22"/>
                </a:xfrm>
              </p:grpSpPr>
              <p:sp>
                <p:nvSpPr>
                  <p:cNvPr id="2001806" name="Freeform 1935"/>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7" name="Freeform 1936"/>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8" name="Freeform 1937"/>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809" name="Freeform 1938"/>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0" name="Freeform 1939"/>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1" name="Freeform 1940"/>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812" name="Group 1941"/>
                <p:cNvGrpSpPr>
                  <a:grpSpLocks/>
                </p:cNvGrpSpPr>
                <p:nvPr/>
              </p:nvGrpSpPr>
              <p:grpSpPr bwMode="auto">
                <a:xfrm>
                  <a:off x="832" y="3547"/>
                  <a:ext cx="49" cy="23"/>
                  <a:chOff x="832" y="3547"/>
                  <a:chExt cx="49" cy="23"/>
                </a:xfrm>
              </p:grpSpPr>
              <p:sp>
                <p:nvSpPr>
                  <p:cNvPr id="2001813" name="Freeform 1942"/>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4" name="Freeform 1943"/>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5" name="Freeform 1944"/>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16" name="Group 1945"/>
                <p:cNvGrpSpPr>
                  <a:grpSpLocks/>
                </p:cNvGrpSpPr>
                <p:nvPr/>
              </p:nvGrpSpPr>
              <p:grpSpPr bwMode="auto">
                <a:xfrm>
                  <a:off x="844" y="3560"/>
                  <a:ext cx="49" cy="22"/>
                  <a:chOff x="844" y="3560"/>
                  <a:chExt cx="49" cy="22"/>
                </a:xfrm>
              </p:grpSpPr>
              <p:sp>
                <p:nvSpPr>
                  <p:cNvPr id="2001817" name="Freeform 1946"/>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8" name="Freeform 1947"/>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9" name="Freeform 1948"/>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20" name="Group 1949"/>
                <p:cNvGrpSpPr>
                  <a:grpSpLocks/>
                </p:cNvGrpSpPr>
                <p:nvPr/>
              </p:nvGrpSpPr>
              <p:grpSpPr bwMode="auto">
                <a:xfrm>
                  <a:off x="857" y="3572"/>
                  <a:ext cx="50" cy="23"/>
                  <a:chOff x="857" y="3572"/>
                  <a:chExt cx="50" cy="23"/>
                </a:xfrm>
              </p:grpSpPr>
              <p:sp>
                <p:nvSpPr>
                  <p:cNvPr id="2001821" name="Freeform 1950"/>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22" name="Freeform 1951"/>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23" name="Freeform 1952"/>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24" name="Group 1953"/>
                <p:cNvGrpSpPr>
                  <a:grpSpLocks/>
                </p:cNvGrpSpPr>
                <p:nvPr/>
              </p:nvGrpSpPr>
              <p:grpSpPr bwMode="auto">
                <a:xfrm>
                  <a:off x="870" y="3585"/>
                  <a:ext cx="48" cy="23"/>
                  <a:chOff x="870" y="3585"/>
                  <a:chExt cx="48" cy="23"/>
                </a:xfrm>
              </p:grpSpPr>
              <p:sp>
                <p:nvSpPr>
                  <p:cNvPr id="2001825" name="Freeform 1954"/>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26" name="Freeform 1955"/>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27" name="Freeform 1956"/>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28" name="Group 1957"/>
                <p:cNvGrpSpPr>
                  <a:grpSpLocks/>
                </p:cNvGrpSpPr>
                <p:nvPr/>
              </p:nvGrpSpPr>
              <p:grpSpPr bwMode="auto">
                <a:xfrm>
                  <a:off x="882" y="3600"/>
                  <a:ext cx="100" cy="73"/>
                  <a:chOff x="882" y="3600"/>
                  <a:chExt cx="100" cy="73"/>
                </a:xfrm>
              </p:grpSpPr>
              <p:grpSp>
                <p:nvGrpSpPr>
                  <p:cNvPr id="2001829" name="Group 1958"/>
                  <p:cNvGrpSpPr>
                    <a:grpSpLocks/>
                  </p:cNvGrpSpPr>
                  <p:nvPr/>
                </p:nvGrpSpPr>
                <p:grpSpPr bwMode="auto">
                  <a:xfrm>
                    <a:off x="882" y="3600"/>
                    <a:ext cx="49" cy="23"/>
                    <a:chOff x="882" y="3600"/>
                    <a:chExt cx="49" cy="23"/>
                  </a:xfrm>
                </p:grpSpPr>
                <p:sp>
                  <p:nvSpPr>
                    <p:cNvPr id="2001830" name="Freeform 1959"/>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1" name="Freeform 1960"/>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2" name="Freeform 1961"/>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33" name="Group 1962"/>
                  <p:cNvGrpSpPr>
                    <a:grpSpLocks/>
                  </p:cNvGrpSpPr>
                  <p:nvPr/>
                </p:nvGrpSpPr>
                <p:grpSpPr bwMode="auto">
                  <a:xfrm>
                    <a:off x="894" y="3612"/>
                    <a:ext cx="49" cy="23"/>
                    <a:chOff x="894" y="3612"/>
                    <a:chExt cx="49" cy="23"/>
                  </a:xfrm>
                </p:grpSpPr>
                <p:sp>
                  <p:nvSpPr>
                    <p:cNvPr id="2001834" name="Freeform 1963"/>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5" name="Freeform 1964"/>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6" name="Freeform 1965"/>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37" name="Group 1966"/>
                  <p:cNvGrpSpPr>
                    <a:grpSpLocks/>
                  </p:cNvGrpSpPr>
                  <p:nvPr/>
                </p:nvGrpSpPr>
                <p:grpSpPr bwMode="auto">
                  <a:xfrm>
                    <a:off x="907" y="3625"/>
                    <a:ext cx="49" cy="23"/>
                    <a:chOff x="907" y="3625"/>
                    <a:chExt cx="49" cy="23"/>
                  </a:xfrm>
                </p:grpSpPr>
                <p:sp>
                  <p:nvSpPr>
                    <p:cNvPr id="2001838" name="Freeform 1967"/>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9" name="Freeform 1968"/>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0" name="Freeform 1969"/>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41" name="Group 1970"/>
                  <p:cNvGrpSpPr>
                    <a:grpSpLocks/>
                  </p:cNvGrpSpPr>
                  <p:nvPr/>
                </p:nvGrpSpPr>
                <p:grpSpPr bwMode="auto">
                  <a:xfrm>
                    <a:off x="919" y="3638"/>
                    <a:ext cx="49" cy="22"/>
                    <a:chOff x="919" y="3638"/>
                    <a:chExt cx="49" cy="22"/>
                  </a:xfrm>
                </p:grpSpPr>
                <p:sp>
                  <p:nvSpPr>
                    <p:cNvPr id="2001842" name="Freeform 1971"/>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3" name="Freeform 1972"/>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4" name="Freeform 1973"/>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45" name="Group 1974"/>
                  <p:cNvGrpSpPr>
                    <a:grpSpLocks/>
                  </p:cNvGrpSpPr>
                  <p:nvPr/>
                </p:nvGrpSpPr>
                <p:grpSpPr bwMode="auto">
                  <a:xfrm>
                    <a:off x="932" y="3651"/>
                    <a:ext cx="50" cy="22"/>
                    <a:chOff x="932" y="3651"/>
                    <a:chExt cx="50" cy="22"/>
                  </a:xfrm>
                </p:grpSpPr>
                <p:sp>
                  <p:nvSpPr>
                    <p:cNvPr id="2001846" name="Freeform 1975"/>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7" name="Freeform 1976"/>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8" name="Freeform 1977"/>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849" name="Group 1978"/>
                <p:cNvGrpSpPr>
                  <a:grpSpLocks/>
                </p:cNvGrpSpPr>
                <p:nvPr/>
              </p:nvGrpSpPr>
              <p:grpSpPr bwMode="auto">
                <a:xfrm>
                  <a:off x="944" y="3665"/>
                  <a:ext cx="99" cy="74"/>
                  <a:chOff x="944" y="3665"/>
                  <a:chExt cx="99" cy="74"/>
                </a:xfrm>
              </p:grpSpPr>
              <p:grpSp>
                <p:nvGrpSpPr>
                  <p:cNvPr id="2001850" name="Group 1979"/>
                  <p:cNvGrpSpPr>
                    <a:grpSpLocks/>
                  </p:cNvGrpSpPr>
                  <p:nvPr/>
                </p:nvGrpSpPr>
                <p:grpSpPr bwMode="auto">
                  <a:xfrm>
                    <a:off x="944" y="3665"/>
                    <a:ext cx="49" cy="23"/>
                    <a:chOff x="944" y="3665"/>
                    <a:chExt cx="49" cy="23"/>
                  </a:xfrm>
                </p:grpSpPr>
                <p:sp>
                  <p:nvSpPr>
                    <p:cNvPr id="2001851" name="Freeform 1980"/>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52" name="Freeform 1981"/>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53" name="Freeform 1982"/>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54" name="Group 1983"/>
                  <p:cNvGrpSpPr>
                    <a:grpSpLocks/>
                  </p:cNvGrpSpPr>
                  <p:nvPr/>
                </p:nvGrpSpPr>
                <p:grpSpPr bwMode="auto">
                  <a:xfrm>
                    <a:off x="957" y="3678"/>
                    <a:ext cx="48" cy="23"/>
                    <a:chOff x="957" y="3678"/>
                    <a:chExt cx="48" cy="23"/>
                  </a:xfrm>
                </p:grpSpPr>
                <p:sp>
                  <p:nvSpPr>
                    <p:cNvPr id="2001855" name="Freeform 1984"/>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56" name="Freeform 1985"/>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57" name="Freeform 1986"/>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58" name="Group 1987"/>
                  <p:cNvGrpSpPr>
                    <a:grpSpLocks/>
                  </p:cNvGrpSpPr>
                  <p:nvPr/>
                </p:nvGrpSpPr>
                <p:grpSpPr bwMode="auto">
                  <a:xfrm>
                    <a:off x="969" y="3690"/>
                    <a:ext cx="49" cy="23"/>
                    <a:chOff x="969" y="3690"/>
                    <a:chExt cx="49" cy="23"/>
                  </a:xfrm>
                </p:grpSpPr>
                <p:sp>
                  <p:nvSpPr>
                    <p:cNvPr id="2001859" name="Freeform 1988"/>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0" name="Freeform 1989"/>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1" name="Freeform 1990"/>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62" name="Group 1991"/>
                  <p:cNvGrpSpPr>
                    <a:grpSpLocks/>
                  </p:cNvGrpSpPr>
                  <p:nvPr/>
                </p:nvGrpSpPr>
                <p:grpSpPr bwMode="auto">
                  <a:xfrm>
                    <a:off x="982" y="3703"/>
                    <a:ext cx="49" cy="23"/>
                    <a:chOff x="982" y="3703"/>
                    <a:chExt cx="49" cy="23"/>
                  </a:xfrm>
                </p:grpSpPr>
                <p:sp>
                  <p:nvSpPr>
                    <p:cNvPr id="2001863" name="Freeform 1992"/>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4" name="Freeform 1993"/>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5" name="Freeform 1994"/>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66" name="Group 1995"/>
                  <p:cNvGrpSpPr>
                    <a:grpSpLocks/>
                  </p:cNvGrpSpPr>
                  <p:nvPr/>
                </p:nvGrpSpPr>
                <p:grpSpPr bwMode="auto">
                  <a:xfrm>
                    <a:off x="995" y="3716"/>
                    <a:ext cx="48" cy="23"/>
                    <a:chOff x="995" y="3716"/>
                    <a:chExt cx="48" cy="23"/>
                  </a:xfrm>
                </p:grpSpPr>
                <p:sp>
                  <p:nvSpPr>
                    <p:cNvPr id="2001867" name="Freeform 1996"/>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8" name="Freeform 1997"/>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9" name="Freeform 1998"/>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870" name="Group 1999"/>
                <p:cNvGrpSpPr>
                  <a:grpSpLocks/>
                </p:cNvGrpSpPr>
                <p:nvPr/>
              </p:nvGrpSpPr>
              <p:grpSpPr bwMode="auto">
                <a:xfrm>
                  <a:off x="1005" y="3727"/>
                  <a:ext cx="49" cy="23"/>
                  <a:chOff x="1005" y="3727"/>
                  <a:chExt cx="49" cy="23"/>
                </a:xfrm>
              </p:grpSpPr>
              <p:sp>
                <p:nvSpPr>
                  <p:cNvPr id="2001871" name="Freeform 2000"/>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72" name="Freeform 2001"/>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73" name="Freeform 2002"/>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74" name="Group 2003"/>
                <p:cNvGrpSpPr>
                  <a:grpSpLocks/>
                </p:cNvGrpSpPr>
                <p:nvPr/>
              </p:nvGrpSpPr>
              <p:grpSpPr bwMode="auto">
                <a:xfrm>
                  <a:off x="1018" y="3740"/>
                  <a:ext cx="49" cy="22"/>
                  <a:chOff x="1018" y="3740"/>
                  <a:chExt cx="49" cy="22"/>
                </a:xfrm>
              </p:grpSpPr>
              <p:sp>
                <p:nvSpPr>
                  <p:cNvPr id="2001875" name="Freeform 2004"/>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76" name="Freeform 2005"/>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77" name="Freeform 2006"/>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78" name="Group 2007"/>
                <p:cNvGrpSpPr>
                  <a:grpSpLocks/>
                </p:cNvGrpSpPr>
                <p:nvPr/>
              </p:nvGrpSpPr>
              <p:grpSpPr bwMode="auto">
                <a:xfrm>
                  <a:off x="1030" y="3753"/>
                  <a:ext cx="49" cy="23"/>
                  <a:chOff x="1030" y="3753"/>
                  <a:chExt cx="49" cy="23"/>
                </a:xfrm>
              </p:grpSpPr>
              <p:sp>
                <p:nvSpPr>
                  <p:cNvPr id="2001879" name="Freeform 2008"/>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0" name="Freeform 2009"/>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1" name="Freeform 2010"/>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882" name="Freeform 2011"/>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3" name="Freeform 2012"/>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4" name="Freeform 2013"/>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885" name="Group 2014"/>
                <p:cNvGrpSpPr>
                  <a:grpSpLocks/>
                </p:cNvGrpSpPr>
                <p:nvPr/>
              </p:nvGrpSpPr>
              <p:grpSpPr bwMode="auto">
                <a:xfrm>
                  <a:off x="790" y="3547"/>
                  <a:ext cx="49" cy="23"/>
                  <a:chOff x="790" y="3547"/>
                  <a:chExt cx="49" cy="23"/>
                </a:xfrm>
              </p:grpSpPr>
              <p:sp>
                <p:nvSpPr>
                  <p:cNvPr id="2001886" name="Freeform 2015"/>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7" name="Freeform 2016"/>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8" name="Freeform 2017"/>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89" name="Group 2018"/>
                <p:cNvGrpSpPr>
                  <a:grpSpLocks/>
                </p:cNvGrpSpPr>
                <p:nvPr/>
              </p:nvGrpSpPr>
              <p:grpSpPr bwMode="auto">
                <a:xfrm>
                  <a:off x="803" y="3560"/>
                  <a:ext cx="49" cy="22"/>
                  <a:chOff x="803" y="3560"/>
                  <a:chExt cx="49" cy="22"/>
                </a:xfrm>
              </p:grpSpPr>
              <p:sp>
                <p:nvSpPr>
                  <p:cNvPr id="2001890" name="Freeform 2019"/>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1" name="Freeform 2020"/>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2" name="Freeform 2021"/>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93" name="Group 2022"/>
                <p:cNvGrpSpPr>
                  <a:grpSpLocks/>
                </p:cNvGrpSpPr>
                <p:nvPr/>
              </p:nvGrpSpPr>
              <p:grpSpPr bwMode="auto">
                <a:xfrm>
                  <a:off x="815" y="3572"/>
                  <a:ext cx="50" cy="23"/>
                  <a:chOff x="815" y="3572"/>
                  <a:chExt cx="50" cy="23"/>
                </a:xfrm>
              </p:grpSpPr>
              <p:sp>
                <p:nvSpPr>
                  <p:cNvPr id="2001894" name="Freeform 2023"/>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5" name="Freeform 2024"/>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6" name="Freeform 2025"/>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97" name="Group 2026"/>
                <p:cNvGrpSpPr>
                  <a:grpSpLocks/>
                </p:cNvGrpSpPr>
                <p:nvPr/>
              </p:nvGrpSpPr>
              <p:grpSpPr bwMode="auto">
                <a:xfrm>
                  <a:off x="828" y="3585"/>
                  <a:ext cx="49" cy="23"/>
                  <a:chOff x="828" y="3585"/>
                  <a:chExt cx="49" cy="23"/>
                </a:xfrm>
              </p:grpSpPr>
              <p:sp>
                <p:nvSpPr>
                  <p:cNvPr id="2001898" name="Freeform 2027"/>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9" name="Freeform 2028"/>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0" name="Freeform 2029"/>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01" name="Group 2030"/>
                <p:cNvGrpSpPr>
                  <a:grpSpLocks/>
                </p:cNvGrpSpPr>
                <p:nvPr/>
              </p:nvGrpSpPr>
              <p:grpSpPr bwMode="auto">
                <a:xfrm>
                  <a:off x="840" y="3600"/>
                  <a:ext cx="100" cy="73"/>
                  <a:chOff x="840" y="3600"/>
                  <a:chExt cx="100" cy="73"/>
                </a:xfrm>
              </p:grpSpPr>
              <p:grpSp>
                <p:nvGrpSpPr>
                  <p:cNvPr id="2001902" name="Group 2031"/>
                  <p:cNvGrpSpPr>
                    <a:grpSpLocks/>
                  </p:cNvGrpSpPr>
                  <p:nvPr/>
                </p:nvGrpSpPr>
                <p:grpSpPr bwMode="auto">
                  <a:xfrm>
                    <a:off x="840" y="3600"/>
                    <a:ext cx="49" cy="23"/>
                    <a:chOff x="840" y="3600"/>
                    <a:chExt cx="49" cy="23"/>
                  </a:xfrm>
                </p:grpSpPr>
                <p:sp>
                  <p:nvSpPr>
                    <p:cNvPr id="2001903" name="Freeform 2032"/>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4" name="Freeform 2033"/>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5" name="Freeform 2034"/>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06" name="Group 2035"/>
                  <p:cNvGrpSpPr>
                    <a:grpSpLocks/>
                  </p:cNvGrpSpPr>
                  <p:nvPr/>
                </p:nvGrpSpPr>
                <p:grpSpPr bwMode="auto">
                  <a:xfrm>
                    <a:off x="853" y="3612"/>
                    <a:ext cx="48" cy="23"/>
                    <a:chOff x="853" y="3612"/>
                    <a:chExt cx="48" cy="23"/>
                  </a:xfrm>
                </p:grpSpPr>
                <p:sp>
                  <p:nvSpPr>
                    <p:cNvPr id="2001907" name="Freeform 2036"/>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8" name="Freeform 2037"/>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9" name="Freeform 2038"/>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10" name="Group 2039"/>
                  <p:cNvGrpSpPr>
                    <a:grpSpLocks/>
                  </p:cNvGrpSpPr>
                  <p:nvPr/>
                </p:nvGrpSpPr>
                <p:grpSpPr bwMode="auto">
                  <a:xfrm>
                    <a:off x="865" y="3625"/>
                    <a:ext cx="49" cy="23"/>
                    <a:chOff x="865" y="3625"/>
                    <a:chExt cx="49" cy="23"/>
                  </a:xfrm>
                </p:grpSpPr>
                <p:sp>
                  <p:nvSpPr>
                    <p:cNvPr id="2001911" name="Freeform 2040"/>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12" name="Freeform 2041"/>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13" name="Freeform 2042"/>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14" name="Group 2043"/>
                  <p:cNvGrpSpPr>
                    <a:grpSpLocks/>
                  </p:cNvGrpSpPr>
                  <p:nvPr/>
                </p:nvGrpSpPr>
                <p:grpSpPr bwMode="auto">
                  <a:xfrm>
                    <a:off x="878" y="3638"/>
                    <a:ext cx="49" cy="22"/>
                    <a:chOff x="878" y="3638"/>
                    <a:chExt cx="49" cy="22"/>
                  </a:xfrm>
                </p:grpSpPr>
                <p:sp>
                  <p:nvSpPr>
                    <p:cNvPr id="2001915" name="Freeform 2044"/>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16" name="Freeform 2045"/>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17" name="Freeform 2046"/>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18" name="Group 2047"/>
                  <p:cNvGrpSpPr>
                    <a:grpSpLocks/>
                  </p:cNvGrpSpPr>
                  <p:nvPr/>
                </p:nvGrpSpPr>
                <p:grpSpPr bwMode="auto">
                  <a:xfrm>
                    <a:off x="890" y="3651"/>
                    <a:ext cx="50" cy="22"/>
                    <a:chOff x="890" y="3651"/>
                    <a:chExt cx="50" cy="22"/>
                  </a:xfrm>
                </p:grpSpPr>
                <p:sp>
                  <p:nvSpPr>
                    <p:cNvPr id="2001919" name="Freeform 2048"/>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0" name="Freeform 2049"/>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1" name="Freeform 2050"/>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922" name="Group 2051"/>
                <p:cNvGrpSpPr>
                  <a:grpSpLocks/>
                </p:cNvGrpSpPr>
                <p:nvPr/>
              </p:nvGrpSpPr>
              <p:grpSpPr bwMode="auto">
                <a:xfrm>
                  <a:off x="903" y="3665"/>
                  <a:ext cx="99" cy="74"/>
                  <a:chOff x="903" y="3665"/>
                  <a:chExt cx="99" cy="74"/>
                </a:xfrm>
              </p:grpSpPr>
              <p:grpSp>
                <p:nvGrpSpPr>
                  <p:cNvPr id="2001923" name="Group 2052"/>
                  <p:cNvGrpSpPr>
                    <a:grpSpLocks/>
                  </p:cNvGrpSpPr>
                  <p:nvPr/>
                </p:nvGrpSpPr>
                <p:grpSpPr bwMode="auto">
                  <a:xfrm>
                    <a:off x="903" y="3665"/>
                    <a:ext cx="49" cy="23"/>
                    <a:chOff x="903" y="3665"/>
                    <a:chExt cx="49" cy="23"/>
                  </a:xfrm>
                </p:grpSpPr>
                <p:sp>
                  <p:nvSpPr>
                    <p:cNvPr id="2001924" name="Freeform 2053"/>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5" name="Freeform 2054"/>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6" name="Freeform 2055"/>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27" name="Group 2056"/>
                  <p:cNvGrpSpPr>
                    <a:grpSpLocks/>
                  </p:cNvGrpSpPr>
                  <p:nvPr/>
                </p:nvGrpSpPr>
                <p:grpSpPr bwMode="auto">
                  <a:xfrm>
                    <a:off x="914" y="3678"/>
                    <a:ext cx="49" cy="23"/>
                    <a:chOff x="914" y="3678"/>
                    <a:chExt cx="49" cy="23"/>
                  </a:xfrm>
                </p:grpSpPr>
                <p:sp>
                  <p:nvSpPr>
                    <p:cNvPr id="2001928" name="Freeform 2057"/>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9" name="Freeform 2058"/>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0" name="Freeform 2059"/>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31" name="Group 2060"/>
                  <p:cNvGrpSpPr>
                    <a:grpSpLocks/>
                  </p:cNvGrpSpPr>
                  <p:nvPr/>
                </p:nvGrpSpPr>
                <p:grpSpPr bwMode="auto">
                  <a:xfrm>
                    <a:off x="928" y="3690"/>
                    <a:ext cx="48" cy="23"/>
                    <a:chOff x="928" y="3690"/>
                    <a:chExt cx="48" cy="23"/>
                  </a:xfrm>
                </p:grpSpPr>
                <p:sp>
                  <p:nvSpPr>
                    <p:cNvPr id="2001932" name="Freeform 2061"/>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3" name="Freeform 2062"/>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4" name="Freeform 2063"/>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35" name="Group 2064"/>
                  <p:cNvGrpSpPr>
                    <a:grpSpLocks/>
                  </p:cNvGrpSpPr>
                  <p:nvPr/>
                </p:nvGrpSpPr>
                <p:grpSpPr bwMode="auto">
                  <a:xfrm>
                    <a:off x="940" y="3703"/>
                    <a:ext cx="49" cy="23"/>
                    <a:chOff x="940" y="3703"/>
                    <a:chExt cx="49" cy="23"/>
                  </a:xfrm>
                </p:grpSpPr>
                <p:sp>
                  <p:nvSpPr>
                    <p:cNvPr id="2001936" name="Freeform 2065"/>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7" name="Freeform 2066"/>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8" name="Freeform 2067"/>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39" name="Group 2068"/>
                  <p:cNvGrpSpPr>
                    <a:grpSpLocks/>
                  </p:cNvGrpSpPr>
                  <p:nvPr/>
                </p:nvGrpSpPr>
                <p:grpSpPr bwMode="auto">
                  <a:xfrm>
                    <a:off x="953" y="3716"/>
                    <a:ext cx="49" cy="23"/>
                    <a:chOff x="953" y="3716"/>
                    <a:chExt cx="49" cy="23"/>
                  </a:xfrm>
                </p:grpSpPr>
                <p:sp>
                  <p:nvSpPr>
                    <p:cNvPr id="2001940" name="Freeform 2069"/>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1" name="Freeform 2070"/>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2" name="Freeform 2071"/>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943" name="Group 2072"/>
                <p:cNvGrpSpPr>
                  <a:grpSpLocks/>
                </p:cNvGrpSpPr>
                <p:nvPr/>
              </p:nvGrpSpPr>
              <p:grpSpPr bwMode="auto">
                <a:xfrm>
                  <a:off x="963" y="3727"/>
                  <a:ext cx="49" cy="23"/>
                  <a:chOff x="963" y="3727"/>
                  <a:chExt cx="49" cy="23"/>
                </a:xfrm>
              </p:grpSpPr>
              <p:sp>
                <p:nvSpPr>
                  <p:cNvPr id="2001944" name="Freeform 2073"/>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5" name="Freeform 2074"/>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6" name="Freeform 2075"/>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47" name="Group 2076"/>
                <p:cNvGrpSpPr>
                  <a:grpSpLocks/>
                </p:cNvGrpSpPr>
                <p:nvPr/>
              </p:nvGrpSpPr>
              <p:grpSpPr bwMode="auto">
                <a:xfrm>
                  <a:off x="976" y="3740"/>
                  <a:ext cx="50" cy="22"/>
                  <a:chOff x="976" y="3740"/>
                  <a:chExt cx="50" cy="22"/>
                </a:xfrm>
              </p:grpSpPr>
              <p:sp>
                <p:nvSpPr>
                  <p:cNvPr id="2001948" name="Freeform 2077"/>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9" name="Freeform 2078"/>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0" name="Freeform 2079"/>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51" name="Group 2080"/>
                <p:cNvGrpSpPr>
                  <a:grpSpLocks/>
                </p:cNvGrpSpPr>
                <p:nvPr/>
              </p:nvGrpSpPr>
              <p:grpSpPr bwMode="auto">
                <a:xfrm>
                  <a:off x="761" y="3560"/>
                  <a:ext cx="50" cy="22"/>
                  <a:chOff x="761" y="3560"/>
                  <a:chExt cx="50" cy="22"/>
                </a:xfrm>
              </p:grpSpPr>
              <p:sp>
                <p:nvSpPr>
                  <p:cNvPr id="2001952" name="Freeform 2081"/>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3" name="Freeform 2082"/>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4" name="Freeform 2083"/>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55" name="Group 2084"/>
                <p:cNvGrpSpPr>
                  <a:grpSpLocks/>
                </p:cNvGrpSpPr>
                <p:nvPr/>
              </p:nvGrpSpPr>
              <p:grpSpPr bwMode="auto">
                <a:xfrm>
                  <a:off x="774" y="3572"/>
                  <a:ext cx="49" cy="23"/>
                  <a:chOff x="774" y="3572"/>
                  <a:chExt cx="49" cy="23"/>
                </a:xfrm>
              </p:grpSpPr>
              <p:sp>
                <p:nvSpPr>
                  <p:cNvPr id="2001956" name="Freeform 2085"/>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7" name="Freeform 2086"/>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8" name="Freeform 2087"/>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59" name="Group 2088"/>
                <p:cNvGrpSpPr>
                  <a:grpSpLocks/>
                </p:cNvGrpSpPr>
                <p:nvPr/>
              </p:nvGrpSpPr>
              <p:grpSpPr bwMode="auto">
                <a:xfrm>
                  <a:off x="787" y="3585"/>
                  <a:ext cx="49" cy="23"/>
                  <a:chOff x="787" y="3585"/>
                  <a:chExt cx="49" cy="23"/>
                </a:xfrm>
              </p:grpSpPr>
              <p:sp>
                <p:nvSpPr>
                  <p:cNvPr id="2001960" name="Freeform 2089"/>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61" name="Freeform 2090"/>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62" name="Freeform 2091"/>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63" name="Group 2092"/>
                <p:cNvGrpSpPr>
                  <a:grpSpLocks/>
                </p:cNvGrpSpPr>
                <p:nvPr/>
              </p:nvGrpSpPr>
              <p:grpSpPr bwMode="auto">
                <a:xfrm>
                  <a:off x="799" y="3600"/>
                  <a:ext cx="99" cy="73"/>
                  <a:chOff x="799" y="3600"/>
                  <a:chExt cx="99" cy="73"/>
                </a:xfrm>
              </p:grpSpPr>
              <p:grpSp>
                <p:nvGrpSpPr>
                  <p:cNvPr id="2001964" name="Group 2093"/>
                  <p:cNvGrpSpPr>
                    <a:grpSpLocks/>
                  </p:cNvGrpSpPr>
                  <p:nvPr/>
                </p:nvGrpSpPr>
                <p:grpSpPr bwMode="auto">
                  <a:xfrm>
                    <a:off x="799" y="3600"/>
                    <a:ext cx="48" cy="23"/>
                    <a:chOff x="799" y="3600"/>
                    <a:chExt cx="48" cy="23"/>
                  </a:xfrm>
                </p:grpSpPr>
                <p:sp>
                  <p:nvSpPr>
                    <p:cNvPr id="2001965" name="Freeform 2094"/>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66" name="Freeform 2095"/>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67" name="Freeform 2096"/>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68" name="Group 2097"/>
                  <p:cNvGrpSpPr>
                    <a:grpSpLocks/>
                  </p:cNvGrpSpPr>
                  <p:nvPr/>
                </p:nvGrpSpPr>
                <p:grpSpPr bwMode="auto">
                  <a:xfrm>
                    <a:off x="811" y="3612"/>
                    <a:ext cx="48" cy="23"/>
                    <a:chOff x="811" y="3612"/>
                    <a:chExt cx="48" cy="23"/>
                  </a:xfrm>
                </p:grpSpPr>
                <p:sp>
                  <p:nvSpPr>
                    <p:cNvPr id="2001969" name="Freeform 2098"/>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0" name="Freeform 2099"/>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1" name="Freeform 2100"/>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72" name="Group 2101"/>
                  <p:cNvGrpSpPr>
                    <a:grpSpLocks/>
                  </p:cNvGrpSpPr>
                  <p:nvPr/>
                </p:nvGrpSpPr>
                <p:grpSpPr bwMode="auto">
                  <a:xfrm>
                    <a:off x="823" y="3625"/>
                    <a:ext cx="49" cy="23"/>
                    <a:chOff x="823" y="3625"/>
                    <a:chExt cx="49" cy="23"/>
                  </a:xfrm>
                </p:grpSpPr>
                <p:sp>
                  <p:nvSpPr>
                    <p:cNvPr id="2001973" name="Freeform 2102"/>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4" name="Freeform 2103"/>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5" name="Freeform 2104"/>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76" name="Group 2105"/>
                  <p:cNvGrpSpPr>
                    <a:grpSpLocks/>
                  </p:cNvGrpSpPr>
                  <p:nvPr/>
                </p:nvGrpSpPr>
                <p:grpSpPr bwMode="auto">
                  <a:xfrm>
                    <a:off x="836" y="3638"/>
                    <a:ext cx="50" cy="22"/>
                    <a:chOff x="836" y="3638"/>
                    <a:chExt cx="50" cy="22"/>
                  </a:xfrm>
                </p:grpSpPr>
                <p:sp>
                  <p:nvSpPr>
                    <p:cNvPr id="2001977" name="Freeform 2106"/>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8" name="Freeform 2107"/>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9" name="Freeform 2108"/>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80" name="Group 2109"/>
                  <p:cNvGrpSpPr>
                    <a:grpSpLocks/>
                  </p:cNvGrpSpPr>
                  <p:nvPr/>
                </p:nvGrpSpPr>
                <p:grpSpPr bwMode="auto">
                  <a:xfrm>
                    <a:off x="849" y="3651"/>
                    <a:ext cx="49" cy="22"/>
                    <a:chOff x="849" y="3651"/>
                    <a:chExt cx="49" cy="22"/>
                  </a:xfrm>
                </p:grpSpPr>
                <p:sp>
                  <p:nvSpPr>
                    <p:cNvPr id="2001981" name="Freeform 2110"/>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82" name="Freeform 2111"/>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83" name="Freeform 2112"/>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984" name="Group 2113"/>
                <p:cNvGrpSpPr>
                  <a:grpSpLocks/>
                </p:cNvGrpSpPr>
                <p:nvPr/>
              </p:nvGrpSpPr>
              <p:grpSpPr bwMode="auto">
                <a:xfrm>
                  <a:off x="861" y="3665"/>
                  <a:ext cx="99" cy="74"/>
                  <a:chOff x="861" y="3665"/>
                  <a:chExt cx="99" cy="74"/>
                </a:xfrm>
              </p:grpSpPr>
              <p:grpSp>
                <p:nvGrpSpPr>
                  <p:cNvPr id="2001985" name="Group 2114"/>
                  <p:cNvGrpSpPr>
                    <a:grpSpLocks/>
                  </p:cNvGrpSpPr>
                  <p:nvPr/>
                </p:nvGrpSpPr>
                <p:grpSpPr bwMode="auto">
                  <a:xfrm>
                    <a:off x="861" y="3665"/>
                    <a:ext cx="50" cy="23"/>
                    <a:chOff x="861" y="3665"/>
                    <a:chExt cx="50" cy="23"/>
                  </a:xfrm>
                </p:grpSpPr>
                <p:sp>
                  <p:nvSpPr>
                    <p:cNvPr id="2001986" name="Freeform 2115"/>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87" name="Freeform 2116"/>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88" name="Freeform 2117"/>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89" name="Group 2118"/>
                  <p:cNvGrpSpPr>
                    <a:grpSpLocks/>
                  </p:cNvGrpSpPr>
                  <p:nvPr/>
                </p:nvGrpSpPr>
                <p:grpSpPr bwMode="auto">
                  <a:xfrm>
                    <a:off x="873" y="3678"/>
                    <a:ext cx="49" cy="23"/>
                    <a:chOff x="873" y="3678"/>
                    <a:chExt cx="49" cy="23"/>
                  </a:xfrm>
                </p:grpSpPr>
                <p:sp>
                  <p:nvSpPr>
                    <p:cNvPr id="2001990" name="Freeform 2119"/>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1" name="Freeform 2120"/>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2" name="Freeform 2121"/>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93" name="Group 2122"/>
                  <p:cNvGrpSpPr>
                    <a:grpSpLocks/>
                  </p:cNvGrpSpPr>
                  <p:nvPr/>
                </p:nvGrpSpPr>
                <p:grpSpPr bwMode="auto">
                  <a:xfrm>
                    <a:off x="886" y="3690"/>
                    <a:ext cx="49" cy="23"/>
                    <a:chOff x="886" y="3690"/>
                    <a:chExt cx="49" cy="23"/>
                  </a:xfrm>
                </p:grpSpPr>
                <p:sp>
                  <p:nvSpPr>
                    <p:cNvPr id="2001994" name="Freeform 2123"/>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5" name="Freeform 2124"/>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6" name="Freeform 2125"/>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97" name="Group 2126"/>
                  <p:cNvGrpSpPr>
                    <a:grpSpLocks/>
                  </p:cNvGrpSpPr>
                  <p:nvPr/>
                </p:nvGrpSpPr>
                <p:grpSpPr bwMode="auto">
                  <a:xfrm>
                    <a:off x="899" y="3703"/>
                    <a:ext cx="48" cy="23"/>
                    <a:chOff x="899" y="3703"/>
                    <a:chExt cx="48" cy="23"/>
                  </a:xfrm>
                </p:grpSpPr>
                <p:sp>
                  <p:nvSpPr>
                    <p:cNvPr id="2001998" name="Freeform 2127"/>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9" name="Freeform 2128"/>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0" name="Freeform 2129"/>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01" name="Group 2130"/>
                  <p:cNvGrpSpPr>
                    <a:grpSpLocks/>
                  </p:cNvGrpSpPr>
                  <p:nvPr/>
                </p:nvGrpSpPr>
                <p:grpSpPr bwMode="auto">
                  <a:xfrm>
                    <a:off x="912" y="3716"/>
                    <a:ext cx="48" cy="23"/>
                    <a:chOff x="912" y="3716"/>
                    <a:chExt cx="48" cy="23"/>
                  </a:xfrm>
                </p:grpSpPr>
                <p:sp>
                  <p:nvSpPr>
                    <p:cNvPr id="2002002" name="Freeform 2131"/>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3" name="Freeform 2132"/>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4" name="Freeform 2133"/>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005" name="Group 2134"/>
                <p:cNvGrpSpPr>
                  <a:grpSpLocks/>
                </p:cNvGrpSpPr>
                <p:nvPr/>
              </p:nvGrpSpPr>
              <p:grpSpPr bwMode="auto">
                <a:xfrm>
                  <a:off x="922" y="3727"/>
                  <a:ext cx="49" cy="23"/>
                  <a:chOff x="922" y="3727"/>
                  <a:chExt cx="49" cy="23"/>
                </a:xfrm>
              </p:grpSpPr>
              <p:sp>
                <p:nvSpPr>
                  <p:cNvPr id="2002006" name="Freeform 2135"/>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7" name="Freeform 2136"/>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8" name="Freeform 2137"/>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09" name="Group 2138"/>
                <p:cNvGrpSpPr>
                  <a:grpSpLocks/>
                </p:cNvGrpSpPr>
                <p:nvPr/>
              </p:nvGrpSpPr>
              <p:grpSpPr bwMode="auto">
                <a:xfrm>
                  <a:off x="895" y="3526"/>
                  <a:ext cx="44" cy="23"/>
                  <a:chOff x="895" y="3526"/>
                  <a:chExt cx="44" cy="23"/>
                </a:xfrm>
              </p:grpSpPr>
              <p:sp>
                <p:nvSpPr>
                  <p:cNvPr id="2002010" name="Freeform 2139"/>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1" name="Freeform 2140"/>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2" name="Freeform 2141"/>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13" name="Group 2142"/>
                <p:cNvGrpSpPr>
                  <a:grpSpLocks/>
                </p:cNvGrpSpPr>
                <p:nvPr/>
              </p:nvGrpSpPr>
              <p:grpSpPr bwMode="auto">
                <a:xfrm>
                  <a:off x="907" y="3540"/>
                  <a:ext cx="45" cy="22"/>
                  <a:chOff x="907" y="3540"/>
                  <a:chExt cx="45" cy="22"/>
                </a:xfrm>
              </p:grpSpPr>
              <p:sp>
                <p:nvSpPr>
                  <p:cNvPr id="2002014" name="Freeform 2143"/>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5" name="Freeform 2144"/>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6" name="Freeform 2145"/>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17" name="Group 2146"/>
                <p:cNvGrpSpPr>
                  <a:grpSpLocks/>
                </p:cNvGrpSpPr>
                <p:nvPr/>
              </p:nvGrpSpPr>
              <p:grpSpPr bwMode="auto">
                <a:xfrm>
                  <a:off x="920" y="3553"/>
                  <a:ext cx="45" cy="23"/>
                  <a:chOff x="920" y="3553"/>
                  <a:chExt cx="45" cy="23"/>
                </a:xfrm>
              </p:grpSpPr>
              <p:sp>
                <p:nvSpPr>
                  <p:cNvPr id="2002018" name="Freeform 2147"/>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9" name="Freeform 2148"/>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0" name="Freeform 2149"/>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21" name="Group 2150"/>
                <p:cNvGrpSpPr>
                  <a:grpSpLocks/>
                </p:cNvGrpSpPr>
                <p:nvPr/>
              </p:nvGrpSpPr>
              <p:grpSpPr bwMode="auto">
                <a:xfrm>
                  <a:off x="934" y="3566"/>
                  <a:ext cx="44" cy="23"/>
                  <a:chOff x="934" y="3566"/>
                  <a:chExt cx="44" cy="23"/>
                </a:xfrm>
              </p:grpSpPr>
              <p:sp>
                <p:nvSpPr>
                  <p:cNvPr id="2002022" name="Freeform 2151"/>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3" name="Freeform 2152"/>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4" name="Freeform 2153"/>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25" name="Group 2154"/>
                <p:cNvGrpSpPr>
                  <a:grpSpLocks/>
                </p:cNvGrpSpPr>
                <p:nvPr/>
              </p:nvGrpSpPr>
              <p:grpSpPr bwMode="auto">
                <a:xfrm>
                  <a:off x="949" y="3579"/>
                  <a:ext cx="83" cy="63"/>
                  <a:chOff x="949" y="3579"/>
                  <a:chExt cx="83" cy="63"/>
                </a:xfrm>
              </p:grpSpPr>
              <p:grpSp>
                <p:nvGrpSpPr>
                  <p:cNvPr id="2002026" name="Group 2155"/>
                  <p:cNvGrpSpPr>
                    <a:grpSpLocks/>
                  </p:cNvGrpSpPr>
                  <p:nvPr/>
                </p:nvGrpSpPr>
                <p:grpSpPr bwMode="auto">
                  <a:xfrm>
                    <a:off x="949" y="3579"/>
                    <a:ext cx="44" cy="23"/>
                    <a:chOff x="949" y="3579"/>
                    <a:chExt cx="44" cy="23"/>
                  </a:xfrm>
                </p:grpSpPr>
                <p:sp>
                  <p:nvSpPr>
                    <p:cNvPr id="2002027" name="Freeform 2156"/>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8" name="Freeform 2157"/>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9" name="Freeform 2158"/>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30" name="Group 2159"/>
                  <p:cNvGrpSpPr>
                    <a:grpSpLocks/>
                  </p:cNvGrpSpPr>
                  <p:nvPr/>
                </p:nvGrpSpPr>
                <p:grpSpPr bwMode="auto">
                  <a:xfrm>
                    <a:off x="961" y="3592"/>
                    <a:ext cx="45" cy="23"/>
                    <a:chOff x="961" y="3592"/>
                    <a:chExt cx="45" cy="23"/>
                  </a:xfrm>
                </p:grpSpPr>
                <p:sp>
                  <p:nvSpPr>
                    <p:cNvPr id="2002031" name="Freeform 2160"/>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32" name="Freeform 2161"/>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33" name="Freeform 2162"/>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34" name="Group 2163"/>
                  <p:cNvGrpSpPr>
                    <a:grpSpLocks/>
                  </p:cNvGrpSpPr>
                  <p:nvPr/>
                </p:nvGrpSpPr>
                <p:grpSpPr bwMode="auto">
                  <a:xfrm>
                    <a:off x="974" y="3606"/>
                    <a:ext cx="44" cy="23"/>
                    <a:chOff x="974" y="3606"/>
                    <a:chExt cx="44" cy="23"/>
                  </a:xfrm>
                </p:grpSpPr>
                <p:sp>
                  <p:nvSpPr>
                    <p:cNvPr id="2002035" name="Freeform 2164"/>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36" name="Freeform 2165"/>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37" name="Freeform 2166"/>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38" name="Group 2167"/>
                  <p:cNvGrpSpPr>
                    <a:grpSpLocks/>
                  </p:cNvGrpSpPr>
                  <p:nvPr/>
                </p:nvGrpSpPr>
                <p:grpSpPr bwMode="auto">
                  <a:xfrm>
                    <a:off x="987" y="3619"/>
                    <a:ext cx="45" cy="23"/>
                    <a:chOff x="987" y="3619"/>
                    <a:chExt cx="45" cy="23"/>
                  </a:xfrm>
                </p:grpSpPr>
                <p:sp>
                  <p:nvSpPr>
                    <p:cNvPr id="2002039" name="Freeform 2168"/>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0" name="Freeform 2169"/>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1" name="Freeform 2170"/>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042" name="Group 2171"/>
                <p:cNvGrpSpPr>
                  <a:grpSpLocks/>
                </p:cNvGrpSpPr>
                <p:nvPr/>
              </p:nvGrpSpPr>
              <p:grpSpPr bwMode="auto">
                <a:xfrm>
                  <a:off x="1002" y="3632"/>
                  <a:ext cx="83" cy="63"/>
                  <a:chOff x="1002" y="3632"/>
                  <a:chExt cx="83" cy="63"/>
                </a:xfrm>
              </p:grpSpPr>
              <p:grpSp>
                <p:nvGrpSpPr>
                  <p:cNvPr id="2002043" name="Group 2172"/>
                  <p:cNvGrpSpPr>
                    <a:grpSpLocks/>
                  </p:cNvGrpSpPr>
                  <p:nvPr/>
                </p:nvGrpSpPr>
                <p:grpSpPr bwMode="auto">
                  <a:xfrm>
                    <a:off x="1002" y="3632"/>
                    <a:ext cx="44" cy="22"/>
                    <a:chOff x="1002" y="3632"/>
                    <a:chExt cx="44" cy="22"/>
                  </a:xfrm>
                </p:grpSpPr>
                <p:sp>
                  <p:nvSpPr>
                    <p:cNvPr id="2002044" name="Freeform 2173"/>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5" name="Freeform 2174"/>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6" name="Freeform 2175"/>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47" name="Group 2176"/>
                  <p:cNvGrpSpPr>
                    <a:grpSpLocks/>
                  </p:cNvGrpSpPr>
                  <p:nvPr/>
                </p:nvGrpSpPr>
                <p:grpSpPr bwMode="auto">
                  <a:xfrm>
                    <a:off x="1014" y="3645"/>
                    <a:ext cx="44" cy="23"/>
                    <a:chOff x="1014" y="3645"/>
                    <a:chExt cx="44" cy="23"/>
                  </a:xfrm>
                </p:grpSpPr>
                <p:sp>
                  <p:nvSpPr>
                    <p:cNvPr id="2002048" name="Freeform 2177"/>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9" name="Freeform 2178"/>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0" name="Freeform 2179"/>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51" name="Group 2180"/>
                  <p:cNvGrpSpPr>
                    <a:grpSpLocks/>
                  </p:cNvGrpSpPr>
                  <p:nvPr/>
                </p:nvGrpSpPr>
                <p:grpSpPr bwMode="auto">
                  <a:xfrm>
                    <a:off x="1027" y="3659"/>
                    <a:ext cx="45" cy="23"/>
                    <a:chOff x="1027" y="3659"/>
                    <a:chExt cx="45" cy="23"/>
                  </a:xfrm>
                </p:grpSpPr>
                <p:sp>
                  <p:nvSpPr>
                    <p:cNvPr id="2002052" name="Freeform 2181"/>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3" name="Freeform 2182"/>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4" name="Freeform 2183"/>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55" name="Group 2184"/>
                  <p:cNvGrpSpPr>
                    <a:grpSpLocks/>
                  </p:cNvGrpSpPr>
                  <p:nvPr/>
                </p:nvGrpSpPr>
                <p:grpSpPr bwMode="auto">
                  <a:xfrm>
                    <a:off x="1040" y="3672"/>
                    <a:ext cx="45" cy="23"/>
                    <a:chOff x="1040" y="3672"/>
                    <a:chExt cx="45" cy="23"/>
                  </a:xfrm>
                </p:grpSpPr>
                <p:sp>
                  <p:nvSpPr>
                    <p:cNvPr id="2002056" name="Freeform 2185"/>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7" name="Freeform 2186"/>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8" name="Freeform 2187"/>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059" name="Group 2188"/>
                <p:cNvGrpSpPr>
                  <a:grpSpLocks/>
                </p:cNvGrpSpPr>
                <p:nvPr/>
              </p:nvGrpSpPr>
              <p:grpSpPr bwMode="auto">
                <a:xfrm>
                  <a:off x="1054" y="3685"/>
                  <a:ext cx="45" cy="23"/>
                  <a:chOff x="1054" y="3685"/>
                  <a:chExt cx="45" cy="23"/>
                </a:xfrm>
              </p:grpSpPr>
              <p:sp>
                <p:nvSpPr>
                  <p:cNvPr id="2002060" name="Freeform 2189"/>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1" name="Freeform 2190"/>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2" name="Freeform 2191"/>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63" name="Group 2192"/>
                <p:cNvGrpSpPr>
                  <a:grpSpLocks/>
                </p:cNvGrpSpPr>
                <p:nvPr/>
              </p:nvGrpSpPr>
              <p:grpSpPr bwMode="auto">
                <a:xfrm>
                  <a:off x="1067" y="3698"/>
                  <a:ext cx="45" cy="23"/>
                  <a:chOff x="1067" y="3698"/>
                  <a:chExt cx="45" cy="23"/>
                </a:xfrm>
              </p:grpSpPr>
              <p:sp>
                <p:nvSpPr>
                  <p:cNvPr id="2002064" name="Freeform 2193"/>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5" name="Freeform 2194"/>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6" name="Freeform 2195"/>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67" name="Group 2196"/>
                <p:cNvGrpSpPr>
                  <a:grpSpLocks/>
                </p:cNvGrpSpPr>
                <p:nvPr/>
              </p:nvGrpSpPr>
              <p:grpSpPr bwMode="auto">
                <a:xfrm>
                  <a:off x="1079" y="3712"/>
                  <a:ext cx="44" cy="23"/>
                  <a:chOff x="1079" y="3712"/>
                  <a:chExt cx="44" cy="23"/>
                </a:xfrm>
              </p:grpSpPr>
              <p:sp>
                <p:nvSpPr>
                  <p:cNvPr id="2002068" name="Freeform 2197"/>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9" name="Freeform 2198"/>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0" name="Freeform 2199"/>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71" name="Group 2200"/>
                <p:cNvGrpSpPr>
                  <a:grpSpLocks/>
                </p:cNvGrpSpPr>
                <p:nvPr/>
              </p:nvGrpSpPr>
              <p:grpSpPr bwMode="auto">
                <a:xfrm>
                  <a:off x="1093" y="3725"/>
                  <a:ext cx="45" cy="23"/>
                  <a:chOff x="1093" y="3725"/>
                  <a:chExt cx="45" cy="23"/>
                </a:xfrm>
              </p:grpSpPr>
              <p:sp>
                <p:nvSpPr>
                  <p:cNvPr id="2002072" name="Freeform 2201"/>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3" name="Freeform 2202"/>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4" name="Freeform 2203"/>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75" name="Group 2204"/>
                <p:cNvGrpSpPr>
                  <a:grpSpLocks/>
                </p:cNvGrpSpPr>
                <p:nvPr/>
              </p:nvGrpSpPr>
              <p:grpSpPr bwMode="auto">
                <a:xfrm>
                  <a:off x="1108" y="3739"/>
                  <a:ext cx="44" cy="23"/>
                  <a:chOff x="1108" y="3739"/>
                  <a:chExt cx="44" cy="23"/>
                </a:xfrm>
              </p:grpSpPr>
              <p:sp>
                <p:nvSpPr>
                  <p:cNvPr id="2002076" name="Freeform 2205"/>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7" name="Freeform 2206"/>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8" name="Freeform 2207"/>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79" name="Group 2208"/>
                <p:cNvGrpSpPr>
                  <a:grpSpLocks/>
                </p:cNvGrpSpPr>
                <p:nvPr/>
              </p:nvGrpSpPr>
              <p:grpSpPr bwMode="auto">
                <a:xfrm>
                  <a:off x="1121" y="3753"/>
                  <a:ext cx="45" cy="23"/>
                  <a:chOff x="1121" y="3753"/>
                  <a:chExt cx="45" cy="23"/>
                </a:xfrm>
              </p:grpSpPr>
              <p:sp>
                <p:nvSpPr>
                  <p:cNvPr id="2002080" name="Freeform 2209"/>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1" name="Freeform 2210"/>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2" name="Freeform 2211"/>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83" name="Group 2212"/>
                <p:cNvGrpSpPr>
                  <a:grpSpLocks/>
                </p:cNvGrpSpPr>
                <p:nvPr/>
              </p:nvGrpSpPr>
              <p:grpSpPr bwMode="auto">
                <a:xfrm>
                  <a:off x="1133" y="3767"/>
                  <a:ext cx="44" cy="23"/>
                  <a:chOff x="1133" y="3767"/>
                  <a:chExt cx="44" cy="23"/>
                </a:xfrm>
              </p:grpSpPr>
              <p:sp>
                <p:nvSpPr>
                  <p:cNvPr id="2002084" name="Freeform 2213"/>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5" name="Freeform 2214"/>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6" name="Freeform 2215"/>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087" name="Freeform 2216"/>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8" name="Freeform 2217"/>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9" name="Freeform 2218"/>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0" name="Freeform 2219"/>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1" name="Freeform 2220"/>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2" name="Freeform 2221"/>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3" name="Freeform 2222"/>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4" name="Freeform 2223"/>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5" name="Freeform 2224"/>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6" name="Freeform 2225"/>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7" name="Freeform 2226"/>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098" name="Group 2227"/>
                <p:cNvGrpSpPr>
                  <a:grpSpLocks/>
                </p:cNvGrpSpPr>
                <p:nvPr/>
              </p:nvGrpSpPr>
              <p:grpSpPr bwMode="auto">
                <a:xfrm>
                  <a:off x="700" y="3535"/>
                  <a:ext cx="49" cy="24"/>
                  <a:chOff x="700" y="3535"/>
                  <a:chExt cx="49" cy="24"/>
                </a:xfrm>
              </p:grpSpPr>
              <p:sp>
                <p:nvSpPr>
                  <p:cNvPr id="2002099" name="Freeform 2228"/>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0" name="Freeform 2229"/>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1" name="Freeform 2230"/>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02" name="Group 2231"/>
                <p:cNvGrpSpPr>
                  <a:grpSpLocks/>
                </p:cNvGrpSpPr>
                <p:nvPr/>
              </p:nvGrpSpPr>
              <p:grpSpPr bwMode="auto">
                <a:xfrm>
                  <a:off x="714" y="3551"/>
                  <a:ext cx="49" cy="22"/>
                  <a:chOff x="714" y="3551"/>
                  <a:chExt cx="49" cy="22"/>
                </a:xfrm>
              </p:grpSpPr>
              <p:sp>
                <p:nvSpPr>
                  <p:cNvPr id="2002103" name="Freeform 2232"/>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4" name="Freeform 2233"/>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5" name="Freeform 2234"/>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06" name="Group 2235"/>
                <p:cNvGrpSpPr>
                  <a:grpSpLocks/>
                </p:cNvGrpSpPr>
                <p:nvPr/>
              </p:nvGrpSpPr>
              <p:grpSpPr bwMode="auto">
                <a:xfrm>
                  <a:off x="728" y="3564"/>
                  <a:ext cx="48" cy="23"/>
                  <a:chOff x="728" y="3564"/>
                  <a:chExt cx="48" cy="23"/>
                </a:xfrm>
              </p:grpSpPr>
              <p:sp>
                <p:nvSpPr>
                  <p:cNvPr id="2002107" name="Freeform 2236"/>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8" name="Freeform 2237"/>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9" name="Freeform 2238"/>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10" name="Group 2239"/>
                <p:cNvGrpSpPr>
                  <a:grpSpLocks/>
                </p:cNvGrpSpPr>
                <p:nvPr/>
              </p:nvGrpSpPr>
              <p:grpSpPr bwMode="auto">
                <a:xfrm>
                  <a:off x="742" y="3582"/>
                  <a:ext cx="49" cy="23"/>
                  <a:chOff x="742" y="3582"/>
                  <a:chExt cx="49" cy="23"/>
                </a:xfrm>
              </p:grpSpPr>
              <p:sp>
                <p:nvSpPr>
                  <p:cNvPr id="2002111" name="Freeform 2240"/>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12" name="Freeform 2241"/>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13" name="Freeform 2242"/>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14" name="Group 2243"/>
                <p:cNvGrpSpPr>
                  <a:grpSpLocks/>
                </p:cNvGrpSpPr>
                <p:nvPr/>
              </p:nvGrpSpPr>
              <p:grpSpPr bwMode="auto">
                <a:xfrm>
                  <a:off x="752" y="3597"/>
                  <a:ext cx="133" cy="106"/>
                  <a:chOff x="752" y="3597"/>
                  <a:chExt cx="133" cy="106"/>
                </a:xfrm>
              </p:grpSpPr>
              <p:sp>
                <p:nvSpPr>
                  <p:cNvPr id="2002115" name="Freeform 2244"/>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16" name="Freeform 2245"/>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17" name="Freeform 2246"/>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18" name="Group 2247"/>
                <p:cNvGrpSpPr>
                  <a:grpSpLocks/>
                </p:cNvGrpSpPr>
                <p:nvPr/>
              </p:nvGrpSpPr>
              <p:grpSpPr bwMode="auto">
                <a:xfrm>
                  <a:off x="844" y="3694"/>
                  <a:ext cx="48" cy="23"/>
                  <a:chOff x="844" y="3694"/>
                  <a:chExt cx="48" cy="23"/>
                </a:xfrm>
              </p:grpSpPr>
              <p:sp>
                <p:nvSpPr>
                  <p:cNvPr id="2002119" name="Freeform 2248"/>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0" name="Freeform 2249"/>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1" name="Freeform 2250"/>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22" name="Group 2251"/>
                <p:cNvGrpSpPr>
                  <a:grpSpLocks/>
                </p:cNvGrpSpPr>
                <p:nvPr/>
              </p:nvGrpSpPr>
              <p:grpSpPr bwMode="auto">
                <a:xfrm>
                  <a:off x="857" y="3710"/>
                  <a:ext cx="49" cy="22"/>
                  <a:chOff x="857" y="3710"/>
                  <a:chExt cx="49" cy="22"/>
                </a:xfrm>
              </p:grpSpPr>
              <p:sp>
                <p:nvSpPr>
                  <p:cNvPr id="2002123" name="Freeform 2252"/>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4" name="Freeform 2253"/>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5" name="Freeform 2254"/>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26" name="Group 2255"/>
                <p:cNvGrpSpPr>
                  <a:grpSpLocks/>
                </p:cNvGrpSpPr>
                <p:nvPr/>
              </p:nvGrpSpPr>
              <p:grpSpPr bwMode="auto">
                <a:xfrm>
                  <a:off x="1086" y="3766"/>
                  <a:ext cx="49" cy="23"/>
                  <a:chOff x="1086" y="3766"/>
                  <a:chExt cx="49" cy="23"/>
                </a:xfrm>
              </p:grpSpPr>
              <p:sp>
                <p:nvSpPr>
                  <p:cNvPr id="2002127" name="Freeform 2256"/>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8" name="Freeform 2257"/>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9" name="Freeform 2258"/>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30" name="Group 2259"/>
                <p:cNvGrpSpPr>
                  <a:grpSpLocks/>
                </p:cNvGrpSpPr>
                <p:nvPr/>
              </p:nvGrpSpPr>
              <p:grpSpPr bwMode="auto">
                <a:xfrm>
                  <a:off x="934" y="3740"/>
                  <a:ext cx="48" cy="23"/>
                  <a:chOff x="934" y="3740"/>
                  <a:chExt cx="48" cy="23"/>
                </a:xfrm>
              </p:grpSpPr>
              <p:sp>
                <p:nvSpPr>
                  <p:cNvPr id="2002131" name="Freeform 2260"/>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2" name="Freeform 2261"/>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3" name="Freeform 2262"/>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34" name="Group 2263"/>
                <p:cNvGrpSpPr>
                  <a:grpSpLocks/>
                </p:cNvGrpSpPr>
                <p:nvPr/>
              </p:nvGrpSpPr>
              <p:grpSpPr bwMode="auto">
                <a:xfrm>
                  <a:off x="943" y="3754"/>
                  <a:ext cx="49" cy="23"/>
                  <a:chOff x="943" y="3754"/>
                  <a:chExt cx="49" cy="23"/>
                </a:xfrm>
              </p:grpSpPr>
              <p:sp>
                <p:nvSpPr>
                  <p:cNvPr id="2002135" name="Freeform 2264"/>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6" name="Freeform 2265"/>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7" name="Freeform 2266"/>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138" name="Freeform 2267"/>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9" name="Freeform 2268"/>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40" name="Freeform 2269"/>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41" name="Group 2270"/>
              <p:cNvGrpSpPr>
                <a:grpSpLocks/>
              </p:cNvGrpSpPr>
              <p:nvPr/>
            </p:nvGrpSpPr>
            <p:grpSpPr bwMode="auto">
              <a:xfrm>
                <a:off x="920" y="3821"/>
                <a:ext cx="413" cy="50"/>
                <a:chOff x="920" y="3821"/>
                <a:chExt cx="413" cy="50"/>
              </a:xfrm>
            </p:grpSpPr>
            <p:sp>
              <p:nvSpPr>
                <p:cNvPr id="2002142" name="Freeform 2271"/>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43" name="Freeform 2272"/>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44" name="Rectangle 2273"/>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45" name="Rectangle 2274"/>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2146" name="Group 2275"/>
              <p:cNvGrpSpPr>
                <a:grpSpLocks/>
              </p:cNvGrpSpPr>
              <p:nvPr/>
            </p:nvGrpSpPr>
            <p:grpSpPr bwMode="auto">
              <a:xfrm>
                <a:off x="1227" y="3477"/>
                <a:ext cx="508" cy="321"/>
                <a:chOff x="1227" y="3477"/>
                <a:chExt cx="508" cy="321"/>
              </a:xfrm>
            </p:grpSpPr>
            <p:sp>
              <p:nvSpPr>
                <p:cNvPr id="2002147" name="Freeform 2276"/>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48" name="Freeform 2277"/>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49" name="Freeform 2278"/>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0" name="Line 2279"/>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151" name="Freeform 2280"/>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2" name="Freeform 2281"/>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3" name="Freeform 2282"/>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4" name="Freeform 2283"/>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5" name="Freeform 2284"/>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6" name="Freeform 2285"/>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7" name="Freeform 2286"/>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8" name="Freeform 2287"/>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9" name="Freeform 2288"/>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60" name="Freeform 2289"/>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61" name="Oval 2290"/>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2" name="Oval 2291"/>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3" name="Freeform 2292"/>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4" name="Oval 2293"/>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5" name="Oval 2294"/>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166" name="Group 2295"/>
            <p:cNvGrpSpPr>
              <a:grpSpLocks/>
            </p:cNvGrpSpPr>
            <p:nvPr/>
          </p:nvGrpSpPr>
          <p:grpSpPr bwMode="auto">
            <a:xfrm>
              <a:off x="2378473" y="2276475"/>
              <a:ext cx="720592" cy="546100"/>
              <a:chOff x="624" y="2968"/>
              <a:chExt cx="1331" cy="920"/>
            </a:xfrm>
          </p:grpSpPr>
          <p:sp>
            <p:nvSpPr>
              <p:cNvPr id="2002167" name="Freeform 2296"/>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8" name="Freeform 2297"/>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69" name="Freeform 2298"/>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70" name="Freeform 2299"/>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71" name="Freeform 2300"/>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72" name="Freeform 2301"/>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3" name="Freeform 2302"/>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4" name="Freeform 2303"/>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5" name="Freeform 2304"/>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6" name="Freeform 2305"/>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7" name="Freeform 2306"/>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8" name="Freeform 2307"/>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179" name="Group 2308"/>
              <p:cNvGrpSpPr>
                <a:grpSpLocks/>
              </p:cNvGrpSpPr>
              <p:nvPr/>
            </p:nvGrpSpPr>
            <p:grpSpPr bwMode="auto">
              <a:xfrm>
                <a:off x="700" y="3526"/>
                <a:ext cx="515" cy="270"/>
                <a:chOff x="700" y="3526"/>
                <a:chExt cx="515" cy="270"/>
              </a:xfrm>
            </p:grpSpPr>
            <p:grpSp>
              <p:nvGrpSpPr>
                <p:cNvPr id="2002180" name="Group 2309"/>
                <p:cNvGrpSpPr>
                  <a:grpSpLocks/>
                </p:cNvGrpSpPr>
                <p:nvPr/>
              </p:nvGrpSpPr>
              <p:grpSpPr bwMode="auto">
                <a:xfrm>
                  <a:off x="737" y="3534"/>
                  <a:ext cx="49" cy="23"/>
                  <a:chOff x="737" y="3534"/>
                  <a:chExt cx="49" cy="23"/>
                </a:xfrm>
              </p:grpSpPr>
              <p:sp>
                <p:nvSpPr>
                  <p:cNvPr id="2002181" name="Freeform 2310"/>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2" name="Freeform 2311"/>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3" name="Freeform 2312"/>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84" name="Group 2313"/>
                <p:cNvGrpSpPr>
                  <a:grpSpLocks/>
                </p:cNvGrpSpPr>
                <p:nvPr/>
              </p:nvGrpSpPr>
              <p:grpSpPr bwMode="auto">
                <a:xfrm>
                  <a:off x="748" y="3547"/>
                  <a:ext cx="50" cy="23"/>
                  <a:chOff x="748" y="3547"/>
                  <a:chExt cx="50" cy="23"/>
                </a:xfrm>
              </p:grpSpPr>
              <p:sp>
                <p:nvSpPr>
                  <p:cNvPr id="2002185" name="Freeform 2314"/>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6" name="Freeform 2315"/>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7" name="Freeform 2316"/>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188" name="Freeform 2317"/>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9" name="Freeform 2318"/>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0" name="Freeform 2319"/>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1" name="Freeform 2320"/>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192" name="Group 2321"/>
                <p:cNvGrpSpPr>
                  <a:grpSpLocks/>
                </p:cNvGrpSpPr>
                <p:nvPr/>
              </p:nvGrpSpPr>
              <p:grpSpPr bwMode="auto">
                <a:xfrm>
                  <a:off x="872" y="3547"/>
                  <a:ext cx="50" cy="23"/>
                  <a:chOff x="872" y="3547"/>
                  <a:chExt cx="50" cy="23"/>
                </a:xfrm>
              </p:grpSpPr>
              <p:sp>
                <p:nvSpPr>
                  <p:cNvPr id="2002193" name="Freeform 2322"/>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4" name="Freeform 2323"/>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5" name="Freeform 2324"/>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96" name="Group 2325"/>
                <p:cNvGrpSpPr>
                  <a:grpSpLocks/>
                </p:cNvGrpSpPr>
                <p:nvPr/>
              </p:nvGrpSpPr>
              <p:grpSpPr bwMode="auto">
                <a:xfrm>
                  <a:off x="885" y="3559"/>
                  <a:ext cx="50" cy="23"/>
                  <a:chOff x="885" y="3559"/>
                  <a:chExt cx="50" cy="23"/>
                </a:xfrm>
              </p:grpSpPr>
              <p:sp>
                <p:nvSpPr>
                  <p:cNvPr id="2002197" name="Freeform 2326"/>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8" name="Freeform 2327"/>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9" name="Freeform 2328"/>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00" name="Group 2329"/>
                <p:cNvGrpSpPr>
                  <a:grpSpLocks/>
                </p:cNvGrpSpPr>
                <p:nvPr/>
              </p:nvGrpSpPr>
              <p:grpSpPr bwMode="auto">
                <a:xfrm>
                  <a:off x="898" y="3571"/>
                  <a:ext cx="49" cy="23"/>
                  <a:chOff x="898" y="3571"/>
                  <a:chExt cx="49" cy="23"/>
                </a:xfrm>
              </p:grpSpPr>
              <p:sp>
                <p:nvSpPr>
                  <p:cNvPr id="2002201" name="Freeform 2330"/>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02" name="Freeform 2331"/>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03" name="Freeform 2332"/>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04" name="Group 2333"/>
                <p:cNvGrpSpPr>
                  <a:grpSpLocks/>
                </p:cNvGrpSpPr>
                <p:nvPr/>
              </p:nvGrpSpPr>
              <p:grpSpPr bwMode="auto">
                <a:xfrm>
                  <a:off x="911" y="3585"/>
                  <a:ext cx="49" cy="23"/>
                  <a:chOff x="911" y="3585"/>
                  <a:chExt cx="49" cy="23"/>
                </a:xfrm>
              </p:grpSpPr>
              <p:sp>
                <p:nvSpPr>
                  <p:cNvPr id="2002205" name="Freeform 2334"/>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06" name="Freeform 2335"/>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07" name="Freeform 2336"/>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08" name="Group 2337"/>
                <p:cNvGrpSpPr>
                  <a:grpSpLocks/>
                </p:cNvGrpSpPr>
                <p:nvPr/>
              </p:nvGrpSpPr>
              <p:grpSpPr bwMode="auto">
                <a:xfrm>
                  <a:off x="923" y="3600"/>
                  <a:ext cx="99" cy="73"/>
                  <a:chOff x="923" y="3600"/>
                  <a:chExt cx="99" cy="73"/>
                </a:xfrm>
              </p:grpSpPr>
              <p:grpSp>
                <p:nvGrpSpPr>
                  <p:cNvPr id="2002209" name="Group 2338"/>
                  <p:cNvGrpSpPr>
                    <a:grpSpLocks/>
                  </p:cNvGrpSpPr>
                  <p:nvPr/>
                </p:nvGrpSpPr>
                <p:grpSpPr bwMode="auto">
                  <a:xfrm>
                    <a:off x="923" y="3600"/>
                    <a:ext cx="49" cy="23"/>
                    <a:chOff x="923" y="3600"/>
                    <a:chExt cx="49" cy="23"/>
                  </a:xfrm>
                </p:grpSpPr>
                <p:sp>
                  <p:nvSpPr>
                    <p:cNvPr id="2002210" name="Freeform 2339"/>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1" name="Freeform 2340"/>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2" name="Freeform 2341"/>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13" name="Group 2342"/>
                  <p:cNvGrpSpPr>
                    <a:grpSpLocks/>
                  </p:cNvGrpSpPr>
                  <p:nvPr/>
                </p:nvGrpSpPr>
                <p:grpSpPr bwMode="auto">
                  <a:xfrm>
                    <a:off x="935" y="3612"/>
                    <a:ext cx="48" cy="23"/>
                    <a:chOff x="935" y="3612"/>
                    <a:chExt cx="48" cy="23"/>
                  </a:xfrm>
                </p:grpSpPr>
                <p:sp>
                  <p:nvSpPr>
                    <p:cNvPr id="2002214" name="Freeform 2343"/>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5" name="Freeform 2344"/>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6" name="Freeform 2345"/>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17" name="Group 2346"/>
                  <p:cNvGrpSpPr>
                    <a:grpSpLocks/>
                  </p:cNvGrpSpPr>
                  <p:nvPr/>
                </p:nvGrpSpPr>
                <p:grpSpPr bwMode="auto">
                  <a:xfrm>
                    <a:off x="947" y="3625"/>
                    <a:ext cx="50" cy="22"/>
                    <a:chOff x="947" y="3625"/>
                    <a:chExt cx="50" cy="22"/>
                  </a:xfrm>
                </p:grpSpPr>
                <p:sp>
                  <p:nvSpPr>
                    <p:cNvPr id="2002218" name="Freeform 2347"/>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9" name="Freeform 2348"/>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0" name="Freeform 2349"/>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21" name="Group 2350"/>
                  <p:cNvGrpSpPr>
                    <a:grpSpLocks/>
                  </p:cNvGrpSpPr>
                  <p:nvPr/>
                </p:nvGrpSpPr>
                <p:grpSpPr bwMode="auto">
                  <a:xfrm>
                    <a:off x="960" y="3637"/>
                    <a:ext cx="50" cy="23"/>
                    <a:chOff x="960" y="3637"/>
                    <a:chExt cx="50" cy="23"/>
                  </a:xfrm>
                </p:grpSpPr>
                <p:sp>
                  <p:nvSpPr>
                    <p:cNvPr id="2002222" name="Freeform 2351"/>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3" name="Freeform 2352"/>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4" name="Freeform 2353"/>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25" name="Group 2354"/>
                  <p:cNvGrpSpPr>
                    <a:grpSpLocks/>
                  </p:cNvGrpSpPr>
                  <p:nvPr/>
                </p:nvGrpSpPr>
                <p:grpSpPr bwMode="auto">
                  <a:xfrm>
                    <a:off x="973" y="3650"/>
                    <a:ext cx="49" cy="23"/>
                    <a:chOff x="973" y="3650"/>
                    <a:chExt cx="49" cy="23"/>
                  </a:xfrm>
                </p:grpSpPr>
                <p:sp>
                  <p:nvSpPr>
                    <p:cNvPr id="2002226" name="Freeform 2355"/>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7" name="Freeform 2356"/>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8" name="Freeform 2357"/>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229" name="Group 2358"/>
                <p:cNvGrpSpPr>
                  <a:grpSpLocks/>
                </p:cNvGrpSpPr>
                <p:nvPr/>
              </p:nvGrpSpPr>
              <p:grpSpPr bwMode="auto">
                <a:xfrm>
                  <a:off x="985" y="3665"/>
                  <a:ext cx="100" cy="73"/>
                  <a:chOff x="985" y="3665"/>
                  <a:chExt cx="100" cy="73"/>
                </a:xfrm>
              </p:grpSpPr>
              <p:grpSp>
                <p:nvGrpSpPr>
                  <p:cNvPr id="2002230" name="Group 2359"/>
                  <p:cNvGrpSpPr>
                    <a:grpSpLocks/>
                  </p:cNvGrpSpPr>
                  <p:nvPr/>
                </p:nvGrpSpPr>
                <p:grpSpPr bwMode="auto">
                  <a:xfrm>
                    <a:off x="985" y="3665"/>
                    <a:ext cx="50" cy="23"/>
                    <a:chOff x="985" y="3665"/>
                    <a:chExt cx="50" cy="23"/>
                  </a:xfrm>
                </p:grpSpPr>
                <p:sp>
                  <p:nvSpPr>
                    <p:cNvPr id="2002231" name="Freeform 2360"/>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32" name="Freeform 2361"/>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33" name="Freeform 2362"/>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34" name="Group 2363"/>
                  <p:cNvGrpSpPr>
                    <a:grpSpLocks/>
                  </p:cNvGrpSpPr>
                  <p:nvPr/>
                </p:nvGrpSpPr>
                <p:grpSpPr bwMode="auto">
                  <a:xfrm>
                    <a:off x="997" y="3677"/>
                    <a:ext cx="49" cy="23"/>
                    <a:chOff x="997" y="3677"/>
                    <a:chExt cx="49" cy="23"/>
                  </a:xfrm>
                </p:grpSpPr>
                <p:sp>
                  <p:nvSpPr>
                    <p:cNvPr id="2002235" name="Freeform 2364"/>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36" name="Freeform 2365"/>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37" name="Freeform 2366"/>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38" name="Group 2367"/>
                  <p:cNvGrpSpPr>
                    <a:grpSpLocks/>
                  </p:cNvGrpSpPr>
                  <p:nvPr/>
                </p:nvGrpSpPr>
                <p:grpSpPr bwMode="auto">
                  <a:xfrm>
                    <a:off x="1010" y="3690"/>
                    <a:ext cx="48" cy="23"/>
                    <a:chOff x="1010" y="3690"/>
                    <a:chExt cx="48" cy="23"/>
                  </a:xfrm>
                </p:grpSpPr>
                <p:sp>
                  <p:nvSpPr>
                    <p:cNvPr id="2002239" name="Freeform 2368"/>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0" name="Freeform 2369"/>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1" name="Freeform 2370"/>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42" name="Group 2371"/>
                  <p:cNvGrpSpPr>
                    <a:grpSpLocks/>
                  </p:cNvGrpSpPr>
                  <p:nvPr/>
                </p:nvGrpSpPr>
                <p:grpSpPr bwMode="auto">
                  <a:xfrm>
                    <a:off x="1023" y="3703"/>
                    <a:ext cx="49" cy="22"/>
                    <a:chOff x="1023" y="3703"/>
                    <a:chExt cx="49" cy="22"/>
                  </a:xfrm>
                </p:grpSpPr>
                <p:sp>
                  <p:nvSpPr>
                    <p:cNvPr id="2002243" name="Freeform 2372"/>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4" name="Freeform 2373"/>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5" name="Freeform 2374"/>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46" name="Group 2375"/>
                  <p:cNvGrpSpPr>
                    <a:grpSpLocks/>
                  </p:cNvGrpSpPr>
                  <p:nvPr/>
                </p:nvGrpSpPr>
                <p:grpSpPr bwMode="auto">
                  <a:xfrm>
                    <a:off x="1036" y="3716"/>
                    <a:ext cx="49" cy="22"/>
                    <a:chOff x="1036" y="3716"/>
                    <a:chExt cx="49" cy="22"/>
                  </a:xfrm>
                </p:grpSpPr>
                <p:sp>
                  <p:nvSpPr>
                    <p:cNvPr id="2002247" name="Freeform 2376"/>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8" name="Freeform 2377"/>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9" name="Freeform 2378"/>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250" name="Group 2379"/>
                <p:cNvGrpSpPr>
                  <a:grpSpLocks/>
                </p:cNvGrpSpPr>
                <p:nvPr/>
              </p:nvGrpSpPr>
              <p:grpSpPr bwMode="auto">
                <a:xfrm>
                  <a:off x="1046" y="3727"/>
                  <a:ext cx="49" cy="23"/>
                  <a:chOff x="1046" y="3727"/>
                  <a:chExt cx="49" cy="23"/>
                </a:xfrm>
              </p:grpSpPr>
              <p:sp>
                <p:nvSpPr>
                  <p:cNvPr id="2002251" name="Freeform 2380"/>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52" name="Freeform 2381"/>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53" name="Freeform 2382"/>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54" name="Group 2383"/>
                <p:cNvGrpSpPr>
                  <a:grpSpLocks/>
                </p:cNvGrpSpPr>
                <p:nvPr/>
              </p:nvGrpSpPr>
              <p:grpSpPr bwMode="auto">
                <a:xfrm>
                  <a:off x="1058" y="3739"/>
                  <a:ext cx="50" cy="23"/>
                  <a:chOff x="1058" y="3739"/>
                  <a:chExt cx="50" cy="23"/>
                </a:xfrm>
              </p:grpSpPr>
              <p:sp>
                <p:nvSpPr>
                  <p:cNvPr id="2002255" name="Freeform 2384"/>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56" name="Freeform 2385"/>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57" name="Freeform 2386"/>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58" name="Group 2387"/>
                <p:cNvGrpSpPr>
                  <a:grpSpLocks/>
                </p:cNvGrpSpPr>
                <p:nvPr/>
              </p:nvGrpSpPr>
              <p:grpSpPr bwMode="auto">
                <a:xfrm>
                  <a:off x="1072" y="3753"/>
                  <a:ext cx="48" cy="22"/>
                  <a:chOff x="1072" y="3753"/>
                  <a:chExt cx="48" cy="22"/>
                </a:xfrm>
              </p:grpSpPr>
              <p:sp>
                <p:nvSpPr>
                  <p:cNvPr id="2002259" name="Freeform 2388"/>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0" name="Freeform 2389"/>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1" name="Freeform 2390"/>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262" name="Freeform 2391"/>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3" name="Freeform 2392"/>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4" name="Freeform 2393"/>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265" name="Group 2394"/>
                <p:cNvGrpSpPr>
                  <a:grpSpLocks/>
                </p:cNvGrpSpPr>
                <p:nvPr/>
              </p:nvGrpSpPr>
              <p:grpSpPr bwMode="auto">
                <a:xfrm>
                  <a:off x="832" y="3547"/>
                  <a:ext cx="49" cy="23"/>
                  <a:chOff x="832" y="3547"/>
                  <a:chExt cx="49" cy="23"/>
                </a:xfrm>
              </p:grpSpPr>
              <p:sp>
                <p:nvSpPr>
                  <p:cNvPr id="2002266" name="Freeform 2395"/>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7" name="Freeform 2396"/>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8" name="Freeform 2397"/>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69" name="Group 2398"/>
                <p:cNvGrpSpPr>
                  <a:grpSpLocks/>
                </p:cNvGrpSpPr>
                <p:nvPr/>
              </p:nvGrpSpPr>
              <p:grpSpPr bwMode="auto">
                <a:xfrm>
                  <a:off x="844" y="3560"/>
                  <a:ext cx="49" cy="22"/>
                  <a:chOff x="844" y="3560"/>
                  <a:chExt cx="49" cy="22"/>
                </a:xfrm>
              </p:grpSpPr>
              <p:sp>
                <p:nvSpPr>
                  <p:cNvPr id="2002270" name="Freeform 2399"/>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1" name="Freeform 2400"/>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2" name="Freeform 2401"/>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73" name="Group 2402"/>
                <p:cNvGrpSpPr>
                  <a:grpSpLocks/>
                </p:cNvGrpSpPr>
                <p:nvPr/>
              </p:nvGrpSpPr>
              <p:grpSpPr bwMode="auto">
                <a:xfrm>
                  <a:off x="857" y="3572"/>
                  <a:ext cx="50" cy="23"/>
                  <a:chOff x="857" y="3572"/>
                  <a:chExt cx="50" cy="23"/>
                </a:xfrm>
              </p:grpSpPr>
              <p:sp>
                <p:nvSpPr>
                  <p:cNvPr id="2002274" name="Freeform 2403"/>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5" name="Freeform 2404"/>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6" name="Freeform 2405"/>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77" name="Group 2406"/>
                <p:cNvGrpSpPr>
                  <a:grpSpLocks/>
                </p:cNvGrpSpPr>
                <p:nvPr/>
              </p:nvGrpSpPr>
              <p:grpSpPr bwMode="auto">
                <a:xfrm>
                  <a:off x="870" y="3585"/>
                  <a:ext cx="48" cy="23"/>
                  <a:chOff x="870" y="3585"/>
                  <a:chExt cx="48" cy="23"/>
                </a:xfrm>
              </p:grpSpPr>
              <p:sp>
                <p:nvSpPr>
                  <p:cNvPr id="2002278" name="Freeform 2407"/>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9" name="Freeform 2408"/>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0" name="Freeform 2409"/>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81" name="Group 2410"/>
                <p:cNvGrpSpPr>
                  <a:grpSpLocks/>
                </p:cNvGrpSpPr>
                <p:nvPr/>
              </p:nvGrpSpPr>
              <p:grpSpPr bwMode="auto">
                <a:xfrm>
                  <a:off x="882" y="3600"/>
                  <a:ext cx="100" cy="73"/>
                  <a:chOff x="882" y="3600"/>
                  <a:chExt cx="100" cy="73"/>
                </a:xfrm>
              </p:grpSpPr>
              <p:grpSp>
                <p:nvGrpSpPr>
                  <p:cNvPr id="2002282" name="Group 2411"/>
                  <p:cNvGrpSpPr>
                    <a:grpSpLocks/>
                  </p:cNvGrpSpPr>
                  <p:nvPr/>
                </p:nvGrpSpPr>
                <p:grpSpPr bwMode="auto">
                  <a:xfrm>
                    <a:off x="882" y="3600"/>
                    <a:ext cx="49" cy="23"/>
                    <a:chOff x="882" y="3600"/>
                    <a:chExt cx="49" cy="23"/>
                  </a:xfrm>
                </p:grpSpPr>
                <p:sp>
                  <p:nvSpPr>
                    <p:cNvPr id="2002283" name="Freeform 2412"/>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4" name="Freeform 2413"/>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5" name="Freeform 2414"/>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86" name="Group 2415"/>
                  <p:cNvGrpSpPr>
                    <a:grpSpLocks/>
                  </p:cNvGrpSpPr>
                  <p:nvPr/>
                </p:nvGrpSpPr>
                <p:grpSpPr bwMode="auto">
                  <a:xfrm>
                    <a:off x="894" y="3612"/>
                    <a:ext cx="49" cy="23"/>
                    <a:chOff x="894" y="3612"/>
                    <a:chExt cx="49" cy="23"/>
                  </a:xfrm>
                </p:grpSpPr>
                <p:sp>
                  <p:nvSpPr>
                    <p:cNvPr id="2002287" name="Freeform 2416"/>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8" name="Freeform 2417"/>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9" name="Freeform 2418"/>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90" name="Group 2419"/>
                  <p:cNvGrpSpPr>
                    <a:grpSpLocks/>
                  </p:cNvGrpSpPr>
                  <p:nvPr/>
                </p:nvGrpSpPr>
                <p:grpSpPr bwMode="auto">
                  <a:xfrm>
                    <a:off x="907" y="3625"/>
                    <a:ext cx="49" cy="23"/>
                    <a:chOff x="907" y="3625"/>
                    <a:chExt cx="49" cy="23"/>
                  </a:xfrm>
                </p:grpSpPr>
                <p:sp>
                  <p:nvSpPr>
                    <p:cNvPr id="2002291" name="Freeform 2420"/>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92" name="Freeform 2421"/>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93" name="Freeform 2422"/>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94" name="Group 2423"/>
                  <p:cNvGrpSpPr>
                    <a:grpSpLocks/>
                  </p:cNvGrpSpPr>
                  <p:nvPr/>
                </p:nvGrpSpPr>
                <p:grpSpPr bwMode="auto">
                  <a:xfrm>
                    <a:off x="919" y="3638"/>
                    <a:ext cx="49" cy="22"/>
                    <a:chOff x="919" y="3638"/>
                    <a:chExt cx="49" cy="22"/>
                  </a:xfrm>
                </p:grpSpPr>
                <p:sp>
                  <p:nvSpPr>
                    <p:cNvPr id="2002295" name="Freeform 2424"/>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96" name="Freeform 2425"/>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97" name="Freeform 2426"/>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98" name="Group 2427"/>
                  <p:cNvGrpSpPr>
                    <a:grpSpLocks/>
                  </p:cNvGrpSpPr>
                  <p:nvPr/>
                </p:nvGrpSpPr>
                <p:grpSpPr bwMode="auto">
                  <a:xfrm>
                    <a:off x="932" y="3651"/>
                    <a:ext cx="50" cy="22"/>
                    <a:chOff x="932" y="3651"/>
                    <a:chExt cx="50" cy="22"/>
                  </a:xfrm>
                </p:grpSpPr>
                <p:sp>
                  <p:nvSpPr>
                    <p:cNvPr id="2002299" name="Freeform 2428"/>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0" name="Freeform 2429"/>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1" name="Freeform 2430"/>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302" name="Group 2431"/>
                <p:cNvGrpSpPr>
                  <a:grpSpLocks/>
                </p:cNvGrpSpPr>
                <p:nvPr/>
              </p:nvGrpSpPr>
              <p:grpSpPr bwMode="auto">
                <a:xfrm>
                  <a:off x="944" y="3665"/>
                  <a:ext cx="99" cy="74"/>
                  <a:chOff x="944" y="3665"/>
                  <a:chExt cx="99" cy="74"/>
                </a:xfrm>
              </p:grpSpPr>
              <p:grpSp>
                <p:nvGrpSpPr>
                  <p:cNvPr id="2002303" name="Group 2432"/>
                  <p:cNvGrpSpPr>
                    <a:grpSpLocks/>
                  </p:cNvGrpSpPr>
                  <p:nvPr/>
                </p:nvGrpSpPr>
                <p:grpSpPr bwMode="auto">
                  <a:xfrm>
                    <a:off x="944" y="3665"/>
                    <a:ext cx="49" cy="23"/>
                    <a:chOff x="944" y="3665"/>
                    <a:chExt cx="49" cy="23"/>
                  </a:xfrm>
                </p:grpSpPr>
                <p:sp>
                  <p:nvSpPr>
                    <p:cNvPr id="2002304" name="Freeform 2433"/>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5" name="Freeform 2434"/>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6" name="Freeform 2435"/>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07" name="Group 2436"/>
                  <p:cNvGrpSpPr>
                    <a:grpSpLocks/>
                  </p:cNvGrpSpPr>
                  <p:nvPr/>
                </p:nvGrpSpPr>
                <p:grpSpPr bwMode="auto">
                  <a:xfrm>
                    <a:off x="957" y="3678"/>
                    <a:ext cx="48" cy="23"/>
                    <a:chOff x="957" y="3678"/>
                    <a:chExt cx="48" cy="23"/>
                  </a:xfrm>
                </p:grpSpPr>
                <p:sp>
                  <p:nvSpPr>
                    <p:cNvPr id="2002308" name="Freeform 2437"/>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9" name="Freeform 2438"/>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0" name="Freeform 2439"/>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11" name="Group 2440"/>
                  <p:cNvGrpSpPr>
                    <a:grpSpLocks/>
                  </p:cNvGrpSpPr>
                  <p:nvPr/>
                </p:nvGrpSpPr>
                <p:grpSpPr bwMode="auto">
                  <a:xfrm>
                    <a:off x="969" y="3690"/>
                    <a:ext cx="49" cy="23"/>
                    <a:chOff x="969" y="3690"/>
                    <a:chExt cx="49" cy="23"/>
                  </a:xfrm>
                </p:grpSpPr>
                <p:sp>
                  <p:nvSpPr>
                    <p:cNvPr id="2002312" name="Freeform 2441"/>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3" name="Freeform 2442"/>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4" name="Freeform 2443"/>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15" name="Group 2444"/>
                  <p:cNvGrpSpPr>
                    <a:grpSpLocks/>
                  </p:cNvGrpSpPr>
                  <p:nvPr/>
                </p:nvGrpSpPr>
                <p:grpSpPr bwMode="auto">
                  <a:xfrm>
                    <a:off x="982" y="3703"/>
                    <a:ext cx="49" cy="23"/>
                    <a:chOff x="982" y="3703"/>
                    <a:chExt cx="49" cy="23"/>
                  </a:xfrm>
                </p:grpSpPr>
                <p:sp>
                  <p:nvSpPr>
                    <p:cNvPr id="2002316" name="Freeform 2445"/>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7" name="Freeform 2446"/>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8" name="Freeform 2447"/>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19" name="Group 2448"/>
                  <p:cNvGrpSpPr>
                    <a:grpSpLocks/>
                  </p:cNvGrpSpPr>
                  <p:nvPr/>
                </p:nvGrpSpPr>
                <p:grpSpPr bwMode="auto">
                  <a:xfrm>
                    <a:off x="995" y="3716"/>
                    <a:ext cx="48" cy="23"/>
                    <a:chOff x="995" y="3716"/>
                    <a:chExt cx="48" cy="23"/>
                  </a:xfrm>
                </p:grpSpPr>
                <p:sp>
                  <p:nvSpPr>
                    <p:cNvPr id="2002320" name="Freeform 2449"/>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1" name="Freeform 2450"/>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2" name="Freeform 2451"/>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323" name="Group 2452"/>
                <p:cNvGrpSpPr>
                  <a:grpSpLocks/>
                </p:cNvGrpSpPr>
                <p:nvPr/>
              </p:nvGrpSpPr>
              <p:grpSpPr bwMode="auto">
                <a:xfrm>
                  <a:off x="1005" y="3727"/>
                  <a:ext cx="49" cy="23"/>
                  <a:chOff x="1005" y="3727"/>
                  <a:chExt cx="49" cy="23"/>
                </a:xfrm>
              </p:grpSpPr>
              <p:sp>
                <p:nvSpPr>
                  <p:cNvPr id="2002324" name="Freeform 2453"/>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5" name="Freeform 2454"/>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6" name="Freeform 2455"/>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27" name="Group 2456"/>
                <p:cNvGrpSpPr>
                  <a:grpSpLocks/>
                </p:cNvGrpSpPr>
                <p:nvPr/>
              </p:nvGrpSpPr>
              <p:grpSpPr bwMode="auto">
                <a:xfrm>
                  <a:off x="1018" y="3740"/>
                  <a:ext cx="49" cy="22"/>
                  <a:chOff x="1018" y="3740"/>
                  <a:chExt cx="49" cy="22"/>
                </a:xfrm>
              </p:grpSpPr>
              <p:sp>
                <p:nvSpPr>
                  <p:cNvPr id="2002328" name="Freeform 2457"/>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9" name="Freeform 2458"/>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0" name="Freeform 2459"/>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31" name="Group 2460"/>
                <p:cNvGrpSpPr>
                  <a:grpSpLocks/>
                </p:cNvGrpSpPr>
                <p:nvPr/>
              </p:nvGrpSpPr>
              <p:grpSpPr bwMode="auto">
                <a:xfrm>
                  <a:off x="1030" y="3753"/>
                  <a:ext cx="49" cy="23"/>
                  <a:chOff x="1030" y="3753"/>
                  <a:chExt cx="49" cy="23"/>
                </a:xfrm>
              </p:grpSpPr>
              <p:sp>
                <p:nvSpPr>
                  <p:cNvPr id="2002332" name="Freeform 2461"/>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3" name="Freeform 2462"/>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4" name="Freeform 2463"/>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335" name="Freeform 2464"/>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6" name="Freeform 2465"/>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7" name="Freeform 2466"/>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338" name="Group 2467"/>
                <p:cNvGrpSpPr>
                  <a:grpSpLocks/>
                </p:cNvGrpSpPr>
                <p:nvPr/>
              </p:nvGrpSpPr>
              <p:grpSpPr bwMode="auto">
                <a:xfrm>
                  <a:off x="790" y="3547"/>
                  <a:ext cx="49" cy="23"/>
                  <a:chOff x="790" y="3547"/>
                  <a:chExt cx="49" cy="23"/>
                </a:xfrm>
              </p:grpSpPr>
              <p:sp>
                <p:nvSpPr>
                  <p:cNvPr id="2002339" name="Freeform 2468"/>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0" name="Freeform 2469"/>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1" name="Freeform 2470"/>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42" name="Group 2471"/>
                <p:cNvGrpSpPr>
                  <a:grpSpLocks/>
                </p:cNvGrpSpPr>
                <p:nvPr/>
              </p:nvGrpSpPr>
              <p:grpSpPr bwMode="auto">
                <a:xfrm>
                  <a:off x="803" y="3560"/>
                  <a:ext cx="49" cy="22"/>
                  <a:chOff x="803" y="3560"/>
                  <a:chExt cx="49" cy="22"/>
                </a:xfrm>
              </p:grpSpPr>
              <p:sp>
                <p:nvSpPr>
                  <p:cNvPr id="2002343" name="Freeform 2472"/>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4" name="Freeform 2473"/>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5" name="Freeform 2474"/>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46" name="Group 2475"/>
                <p:cNvGrpSpPr>
                  <a:grpSpLocks/>
                </p:cNvGrpSpPr>
                <p:nvPr/>
              </p:nvGrpSpPr>
              <p:grpSpPr bwMode="auto">
                <a:xfrm>
                  <a:off x="815" y="3572"/>
                  <a:ext cx="50" cy="23"/>
                  <a:chOff x="815" y="3572"/>
                  <a:chExt cx="50" cy="23"/>
                </a:xfrm>
              </p:grpSpPr>
              <p:sp>
                <p:nvSpPr>
                  <p:cNvPr id="2002347" name="Freeform 2476"/>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8" name="Freeform 2477"/>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9" name="Freeform 2478"/>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50" name="Group 2479"/>
                <p:cNvGrpSpPr>
                  <a:grpSpLocks/>
                </p:cNvGrpSpPr>
                <p:nvPr/>
              </p:nvGrpSpPr>
              <p:grpSpPr bwMode="auto">
                <a:xfrm>
                  <a:off x="828" y="3585"/>
                  <a:ext cx="49" cy="23"/>
                  <a:chOff x="828" y="3585"/>
                  <a:chExt cx="49" cy="23"/>
                </a:xfrm>
              </p:grpSpPr>
              <p:sp>
                <p:nvSpPr>
                  <p:cNvPr id="2002351" name="Freeform 2480"/>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52" name="Freeform 2481"/>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53" name="Freeform 2482"/>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54" name="Group 2483"/>
                <p:cNvGrpSpPr>
                  <a:grpSpLocks/>
                </p:cNvGrpSpPr>
                <p:nvPr/>
              </p:nvGrpSpPr>
              <p:grpSpPr bwMode="auto">
                <a:xfrm>
                  <a:off x="840" y="3600"/>
                  <a:ext cx="100" cy="73"/>
                  <a:chOff x="840" y="3600"/>
                  <a:chExt cx="100" cy="73"/>
                </a:xfrm>
              </p:grpSpPr>
              <p:grpSp>
                <p:nvGrpSpPr>
                  <p:cNvPr id="2002355" name="Group 2484"/>
                  <p:cNvGrpSpPr>
                    <a:grpSpLocks/>
                  </p:cNvGrpSpPr>
                  <p:nvPr/>
                </p:nvGrpSpPr>
                <p:grpSpPr bwMode="auto">
                  <a:xfrm>
                    <a:off x="840" y="3600"/>
                    <a:ext cx="49" cy="23"/>
                    <a:chOff x="840" y="3600"/>
                    <a:chExt cx="49" cy="23"/>
                  </a:xfrm>
                </p:grpSpPr>
                <p:sp>
                  <p:nvSpPr>
                    <p:cNvPr id="2002356" name="Freeform 2485"/>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57" name="Freeform 2486"/>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58" name="Freeform 2487"/>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59" name="Group 2488"/>
                  <p:cNvGrpSpPr>
                    <a:grpSpLocks/>
                  </p:cNvGrpSpPr>
                  <p:nvPr/>
                </p:nvGrpSpPr>
                <p:grpSpPr bwMode="auto">
                  <a:xfrm>
                    <a:off x="853" y="3612"/>
                    <a:ext cx="48" cy="23"/>
                    <a:chOff x="853" y="3612"/>
                    <a:chExt cx="48" cy="23"/>
                  </a:xfrm>
                </p:grpSpPr>
                <p:sp>
                  <p:nvSpPr>
                    <p:cNvPr id="2002360" name="Freeform 2489"/>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1" name="Freeform 2490"/>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2" name="Freeform 2491"/>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63" name="Group 2492"/>
                  <p:cNvGrpSpPr>
                    <a:grpSpLocks/>
                  </p:cNvGrpSpPr>
                  <p:nvPr/>
                </p:nvGrpSpPr>
                <p:grpSpPr bwMode="auto">
                  <a:xfrm>
                    <a:off x="865" y="3625"/>
                    <a:ext cx="49" cy="23"/>
                    <a:chOff x="865" y="3625"/>
                    <a:chExt cx="49" cy="23"/>
                  </a:xfrm>
                </p:grpSpPr>
                <p:sp>
                  <p:nvSpPr>
                    <p:cNvPr id="2002364" name="Freeform 2493"/>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5" name="Freeform 2494"/>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6" name="Freeform 2495"/>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67" name="Group 2496"/>
                  <p:cNvGrpSpPr>
                    <a:grpSpLocks/>
                  </p:cNvGrpSpPr>
                  <p:nvPr/>
                </p:nvGrpSpPr>
                <p:grpSpPr bwMode="auto">
                  <a:xfrm>
                    <a:off x="878" y="3638"/>
                    <a:ext cx="49" cy="22"/>
                    <a:chOff x="878" y="3638"/>
                    <a:chExt cx="49" cy="22"/>
                  </a:xfrm>
                </p:grpSpPr>
                <p:sp>
                  <p:nvSpPr>
                    <p:cNvPr id="2002368" name="Freeform 2497"/>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9" name="Freeform 2498"/>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0" name="Freeform 2499"/>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71" name="Group 2500"/>
                  <p:cNvGrpSpPr>
                    <a:grpSpLocks/>
                  </p:cNvGrpSpPr>
                  <p:nvPr/>
                </p:nvGrpSpPr>
                <p:grpSpPr bwMode="auto">
                  <a:xfrm>
                    <a:off x="890" y="3651"/>
                    <a:ext cx="50" cy="22"/>
                    <a:chOff x="890" y="3651"/>
                    <a:chExt cx="50" cy="22"/>
                  </a:xfrm>
                </p:grpSpPr>
                <p:sp>
                  <p:nvSpPr>
                    <p:cNvPr id="2002372" name="Freeform 2501"/>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3" name="Freeform 2502"/>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4" name="Freeform 2503"/>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375" name="Group 2504"/>
                <p:cNvGrpSpPr>
                  <a:grpSpLocks/>
                </p:cNvGrpSpPr>
                <p:nvPr/>
              </p:nvGrpSpPr>
              <p:grpSpPr bwMode="auto">
                <a:xfrm>
                  <a:off x="903" y="3665"/>
                  <a:ext cx="99" cy="74"/>
                  <a:chOff x="903" y="3665"/>
                  <a:chExt cx="99" cy="74"/>
                </a:xfrm>
              </p:grpSpPr>
              <p:grpSp>
                <p:nvGrpSpPr>
                  <p:cNvPr id="2002376" name="Group 2505"/>
                  <p:cNvGrpSpPr>
                    <a:grpSpLocks/>
                  </p:cNvGrpSpPr>
                  <p:nvPr/>
                </p:nvGrpSpPr>
                <p:grpSpPr bwMode="auto">
                  <a:xfrm>
                    <a:off x="903" y="3665"/>
                    <a:ext cx="49" cy="23"/>
                    <a:chOff x="903" y="3665"/>
                    <a:chExt cx="49" cy="23"/>
                  </a:xfrm>
                </p:grpSpPr>
                <p:sp>
                  <p:nvSpPr>
                    <p:cNvPr id="2002377" name="Freeform 2506"/>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8" name="Freeform 2507"/>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9" name="Freeform 2508"/>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80" name="Group 2509"/>
                  <p:cNvGrpSpPr>
                    <a:grpSpLocks/>
                  </p:cNvGrpSpPr>
                  <p:nvPr/>
                </p:nvGrpSpPr>
                <p:grpSpPr bwMode="auto">
                  <a:xfrm>
                    <a:off x="914" y="3678"/>
                    <a:ext cx="49" cy="23"/>
                    <a:chOff x="914" y="3678"/>
                    <a:chExt cx="49" cy="23"/>
                  </a:xfrm>
                </p:grpSpPr>
                <p:sp>
                  <p:nvSpPr>
                    <p:cNvPr id="2002381" name="Freeform 2510"/>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82" name="Freeform 2511"/>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83" name="Freeform 2512"/>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84" name="Group 2513"/>
                  <p:cNvGrpSpPr>
                    <a:grpSpLocks/>
                  </p:cNvGrpSpPr>
                  <p:nvPr/>
                </p:nvGrpSpPr>
                <p:grpSpPr bwMode="auto">
                  <a:xfrm>
                    <a:off x="928" y="3690"/>
                    <a:ext cx="48" cy="23"/>
                    <a:chOff x="928" y="3690"/>
                    <a:chExt cx="48" cy="23"/>
                  </a:xfrm>
                </p:grpSpPr>
                <p:sp>
                  <p:nvSpPr>
                    <p:cNvPr id="2002385" name="Freeform 2514"/>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86" name="Freeform 2515"/>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87" name="Freeform 2516"/>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88" name="Group 2517"/>
                  <p:cNvGrpSpPr>
                    <a:grpSpLocks/>
                  </p:cNvGrpSpPr>
                  <p:nvPr/>
                </p:nvGrpSpPr>
                <p:grpSpPr bwMode="auto">
                  <a:xfrm>
                    <a:off x="940" y="3703"/>
                    <a:ext cx="49" cy="23"/>
                    <a:chOff x="940" y="3703"/>
                    <a:chExt cx="49" cy="23"/>
                  </a:xfrm>
                </p:grpSpPr>
                <p:sp>
                  <p:nvSpPr>
                    <p:cNvPr id="2002389" name="Freeform 2518"/>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0" name="Freeform 2519"/>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1" name="Freeform 2520"/>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92" name="Group 2521"/>
                  <p:cNvGrpSpPr>
                    <a:grpSpLocks/>
                  </p:cNvGrpSpPr>
                  <p:nvPr/>
                </p:nvGrpSpPr>
                <p:grpSpPr bwMode="auto">
                  <a:xfrm>
                    <a:off x="953" y="3716"/>
                    <a:ext cx="49" cy="23"/>
                    <a:chOff x="953" y="3716"/>
                    <a:chExt cx="49" cy="23"/>
                  </a:xfrm>
                </p:grpSpPr>
                <p:sp>
                  <p:nvSpPr>
                    <p:cNvPr id="2002393" name="Freeform 2522"/>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4" name="Freeform 2523"/>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5" name="Freeform 2524"/>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396" name="Group 2525"/>
                <p:cNvGrpSpPr>
                  <a:grpSpLocks/>
                </p:cNvGrpSpPr>
                <p:nvPr/>
              </p:nvGrpSpPr>
              <p:grpSpPr bwMode="auto">
                <a:xfrm>
                  <a:off x="963" y="3727"/>
                  <a:ext cx="49" cy="23"/>
                  <a:chOff x="963" y="3727"/>
                  <a:chExt cx="49" cy="23"/>
                </a:xfrm>
              </p:grpSpPr>
              <p:sp>
                <p:nvSpPr>
                  <p:cNvPr id="2002397" name="Freeform 2526"/>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8" name="Freeform 2527"/>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9" name="Freeform 2528"/>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00" name="Group 2529"/>
                <p:cNvGrpSpPr>
                  <a:grpSpLocks/>
                </p:cNvGrpSpPr>
                <p:nvPr/>
              </p:nvGrpSpPr>
              <p:grpSpPr bwMode="auto">
                <a:xfrm>
                  <a:off x="976" y="3740"/>
                  <a:ext cx="50" cy="22"/>
                  <a:chOff x="976" y="3740"/>
                  <a:chExt cx="50" cy="22"/>
                </a:xfrm>
              </p:grpSpPr>
              <p:sp>
                <p:nvSpPr>
                  <p:cNvPr id="2002401" name="Freeform 2530"/>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02" name="Freeform 2531"/>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03" name="Freeform 2532"/>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04" name="Group 2533"/>
                <p:cNvGrpSpPr>
                  <a:grpSpLocks/>
                </p:cNvGrpSpPr>
                <p:nvPr/>
              </p:nvGrpSpPr>
              <p:grpSpPr bwMode="auto">
                <a:xfrm>
                  <a:off x="761" y="3560"/>
                  <a:ext cx="50" cy="22"/>
                  <a:chOff x="761" y="3560"/>
                  <a:chExt cx="50" cy="22"/>
                </a:xfrm>
              </p:grpSpPr>
              <p:sp>
                <p:nvSpPr>
                  <p:cNvPr id="2002405" name="Freeform 2534"/>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06" name="Freeform 2535"/>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07" name="Freeform 2536"/>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08" name="Group 2537"/>
                <p:cNvGrpSpPr>
                  <a:grpSpLocks/>
                </p:cNvGrpSpPr>
                <p:nvPr/>
              </p:nvGrpSpPr>
              <p:grpSpPr bwMode="auto">
                <a:xfrm>
                  <a:off x="774" y="3572"/>
                  <a:ext cx="49" cy="23"/>
                  <a:chOff x="774" y="3572"/>
                  <a:chExt cx="49" cy="23"/>
                </a:xfrm>
              </p:grpSpPr>
              <p:sp>
                <p:nvSpPr>
                  <p:cNvPr id="2002409" name="Freeform 2538"/>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0" name="Freeform 2539"/>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1" name="Freeform 2540"/>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12" name="Group 2541"/>
                <p:cNvGrpSpPr>
                  <a:grpSpLocks/>
                </p:cNvGrpSpPr>
                <p:nvPr/>
              </p:nvGrpSpPr>
              <p:grpSpPr bwMode="auto">
                <a:xfrm>
                  <a:off x="787" y="3585"/>
                  <a:ext cx="49" cy="23"/>
                  <a:chOff x="787" y="3585"/>
                  <a:chExt cx="49" cy="23"/>
                </a:xfrm>
              </p:grpSpPr>
              <p:sp>
                <p:nvSpPr>
                  <p:cNvPr id="2002413" name="Freeform 2542"/>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4" name="Freeform 2543"/>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5" name="Freeform 2544"/>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16" name="Group 2545"/>
                <p:cNvGrpSpPr>
                  <a:grpSpLocks/>
                </p:cNvGrpSpPr>
                <p:nvPr/>
              </p:nvGrpSpPr>
              <p:grpSpPr bwMode="auto">
                <a:xfrm>
                  <a:off x="799" y="3600"/>
                  <a:ext cx="99" cy="73"/>
                  <a:chOff x="799" y="3600"/>
                  <a:chExt cx="99" cy="73"/>
                </a:xfrm>
              </p:grpSpPr>
              <p:grpSp>
                <p:nvGrpSpPr>
                  <p:cNvPr id="2002417" name="Group 2546"/>
                  <p:cNvGrpSpPr>
                    <a:grpSpLocks/>
                  </p:cNvGrpSpPr>
                  <p:nvPr/>
                </p:nvGrpSpPr>
                <p:grpSpPr bwMode="auto">
                  <a:xfrm>
                    <a:off x="799" y="3600"/>
                    <a:ext cx="48" cy="23"/>
                    <a:chOff x="799" y="3600"/>
                    <a:chExt cx="48" cy="23"/>
                  </a:xfrm>
                </p:grpSpPr>
                <p:sp>
                  <p:nvSpPr>
                    <p:cNvPr id="2002418" name="Freeform 2547"/>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9" name="Freeform 2548"/>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0" name="Freeform 2549"/>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21" name="Group 2550"/>
                  <p:cNvGrpSpPr>
                    <a:grpSpLocks/>
                  </p:cNvGrpSpPr>
                  <p:nvPr/>
                </p:nvGrpSpPr>
                <p:grpSpPr bwMode="auto">
                  <a:xfrm>
                    <a:off x="811" y="3612"/>
                    <a:ext cx="48" cy="23"/>
                    <a:chOff x="811" y="3612"/>
                    <a:chExt cx="48" cy="23"/>
                  </a:xfrm>
                </p:grpSpPr>
                <p:sp>
                  <p:nvSpPr>
                    <p:cNvPr id="2002422" name="Freeform 2551"/>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3" name="Freeform 2552"/>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4" name="Freeform 2553"/>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25" name="Group 2554"/>
                  <p:cNvGrpSpPr>
                    <a:grpSpLocks/>
                  </p:cNvGrpSpPr>
                  <p:nvPr/>
                </p:nvGrpSpPr>
                <p:grpSpPr bwMode="auto">
                  <a:xfrm>
                    <a:off x="823" y="3625"/>
                    <a:ext cx="49" cy="23"/>
                    <a:chOff x="823" y="3625"/>
                    <a:chExt cx="49" cy="23"/>
                  </a:xfrm>
                </p:grpSpPr>
                <p:sp>
                  <p:nvSpPr>
                    <p:cNvPr id="2002426" name="Freeform 2555"/>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7" name="Freeform 2556"/>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8" name="Freeform 2557"/>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29" name="Group 2558"/>
                  <p:cNvGrpSpPr>
                    <a:grpSpLocks/>
                  </p:cNvGrpSpPr>
                  <p:nvPr/>
                </p:nvGrpSpPr>
                <p:grpSpPr bwMode="auto">
                  <a:xfrm>
                    <a:off x="836" y="3638"/>
                    <a:ext cx="50" cy="22"/>
                    <a:chOff x="836" y="3638"/>
                    <a:chExt cx="50" cy="22"/>
                  </a:xfrm>
                </p:grpSpPr>
                <p:sp>
                  <p:nvSpPr>
                    <p:cNvPr id="2002430" name="Freeform 2559"/>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31" name="Freeform 2560"/>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32" name="Freeform 2561"/>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33" name="Group 2562"/>
                  <p:cNvGrpSpPr>
                    <a:grpSpLocks/>
                  </p:cNvGrpSpPr>
                  <p:nvPr/>
                </p:nvGrpSpPr>
                <p:grpSpPr bwMode="auto">
                  <a:xfrm>
                    <a:off x="849" y="3651"/>
                    <a:ext cx="49" cy="22"/>
                    <a:chOff x="849" y="3651"/>
                    <a:chExt cx="49" cy="22"/>
                  </a:xfrm>
                </p:grpSpPr>
                <p:sp>
                  <p:nvSpPr>
                    <p:cNvPr id="2002434" name="Freeform 2563"/>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35" name="Freeform 2564"/>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36" name="Freeform 2565"/>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437" name="Group 2566"/>
                <p:cNvGrpSpPr>
                  <a:grpSpLocks/>
                </p:cNvGrpSpPr>
                <p:nvPr/>
              </p:nvGrpSpPr>
              <p:grpSpPr bwMode="auto">
                <a:xfrm>
                  <a:off x="861" y="3665"/>
                  <a:ext cx="99" cy="74"/>
                  <a:chOff x="861" y="3665"/>
                  <a:chExt cx="99" cy="74"/>
                </a:xfrm>
              </p:grpSpPr>
              <p:grpSp>
                <p:nvGrpSpPr>
                  <p:cNvPr id="2002438" name="Group 2567"/>
                  <p:cNvGrpSpPr>
                    <a:grpSpLocks/>
                  </p:cNvGrpSpPr>
                  <p:nvPr/>
                </p:nvGrpSpPr>
                <p:grpSpPr bwMode="auto">
                  <a:xfrm>
                    <a:off x="861" y="3665"/>
                    <a:ext cx="50" cy="23"/>
                    <a:chOff x="861" y="3665"/>
                    <a:chExt cx="50" cy="23"/>
                  </a:xfrm>
                </p:grpSpPr>
                <p:sp>
                  <p:nvSpPr>
                    <p:cNvPr id="2002439" name="Freeform 2568"/>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0" name="Freeform 2569"/>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1" name="Freeform 2570"/>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42" name="Group 2571"/>
                  <p:cNvGrpSpPr>
                    <a:grpSpLocks/>
                  </p:cNvGrpSpPr>
                  <p:nvPr/>
                </p:nvGrpSpPr>
                <p:grpSpPr bwMode="auto">
                  <a:xfrm>
                    <a:off x="873" y="3678"/>
                    <a:ext cx="49" cy="23"/>
                    <a:chOff x="873" y="3678"/>
                    <a:chExt cx="49" cy="23"/>
                  </a:xfrm>
                </p:grpSpPr>
                <p:sp>
                  <p:nvSpPr>
                    <p:cNvPr id="2002443" name="Freeform 2572"/>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4" name="Freeform 2573"/>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5" name="Freeform 2574"/>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46" name="Group 2575"/>
                  <p:cNvGrpSpPr>
                    <a:grpSpLocks/>
                  </p:cNvGrpSpPr>
                  <p:nvPr/>
                </p:nvGrpSpPr>
                <p:grpSpPr bwMode="auto">
                  <a:xfrm>
                    <a:off x="886" y="3690"/>
                    <a:ext cx="49" cy="23"/>
                    <a:chOff x="886" y="3690"/>
                    <a:chExt cx="49" cy="23"/>
                  </a:xfrm>
                </p:grpSpPr>
                <p:sp>
                  <p:nvSpPr>
                    <p:cNvPr id="2002447" name="Freeform 2576"/>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8" name="Freeform 2577"/>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9" name="Freeform 2578"/>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50" name="Group 2579"/>
                  <p:cNvGrpSpPr>
                    <a:grpSpLocks/>
                  </p:cNvGrpSpPr>
                  <p:nvPr/>
                </p:nvGrpSpPr>
                <p:grpSpPr bwMode="auto">
                  <a:xfrm>
                    <a:off x="899" y="3703"/>
                    <a:ext cx="48" cy="23"/>
                    <a:chOff x="899" y="3703"/>
                    <a:chExt cx="48" cy="23"/>
                  </a:xfrm>
                </p:grpSpPr>
                <p:sp>
                  <p:nvSpPr>
                    <p:cNvPr id="2002451" name="Freeform 2580"/>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52" name="Freeform 2581"/>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53" name="Freeform 2582"/>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54" name="Group 2583"/>
                  <p:cNvGrpSpPr>
                    <a:grpSpLocks/>
                  </p:cNvGrpSpPr>
                  <p:nvPr/>
                </p:nvGrpSpPr>
                <p:grpSpPr bwMode="auto">
                  <a:xfrm>
                    <a:off x="912" y="3716"/>
                    <a:ext cx="48" cy="23"/>
                    <a:chOff x="912" y="3716"/>
                    <a:chExt cx="48" cy="23"/>
                  </a:xfrm>
                </p:grpSpPr>
                <p:sp>
                  <p:nvSpPr>
                    <p:cNvPr id="2002455" name="Freeform 2584"/>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56" name="Freeform 2585"/>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57" name="Freeform 2586"/>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458" name="Group 2587"/>
                <p:cNvGrpSpPr>
                  <a:grpSpLocks/>
                </p:cNvGrpSpPr>
                <p:nvPr/>
              </p:nvGrpSpPr>
              <p:grpSpPr bwMode="auto">
                <a:xfrm>
                  <a:off x="922" y="3727"/>
                  <a:ext cx="49" cy="23"/>
                  <a:chOff x="922" y="3727"/>
                  <a:chExt cx="49" cy="23"/>
                </a:xfrm>
              </p:grpSpPr>
              <p:sp>
                <p:nvSpPr>
                  <p:cNvPr id="2002459" name="Freeform 2588"/>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0" name="Freeform 2589"/>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1" name="Freeform 2590"/>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62" name="Group 2591"/>
                <p:cNvGrpSpPr>
                  <a:grpSpLocks/>
                </p:cNvGrpSpPr>
                <p:nvPr/>
              </p:nvGrpSpPr>
              <p:grpSpPr bwMode="auto">
                <a:xfrm>
                  <a:off x="895" y="3526"/>
                  <a:ext cx="44" cy="23"/>
                  <a:chOff x="895" y="3526"/>
                  <a:chExt cx="44" cy="23"/>
                </a:xfrm>
              </p:grpSpPr>
              <p:sp>
                <p:nvSpPr>
                  <p:cNvPr id="2002463" name="Freeform 2592"/>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4" name="Freeform 2593"/>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5" name="Freeform 2594"/>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66" name="Group 2595"/>
                <p:cNvGrpSpPr>
                  <a:grpSpLocks/>
                </p:cNvGrpSpPr>
                <p:nvPr/>
              </p:nvGrpSpPr>
              <p:grpSpPr bwMode="auto">
                <a:xfrm>
                  <a:off x="907" y="3540"/>
                  <a:ext cx="45" cy="22"/>
                  <a:chOff x="907" y="3540"/>
                  <a:chExt cx="45" cy="22"/>
                </a:xfrm>
              </p:grpSpPr>
              <p:sp>
                <p:nvSpPr>
                  <p:cNvPr id="2002467" name="Freeform 2596"/>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8" name="Freeform 2597"/>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9" name="Freeform 2598"/>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70" name="Group 2599"/>
                <p:cNvGrpSpPr>
                  <a:grpSpLocks/>
                </p:cNvGrpSpPr>
                <p:nvPr/>
              </p:nvGrpSpPr>
              <p:grpSpPr bwMode="auto">
                <a:xfrm>
                  <a:off x="920" y="3553"/>
                  <a:ext cx="45" cy="23"/>
                  <a:chOff x="920" y="3553"/>
                  <a:chExt cx="45" cy="23"/>
                </a:xfrm>
              </p:grpSpPr>
              <p:sp>
                <p:nvSpPr>
                  <p:cNvPr id="2002471" name="Freeform 2600"/>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72" name="Freeform 2601"/>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73" name="Freeform 2602"/>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74" name="Group 2603"/>
                <p:cNvGrpSpPr>
                  <a:grpSpLocks/>
                </p:cNvGrpSpPr>
                <p:nvPr/>
              </p:nvGrpSpPr>
              <p:grpSpPr bwMode="auto">
                <a:xfrm>
                  <a:off x="934" y="3566"/>
                  <a:ext cx="44" cy="23"/>
                  <a:chOff x="934" y="3566"/>
                  <a:chExt cx="44" cy="23"/>
                </a:xfrm>
              </p:grpSpPr>
              <p:sp>
                <p:nvSpPr>
                  <p:cNvPr id="2002475" name="Freeform 2604"/>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76" name="Freeform 2605"/>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77" name="Freeform 2606"/>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78" name="Group 2607"/>
                <p:cNvGrpSpPr>
                  <a:grpSpLocks/>
                </p:cNvGrpSpPr>
                <p:nvPr/>
              </p:nvGrpSpPr>
              <p:grpSpPr bwMode="auto">
                <a:xfrm>
                  <a:off x="949" y="3579"/>
                  <a:ext cx="83" cy="63"/>
                  <a:chOff x="949" y="3579"/>
                  <a:chExt cx="83" cy="63"/>
                </a:xfrm>
              </p:grpSpPr>
              <p:grpSp>
                <p:nvGrpSpPr>
                  <p:cNvPr id="2002479" name="Group 2608"/>
                  <p:cNvGrpSpPr>
                    <a:grpSpLocks/>
                  </p:cNvGrpSpPr>
                  <p:nvPr/>
                </p:nvGrpSpPr>
                <p:grpSpPr bwMode="auto">
                  <a:xfrm>
                    <a:off x="949" y="3579"/>
                    <a:ext cx="44" cy="23"/>
                    <a:chOff x="949" y="3579"/>
                    <a:chExt cx="44" cy="23"/>
                  </a:xfrm>
                </p:grpSpPr>
                <p:sp>
                  <p:nvSpPr>
                    <p:cNvPr id="2002480" name="Freeform 2609"/>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1" name="Freeform 2610"/>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2" name="Freeform 2611"/>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83" name="Group 2612"/>
                  <p:cNvGrpSpPr>
                    <a:grpSpLocks/>
                  </p:cNvGrpSpPr>
                  <p:nvPr/>
                </p:nvGrpSpPr>
                <p:grpSpPr bwMode="auto">
                  <a:xfrm>
                    <a:off x="961" y="3592"/>
                    <a:ext cx="45" cy="23"/>
                    <a:chOff x="961" y="3592"/>
                    <a:chExt cx="45" cy="23"/>
                  </a:xfrm>
                </p:grpSpPr>
                <p:sp>
                  <p:nvSpPr>
                    <p:cNvPr id="2002484" name="Freeform 2613"/>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5" name="Freeform 2614"/>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6" name="Freeform 2615"/>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87" name="Group 2616"/>
                  <p:cNvGrpSpPr>
                    <a:grpSpLocks/>
                  </p:cNvGrpSpPr>
                  <p:nvPr/>
                </p:nvGrpSpPr>
                <p:grpSpPr bwMode="auto">
                  <a:xfrm>
                    <a:off x="974" y="3606"/>
                    <a:ext cx="44" cy="23"/>
                    <a:chOff x="974" y="3606"/>
                    <a:chExt cx="44" cy="23"/>
                  </a:xfrm>
                </p:grpSpPr>
                <p:sp>
                  <p:nvSpPr>
                    <p:cNvPr id="2002488" name="Freeform 2617"/>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9" name="Freeform 2618"/>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0" name="Freeform 2619"/>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91" name="Group 2620"/>
                  <p:cNvGrpSpPr>
                    <a:grpSpLocks/>
                  </p:cNvGrpSpPr>
                  <p:nvPr/>
                </p:nvGrpSpPr>
                <p:grpSpPr bwMode="auto">
                  <a:xfrm>
                    <a:off x="987" y="3619"/>
                    <a:ext cx="45" cy="23"/>
                    <a:chOff x="987" y="3619"/>
                    <a:chExt cx="45" cy="23"/>
                  </a:xfrm>
                </p:grpSpPr>
                <p:sp>
                  <p:nvSpPr>
                    <p:cNvPr id="2002492" name="Freeform 2621"/>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3" name="Freeform 2622"/>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4" name="Freeform 2623"/>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495" name="Group 2624"/>
                <p:cNvGrpSpPr>
                  <a:grpSpLocks/>
                </p:cNvGrpSpPr>
                <p:nvPr/>
              </p:nvGrpSpPr>
              <p:grpSpPr bwMode="auto">
                <a:xfrm>
                  <a:off x="1002" y="3632"/>
                  <a:ext cx="83" cy="63"/>
                  <a:chOff x="1002" y="3632"/>
                  <a:chExt cx="83" cy="63"/>
                </a:xfrm>
              </p:grpSpPr>
              <p:grpSp>
                <p:nvGrpSpPr>
                  <p:cNvPr id="2002496" name="Group 2625"/>
                  <p:cNvGrpSpPr>
                    <a:grpSpLocks/>
                  </p:cNvGrpSpPr>
                  <p:nvPr/>
                </p:nvGrpSpPr>
                <p:grpSpPr bwMode="auto">
                  <a:xfrm>
                    <a:off x="1002" y="3632"/>
                    <a:ext cx="44" cy="22"/>
                    <a:chOff x="1002" y="3632"/>
                    <a:chExt cx="44" cy="22"/>
                  </a:xfrm>
                </p:grpSpPr>
                <p:sp>
                  <p:nvSpPr>
                    <p:cNvPr id="2002497" name="Freeform 2626"/>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8" name="Freeform 2627"/>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9" name="Freeform 2628"/>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00" name="Group 2629"/>
                  <p:cNvGrpSpPr>
                    <a:grpSpLocks/>
                  </p:cNvGrpSpPr>
                  <p:nvPr/>
                </p:nvGrpSpPr>
                <p:grpSpPr bwMode="auto">
                  <a:xfrm>
                    <a:off x="1014" y="3645"/>
                    <a:ext cx="44" cy="23"/>
                    <a:chOff x="1014" y="3645"/>
                    <a:chExt cx="44" cy="23"/>
                  </a:xfrm>
                </p:grpSpPr>
                <p:sp>
                  <p:nvSpPr>
                    <p:cNvPr id="2002501" name="Freeform 2630"/>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02" name="Freeform 2631"/>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03" name="Freeform 2632"/>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04" name="Group 2633"/>
                  <p:cNvGrpSpPr>
                    <a:grpSpLocks/>
                  </p:cNvGrpSpPr>
                  <p:nvPr/>
                </p:nvGrpSpPr>
                <p:grpSpPr bwMode="auto">
                  <a:xfrm>
                    <a:off x="1027" y="3659"/>
                    <a:ext cx="45" cy="23"/>
                    <a:chOff x="1027" y="3659"/>
                    <a:chExt cx="45" cy="23"/>
                  </a:xfrm>
                </p:grpSpPr>
                <p:sp>
                  <p:nvSpPr>
                    <p:cNvPr id="2002505" name="Freeform 2634"/>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06" name="Freeform 2635"/>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07" name="Freeform 2636"/>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08" name="Group 2637"/>
                  <p:cNvGrpSpPr>
                    <a:grpSpLocks/>
                  </p:cNvGrpSpPr>
                  <p:nvPr/>
                </p:nvGrpSpPr>
                <p:grpSpPr bwMode="auto">
                  <a:xfrm>
                    <a:off x="1040" y="3672"/>
                    <a:ext cx="45" cy="23"/>
                    <a:chOff x="1040" y="3672"/>
                    <a:chExt cx="45" cy="23"/>
                  </a:xfrm>
                </p:grpSpPr>
                <p:sp>
                  <p:nvSpPr>
                    <p:cNvPr id="2002509" name="Freeform 2638"/>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0" name="Freeform 2639"/>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1" name="Freeform 2640"/>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512" name="Group 2641"/>
                <p:cNvGrpSpPr>
                  <a:grpSpLocks/>
                </p:cNvGrpSpPr>
                <p:nvPr/>
              </p:nvGrpSpPr>
              <p:grpSpPr bwMode="auto">
                <a:xfrm>
                  <a:off x="1054" y="3685"/>
                  <a:ext cx="45" cy="23"/>
                  <a:chOff x="1054" y="3685"/>
                  <a:chExt cx="45" cy="23"/>
                </a:xfrm>
              </p:grpSpPr>
              <p:sp>
                <p:nvSpPr>
                  <p:cNvPr id="2002513" name="Freeform 2642"/>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4" name="Freeform 2643"/>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5" name="Freeform 2644"/>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16" name="Group 2645"/>
                <p:cNvGrpSpPr>
                  <a:grpSpLocks/>
                </p:cNvGrpSpPr>
                <p:nvPr/>
              </p:nvGrpSpPr>
              <p:grpSpPr bwMode="auto">
                <a:xfrm>
                  <a:off x="1067" y="3698"/>
                  <a:ext cx="45" cy="23"/>
                  <a:chOff x="1067" y="3698"/>
                  <a:chExt cx="45" cy="23"/>
                </a:xfrm>
              </p:grpSpPr>
              <p:sp>
                <p:nvSpPr>
                  <p:cNvPr id="2002517" name="Freeform 2646"/>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8" name="Freeform 2647"/>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9" name="Freeform 2648"/>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20" name="Group 2649"/>
                <p:cNvGrpSpPr>
                  <a:grpSpLocks/>
                </p:cNvGrpSpPr>
                <p:nvPr/>
              </p:nvGrpSpPr>
              <p:grpSpPr bwMode="auto">
                <a:xfrm>
                  <a:off x="1079" y="3712"/>
                  <a:ext cx="44" cy="23"/>
                  <a:chOff x="1079" y="3712"/>
                  <a:chExt cx="44" cy="23"/>
                </a:xfrm>
              </p:grpSpPr>
              <p:sp>
                <p:nvSpPr>
                  <p:cNvPr id="2002521" name="Freeform 2650"/>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22" name="Freeform 2651"/>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23" name="Freeform 2652"/>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24" name="Group 2653"/>
                <p:cNvGrpSpPr>
                  <a:grpSpLocks/>
                </p:cNvGrpSpPr>
                <p:nvPr/>
              </p:nvGrpSpPr>
              <p:grpSpPr bwMode="auto">
                <a:xfrm>
                  <a:off x="1093" y="3725"/>
                  <a:ext cx="45" cy="23"/>
                  <a:chOff x="1093" y="3725"/>
                  <a:chExt cx="45" cy="23"/>
                </a:xfrm>
              </p:grpSpPr>
              <p:sp>
                <p:nvSpPr>
                  <p:cNvPr id="2002525" name="Freeform 2654"/>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26" name="Freeform 2655"/>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27" name="Freeform 2656"/>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28" name="Group 2657"/>
                <p:cNvGrpSpPr>
                  <a:grpSpLocks/>
                </p:cNvGrpSpPr>
                <p:nvPr/>
              </p:nvGrpSpPr>
              <p:grpSpPr bwMode="auto">
                <a:xfrm>
                  <a:off x="1108" y="3739"/>
                  <a:ext cx="44" cy="23"/>
                  <a:chOff x="1108" y="3739"/>
                  <a:chExt cx="44" cy="23"/>
                </a:xfrm>
              </p:grpSpPr>
              <p:sp>
                <p:nvSpPr>
                  <p:cNvPr id="2002529" name="Freeform 2658"/>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0" name="Freeform 2659"/>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1" name="Freeform 2660"/>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32" name="Group 2661"/>
                <p:cNvGrpSpPr>
                  <a:grpSpLocks/>
                </p:cNvGrpSpPr>
                <p:nvPr/>
              </p:nvGrpSpPr>
              <p:grpSpPr bwMode="auto">
                <a:xfrm>
                  <a:off x="1121" y="3753"/>
                  <a:ext cx="45" cy="23"/>
                  <a:chOff x="1121" y="3753"/>
                  <a:chExt cx="45" cy="23"/>
                </a:xfrm>
              </p:grpSpPr>
              <p:sp>
                <p:nvSpPr>
                  <p:cNvPr id="2002533" name="Freeform 2662"/>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4" name="Freeform 2663"/>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5" name="Freeform 2664"/>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36" name="Group 2665"/>
                <p:cNvGrpSpPr>
                  <a:grpSpLocks/>
                </p:cNvGrpSpPr>
                <p:nvPr/>
              </p:nvGrpSpPr>
              <p:grpSpPr bwMode="auto">
                <a:xfrm>
                  <a:off x="1133" y="3767"/>
                  <a:ext cx="44" cy="23"/>
                  <a:chOff x="1133" y="3767"/>
                  <a:chExt cx="44" cy="23"/>
                </a:xfrm>
              </p:grpSpPr>
              <p:sp>
                <p:nvSpPr>
                  <p:cNvPr id="2002537" name="Freeform 2666"/>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8" name="Freeform 2667"/>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9" name="Freeform 2668"/>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540" name="Freeform 2669"/>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1" name="Freeform 2670"/>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2" name="Freeform 2671"/>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3" name="Freeform 2672"/>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4" name="Freeform 2673"/>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5" name="Freeform 2674"/>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6" name="Freeform 2675"/>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7" name="Freeform 2676"/>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8" name="Freeform 2677"/>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9" name="Freeform 2678"/>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0" name="Freeform 2679"/>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551" name="Group 2680"/>
                <p:cNvGrpSpPr>
                  <a:grpSpLocks/>
                </p:cNvGrpSpPr>
                <p:nvPr/>
              </p:nvGrpSpPr>
              <p:grpSpPr bwMode="auto">
                <a:xfrm>
                  <a:off x="700" y="3535"/>
                  <a:ext cx="49" cy="24"/>
                  <a:chOff x="700" y="3535"/>
                  <a:chExt cx="49" cy="24"/>
                </a:xfrm>
              </p:grpSpPr>
              <p:sp>
                <p:nvSpPr>
                  <p:cNvPr id="2002552" name="Freeform 2681"/>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3" name="Freeform 2682"/>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4" name="Freeform 2683"/>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55" name="Group 2684"/>
                <p:cNvGrpSpPr>
                  <a:grpSpLocks/>
                </p:cNvGrpSpPr>
                <p:nvPr/>
              </p:nvGrpSpPr>
              <p:grpSpPr bwMode="auto">
                <a:xfrm>
                  <a:off x="714" y="3551"/>
                  <a:ext cx="49" cy="22"/>
                  <a:chOff x="714" y="3551"/>
                  <a:chExt cx="49" cy="22"/>
                </a:xfrm>
              </p:grpSpPr>
              <p:sp>
                <p:nvSpPr>
                  <p:cNvPr id="2002556" name="Freeform 2685"/>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7" name="Freeform 2686"/>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8" name="Freeform 2687"/>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59" name="Group 2688"/>
                <p:cNvGrpSpPr>
                  <a:grpSpLocks/>
                </p:cNvGrpSpPr>
                <p:nvPr/>
              </p:nvGrpSpPr>
              <p:grpSpPr bwMode="auto">
                <a:xfrm>
                  <a:off x="728" y="3564"/>
                  <a:ext cx="48" cy="23"/>
                  <a:chOff x="728" y="3564"/>
                  <a:chExt cx="48" cy="23"/>
                </a:xfrm>
              </p:grpSpPr>
              <p:sp>
                <p:nvSpPr>
                  <p:cNvPr id="2002560" name="Freeform 2689"/>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1" name="Freeform 2690"/>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2" name="Freeform 2691"/>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63" name="Group 2692"/>
                <p:cNvGrpSpPr>
                  <a:grpSpLocks/>
                </p:cNvGrpSpPr>
                <p:nvPr/>
              </p:nvGrpSpPr>
              <p:grpSpPr bwMode="auto">
                <a:xfrm>
                  <a:off x="742" y="3582"/>
                  <a:ext cx="49" cy="23"/>
                  <a:chOff x="742" y="3582"/>
                  <a:chExt cx="49" cy="23"/>
                </a:xfrm>
              </p:grpSpPr>
              <p:sp>
                <p:nvSpPr>
                  <p:cNvPr id="2002564" name="Freeform 2693"/>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5" name="Freeform 2694"/>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6" name="Freeform 2695"/>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67" name="Group 2696"/>
                <p:cNvGrpSpPr>
                  <a:grpSpLocks/>
                </p:cNvGrpSpPr>
                <p:nvPr/>
              </p:nvGrpSpPr>
              <p:grpSpPr bwMode="auto">
                <a:xfrm>
                  <a:off x="752" y="3597"/>
                  <a:ext cx="133" cy="106"/>
                  <a:chOff x="752" y="3597"/>
                  <a:chExt cx="133" cy="106"/>
                </a:xfrm>
              </p:grpSpPr>
              <p:sp>
                <p:nvSpPr>
                  <p:cNvPr id="2002568" name="Freeform 2697"/>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9" name="Freeform 2698"/>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0" name="Freeform 2699"/>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71" name="Group 2700"/>
                <p:cNvGrpSpPr>
                  <a:grpSpLocks/>
                </p:cNvGrpSpPr>
                <p:nvPr/>
              </p:nvGrpSpPr>
              <p:grpSpPr bwMode="auto">
                <a:xfrm>
                  <a:off x="844" y="3694"/>
                  <a:ext cx="48" cy="23"/>
                  <a:chOff x="844" y="3694"/>
                  <a:chExt cx="48" cy="23"/>
                </a:xfrm>
              </p:grpSpPr>
              <p:sp>
                <p:nvSpPr>
                  <p:cNvPr id="2002572" name="Freeform 2701"/>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3" name="Freeform 2702"/>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4" name="Freeform 2703"/>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75" name="Group 2704"/>
                <p:cNvGrpSpPr>
                  <a:grpSpLocks/>
                </p:cNvGrpSpPr>
                <p:nvPr/>
              </p:nvGrpSpPr>
              <p:grpSpPr bwMode="auto">
                <a:xfrm>
                  <a:off x="857" y="3710"/>
                  <a:ext cx="49" cy="22"/>
                  <a:chOff x="857" y="3710"/>
                  <a:chExt cx="49" cy="22"/>
                </a:xfrm>
              </p:grpSpPr>
              <p:sp>
                <p:nvSpPr>
                  <p:cNvPr id="2002576" name="Freeform 2705"/>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7" name="Freeform 2706"/>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8" name="Freeform 2707"/>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79" name="Group 2708"/>
                <p:cNvGrpSpPr>
                  <a:grpSpLocks/>
                </p:cNvGrpSpPr>
                <p:nvPr/>
              </p:nvGrpSpPr>
              <p:grpSpPr bwMode="auto">
                <a:xfrm>
                  <a:off x="1086" y="3766"/>
                  <a:ext cx="49" cy="23"/>
                  <a:chOff x="1086" y="3766"/>
                  <a:chExt cx="49" cy="23"/>
                </a:xfrm>
              </p:grpSpPr>
              <p:sp>
                <p:nvSpPr>
                  <p:cNvPr id="2002580" name="Freeform 2709"/>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1" name="Freeform 2710"/>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2" name="Freeform 2711"/>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83" name="Group 2712"/>
                <p:cNvGrpSpPr>
                  <a:grpSpLocks/>
                </p:cNvGrpSpPr>
                <p:nvPr/>
              </p:nvGrpSpPr>
              <p:grpSpPr bwMode="auto">
                <a:xfrm>
                  <a:off x="934" y="3740"/>
                  <a:ext cx="48" cy="23"/>
                  <a:chOff x="934" y="3740"/>
                  <a:chExt cx="48" cy="23"/>
                </a:xfrm>
              </p:grpSpPr>
              <p:sp>
                <p:nvSpPr>
                  <p:cNvPr id="2002584" name="Freeform 2713"/>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5" name="Freeform 2714"/>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6" name="Freeform 2715"/>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87" name="Group 2716"/>
                <p:cNvGrpSpPr>
                  <a:grpSpLocks/>
                </p:cNvGrpSpPr>
                <p:nvPr/>
              </p:nvGrpSpPr>
              <p:grpSpPr bwMode="auto">
                <a:xfrm>
                  <a:off x="943" y="3754"/>
                  <a:ext cx="49" cy="23"/>
                  <a:chOff x="943" y="3754"/>
                  <a:chExt cx="49" cy="23"/>
                </a:xfrm>
              </p:grpSpPr>
              <p:sp>
                <p:nvSpPr>
                  <p:cNvPr id="2002588" name="Freeform 2717"/>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9" name="Freeform 2718"/>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0" name="Freeform 2719"/>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591" name="Freeform 2720"/>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2" name="Freeform 2721"/>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3" name="Freeform 2722"/>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94" name="Group 2723"/>
              <p:cNvGrpSpPr>
                <a:grpSpLocks/>
              </p:cNvGrpSpPr>
              <p:nvPr/>
            </p:nvGrpSpPr>
            <p:grpSpPr bwMode="auto">
              <a:xfrm>
                <a:off x="920" y="3821"/>
                <a:ext cx="413" cy="50"/>
                <a:chOff x="920" y="3821"/>
                <a:chExt cx="413" cy="50"/>
              </a:xfrm>
            </p:grpSpPr>
            <p:sp>
              <p:nvSpPr>
                <p:cNvPr id="2002595" name="Freeform 2724"/>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596" name="Freeform 2725"/>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7" name="Rectangle 2726"/>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8" name="Rectangle 2727"/>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2599" name="Group 2728"/>
              <p:cNvGrpSpPr>
                <a:grpSpLocks/>
              </p:cNvGrpSpPr>
              <p:nvPr/>
            </p:nvGrpSpPr>
            <p:grpSpPr bwMode="auto">
              <a:xfrm>
                <a:off x="1227" y="3477"/>
                <a:ext cx="508" cy="321"/>
                <a:chOff x="1227" y="3477"/>
                <a:chExt cx="508" cy="321"/>
              </a:xfrm>
            </p:grpSpPr>
            <p:sp>
              <p:nvSpPr>
                <p:cNvPr id="2002600" name="Freeform 2729"/>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1" name="Freeform 2730"/>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02" name="Freeform 2731"/>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3" name="Line 2732"/>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04" name="Freeform 2733"/>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5" name="Freeform 2734"/>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6" name="Freeform 2735"/>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7" name="Freeform 2736"/>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8" name="Freeform 2737"/>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9" name="Freeform 2738"/>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0" name="Freeform 2739"/>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1" name="Freeform 2740"/>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2" name="Freeform 2741"/>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3" name="Freeform 2742"/>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4" name="Oval 2743"/>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15" name="Oval 2744"/>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16" name="Freeform 2745"/>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17" name="Oval 2746"/>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18" name="Oval 2747"/>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2002619" name="Text Box 2748"/>
            <p:cNvSpPr txBox="1">
              <a:spLocks noChangeArrowheads="1"/>
            </p:cNvSpPr>
            <p:nvPr/>
          </p:nvSpPr>
          <p:spPr bwMode="auto">
            <a:xfrm>
              <a:off x="4639998" y="252412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sym typeface="Symbol" panose="05050102010706020507" pitchFamily="18" charset="2"/>
                </a:rPr>
                <a:t></a:t>
              </a:r>
            </a:p>
          </p:txBody>
        </p:sp>
        <p:sp>
          <p:nvSpPr>
            <p:cNvPr id="2002620" name="Line 2750"/>
            <p:cNvSpPr>
              <a:spLocks noChangeShapeType="1"/>
            </p:cNvSpPr>
            <p:nvPr/>
          </p:nvSpPr>
          <p:spPr bwMode="auto">
            <a:xfrm rot="816166">
              <a:off x="3095625" y="2870200"/>
              <a:ext cx="1248569" cy="28733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1" name="Line 2751"/>
            <p:cNvSpPr>
              <a:spLocks noChangeShapeType="1"/>
            </p:cNvSpPr>
            <p:nvPr/>
          </p:nvSpPr>
          <p:spPr bwMode="auto">
            <a:xfrm rot="-9983834">
              <a:off x="2904729" y="2986089"/>
              <a:ext cx="1327679" cy="287337"/>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2" name="Line 2753"/>
            <p:cNvSpPr>
              <a:spLocks noChangeShapeType="1"/>
            </p:cNvSpPr>
            <p:nvPr/>
          </p:nvSpPr>
          <p:spPr bwMode="auto">
            <a:xfrm rot="-2649974">
              <a:off x="2223692" y="5414964"/>
              <a:ext cx="1248569" cy="287337"/>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3" name="Line 2754"/>
            <p:cNvSpPr>
              <a:spLocks noChangeShapeType="1"/>
            </p:cNvSpPr>
            <p:nvPr/>
          </p:nvSpPr>
          <p:spPr bwMode="auto">
            <a:xfrm rot="8150026">
              <a:off x="2209933" y="5594350"/>
              <a:ext cx="1327679" cy="287338"/>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4" name="Line 2756"/>
            <p:cNvSpPr>
              <a:spLocks noChangeShapeType="1"/>
            </p:cNvSpPr>
            <p:nvPr/>
          </p:nvSpPr>
          <p:spPr bwMode="auto">
            <a:xfrm rot="-8032005">
              <a:off x="4577093" y="5935596"/>
              <a:ext cx="1152525" cy="311283"/>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5" name="Line 2757"/>
            <p:cNvSpPr>
              <a:spLocks noChangeShapeType="1"/>
            </p:cNvSpPr>
            <p:nvPr/>
          </p:nvSpPr>
          <p:spPr bwMode="auto">
            <a:xfrm rot="2767995">
              <a:off x="4734918" y="5913372"/>
              <a:ext cx="1225550" cy="311282"/>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6" name="Line 2759"/>
            <p:cNvSpPr>
              <a:spLocks noChangeShapeType="1"/>
            </p:cNvSpPr>
            <p:nvPr/>
          </p:nvSpPr>
          <p:spPr bwMode="auto">
            <a:xfrm rot="-2602105">
              <a:off x="5888567" y="3035300"/>
              <a:ext cx="1248569" cy="287338"/>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7" name="Line 2760"/>
            <p:cNvSpPr>
              <a:spLocks noChangeShapeType="1"/>
            </p:cNvSpPr>
            <p:nvPr/>
          </p:nvSpPr>
          <p:spPr bwMode="auto">
            <a:xfrm rot="8197895">
              <a:off x="6134497" y="3122613"/>
              <a:ext cx="1073150" cy="233362"/>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8" name="Line 2762"/>
            <p:cNvSpPr>
              <a:spLocks noChangeShapeType="1"/>
            </p:cNvSpPr>
            <p:nvPr/>
          </p:nvSpPr>
          <p:spPr bwMode="auto">
            <a:xfrm rot="1048487">
              <a:off x="6435461" y="5395914"/>
              <a:ext cx="1248569" cy="287337"/>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9" name="Line 2763"/>
            <p:cNvSpPr>
              <a:spLocks noChangeShapeType="1"/>
            </p:cNvSpPr>
            <p:nvPr/>
          </p:nvSpPr>
          <p:spPr bwMode="auto">
            <a:xfrm rot="-9751513">
              <a:off x="6237685" y="5500689"/>
              <a:ext cx="1327679" cy="287337"/>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30" name="Line 2764"/>
            <p:cNvSpPr>
              <a:spLocks noChangeShapeType="1"/>
            </p:cNvSpPr>
            <p:nvPr/>
          </p:nvSpPr>
          <p:spPr bwMode="auto">
            <a:xfrm rot="10046881">
              <a:off x="6817254" y="4237038"/>
              <a:ext cx="1171179" cy="21590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31" name="Text Box 2765"/>
            <p:cNvSpPr txBox="1">
              <a:spLocks noChangeArrowheads="1"/>
            </p:cNvSpPr>
            <p:nvPr/>
          </p:nvSpPr>
          <p:spPr bwMode="auto">
            <a:xfrm>
              <a:off x="7761421" y="3533776"/>
              <a:ext cx="9252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宋体" panose="02010600030101010101" pitchFamily="2" charset="-122"/>
                </a:rPr>
                <a:t>文件 </a:t>
              </a:r>
              <a:r>
                <a:rPr lang="en-US" altLang="zh-CN" sz="2000" b="1" i="1">
                  <a:solidFill>
                    <a:srgbClr val="000099"/>
                  </a:solidFill>
                  <a:ea typeface="宋体" panose="02010600030101010101" pitchFamily="2" charset="-122"/>
                </a:rPr>
                <a:t>F</a:t>
              </a:r>
            </a:p>
          </p:txBody>
        </p:sp>
        <p:sp>
          <p:nvSpPr>
            <p:cNvPr id="2002632" name="Text Box 2766"/>
            <p:cNvSpPr txBox="1">
              <a:spLocks noChangeArrowheads="1"/>
            </p:cNvSpPr>
            <p:nvPr/>
          </p:nvSpPr>
          <p:spPr bwMode="auto">
            <a:xfrm>
              <a:off x="7236883" y="3954463"/>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i="1" baseline="-25000">
                  <a:solidFill>
                    <a:srgbClr val="000099"/>
                  </a:solidFill>
                  <a:ea typeface="宋体" panose="02010600030101010101" pitchFamily="2" charset="-122"/>
                </a:rPr>
                <a:t>s</a:t>
              </a:r>
            </a:p>
          </p:txBody>
        </p:sp>
        <p:sp>
          <p:nvSpPr>
            <p:cNvPr id="2002633" name="Text Box 2767"/>
            <p:cNvSpPr txBox="1">
              <a:spLocks noChangeArrowheads="1"/>
            </p:cNvSpPr>
            <p:nvPr/>
          </p:nvSpPr>
          <p:spPr bwMode="auto">
            <a:xfrm>
              <a:off x="6726106" y="3017839"/>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i="1" baseline="-25000">
                  <a:solidFill>
                    <a:srgbClr val="000099"/>
                  </a:solidFill>
                  <a:ea typeface="宋体" panose="02010600030101010101" pitchFamily="2" charset="-122"/>
                </a:rPr>
                <a:t>N</a:t>
              </a:r>
            </a:p>
          </p:txBody>
        </p:sp>
        <p:sp>
          <p:nvSpPr>
            <p:cNvPr id="2002634" name="Text Box 2768"/>
            <p:cNvSpPr txBox="1">
              <a:spLocks noChangeArrowheads="1"/>
            </p:cNvSpPr>
            <p:nvPr/>
          </p:nvSpPr>
          <p:spPr bwMode="auto">
            <a:xfrm>
              <a:off x="6512851" y="5465764"/>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5</a:t>
              </a:r>
            </a:p>
          </p:txBody>
        </p:sp>
        <p:sp>
          <p:nvSpPr>
            <p:cNvPr id="2002635" name="Text Box 2769"/>
            <p:cNvSpPr txBox="1">
              <a:spLocks noChangeArrowheads="1"/>
            </p:cNvSpPr>
            <p:nvPr/>
          </p:nvSpPr>
          <p:spPr bwMode="auto">
            <a:xfrm>
              <a:off x="4796499" y="5897564"/>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4</a:t>
              </a:r>
            </a:p>
          </p:txBody>
        </p:sp>
        <p:sp>
          <p:nvSpPr>
            <p:cNvPr id="2002636" name="Text Box 2770"/>
            <p:cNvSpPr txBox="1">
              <a:spLocks noChangeArrowheads="1"/>
            </p:cNvSpPr>
            <p:nvPr/>
          </p:nvSpPr>
          <p:spPr bwMode="auto">
            <a:xfrm>
              <a:off x="2455863" y="5249864"/>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3</a:t>
              </a:r>
            </a:p>
          </p:txBody>
        </p:sp>
        <p:sp>
          <p:nvSpPr>
            <p:cNvPr id="2002637" name="Text Box 2771"/>
            <p:cNvSpPr txBox="1">
              <a:spLocks noChangeArrowheads="1"/>
            </p:cNvSpPr>
            <p:nvPr/>
          </p:nvSpPr>
          <p:spPr bwMode="auto">
            <a:xfrm>
              <a:off x="1676797" y="3810000"/>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2</a:t>
              </a:r>
            </a:p>
          </p:txBody>
        </p:sp>
        <p:sp>
          <p:nvSpPr>
            <p:cNvPr id="2002638" name="Text Box 2772"/>
            <p:cNvSpPr txBox="1">
              <a:spLocks noChangeArrowheads="1"/>
            </p:cNvSpPr>
            <p:nvPr/>
          </p:nvSpPr>
          <p:spPr bwMode="auto">
            <a:xfrm>
              <a:off x="3393149" y="2586039"/>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1</a:t>
              </a:r>
            </a:p>
          </p:txBody>
        </p:sp>
        <p:sp>
          <p:nvSpPr>
            <p:cNvPr id="2002639" name="Text Box 2773"/>
            <p:cNvSpPr txBox="1">
              <a:spLocks noChangeArrowheads="1"/>
            </p:cNvSpPr>
            <p:nvPr/>
          </p:nvSpPr>
          <p:spPr bwMode="auto">
            <a:xfrm>
              <a:off x="6278960" y="2728914"/>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i="1" baseline="-25000">
                  <a:solidFill>
                    <a:srgbClr val="000099"/>
                  </a:solidFill>
                  <a:ea typeface="宋体" panose="02010600030101010101" pitchFamily="2" charset="-122"/>
                </a:rPr>
                <a:t>N</a:t>
              </a:r>
            </a:p>
          </p:txBody>
        </p:sp>
        <p:sp>
          <p:nvSpPr>
            <p:cNvPr id="2002640" name="Text Box 2774"/>
            <p:cNvSpPr txBox="1">
              <a:spLocks noChangeArrowheads="1"/>
            </p:cNvSpPr>
            <p:nvPr/>
          </p:nvSpPr>
          <p:spPr bwMode="auto">
            <a:xfrm>
              <a:off x="3080147" y="2946401"/>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1</a:t>
              </a:r>
            </a:p>
          </p:txBody>
        </p:sp>
        <p:sp>
          <p:nvSpPr>
            <p:cNvPr id="2002641" name="Text Box 2775"/>
            <p:cNvSpPr txBox="1">
              <a:spLocks noChangeArrowheads="1"/>
            </p:cNvSpPr>
            <p:nvPr/>
          </p:nvSpPr>
          <p:spPr bwMode="auto">
            <a:xfrm>
              <a:off x="6824134" y="5105401"/>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5</a:t>
              </a:r>
            </a:p>
          </p:txBody>
        </p:sp>
        <p:sp>
          <p:nvSpPr>
            <p:cNvPr id="2002642" name="Text Box 2776"/>
            <p:cNvSpPr txBox="1">
              <a:spLocks noChangeArrowheads="1"/>
            </p:cNvSpPr>
            <p:nvPr/>
          </p:nvSpPr>
          <p:spPr bwMode="auto">
            <a:xfrm>
              <a:off x="5264283" y="5754689"/>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4</a:t>
              </a:r>
            </a:p>
          </p:txBody>
        </p:sp>
        <p:sp>
          <p:nvSpPr>
            <p:cNvPr id="2002643" name="Text Box 2777"/>
            <p:cNvSpPr txBox="1">
              <a:spLocks noChangeArrowheads="1"/>
            </p:cNvSpPr>
            <p:nvPr/>
          </p:nvSpPr>
          <p:spPr bwMode="auto">
            <a:xfrm>
              <a:off x="2923646" y="5537201"/>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3</a:t>
              </a:r>
            </a:p>
          </p:txBody>
        </p:sp>
        <p:sp>
          <p:nvSpPr>
            <p:cNvPr id="2002644" name="Text Box 2778"/>
            <p:cNvSpPr txBox="1">
              <a:spLocks noChangeArrowheads="1"/>
            </p:cNvSpPr>
            <p:nvPr/>
          </p:nvSpPr>
          <p:spPr bwMode="auto">
            <a:xfrm>
              <a:off x="1597687" y="4265614"/>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2</a:t>
              </a:r>
            </a:p>
          </p:txBody>
        </p:sp>
      </p:grpSp>
      <p:sp>
        <p:nvSpPr>
          <p:cNvPr id="20026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A240CC-7E31-48EB-81D1-77ED55FC1CEA}" type="slidenum">
              <a:rPr lang="zh-CN" altLang="en-US" smtClean="0"/>
              <a:pPr eaLnBrk="1" hangingPunct="1"/>
              <a:t>62</a:t>
            </a:fld>
            <a:endParaRPr lang="en-US" altLang="zh-CN" smtClean="0"/>
          </a:p>
        </p:txBody>
      </p:sp>
      <p:sp>
        <p:nvSpPr>
          <p:cNvPr id="20026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2945"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C/S </a:t>
            </a:r>
            <a:r>
              <a:rPr lang="zh-CN" altLang="en-US" dirty="0" smtClean="0">
                <a:ea typeface="黑体" panose="02010609060101010101" pitchFamily="49" charset="-122"/>
              </a:rPr>
              <a:t>方式下分发的最短时间</a:t>
            </a:r>
            <a:endParaRPr lang="zh-CN" altLang="zh-CN" dirty="0" smtClean="0">
              <a:ea typeface="黑体" panose="02010609060101010101" pitchFamily="49" charset="-122"/>
            </a:endParaRPr>
          </a:p>
        </p:txBody>
      </p:sp>
      <p:sp>
        <p:nvSpPr>
          <p:cNvPr id="417795" name="内容占位符 2"/>
          <p:cNvSpPr>
            <a:spLocks noGrp="1"/>
          </p:cNvSpPr>
          <p:nvPr>
            <p:ph idx="1"/>
          </p:nvPr>
        </p:nvSpPr>
        <p:spPr>
          <a:xfrm>
            <a:off x="495300" y="1196975"/>
            <a:ext cx="9066213" cy="4933950"/>
          </a:xfrm>
        </p:spPr>
        <p:txBody>
          <a:bodyPr/>
          <a:lstStyle/>
          <a:p>
            <a:r>
              <a:rPr lang="zh-CN" altLang="zh-CN" noProof="1"/>
              <a:t>从服务器端考虑，所有主机分发完毕的最短时间</a:t>
            </a:r>
            <a:r>
              <a:rPr lang="en-US" altLang="zh-CN" noProof="1"/>
              <a:t> </a:t>
            </a:r>
            <a:r>
              <a:rPr lang="en-US" altLang="zh-CN" i="1" noProof="1"/>
              <a:t>T</a:t>
            </a:r>
            <a:r>
              <a:rPr lang="en-US" altLang="zh-CN" i="1" baseline="-25000" noProof="1"/>
              <a:t>cs</a:t>
            </a:r>
            <a:r>
              <a:rPr lang="en-US" altLang="zh-CN" noProof="1"/>
              <a:t> </a:t>
            </a:r>
            <a:r>
              <a:rPr lang="zh-CN" altLang="zh-CN" noProof="1"/>
              <a:t>不可能小于</a:t>
            </a:r>
            <a:r>
              <a:rPr lang="zh-CN" altLang="zh-CN" i="1" noProof="1"/>
              <a:t> </a:t>
            </a:r>
            <a:r>
              <a:rPr lang="en-US" altLang="zh-CN" i="1" noProof="1"/>
              <a:t>NF</a:t>
            </a:r>
            <a:r>
              <a:rPr lang="en-US" altLang="zh-CN" noProof="1"/>
              <a:t>/</a:t>
            </a:r>
            <a:r>
              <a:rPr lang="en-US" altLang="zh-CN" i="1" noProof="1"/>
              <a:t>u</a:t>
            </a:r>
            <a:r>
              <a:rPr lang="en-US" altLang="zh-CN" i="1" baseline="-25000" noProof="1"/>
              <a:t>s</a:t>
            </a:r>
            <a:r>
              <a:rPr lang="zh-CN" altLang="en-US" noProof="1"/>
              <a:t>；</a:t>
            </a:r>
            <a:endParaRPr lang="en-US" altLang="zh-CN" noProof="1"/>
          </a:p>
          <a:p>
            <a:r>
              <a:rPr lang="zh-CN" altLang="zh-CN" noProof="1"/>
              <a:t>下载速率最慢的主机</a:t>
            </a:r>
            <a:r>
              <a:rPr lang="zh-CN" altLang="en-US" noProof="1"/>
              <a:t>的</a:t>
            </a:r>
            <a:r>
              <a:rPr lang="zh-CN" altLang="zh-CN" noProof="1"/>
              <a:t>下载速率为</a:t>
            </a:r>
            <a:r>
              <a:rPr lang="en-US" altLang="zh-CN" noProof="1"/>
              <a:t> </a:t>
            </a:r>
            <a:r>
              <a:rPr lang="en-US" altLang="zh-CN" i="1" noProof="1"/>
              <a:t>d</a:t>
            </a:r>
            <a:r>
              <a:rPr lang="en-US" altLang="zh-CN" baseline="-25000" noProof="1"/>
              <a:t>min</a:t>
            </a:r>
            <a:r>
              <a:rPr lang="zh-CN" altLang="en-US" noProof="1"/>
              <a:t>，则 </a:t>
            </a:r>
            <a:r>
              <a:rPr lang="en-US" altLang="zh-CN" i="1" noProof="1"/>
              <a:t>T</a:t>
            </a:r>
            <a:r>
              <a:rPr lang="en-US" altLang="zh-CN" i="1" baseline="-25000" noProof="1"/>
              <a:t>cs</a:t>
            </a:r>
            <a:r>
              <a:rPr lang="en-US" altLang="zh-CN" noProof="1"/>
              <a:t> </a:t>
            </a:r>
            <a:r>
              <a:rPr lang="zh-CN" altLang="zh-CN" noProof="1"/>
              <a:t>不可能小于</a:t>
            </a:r>
            <a:r>
              <a:rPr lang="zh-CN" altLang="zh-CN" i="1" noProof="1"/>
              <a:t> </a:t>
            </a:r>
            <a:r>
              <a:rPr lang="en-US" altLang="zh-CN" i="1" noProof="1"/>
              <a:t>F/d</a:t>
            </a:r>
            <a:r>
              <a:rPr lang="en-US" altLang="zh-CN" baseline="-25000" noProof="1"/>
              <a:t>min</a:t>
            </a:r>
            <a:r>
              <a:rPr lang="zh-CN" altLang="zh-CN" noProof="1"/>
              <a:t>。</a:t>
            </a:r>
            <a:endParaRPr lang="en-US" altLang="zh-CN" noProof="1"/>
          </a:p>
          <a:p>
            <a:r>
              <a:rPr lang="zh-CN" altLang="zh-CN" noProof="1"/>
              <a:t>由此可得出所有主机都下载完文件</a:t>
            </a:r>
            <a:r>
              <a:rPr lang="en-US" altLang="zh-CN" noProof="1"/>
              <a:t> </a:t>
            </a:r>
            <a:r>
              <a:rPr lang="en-US" altLang="zh-CN" i="1" noProof="1"/>
              <a:t>F </a:t>
            </a:r>
            <a:r>
              <a:rPr lang="zh-CN" altLang="zh-CN" noProof="1"/>
              <a:t>的最少时间是</a:t>
            </a:r>
            <a:r>
              <a:rPr lang="zh-CN" altLang="en-US" noProof="1"/>
              <a:t>：</a:t>
            </a:r>
            <a:endParaRPr lang="en-US" altLang="zh-CN" noProof="1"/>
          </a:p>
          <a:p>
            <a:pPr marL="0" indent="0">
              <a:buFont typeface="Wingdings" panose="05000000000000000000" pitchFamily="2" charset="2"/>
              <a:buNone/>
            </a:pPr>
            <a:r>
              <a:rPr lang="en-US" altLang="zh-CN" noProof="1"/>
              <a:t>            </a:t>
            </a:r>
            <a:r>
              <a:rPr lang="en-US" altLang="zh-CN" noProof="1">
                <a:solidFill>
                  <a:srgbClr val="0000FF"/>
                </a:solidFill>
              </a:rPr>
              <a:t> T</a:t>
            </a:r>
            <a:r>
              <a:rPr lang="en-US" altLang="zh-CN" baseline="-25000" noProof="1">
                <a:solidFill>
                  <a:srgbClr val="0000FF"/>
                </a:solidFill>
              </a:rPr>
              <a:t>cs</a:t>
            </a:r>
            <a:r>
              <a:rPr lang="en-US" altLang="zh-CN" noProof="1">
                <a:solidFill>
                  <a:srgbClr val="0000FF"/>
                </a:solidFill>
              </a:rPr>
              <a:t>=max</a:t>
            </a:r>
            <a:r>
              <a:rPr lang="zh-CN" altLang="en-US" noProof="1">
                <a:solidFill>
                  <a:srgbClr val="0000FF"/>
                </a:solidFill>
              </a:rPr>
              <a:t>（</a:t>
            </a:r>
            <a:r>
              <a:rPr lang="en-US" altLang="zh-CN" i="1" noProof="1">
                <a:solidFill>
                  <a:srgbClr val="0000FF"/>
                </a:solidFill>
              </a:rPr>
              <a:t> NF</a:t>
            </a:r>
            <a:r>
              <a:rPr lang="en-US" altLang="zh-CN" noProof="1">
                <a:solidFill>
                  <a:srgbClr val="0000FF"/>
                </a:solidFill>
              </a:rPr>
              <a:t>/</a:t>
            </a:r>
            <a:r>
              <a:rPr lang="en-US" altLang="zh-CN" i="1" noProof="1">
                <a:solidFill>
                  <a:srgbClr val="0000FF"/>
                </a:solidFill>
              </a:rPr>
              <a:t>u</a:t>
            </a:r>
            <a:r>
              <a:rPr lang="en-US" altLang="zh-CN" i="1" baseline="-25000" noProof="1">
                <a:solidFill>
                  <a:srgbClr val="0000FF"/>
                </a:solidFill>
              </a:rPr>
              <a:t>s</a:t>
            </a:r>
            <a:r>
              <a:rPr lang="zh-CN" altLang="en-US" i="1" noProof="1">
                <a:solidFill>
                  <a:srgbClr val="0000FF"/>
                </a:solidFill>
              </a:rPr>
              <a:t>，</a:t>
            </a:r>
            <a:r>
              <a:rPr lang="en-US" altLang="zh-CN" i="1" noProof="1">
                <a:solidFill>
                  <a:srgbClr val="0000FF"/>
                </a:solidFill>
              </a:rPr>
              <a:t>F/d</a:t>
            </a:r>
            <a:r>
              <a:rPr lang="en-US" altLang="zh-CN" baseline="-25000" noProof="1">
                <a:solidFill>
                  <a:srgbClr val="0000FF"/>
                </a:solidFill>
              </a:rPr>
              <a:t>min</a:t>
            </a:r>
            <a:r>
              <a:rPr lang="zh-CN" altLang="en-US" noProof="1">
                <a:solidFill>
                  <a:srgbClr val="0000FF"/>
                </a:solidFill>
              </a:rPr>
              <a:t> ）</a:t>
            </a:r>
            <a:endParaRPr lang="en-US" altLang="zh-CN" noProof="1">
              <a:solidFill>
                <a:srgbClr val="0000FF"/>
              </a:solidFill>
            </a:endParaRPr>
          </a:p>
        </p:txBody>
      </p:sp>
      <p:sp>
        <p:nvSpPr>
          <p:cNvPr id="2002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C94646-EE1D-4D9C-B3D2-A5ACE80AC3F0}" type="slidenum">
              <a:rPr lang="zh-CN" altLang="en-US" smtClean="0"/>
              <a:pPr eaLnBrk="1" hangingPunct="1"/>
              <a:t>63</a:t>
            </a:fld>
            <a:endParaRPr lang="en-US" altLang="zh-CN" smtClean="0"/>
          </a:p>
        </p:txBody>
      </p:sp>
      <p:sp>
        <p:nvSpPr>
          <p:cNvPr id="2002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3969"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P2P </a:t>
            </a:r>
            <a:r>
              <a:rPr lang="zh-CN" altLang="zh-CN" dirty="0" smtClean="0">
                <a:ea typeface="黑体" panose="02010609060101010101" pitchFamily="49" charset="-122"/>
              </a:rPr>
              <a:t>方式</a:t>
            </a:r>
            <a:r>
              <a:rPr lang="zh-CN" altLang="en-US" dirty="0" smtClean="0">
                <a:ea typeface="黑体" panose="02010609060101010101" pitchFamily="49" charset="-122"/>
              </a:rPr>
              <a:t>下</a:t>
            </a:r>
            <a:r>
              <a:rPr lang="zh-CN" altLang="zh-CN" dirty="0" smtClean="0">
                <a:ea typeface="黑体" panose="02010609060101010101" pitchFamily="49" charset="-122"/>
              </a:rPr>
              <a:t>分发</a:t>
            </a:r>
            <a:r>
              <a:rPr lang="zh-CN" altLang="en-US" dirty="0" smtClean="0">
                <a:ea typeface="黑体" panose="02010609060101010101" pitchFamily="49" charset="-122"/>
              </a:rPr>
              <a:t>的</a:t>
            </a:r>
            <a:r>
              <a:rPr lang="zh-CN" altLang="zh-CN" dirty="0" smtClean="0">
                <a:ea typeface="黑体" panose="02010609060101010101" pitchFamily="49" charset="-122"/>
              </a:rPr>
              <a:t>最短时间</a:t>
            </a:r>
          </a:p>
        </p:txBody>
      </p:sp>
      <p:sp>
        <p:nvSpPr>
          <p:cNvPr id="417795" name="内容占位符 2"/>
          <p:cNvSpPr>
            <a:spLocks noGrp="1"/>
          </p:cNvSpPr>
          <p:nvPr>
            <p:ph idx="1"/>
          </p:nvPr>
        </p:nvSpPr>
        <p:spPr>
          <a:xfrm>
            <a:off x="495300" y="1196975"/>
            <a:ext cx="9066213" cy="4933950"/>
          </a:xfrm>
        </p:spPr>
        <p:txBody>
          <a:bodyPr/>
          <a:lstStyle/>
          <a:p>
            <a:r>
              <a:rPr lang="zh-CN" altLang="en-US" noProof="1"/>
              <a:t>初始服务器</a:t>
            </a:r>
            <a:r>
              <a:rPr lang="zh-CN" altLang="zh-CN" noProof="1"/>
              <a:t>文件分发的最少时间不可能小于</a:t>
            </a:r>
            <a:r>
              <a:rPr lang="en-US" altLang="zh-CN" noProof="1"/>
              <a:t> </a:t>
            </a:r>
            <a:r>
              <a:rPr lang="en-US" altLang="zh-CN" i="1" noProof="1"/>
              <a:t>F</a:t>
            </a:r>
            <a:r>
              <a:rPr lang="en-US" altLang="zh-CN" noProof="1"/>
              <a:t>/</a:t>
            </a:r>
            <a:r>
              <a:rPr lang="en-US" altLang="zh-CN" i="1" noProof="1"/>
              <a:t>u</a:t>
            </a:r>
            <a:r>
              <a:rPr lang="en-US" altLang="zh-CN" i="1" baseline="-25000" noProof="1"/>
              <a:t>s</a:t>
            </a:r>
            <a:r>
              <a:rPr lang="zh-CN" altLang="en-US" noProof="1"/>
              <a:t>；</a:t>
            </a:r>
            <a:endParaRPr lang="en-US" altLang="zh-CN" noProof="1"/>
          </a:p>
          <a:p>
            <a:r>
              <a:rPr lang="zh-CN" altLang="en-US" noProof="1"/>
              <a:t>下载</a:t>
            </a:r>
            <a:r>
              <a:rPr lang="zh-CN" altLang="zh-CN" noProof="1"/>
              <a:t>文件分发的最少时间不可能小于</a:t>
            </a:r>
            <a:r>
              <a:rPr lang="en-US" altLang="zh-CN" noProof="1"/>
              <a:t> </a:t>
            </a:r>
            <a:r>
              <a:rPr lang="en-US" altLang="zh-CN" i="1" noProof="1"/>
              <a:t>F/d</a:t>
            </a:r>
            <a:r>
              <a:rPr lang="en-US" altLang="zh-CN" baseline="-25000" noProof="1"/>
              <a:t>min </a:t>
            </a:r>
            <a:r>
              <a:rPr lang="zh-CN" altLang="en-US" noProof="1"/>
              <a:t>；</a:t>
            </a:r>
            <a:endParaRPr lang="en-US" altLang="zh-CN" noProof="1"/>
          </a:p>
          <a:p>
            <a:r>
              <a:rPr lang="zh-CN" altLang="en-US" noProof="1"/>
              <a:t>上载</a:t>
            </a:r>
            <a:r>
              <a:rPr lang="zh-CN" altLang="zh-CN" noProof="1"/>
              <a:t>文件分发的最少时间不可能小于</a:t>
            </a:r>
            <a:r>
              <a:rPr lang="en-US" altLang="zh-CN" noProof="1"/>
              <a:t> </a:t>
            </a:r>
            <a:r>
              <a:rPr lang="en-US" altLang="zh-CN" i="1" noProof="1"/>
              <a:t>NF</a:t>
            </a:r>
            <a:r>
              <a:rPr lang="en-US" altLang="zh-CN" noProof="1"/>
              <a:t>/</a:t>
            </a:r>
            <a:r>
              <a:rPr lang="en-US" altLang="zh-CN" i="1" noProof="1"/>
              <a:t>u</a:t>
            </a:r>
            <a:r>
              <a:rPr lang="en-US" altLang="zh-CN" baseline="-25000" noProof="1"/>
              <a:t>T </a:t>
            </a:r>
            <a:r>
              <a:rPr lang="zh-CN" altLang="en-US" noProof="1"/>
              <a:t>，其中是 </a:t>
            </a:r>
            <a:r>
              <a:rPr lang="en-US" altLang="zh-CN" noProof="1"/>
              <a:t>u</a:t>
            </a:r>
            <a:r>
              <a:rPr lang="en-US" altLang="zh-CN" baseline="-25000" noProof="1"/>
              <a:t>T</a:t>
            </a:r>
            <a:r>
              <a:rPr lang="en-US" altLang="zh-CN" noProof="1"/>
              <a:t> </a:t>
            </a:r>
            <a:r>
              <a:rPr lang="zh-CN" altLang="en-US" noProof="1"/>
              <a:t>是</a:t>
            </a:r>
            <a:r>
              <a:rPr lang="zh-CN" altLang="zh-CN" noProof="1"/>
              <a:t>上传速率之和</a:t>
            </a:r>
            <a:r>
              <a:rPr lang="zh-CN" altLang="en-US" noProof="1"/>
              <a:t>。</a:t>
            </a:r>
            <a:endParaRPr lang="en-US" altLang="zh-CN" noProof="1"/>
          </a:p>
          <a:p>
            <a:r>
              <a:rPr lang="zh-CN" altLang="zh-CN" noProof="1"/>
              <a:t>所有主机都下载完文件</a:t>
            </a:r>
            <a:r>
              <a:rPr lang="en-US" altLang="zh-CN" noProof="1"/>
              <a:t> </a:t>
            </a:r>
            <a:r>
              <a:rPr lang="en-US" altLang="zh-CN" i="1" noProof="1"/>
              <a:t>F </a:t>
            </a:r>
            <a:r>
              <a:rPr lang="zh-CN" altLang="zh-CN" noProof="1"/>
              <a:t>的最少时间的下限是</a:t>
            </a:r>
            <a:r>
              <a:rPr lang="zh-CN" altLang="en-US" noProof="1"/>
              <a:t>：</a:t>
            </a:r>
            <a:endParaRPr lang="en-US" altLang="zh-CN" noProof="1"/>
          </a:p>
          <a:p>
            <a:pPr marL="0" indent="0">
              <a:buFont typeface="Wingdings" panose="05000000000000000000" pitchFamily="2" charset="2"/>
              <a:buNone/>
            </a:pPr>
            <a:r>
              <a:rPr lang="en-US" altLang="zh-CN" noProof="1"/>
              <a:t>       T</a:t>
            </a:r>
            <a:r>
              <a:rPr lang="en-US" altLang="zh-CN" baseline="-25000" noProof="1"/>
              <a:t>p2p </a:t>
            </a:r>
            <a:r>
              <a:rPr lang="en-US" altLang="zh-CN" noProof="1"/>
              <a:t>&gt;= max</a:t>
            </a:r>
            <a:r>
              <a:rPr lang="zh-CN" altLang="en-US" noProof="1"/>
              <a:t>（</a:t>
            </a:r>
            <a:r>
              <a:rPr lang="en-US" altLang="zh-CN" i="1" noProof="1"/>
              <a:t> F</a:t>
            </a:r>
            <a:r>
              <a:rPr lang="en-US" altLang="zh-CN" noProof="1"/>
              <a:t>/</a:t>
            </a:r>
            <a:r>
              <a:rPr lang="en-US" altLang="zh-CN" i="1" noProof="1"/>
              <a:t>u</a:t>
            </a:r>
            <a:r>
              <a:rPr lang="en-US" altLang="zh-CN" i="1" baseline="-25000" noProof="1"/>
              <a:t>s</a:t>
            </a:r>
            <a:r>
              <a:rPr lang="zh-CN" altLang="en-US" noProof="1"/>
              <a:t> ，</a:t>
            </a:r>
            <a:r>
              <a:rPr lang="en-US" altLang="zh-CN" i="1" noProof="1"/>
              <a:t> F/d</a:t>
            </a:r>
            <a:r>
              <a:rPr lang="en-US" altLang="zh-CN" baseline="-25000" noProof="1"/>
              <a:t>min</a:t>
            </a:r>
            <a:r>
              <a:rPr lang="zh-CN" altLang="en-US" noProof="1"/>
              <a:t>，</a:t>
            </a:r>
            <a:r>
              <a:rPr lang="en-US" altLang="zh-CN" i="1" noProof="1"/>
              <a:t> NF</a:t>
            </a:r>
            <a:r>
              <a:rPr lang="en-US" altLang="zh-CN" noProof="1"/>
              <a:t>/</a:t>
            </a:r>
            <a:r>
              <a:rPr lang="en-US" altLang="zh-CN" i="1" noProof="1"/>
              <a:t>u</a:t>
            </a:r>
            <a:r>
              <a:rPr lang="en-US" altLang="zh-CN" baseline="-25000" noProof="1"/>
              <a:t>T</a:t>
            </a:r>
            <a:r>
              <a:rPr lang="zh-CN" altLang="en-US" noProof="1"/>
              <a:t> ）</a:t>
            </a:r>
          </a:p>
        </p:txBody>
      </p:sp>
      <p:sp>
        <p:nvSpPr>
          <p:cNvPr id="2003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4F2B8B-F340-48FF-BD4D-590E6FD2C71F}" type="slidenum">
              <a:rPr lang="zh-CN" altLang="en-US" smtClean="0"/>
              <a:pPr eaLnBrk="1" hangingPunct="1"/>
              <a:t>64</a:t>
            </a:fld>
            <a:endParaRPr lang="en-US" altLang="zh-CN" smtClean="0"/>
          </a:p>
        </p:txBody>
      </p:sp>
      <p:sp>
        <p:nvSpPr>
          <p:cNvPr id="2003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4993" name="标题 1"/>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6.9.4  </a:t>
            </a:r>
            <a:r>
              <a:rPr lang="zh-CN" altLang="zh-CN" dirty="0" smtClean="0">
                <a:ea typeface="黑体" panose="02010609060101010101" pitchFamily="49" charset="-122"/>
              </a:rPr>
              <a:t>在 </a:t>
            </a:r>
            <a:r>
              <a:rPr lang="en-US" altLang="zh-CN" dirty="0" smtClean="0">
                <a:ea typeface="黑体" panose="02010609060101010101" pitchFamily="49" charset="-122"/>
              </a:rPr>
              <a:t>P2P </a:t>
            </a:r>
            <a:r>
              <a:rPr lang="zh-CN" altLang="zh-CN" dirty="0" smtClean="0">
                <a:ea typeface="黑体" panose="02010609060101010101" pitchFamily="49" charset="-122"/>
              </a:rPr>
              <a:t>对等方中搜索对象</a:t>
            </a:r>
          </a:p>
        </p:txBody>
      </p:sp>
      <p:sp>
        <p:nvSpPr>
          <p:cNvPr id="2004994"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现在广泛使用的索引和查找技术叫做</a:t>
            </a:r>
            <a:r>
              <a:rPr lang="zh-CN" altLang="zh-CN" u="sng" dirty="0" smtClean="0">
                <a:solidFill>
                  <a:srgbClr val="FF0000"/>
                </a:solidFill>
                <a:ea typeface="黑体" panose="02010609060101010101" pitchFamily="49" charset="-122"/>
              </a:rPr>
              <a:t>分布式散列表</a:t>
            </a:r>
            <a:r>
              <a:rPr lang="en-US" altLang="zh-CN" u="sng" dirty="0" smtClean="0">
                <a:solidFill>
                  <a:srgbClr val="FF0000"/>
                </a:solidFill>
                <a:ea typeface="黑体" panose="02010609060101010101" pitchFamily="49" charset="-122"/>
              </a:rPr>
              <a:t> </a:t>
            </a:r>
            <a:r>
              <a:rPr lang="en-US" altLang="zh-CN" u="sng" dirty="0" smtClean="0">
                <a:ea typeface="黑体" panose="02010609060101010101" pitchFamily="49" charset="-122"/>
              </a:rPr>
              <a:t>DHT (Distributed Hash Table)</a:t>
            </a:r>
            <a:r>
              <a:rPr lang="zh-CN" altLang="zh-CN" dirty="0" smtClean="0">
                <a:ea typeface="黑体" panose="02010609060101010101" pitchFamily="49" charset="-122"/>
              </a:rPr>
              <a:t>。</a:t>
            </a:r>
            <a:r>
              <a:rPr lang="en-US" altLang="zh-CN" dirty="0" smtClean="0">
                <a:ea typeface="黑体" panose="02010609060101010101" pitchFamily="49" charset="-122"/>
              </a:rPr>
              <a:t>DHT </a:t>
            </a:r>
            <a:r>
              <a:rPr lang="zh-CN" altLang="zh-CN" dirty="0" smtClean="0">
                <a:ea typeface="黑体" panose="02010609060101010101" pitchFamily="49" charset="-122"/>
              </a:rPr>
              <a:t>也可译为</a:t>
            </a:r>
            <a:r>
              <a:rPr lang="zh-CN" altLang="zh-CN" dirty="0" smtClean="0">
                <a:solidFill>
                  <a:srgbClr val="FF0000"/>
                </a:solidFill>
                <a:ea typeface="黑体" panose="02010609060101010101" pitchFamily="49" charset="-122"/>
              </a:rPr>
              <a:t>分布式哈希表，</a:t>
            </a:r>
            <a:r>
              <a:rPr lang="zh-CN" altLang="zh-CN" dirty="0" smtClean="0">
                <a:ea typeface="黑体" panose="02010609060101010101" pitchFamily="49" charset="-122"/>
              </a:rPr>
              <a:t>它是由大量对等方共同维护的散列表。</a:t>
            </a:r>
            <a:endParaRPr lang="en-US" altLang="zh-CN" dirty="0" smtClean="0">
              <a:ea typeface="黑体" panose="02010609060101010101" pitchFamily="49" charset="-122"/>
            </a:endParaRPr>
          </a:p>
          <a:p>
            <a:r>
              <a:rPr lang="zh-CN" altLang="zh-CN" dirty="0" smtClean="0">
                <a:ea typeface="黑体" panose="02010609060101010101" pitchFamily="49" charset="-122"/>
              </a:rPr>
              <a:t>广泛使用的</a:t>
            </a:r>
            <a:r>
              <a:rPr lang="en-US" altLang="zh-CN" dirty="0" smtClean="0">
                <a:ea typeface="黑体" panose="02010609060101010101" pitchFamily="49" charset="-122"/>
              </a:rPr>
              <a:t> Chord </a:t>
            </a:r>
            <a:r>
              <a:rPr lang="zh-CN" altLang="zh-CN" dirty="0" smtClean="0">
                <a:ea typeface="黑体" panose="02010609060101010101" pitchFamily="49" charset="-122"/>
              </a:rPr>
              <a:t>算法是美国麻省理工大学于</a:t>
            </a:r>
            <a:r>
              <a:rPr lang="en-US" altLang="zh-CN" dirty="0" smtClean="0">
                <a:ea typeface="黑体" panose="02010609060101010101" pitchFamily="49" charset="-122"/>
              </a:rPr>
              <a:t>2001</a:t>
            </a:r>
            <a:r>
              <a:rPr lang="zh-CN" altLang="zh-CN" dirty="0" smtClean="0">
                <a:ea typeface="黑体" panose="02010609060101010101" pitchFamily="49" charset="-122"/>
              </a:rPr>
              <a:t>年提出的</a:t>
            </a:r>
            <a:r>
              <a:rPr lang="zh-CN" altLang="en-US" dirty="0" smtClean="0">
                <a:ea typeface="黑体" panose="02010609060101010101" pitchFamily="49" charset="-122"/>
              </a:rPr>
              <a:t>。</a:t>
            </a:r>
            <a:endParaRPr lang="en-US" altLang="zh-CN" dirty="0" smtClean="0">
              <a:ea typeface="黑体" panose="02010609060101010101" pitchFamily="49" charset="-122"/>
            </a:endParaRPr>
          </a:p>
        </p:txBody>
      </p:sp>
      <p:sp>
        <p:nvSpPr>
          <p:cNvPr id="2004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6FF650-338F-42CE-AB33-4F636E5088DA}" type="slidenum">
              <a:rPr lang="zh-CN" altLang="en-US" smtClean="0"/>
              <a:pPr eaLnBrk="1" hangingPunct="1"/>
              <a:t>65</a:t>
            </a:fld>
            <a:endParaRPr lang="en-US" altLang="zh-CN" smtClean="0"/>
          </a:p>
        </p:txBody>
      </p:sp>
      <p:sp>
        <p:nvSpPr>
          <p:cNvPr id="2004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601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6.9.4  </a:t>
            </a:r>
            <a:r>
              <a:rPr lang="zh-CN" altLang="zh-CN" smtClean="0">
                <a:ea typeface="黑体" panose="02010609060101010101" pitchFamily="49" charset="-122"/>
              </a:rPr>
              <a:t>在 </a:t>
            </a:r>
            <a:r>
              <a:rPr lang="en-US" altLang="zh-CN" smtClean="0">
                <a:ea typeface="黑体" panose="02010609060101010101" pitchFamily="49" charset="-122"/>
              </a:rPr>
              <a:t>P2P </a:t>
            </a:r>
            <a:r>
              <a:rPr lang="zh-CN" altLang="zh-CN" smtClean="0">
                <a:ea typeface="黑体" panose="02010609060101010101" pitchFamily="49" charset="-122"/>
              </a:rPr>
              <a:t>对等方中搜索对象</a:t>
            </a:r>
          </a:p>
        </p:txBody>
      </p:sp>
      <p:sp>
        <p:nvSpPr>
          <p:cNvPr id="2006018"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分布式散列表</a:t>
            </a:r>
            <a:r>
              <a:rPr lang="en-US" altLang="zh-CN" dirty="0" smtClean="0">
                <a:ea typeface="黑体" panose="02010609060101010101" pitchFamily="49" charset="-122"/>
              </a:rPr>
              <a:t> DHT </a:t>
            </a:r>
            <a:r>
              <a:rPr lang="zh-CN" altLang="zh-CN" dirty="0" smtClean="0">
                <a:ea typeface="黑体" panose="02010609060101010101" pitchFamily="49" charset="-122"/>
              </a:rPr>
              <a:t>利用散列函数，把资源名</a:t>
            </a:r>
            <a:r>
              <a:rPr lang="en-US" altLang="zh-CN" dirty="0" smtClean="0">
                <a:ea typeface="黑体" panose="02010609060101010101" pitchFamily="49" charset="-122"/>
              </a:rPr>
              <a:t> K </a:t>
            </a:r>
            <a:r>
              <a:rPr lang="zh-CN" altLang="zh-CN" dirty="0" smtClean="0">
                <a:ea typeface="黑体" panose="02010609060101010101" pitchFamily="49" charset="-122"/>
              </a:rPr>
              <a:t>及其存放的结点</a:t>
            </a:r>
            <a:r>
              <a:rPr lang="en-US" altLang="zh-CN" dirty="0" smtClean="0">
                <a:ea typeface="黑体" panose="02010609060101010101" pitchFamily="49" charset="-122"/>
              </a:rPr>
              <a:t> IP </a:t>
            </a:r>
            <a:r>
              <a:rPr lang="zh-CN" altLang="zh-CN" dirty="0" smtClean="0">
                <a:ea typeface="黑体" panose="02010609060101010101" pitchFamily="49" charset="-122"/>
              </a:rPr>
              <a:t>地址</a:t>
            </a:r>
            <a:r>
              <a:rPr lang="en-US" altLang="zh-CN" dirty="0" smtClean="0">
                <a:ea typeface="黑体" panose="02010609060101010101" pitchFamily="49" charset="-122"/>
              </a:rPr>
              <a:t> N </a:t>
            </a:r>
            <a:r>
              <a:rPr lang="zh-CN" altLang="zh-CN" dirty="0" smtClean="0">
                <a:ea typeface="黑体" panose="02010609060101010101" pitchFamily="49" charset="-122"/>
              </a:rPr>
              <a:t>都分别映射为资源名标识符</a:t>
            </a:r>
            <a:r>
              <a:rPr lang="en-US" altLang="zh-CN" dirty="0" smtClean="0">
                <a:ea typeface="黑体" panose="02010609060101010101" pitchFamily="49" charset="-122"/>
              </a:rPr>
              <a:t> KID </a:t>
            </a:r>
            <a:r>
              <a:rPr lang="zh-CN" altLang="zh-CN" dirty="0" smtClean="0">
                <a:ea typeface="黑体" panose="02010609060101010101" pitchFamily="49" charset="-122"/>
              </a:rPr>
              <a:t>和结点标识符</a:t>
            </a:r>
            <a:r>
              <a:rPr lang="en-US" altLang="zh-CN" dirty="0" smtClean="0">
                <a:ea typeface="黑体" panose="02010609060101010101" pitchFamily="49" charset="-122"/>
              </a:rPr>
              <a:t> NID</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Chord </a:t>
            </a:r>
            <a:r>
              <a:rPr lang="zh-CN" altLang="zh-CN" dirty="0" smtClean="0">
                <a:ea typeface="黑体" panose="02010609060101010101" pitchFamily="49" charset="-122"/>
              </a:rPr>
              <a:t>把结点按标识符数值从小到大沿顺时针排列成一个环形覆盖网络</a:t>
            </a:r>
            <a:r>
              <a:rPr lang="zh-CN" altLang="en-US" dirty="0" smtClean="0">
                <a:ea typeface="黑体" panose="02010609060101010101" pitchFamily="49" charset="-122"/>
              </a:rPr>
              <a:t>。</a:t>
            </a:r>
          </a:p>
        </p:txBody>
      </p:sp>
      <p:sp>
        <p:nvSpPr>
          <p:cNvPr id="20060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FA9D9F-80C4-484F-9B08-B5ED40B13348}" type="slidenum">
              <a:rPr lang="zh-CN" altLang="en-US" smtClean="0"/>
              <a:pPr eaLnBrk="1" hangingPunct="1"/>
              <a:t>66</a:t>
            </a:fld>
            <a:endParaRPr lang="en-US" altLang="zh-CN" smtClean="0"/>
          </a:p>
        </p:txBody>
      </p:sp>
      <p:sp>
        <p:nvSpPr>
          <p:cNvPr id="20060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41"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基于 </a:t>
            </a:r>
            <a:r>
              <a:rPr lang="en-US" altLang="zh-CN" smtClean="0">
                <a:ea typeface="黑体" panose="02010609060101010101" pitchFamily="49" charset="-122"/>
              </a:rPr>
              <a:t>DHT </a:t>
            </a:r>
            <a:r>
              <a:rPr lang="zh-CN" altLang="zh-CN" smtClean="0">
                <a:ea typeface="黑体" panose="02010609060101010101" pitchFamily="49" charset="-122"/>
              </a:rPr>
              <a:t>的 </a:t>
            </a:r>
            <a:r>
              <a:rPr lang="en-US" altLang="zh-CN" smtClean="0">
                <a:ea typeface="黑体" panose="02010609060101010101" pitchFamily="49" charset="-122"/>
              </a:rPr>
              <a:t>Chord </a:t>
            </a:r>
            <a:r>
              <a:rPr lang="zh-CN" altLang="zh-CN" smtClean="0">
                <a:ea typeface="黑体" panose="02010609060101010101" pitchFamily="49" charset="-122"/>
              </a:rPr>
              <a:t>环</a:t>
            </a:r>
          </a:p>
        </p:txBody>
      </p:sp>
      <p:sp>
        <p:nvSpPr>
          <p:cNvPr id="2007042"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每个资源由</a:t>
            </a:r>
            <a:r>
              <a:rPr lang="en-US" altLang="zh-CN" dirty="0" smtClean="0">
                <a:ea typeface="黑体" panose="02010609060101010101" pitchFamily="49" charset="-122"/>
              </a:rPr>
              <a:t> Chord </a:t>
            </a:r>
            <a:r>
              <a:rPr lang="zh-CN" altLang="zh-CN" dirty="0" smtClean="0">
                <a:ea typeface="黑体" panose="02010609060101010101" pitchFamily="49" charset="-122"/>
              </a:rPr>
              <a:t>环上与其标识符值</a:t>
            </a:r>
            <a:r>
              <a:rPr lang="zh-CN" altLang="zh-CN" dirty="0" smtClean="0">
                <a:solidFill>
                  <a:srgbClr val="FF0000"/>
                </a:solidFill>
                <a:ea typeface="黑体" panose="02010609060101010101" pitchFamily="49" charset="-122"/>
              </a:rPr>
              <a:t>最接近</a:t>
            </a:r>
            <a:r>
              <a:rPr lang="zh-CN" altLang="zh-CN" dirty="0" smtClean="0">
                <a:ea typeface="黑体" panose="02010609060101010101" pitchFamily="49" charset="-122"/>
              </a:rPr>
              <a:t>的下一个结点提供服务</a:t>
            </a:r>
            <a:r>
              <a:rPr lang="zh-CN" altLang="en-US" dirty="0" smtClean="0">
                <a:ea typeface="黑体" panose="02010609060101010101" pitchFamily="49" charset="-122"/>
              </a:rPr>
              <a:t>。</a:t>
            </a:r>
          </a:p>
        </p:txBody>
      </p:sp>
      <p:sp>
        <p:nvSpPr>
          <p:cNvPr id="2007043" name="Rectangle 2"/>
          <p:cNvSpPr>
            <a:spLocks noChangeArrowheads="1"/>
          </p:cNvSpPr>
          <p:nvPr/>
        </p:nvSpPr>
        <p:spPr bwMode="auto">
          <a:xfrm>
            <a:off x="1131888" y="2157413"/>
            <a:ext cx="157845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endParaRPr lang="zh-CN" altLang="en-US">
              <a:ea typeface="宋体" panose="02010600030101010101" pitchFamily="2" charset="-122"/>
            </a:endParaRPr>
          </a:p>
        </p:txBody>
      </p:sp>
      <p:graphicFrame>
        <p:nvGraphicFramePr>
          <p:cNvPr id="2007044" name="对象 5"/>
          <p:cNvGraphicFramePr>
            <a:graphicFrameLocks noChangeAspect="1"/>
          </p:cNvGraphicFramePr>
          <p:nvPr/>
        </p:nvGraphicFramePr>
        <p:xfrm>
          <a:off x="344488" y="2486025"/>
          <a:ext cx="9201150" cy="3606800"/>
        </p:xfrm>
        <a:graphic>
          <a:graphicData uri="http://schemas.openxmlformats.org/presentationml/2006/ole">
            <mc:AlternateContent xmlns:mc="http://schemas.openxmlformats.org/markup-compatibility/2006">
              <mc:Choice xmlns:v="urn:schemas-microsoft-com:vml" Requires="v">
                <p:oleObj spid="_x0000_s2007119" r:id="rId3" imgW="1113840" imgH="832320" progId="PowerPoint.Show.8">
                  <p:embed/>
                </p:oleObj>
              </mc:Choice>
              <mc:Fallback>
                <p:oleObj r:id="rId3" imgW="1113840" imgH="832320" progId="PowerPoint.Show.8">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l="839" t="5513" r="435" b="42491"/>
                      <a:stretch>
                        <a:fillRect/>
                      </a:stretch>
                    </p:blipFill>
                    <p:spPr bwMode="auto">
                      <a:xfrm>
                        <a:off x="344488" y="2486025"/>
                        <a:ext cx="9201150"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0704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89C5C7-7AE2-40C7-872E-A1B87DF50B70}" type="slidenum">
              <a:rPr lang="zh-CN" altLang="en-US" smtClean="0"/>
              <a:pPr eaLnBrk="1" hangingPunct="1"/>
              <a:t>67</a:t>
            </a:fld>
            <a:endParaRPr lang="en-US" altLang="zh-CN" smtClean="0"/>
          </a:p>
        </p:txBody>
      </p:sp>
      <p:sp>
        <p:nvSpPr>
          <p:cNvPr id="200704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8065"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通过指针表加速 </a:t>
            </a:r>
            <a:r>
              <a:rPr lang="en-US" altLang="zh-CN" smtClean="0">
                <a:ea typeface="黑体" panose="02010609060101010101" pitchFamily="49" charset="-122"/>
              </a:rPr>
              <a:t>Chord </a:t>
            </a:r>
            <a:r>
              <a:rPr lang="zh-CN" altLang="zh-CN" smtClean="0">
                <a:ea typeface="黑体" panose="02010609060101010101" pitchFamily="49" charset="-122"/>
              </a:rPr>
              <a:t>表查找</a:t>
            </a:r>
          </a:p>
        </p:txBody>
      </p:sp>
      <p:sp>
        <p:nvSpPr>
          <p:cNvPr id="2008066" name="内容占位符 2"/>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为了加速查找，在</a:t>
            </a:r>
            <a:r>
              <a:rPr lang="en-US" altLang="zh-CN" sz="2800" dirty="0" smtClean="0">
                <a:ea typeface="黑体" panose="02010609060101010101" pitchFamily="49" charset="-122"/>
              </a:rPr>
              <a:t> Chord </a:t>
            </a:r>
            <a:r>
              <a:rPr lang="zh-CN" altLang="zh-CN" sz="2800" dirty="0" smtClean="0">
                <a:ea typeface="黑体" panose="02010609060101010101" pitchFamily="49" charset="-122"/>
              </a:rPr>
              <a:t>环上可以增加一些</a:t>
            </a:r>
            <a:r>
              <a:rPr lang="zh-CN" altLang="zh-CN" sz="2800" dirty="0" smtClean="0">
                <a:solidFill>
                  <a:srgbClr val="FF0000"/>
                </a:solidFill>
                <a:ea typeface="黑体" panose="02010609060101010101" pitchFamily="49" charset="-122"/>
              </a:rPr>
              <a:t>指针表</a:t>
            </a:r>
            <a:r>
              <a:rPr lang="en-US" altLang="zh-CN" sz="2800" dirty="0" smtClean="0">
                <a:ea typeface="黑体" panose="02010609060101010101" pitchFamily="49" charset="-122"/>
              </a:rPr>
              <a:t>(finger table)</a:t>
            </a:r>
            <a:r>
              <a:rPr lang="zh-CN" altLang="zh-CN" sz="2800" dirty="0" smtClean="0">
                <a:ea typeface="黑体" panose="02010609060101010101" pitchFamily="49" charset="-122"/>
              </a:rPr>
              <a:t>，它又称为</a:t>
            </a:r>
            <a:r>
              <a:rPr lang="zh-CN" altLang="zh-CN" sz="2800" dirty="0" smtClean="0">
                <a:solidFill>
                  <a:srgbClr val="FF0000"/>
                </a:solidFill>
                <a:ea typeface="黑体" panose="02010609060101010101" pitchFamily="49" charset="-122"/>
              </a:rPr>
              <a:t>路由表</a:t>
            </a:r>
            <a:r>
              <a:rPr lang="zh-CN" altLang="zh-CN" sz="2800" dirty="0" smtClean="0">
                <a:ea typeface="黑体" panose="02010609060101010101" pitchFamily="49" charset="-122"/>
              </a:rPr>
              <a:t>或</a:t>
            </a:r>
            <a:r>
              <a:rPr lang="zh-CN" altLang="zh-CN" sz="2800" dirty="0" smtClean="0">
                <a:solidFill>
                  <a:srgbClr val="FF0000"/>
                </a:solidFill>
                <a:ea typeface="黑体" panose="02010609060101010101" pitchFamily="49" charset="-122"/>
              </a:rPr>
              <a:t>查找器表</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第</a:t>
            </a:r>
            <a:r>
              <a:rPr lang="en-US" altLang="zh-CN" sz="2800" dirty="0" smtClean="0">
                <a:ea typeface="黑体" panose="02010609060101010101" pitchFamily="49" charset="-122"/>
              </a:rPr>
              <a:t> 1 </a:t>
            </a:r>
            <a:r>
              <a:rPr lang="zh-CN" altLang="zh-CN" sz="2800" dirty="0" smtClean="0">
                <a:ea typeface="黑体" panose="02010609060101010101" pitchFamily="49" charset="-122"/>
              </a:rPr>
              <a:t>列第</a:t>
            </a:r>
            <a:r>
              <a:rPr lang="en-US" altLang="zh-CN" sz="2800" dirty="0" smtClean="0">
                <a:ea typeface="黑体" panose="02010609060101010101" pitchFamily="49" charset="-122"/>
              </a:rPr>
              <a:t> </a:t>
            </a:r>
            <a:r>
              <a:rPr lang="en-US" altLang="zh-CN" sz="2800" i="1" dirty="0" err="1" smtClean="0">
                <a:ea typeface="黑体" panose="02010609060101010101" pitchFamily="49" charset="-122"/>
              </a:rPr>
              <a:t>i</a:t>
            </a:r>
            <a:r>
              <a:rPr lang="en-US" altLang="zh-CN" sz="2800" i="1" dirty="0" smtClean="0">
                <a:ea typeface="黑体" panose="02010609060101010101" pitchFamily="49" charset="-122"/>
              </a:rPr>
              <a:t> </a:t>
            </a:r>
            <a:r>
              <a:rPr lang="zh-CN" altLang="zh-CN" sz="2800" dirty="0" smtClean="0">
                <a:ea typeface="黑体" panose="02010609060101010101" pitchFamily="49" charset="-122"/>
              </a:rPr>
              <a:t>行计算（</a:t>
            </a:r>
            <a:r>
              <a:rPr lang="en-US" altLang="zh-CN" sz="2800" dirty="0" smtClean="0">
                <a:ea typeface="黑体" panose="02010609060101010101" pitchFamily="49" charset="-122"/>
              </a:rPr>
              <a:t>N4 + 2</a:t>
            </a:r>
            <a:r>
              <a:rPr lang="en-US" altLang="zh-CN" sz="2800" i="1" baseline="30000" dirty="0" smtClean="0">
                <a:ea typeface="黑体" panose="02010609060101010101" pitchFamily="49" charset="-122"/>
              </a:rPr>
              <a:t>i</a:t>
            </a:r>
            <a:r>
              <a:rPr lang="en-US" altLang="zh-CN" sz="2800" baseline="30000" dirty="0" smtClean="0">
                <a:ea typeface="黑体" panose="02010609060101010101" pitchFamily="49" charset="-122"/>
              </a:rPr>
              <a:t> – 1</a:t>
            </a:r>
            <a:r>
              <a:rPr lang="zh-CN" altLang="zh-CN" sz="2800" dirty="0" smtClean="0">
                <a:ea typeface="黑体" panose="02010609060101010101" pitchFamily="49" charset="-122"/>
              </a:rPr>
              <a:t>），得出后继结点。</a:t>
            </a:r>
            <a:endParaRPr lang="zh-CN" altLang="en-US" sz="2800" dirty="0" smtClean="0">
              <a:ea typeface="黑体" panose="02010609060101010101" pitchFamily="49" charset="-122"/>
            </a:endParaRPr>
          </a:p>
        </p:txBody>
      </p:sp>
      <p:graphicFrame>
        <p:nvGraphicFramePr>
          <p:cNvPr id="2008067" name="对象 5"/>
          <p:cNvGraphicFramePr>
            <a:graphicFrameLocks noChangeAspect="1"/>
          </p:cNvGraphicFramePr>
          <p:nvPr/>
        </p:nvGraphicFramePr>
        <p:xfrm>
          <a:off x="1000125" y="2708275"/>
          <a:ext cx="8345488" cy="3740150"/>
        </p:xfrm>
        <a:graphic>
          <a:graphicData uri="http://schemas.openxmlformats.org/presentationml/2006/ole">
            <mc:AlternateContent xmlns:mc="http://schemas.openxmlformats.org/markup-compatibility/2006">
              <mc:Choice xmlns:v="urn:schemas-microsoft-com:vml" Requires="v">
                <p:oleObj spid="_x0000_s2008141" r:id="rId3" imgW="4543560" imgH="3427200" progId="PowerPoint.Show.8">
                  <p:embed/>
                </p:oleObj>
              </mc:Choice>
              <mc:Fallback>
                <p:oleObj r:id="rId3" imgW="4543560" imgH="3427200" progId="PowerPoint.Show.8">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l="1132" t="5217" r="22687" b="45612"/>
                      <a:stretch>
                        <a:fillRect/>
                      </a:stretch>
                    </p:blipFill>
                    <p:spPr bwMode="auto">
                      <a:xfrm>
                        <a:off x="1000125" y="2708275"/>
                        <a:ext cx="8345488"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0806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E907FB-8B6A-4D23-8557-BB259474A9FC}" type="slidenum">
              <a:rPr lang="zh-CN" altLang="en-US" smtClean="0"/>
              <a:pPr eaLnBrk="1" hangingPunct="1"/>
              <a:t>68</a:t>
            </a:fld>
            <a:endParaRPr lang="en-US" altLang="zh-CN" smtClean="0"/>
          </a:p>
        </p:txBody>
      </p:sp>
      <p:sp>
        <p:nvSpPr>
          <p:cNvPr id="200806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1383</TotalTime>
  <Words>4781</Words>
  <Application>Microsoft Office PowerPoint</Application>
  <PresentationFormat>A4 纸张(210x297 毫米)</PresentationFormat>
  <Paragraphs>706</Paragraphs>
  <Slides>68</Slides>
  <Notes>31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68</vt:i4>
      </vt:variant>
    </vt:vector>
  </HeadingPairs>
  <TitlesOfParts>
    <vt:vector size="80" baseType="lpstr">
      <vt:lpstr>等线</vt:lpstr>
      <vt:lpstr>黑体</vt:lpstr>
      <vt:lpstr>宋体</vt:lpstr>
      <vt:lpstr>Arial</vt:lpstr>
      <vt:lpstr>Courier New</vt:lpstr>
      <vt:lpstr>Symbol</vt:lpstr>
      <vt:lpstr>Times New Roman</vt:lpstr>
      <vt:lpstr>Wingdings</vt:lpstr>
      <vt:lpstr>Presentation</vt:lpstr>
      <vt:lpstr>Microsoft Visio 2000/2002 Drawing</vt:lpstr>
      <vt:lpstr>MS_ClipArt_Gallery</vt:lpstr>
      <vt:lpstr>Microsoft PowerPoint 97-2003 演示文稿</vt:lpstr>
      <vt:lpstr>第 6 章 应用层</vt:lpstr>
      <vt:lpstr>6.7  简单网络管理协议 SNMP</vt:lpstr>
      <vt:lpstr>6.7.1  网络管理的基本概念</vt:lpstr>
      <vt:lpstr>网络管理的一般模型 </vt:lpstr>
      <vt:lpstr>网络管理模型中的主要构件 </vt:lpstr>
      <vt:lpstr>被管对象 (Managed Object)。</vt:lpstr>
      <vt:lpstr>代理 (agent)</vt:lpstr>
      <vt:lpstr>网络管理协议 </vt:lpstr>
      <vt:lpstr>客户服务器方式</vt:lpstr>
      <vt:lpstr>网络管理的基本原理</vt:lpstr>
      <vt:lpstr>SNMP 的指导思想</vt:lpstr>
      <vt:lpstr>SNMP 的管理站和委托代理</vt:lpstr>
      <vt:lpstr>SNMP 网络管理组成 </vt:lpstr>
      <vt:lpstr>SNMP</vt:lpstr>
      <vt:lpstr>SMI</vt:lpstr>
      <vt:lpstr>MIB</vt:lpstr>
      <vt:lpstr>6.7.2   管理信息结构 SMI </vt:lpstr>
      <vt:lpstr>SMI 规定所有被管对象必须在命名树上 </vt:lpstr>
      <vt:lpstr>SMI 使用 ASN.1 </vt:lpstr>
      <vt:lpstr>几种最主要的简单类型</vt:lpstr>
      <vt:lpstr>两种结构化类型</vt:lpstr>
      <vt:lpstr>基本编码规则 BER </vt:lpstr>
      <vt:lpstr>用 TLV 方法进行编码</vt:lpstr>
      <vt:lpstr>TLV 中的 T 字段定义数据的类型  </vt:lpstr>
      <vt:lpstr>几种类型的T字段编码</vt:lpstr>
      <vt:lpstr>TLV 中的 L 字段定义 V 字段的长度 </vt:lpstr>
      <vt:lpstr>TLV 中的 V 字段定义数据的值 </vt:lpstr>
      <vt:lpstr>6.7.3  管理信息库 MIB</vt:lpstr>
      <vt:lpstr>节点 mib-2 所包含的信息类别举例</vt:lpstr>
      <vt:lpstr>MIB变量的例子（IP下）</vt:lpstr>
      <vt:lpstr>6.7.4  SNMP 的协议数据单元和报文 </vt:lpstr>
      <vt:lpstr>SNMP 的探询操作</vt:lpstr>
      <vt:lpstr>陷阱(trap)</vt:lpstr>
      <vt:lpstr>SNMP 是有效的网络管理协议</vt:lpstr>
      <vt:lpstr>SNMP 使用无连接的 UDP</vt:lpstr>
      <vt:lpstr>SNMPv1 定义的 协议数据单元类型</vt:lpstr>
      <vt:lpstr>SNMP 的报文格式 </vt:lpstr>
      <vt:lpstr>Get-request 报文 ASN.1 编码</vt:lpstr>
      <vt:lpstr>6.8  应用进程跨越网络的通信</vt:lpstr>
      <vt:lpstr> 6.8.1  系统调用和应用编程接口</vt:lpstr>
      <vt:lpstr>多个应用进程 使用系统调用的机制 </vt:lpstr>
      <vt:lpstr>应用编程接口 API</vt:lpstr>
      <vt:lpstr>几种应用TCP/IP编程接口 API  </vt:lpstr>
      <vt:lpstr>应用进程通过套接字接入到网络 </vt:lpstr>
      <vt:lpstr>套接字的作用 </vt:lpstr>
      <vt:lpstr>调用 socket 创建套接字 </vt:lpstr>
      <vt:lpstr>6.8.2  几种常用的系统调用 </vt:lpstr>
      <vt:lpstr>并发方式工作的服务器 </vt:lpstr>
      <vt:lpstr>2. 传送阶段</vt:lpstr>
      <vt:lpstr>3. 连接释放阶段</vt:lpstr>
      <vt:lpstr>系统调用使用顺序的例子 </vt:lpstr>
      <vt:lpstr>6.9  P2P 应用</vt:lpstr>
      <vt:lpstr> P2P 工作方式概述 </vt:lpstr>
      <vt:lpstr>6.9.1  集中目录服务器 P2P    Napster</vt:lpstr>
      <vt:lpstr>Napster 工作过程</vt:lpstr>
      <vt:lpstr>6.9.2  全分布式结构的 P2P    Gnutella</vt:lpstr>
      <vt:lpstr>6.9.2  全分布式结构的 P2P    电骡 eMule</vt:lpstr>
      <vt:lpstr>eMule 的其他特点</vt:lpstr>
      <vt:lpstr>使用 P2P 的比特洪流 BT </vt:lpstr>
      <vt:lpstr>BT 协议</vt:lpstr>
      <vt:lpstr>对等方之间互相传送文件数据块</vt:lpstr>
      <vt:lpstr>6.9.3  P2P 文件分发的分析</vt:lpstr>
      <vt:lpstr>C/S 方式下分发的最短时间</vt:lpstr>
      <vt:lpstr>P2P 方式下分发的最短时间</vt:lpstr>
      <vt:lpstr>6.9.4  在 P2P 对等方中搜索对象</vt:lpstr>
      <vt:lpstr>6.9.4  在 P2P 对等方中搜索对象</vt:lpstr>
      <vt:lpstr>基于 DHT 的 Chord 环</vt:lpstr>
      <vt:lpstr>通过指针表加速 Chord 表查找</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105</cp:revision>
  <dcterms:created xsi:type="dcterms:W3CDTF">2016-10-01T05:27:00Z</dcterms:created>
  <dcterms:modified xsi:type="dcterms:W3CDTF">2023-05-08T06:06:01Z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