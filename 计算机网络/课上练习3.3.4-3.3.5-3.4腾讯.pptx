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8" r:id="rId3"/>
    <p:sldId id="279" r:id="rId4"/>
    <p:sldId id="280" r:id="rId5"/>
    <p:sldId id="281" r:id="rId6"/>
    <p:sldId id="28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2020/3/23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tmp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image" Target="../media/image1.tmp"/><Relationship Id="rId2" Type="http://schemas.openxmlformats.org/officeDocument/2006/relationships/tags" Target="../tags/tag17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image" Target="../media/image1.tmp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" Type="http://schemas.openxmlformats.org/officeDocument/2006/relationships/tags" Target="../tags/tag46.xml"/><Relationship Id="rId21" Type="http://schemas.openxmlformats.org/officeDocument/2006/relationships/tags" Target="../tags/tag64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0" Type="http://schemas.openxmlformats.org/officeDocument/2006/relationships/tags" Target="../tags/tag63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23" Type="http://schemas.openxmlformats.org/officeDocument/2006/relationships/image" Target="../media/image1.tmp"/><Relationship Id="rId10" Type="http://schemas.openxmlformats.org/officeDocument/2006/relationships/tags" Target="../tags/tag53.xml"/><Relationship Id="rId19" Type="http://schemas.openxmlformats.org/officeDocument/2006/relationships/tags" Target="../tags/tag62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Relationship Id="rId22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image" Target="../media/image1.tmp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5" Type="http://schemas.openxmlformats.org/officeDocument/2006/relationships/image" Target="../media/image1.tmp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下列关于以太网参数</a:t>
            </a:r>
            <a:r>
              <a:rPr lang="el-GR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α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的说法中，正确的是（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为提高利用率，以太网的参数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的值应当尽可能小些。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当数据率一定时，以太网的连线的长度受到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限制，否则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α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的数值会太大。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以太网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的帧长不能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太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长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否则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T0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的值会太小，使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α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值太大。</a:t>
            </a: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2665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以下（   ）不是无效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MAC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帧。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帧的长度不是整数个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用收到的帧检验序列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FCS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查出有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差错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MAC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帧长度为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64 ~ 1518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字节之间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431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使用集线器对以太网进行扩展，可以提高总吞吐量。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413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下列关于以太网交换机的说法中，错误的是（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实质上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就是一个多接口的网桥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；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357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相互通信的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主机共享传输媒体；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接口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有存储器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输出端口繁忙时把到来的帧进行缓存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；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使用了专用的交换结构芯片，用硬件转发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，转发速率快；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421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2438400" y="5072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工作在全双工方式，具有并行性；</a:t>
            </a: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136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2438400" y="5643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一种即插即用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设备；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707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6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2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316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接收数据帧的同时就立即按数据帧的目的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MAC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地址决定该帧的转发接口，这属于以太网交换机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的哪种交换方式？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存储转发方式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直通方式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0612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虚拟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局域网是一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种新型局域网。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4268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298</Words>
  <Application>Microsoft Office PowerPoint</Application>
  <PresentationFormat>宽屏</PresentationFormat>
  <Paragraphs>60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个人用户</cp:lastModifiedBy>
  <cp:revision>33</cp:revision>
  <dcterms:created xsi:type="dcterms:W3CDTF">2020-02-20T13:08:52Z</dcterms:created>
  <dcterms:modified xsi:type="dcterms:W3CDTF">2020-03-23T01:35:39Z</dcterms:modified>
</cp:coreProperties>
</file>