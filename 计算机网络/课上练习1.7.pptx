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81" d="100"/>
          <a:sy n="81" d="100"/>
        </p:scale>
        <p:origin x="54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926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013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13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92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51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44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44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93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22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261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51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24DBC-7C65-4E1B-A4AB-951354DD18D4}" type="datetimeFigureOut">
              <a:rPr lang="zh-CN" altLang="en-US" smtClean="0"/>
              <a:t>2022/3/9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818DA-B7B3-4959-B818-A9FACDF66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92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1.tmp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3" Type="http://schemas.openxmlformats.org/officeDocument/2006/relationships/tags" Target="../tags/tag18.xml"/><Relationship Id="rId21" Type="http://schemas.openxmlformats.org/officeDocument/2006/relationships/image" Target="../media/image1.tmp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21" Type="http://schemas.openxmlformats.org/officeDocument/2006/relationships/image" Target="../media/image1.tmp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tags" Target="../tags/tag53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tags" Target="../tags/tag56.xml"/><Relationship Id="rId21" Type="http://schemas.openxmlformats.org/officeDocument/2006/relationships/image" Target="../media/image1.tmp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19" Type="http://schemas.openxmlformats.org/officeDocument/2006/relationships/image" Target="../media/image1.tmp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10" Type="http://schemas.openxmlformats.org/officeDocument/2006/relationships/tags" Target="../tags/tag99.xml"/><Relationship Id="rId19" Type="http://schemas.openxmlformats.org/officeDocument/2006/relationships/image" Target="../media/image1.tmp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tags" Target="../tags/tag11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17" Type="http://schemas.openxmlformats.org/officeDocument/2006/relationships/tags" Target="../tags/tag123.xml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10" Type="http://schemas.openxmlformats.org/officeDocument/2006/relationships/tags" Target="../tags/tag116.xml"/><Relationship Id="rId19" Type="http://schemas.openxmlformats.org/officeDocument/2006/relationships/image" Target="../media/image1.tmp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tags" Target="../tags/tag13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17" Type="http://schemas.openxmlformats.org/officeDocument/2006/relationships/tags" Target="../tags/tag140.xml"/><Relationship Id="rId2" Type="http://schemas.openxmlformats.org/officeDocument/2006/relationships/tags" Target="../tags/tag125.xml"/><Relationship Id="rId16" Type="http://schemas.openxmlformats.org/officeDocument/2006/relationships/tags" Target="../tags/tag139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10" Type="http://schemas.openxmlformats.org/officeDocument/2006/relationships/tags" Target="../tags/tag133.xml"/><Relationship Id="rId19" Type="http://schemas.openxmlformats.org/officeDocument/2006/relationships/image" Target="../media/image1.tmp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206500" y="11861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为进行网络中的数据交换而建立的规则、标准或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约定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，由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三要素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组成。</a:t>
            </a:r>
            <a:endParaRPr lang="zh-CN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944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计算机网络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的各层及其协议的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集合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称作：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 smtClean="0"/>
              <a:t>体系结构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实现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404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层协议的</a:t>
            </a:r>
            <a:r>
              <a:rPr lang="zh-CN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体系结构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包括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430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>
                <a:sym typeface="Microsoft Yahei" panose="020B0503020204020204" pitchFamily="34" charset="-122"/>
              </a:rPr>
              <a:t>4</a:t>
            </a:r>
            <a:r>
              <a:rPr lang="zh-CN" altLang="en-US" dirty="0" smtClean="0">
                <a:sym typeface="Microsoft Yahei" panose="020B0503020204020204" pitchFamily="34" charset="-122"/>
              </a:rPr>
              <a:t>、在</a:t>
            </a:r>
            <a:r>
              <a:rPr lang="zh-CN" altLang="en-US" dirty="0">
                <a:sym typeface="Microsoft Yahei" panose="020B0503020204020204" pitchFamily="34" charset="-122"/>
              </a:rPr>
              <a:t>五层协议的体系结构中，负责</a:t>
            </a:r>
            <a:r>
              <a:rPr lang="zh-CN" altLang="zh-CN" dirty="0"/>
              <a:t>向两台主机中进程的通信提供通信的数据传输服务</a:t>
            </a:r>
            <a:r>
              <a:rPr lang="zh-CN" altLang="en-US" dirty="0"/>
              <a:t>的是：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应用层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数据链路层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物理层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085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>
                <a:sym typeface="Microsoft Yahei" panose="020B0503020204020204" pitchFamily="34" charset="-122"/>
              </a:rPr>
              <a:t>5</a:t>
            </a:r>
            <a:r>
              <a:rPr lang="zh-CN" altLang="en-US" dirty="0" smtClean="0">
                <a:sym typeface="Microsoft Yahei" panose="020B0503020204020204" pitchFamily="34" charset="-122"/>
              </a:rPr>
              <a:t>、在</a:t>
            </a:r>
            <a:r>
              <a:rPr lang="zh-CN" altLang="en-US" dirty="0">
                <a:sym typeface="Microsoft Yahei" panose="020B0503020204020204" pitchFamily="34" charset="-122"/>
              </a:rPr>
              <a:t>五层协议的体系结构中，</a:t>
            </a:r>
            <a:r>
              <a:rPr lang="zh-CN" altLang="en-US" dirty="0" smtClean="0">
                <a:sym typeface="Microsoft Yahei" panose="020B0503020204020204" pitchFamily="34" charset="-122"/>
              </a:rPr>
              <a:t>负责</a:t>
            </a:r>
            <a:r>
              <a:rPr lang="zh-CN" altLang="zh-CN" dirty="0" smtClean="0"/>
              <a:t>分组交换网</a:t>
            </a:r>
            <a:r>
              <a:rPr lang="zh-CN" altLang="zh-CN" dirty="0"/>
              <a:t>上的不同主机提供通信</a:t>
            </a:r>
            <a:r>
              <a:rPr lang="zh-CN" altLang="zh-CN" dirty="0" smtClean="0"/>
              <a:t>服务</a:t>
            </a:r>
            <a:r>
              <a:rPr lang="zh-CN" altLang="en-US" dirty="0" smtClean="0"/>
              <a:t>的</a:t>
            </a:r>
            <a:r>
              <a:rPr lang="zh-CN" altLang="en-US" dirty="0"/>
              <a:t>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应用层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数据链路层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物理层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054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>
                <a:sym typeface="Microsoft Yahei" panose="020B0503020204020204" pitchFamily="34" charset="-122"/>
              </a:rPr>
              <a:t>6</a:t>
            </a:r>
            <a:r>
              <a:rPr lang="zh-CN" altLang="en-US" dirty="0" smtClean="0">
                <a:sym typeface="Microsoft Yahei" panose="020B0503020204020204" pitchFamily="34" charset="-122"/>
              </a:rPr>
              <a:t>、</a:t>
            </a:r>
            <a:r>
              <a:rPr lang="zh-CN" altLang="en-US" dirty="0" smtClean="0">
                <a:sym typeface="Microsoft Yahei" panose="020B0503020204020204" pitchFamily="34" charset="-122"/>
              </a:rPr>
              <a:t>在</a:t>
            </a:r>
            <a:r>
              <a:rPr lang="zh-CN" altLang="en-US" dirty="0">
                <a:sym typeface="Microsoft Yahei" panose="020B0503020204020204" pitchFamily="34" charset="-122"/>
              </a:rPr>
              <a:t>五层协议的体系结构中，</a:t>
            </a:r>
            <a:r>
              <a:rPr lang="zh-CN" altLang="en-US" dirty="0" smtClean="0">
                <a:sym typeface="Microsoft Yahei" panose="020B0503020204020204" pitchFamily="34" charset="-122"/>
              </a:rPr>
              <a:t>负责</a:t>
            </a:r>
            <a:r>
              <a:rPr lang="zh-CN" altLang="zh-CN" dirty="0" smtClean="0"/>
              <a:t>将</a:t>
            </a:r>
            <a:r>
              <a:rPr lang="zh-CN" altLang="en-US" dirty="0" smtClean="0"/>
              <a:t>上</a:t>
            </a:r>
            <a:r>
              <a:rPr lang="zh-CN" altLang="zh-CN" dirty="0" smtClean="0"/>
              <a:t>层</a:t>
            </a:r>
            <a:r>
              <a:rPr lang="zh-CN" altLang="zh-CN" dirty="0"/>
              <a:t>交下来的数据报组装成帧，在相邻的两个结点的链路上</a:t>
            </a:r>
            <a:r>
              <a:rPr lang="zh-CN" altLang="zh-CN" dirty="0" smtClean="0"/>
              <a:t>传送</a:t>
            </a:r>
            <a:r>
              <a:rPr lang="zh-CN" altLang="en-US" dirty="0" smtClean="0"/>
              <a:t>的</a:t>
            </a:r>
            <a:r>
              <a:rPr lang="zh-CN" altLang="en-US" dirty="0"/>
              <a:t>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应用层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运输层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数据链路层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物理层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34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>
                <a:sym typeface="Microsoft Yahei" panose="020B0503020204020204" pitchFamily="34" charset="-122"/>
              </a:rPr>
              <a:t>7</a:t>
            </a:r>
            <a:r>
              <a:rPr lang="zh-CN" altLang="en-US" dirty="0" smtClean="0">
                <a:sym typeface="Microsoft Yahei" panose="020B0503020204020204" pitchFamily="34" charset="-122"/>
              </a:rPr>
              <a:t>、</a:t>
            </a:r>
            <a:r>
              <a:rPr lang="zh-CN" altLang="en-US" dirty="0" smtClean="0">
                <a:sym typeface="Microsoft Yahei" panose="020B0503020204020204" pitchFamily="34" charset="-122"/>
              </a:rPr>
              <a:t>在</a:t>
            </a:r>
            <a:r>
              <a:rPr lang="zh-CN" altLang="en-US" dirty="0">
                <a:sym typeface="Microsoft Yahei" panose="020B0503020204020204" pitchFamily="34" charset="-122"/>
              </a:rPr>
              <a:t>五层协议的体系结构中</a:t>
            </a:r>
            <a:r>
              <a:rPr lang="zh-CN" altLang="en-US" dirty="0" smtClean="0">
                <a:sym typeface="Microsoft Yahei" panose="020B0503020204020204" pitchFamily="34" charset="-122"/>
              </a:rPr>
              <a:t>，物理层传输</a:t>
            </a:r>
            <a:r>
              <a:rPr lang="zh-CN" altLang="en-US" dirty="0">
                <a:sym typeface="Microsoft Yahei" panose="020B0503020204020204" pitchFamily="34" charset="-122"/>
              </a:rPr>
              <a:t>的数据单位是：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比特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468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>
                <a:sym typeface="Microsoft Yahei" panose="020B0503020204020204" pitchFamily="34" charset="-122"/>
              </a:rPr>
              <a:t>8</a:t>
            </a:r>
            <a:r>
              <a:rPr lang="zh-CN" altLang="en-US" dirty="0" smtClean="0">
                <a:sym typeface="Microsoft Yahei" panose="020B0503020204020204" pitchFamily="34" charset="-122"/>
              </a:rPr>
              <a:t>、在</a:t>
            </a:r>
            <a:r>
              <a:rPr lang="zh-CN" altLang="en-US" dirty="0">
                <a:sym typeface="Microsoft Yahei" panose="020B0503020204020204" pitchFamily="34" charset="-122"/>
              </a:rPr>
              <a:t>五层协议的体系结构中</a:t>
            </a:r>
            <a:r>
              <a:rPr lang="zh-CN" altLang="en-US" dirty="0" smtClean="0">
                <a:sym typeface="Microsoft Yahei" panose="020B0503020204020204" pitchFamily="34" charset="-122"/>
              </a:rPr>
              <a:t>，数据链路层</a:t>
            </a:r>
            <a:r>
              <a:rPr lang="zh-CN" altLang="en-US" dirty="0">
                <a:sym typeface="Microsoft Yahei" panose="020B0503020204020204" pitchFamily="34" charset="-122"/>
              </a:rPr>
              <a:t>传输的数据单位是：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比特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帧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92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OSI</a:t>
            </a:r>
            <a:r>
              <a:rPr lang="zh-CN" altLang="zh-CN" dirty="0"/>
              <a:t>把层与层之间交换的数据的单位</a:t>
            </a:r>
            <a:r>
              <a:rPr lang="zh-CN" altLang="zh-CN" dirty="0" smtClean="0"/>
              <a:t>称为</a:t>
            </a:r>
            <a:r>
              <a:rPr lang="zh-CN" altLang="en-US" dirty="0" smtClean="0"/>
              <a:t>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服务数据单元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实体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服务访问点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协议数据单元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4033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10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OSI</a:t>
            </a:r>
            <a:r>
              <a:rPr lang="zh-CN" altLang="zh-CN" dirty="0"/>
              <a:t>参考模型把对等层次之间传送的数据单位称为该层</a:t>
            </a:r>
            <a:r>
              <a:rPr lang="zh-CN" altLang="zh-CN" dirty="0" smtClean="0"/>
              <a:t>的</a:t>
            </a:r>
            <a:r>
              <a:rPr lang="zh-CN" altLang="en-US" dirty="0" smtClean="0"/>
              <a:t>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服务数据单元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实体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服务访问点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协议数据单元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16842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353</Words>
  <Application>Microsoft Office PowerPoint</Application>
  <PresentationFormat>宽屏</PresentationFormat>
  <Paragraphs>100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4</cp:revision>
  <dcterms:created xsi:type="dcterms:W3CDTF">2020-03-03T01:31:19Z</dcterms:created>
  <dcterms:modified xsi:type="dcterms:W3CDTF">2022-03-09T14:26:49Z</dcterms:modified>
</cp:coreProperties>
</file>