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1.tmp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.tmp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、速率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达到或超过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以太网称为高速以太网。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 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</a:t>
            </a:r>
            <a:r>
              <a:rPr lang="en-US" altLang="zh-CN" sz="2600" dirty="0" err="1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Gbit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 </a:t>
            </a:r>
            <a:r>
              <a:rPr lang="en-US" altLang="zh-CN" sz="2600" dirty="0" err="1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Gbit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230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、以太网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的工作范围已经从局域网（校园网、企业网）扩大到城域网和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广域网。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2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891149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err="1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PPPoE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(PPP over Ethernet)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的意思是“在以太网上运行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PPP”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，它把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协议与以太网协议结合起来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——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帧再封装到以太网中来传输。现在的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都要使用 </a:t>
            </a:r>
            <a:r>
              <a:rPr lang="en-US" altLang="zh-CN" sz="2600" dirty="0" err="1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PPPoE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的方式进行接入。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22642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光纤宽带接入 FTTx&quot;],&quot;CaseSensitive&quot;:false,&quot;FuzzyMatch&quot;:false}]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133</Words>
  <Application>Microsoft Office PowerPoint</Application>
  <PresentationFormat>宽屏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38</cp:revision>
  <dcterms:created xsi:type="dcterms:W3CDTF">2020-02-20T13:08:52Z</dcterms:created>
  <dcterms:modified xsi:type="dcterms:W3CDTF">2022-03-27T14:14:32Z</dcterms:modified>
</cp:coreProperties>
</file>