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6" r:id="rId5"/>
    <p:sldId id="273" r:id="rId6"/>
    <p:sldId id="275" r:id="rId7"/>
    <p:sldId id="27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image" Target="../media/image1.tmp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image" Target="../media/image1.tmp"/><Relationship Id="rId10" Type="http://schemas.openxmlformats.org/officeDocument/2006/relationships/tags" Target="../tags/tag33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image" Target="../media/image1.tmp"/><Relationship Id="rId10" Type="http://schemas.openxmlformats.org/officeDocument/2006/relationships/tags" Target="../tags/tag46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5" Type="http://schemas.openxmlformats.org/officeDocument/2006/relationships/image" Target="../media/image1.tmp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10" Type="http://schemas.openxmlformats.org/officeDocument/2006/relationships/tags" Target="../tags/tag72.xml"/><Relationship Id="rId19" Type="http://schemas.openxmlformats.org/officeDocument/2006/relationships/image" Target="../media/image1.tmp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image" Target="../media/image1.tmp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84.xml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06500" y="105918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IEEE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802.11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是一个有固定基础设施的无线局域网的国际标准，简单地说，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802.11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就是无线以太网的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标准，它使用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拓扑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，其中心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叫做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层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121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、移动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自组网络又称为自组网络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(ad hoc network)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。自组网络是没有固定基础设施（即没有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）的无线局域网。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062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、未能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检测出媒体上已存在的信号的问题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叫做（   ）问题。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暴露站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隐蔽站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513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、“虚拟载波监听”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是表示其他站并没有监听信道，而是由于其他站收到了“源站的通知”才不发送数据。这种效果好像是其他站都监听了信道。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237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、用来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分隔开属于一次对话的各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帧的是（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SIFS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，即短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(Short)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帧间间隔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DIFS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，即分布协调功能帧间间隔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645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802.11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使用二进制指数退避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算法，第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次退避就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 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 ）个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时隙中随机地选择一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个。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baseline="300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en-US" altLang="zh-CN" sz="2600" baseline="300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baseline="30000" dirty="0" err="1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 + </a:t>
            </a:r>
            <a:r>
              <a:rPr lang="en-US" altLang="zh-CN" sz="2600" baseline="30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– 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en-US" altLang="zh-CN" sz="2600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 + 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724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802.11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帧共有三种类型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管理帧。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805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false,&quot;fuzzyMatch&quot;:false,&quot;Score&quot;:1.0,&quot;answers&quot;:[&quot;星形&quot;]},{&quot;num&quot;:2,&quot;caseSensitive&quot;:false,&quot;fuzzyMatch&quot;:false,&quot;Score&quot;:1.0,&quot;answers&quot;:[&quot;接入点&quot;]},{&quot;num&quot;:3,&quot;caseSensitive&quot;:false,&quot;fuzzyMatch&quot;:false,&quot;Score&quot;:1.0,&quot;answers&quot;:[&quot;CSMA/CA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控制帧&quot;]},{&quot;num&quot;:2,&quot;caseSensitive&quot;:false,&quot;fuzzyMatch&quot;:false,&quot;Score&quot;:1.0,&quot;answers&quot;:[&quot;数据帧&quot;]}]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321</Words>
  <Application>Microsoft Office PowerPoint</Application>
  <PresentationFormat>宽屏</PresentationFormat>
  <Paragraphs>54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35</cp:revision>
  <dcterms:created xsi:type="dcterms:W3CDTF">2020-02-20T13:08:52Z</dcterms:created>
  <dcterms:modified xsi:type="dcterms:W3CDTF">2024-05-12T14:55:48Z</dcterms:modified>
</cp:coreProperties>
</file>