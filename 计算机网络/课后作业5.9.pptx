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426" r:id="rId2"/>
    <p:sldId id="431" r:id="rId3"/>
  </p:sldIdLst>
  <p:sldSz cx="9906000" cy="6858000" type="A4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CC"/>
    <a:srgbClr val="0000FF"/>
    <a:srgbClr val="FFFF66"/>
    <a:srgbClr val="66FF66"/>
    <a:srgbClr val="000099"/>
    <a:srgbClr val="00FF00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8" autoAdjust="0"/>
    <p:restoredTop sz="93175" autoAdjust="0"/>
  </p:normalViewPr>
  <p:slideViewPr>
    <p:cSldViewPr>
      <p:cViewPr varScale="1">
        <p:scale>
          <a:sx n="87" d="100"/>
          <a:sy n="87" d="100"/>
        </p:scale>
        <p:origin x="309" y="4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56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247E18CD-0C18-4915-AB38-46FC6350B9AD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0338" y="0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987425" y="696913"/>
            <a:ext cx="503555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en-US" altLang="zh-CN" smtClean="0"/>
              <a:t>5656</a:t>
            </a:r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338" y="8829675"/>
            <a:ext cx="303847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>
                <a:latin typeface="宋体" panose="02010600030101010101" pitchFamily="2" charset="-122"/>
              </a:defRPr>
            </a:lvl1pPr>
          </a:lstStyle>
          <a:p>
            <a:fld id="{A143603D-CCA6-45D5-A59D-3B4CD9332246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C02EEDA8-5EF7-4A6F-9A69-0FC8242B0BD6}" type="slidenum">
              <a:rPr lang="zh-CN" altLang="en-US" smtClean="0">
                <a:latin typeface="宋体" panose="02010600030101010101" pitchFamily="2" charset="-122"/>
              </a:rPr>
              <a:pPr eaLnBrk="1" hangingPunct="1"/>
              <a:t>1</a:t>
            </a:fld>
            <a:endParaRPr lang="en-US" altLang="zh-CN" smtClean="0">
              <a:latin typeface="宋体" panose="02010600030101010101" pitchFamily="2" charset="-122"/>
            </a:endParaRPr>
          </a:p>
        </p:txBody>
      </p:sp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4294967295"/>
          </p:nvPr>
        </p:nvSpPr>
        <p:spPr/>
        <p:txBody>
          <a:bodyPr/>
          <a:lstStyle/>
          <a:p>
            <a:endParaRPr lang="zh-CN" altLang="en-US" smtClean="0"/>
          </a:p>
        </p:txBody>
      </p:sp>
    </p:spTree>
    <p:extLst>
      <p:ext uri="{BB962C8B-B14F-4D97-AF65-F5344CB8AC3E}">
        <p14:creationId xmlns:p14="http://schemas.microsoft.com/office/powerpoint/2010/main" val="588622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 descr="Gold bar"/>
          <p:cNvSpPr>
            <a:spLocks noChangeArrowheads="1"/>
          </p:cNvSpPr>
          <p:nvPr/>
        </p:nvSpPr>
        <p:spPr bwMode="auto">
          <a:xfrm>
            <a:off x="247650" y="2889250"/>
            <a:ext cx="3109913" cy="2016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5" name="Rectangle 9" descr="Orange bar"/>
          <p:cNvSpPr>
            <a:spLocks noChangeArrowheads="1"/>
          </p:cNvSpPr>
          <p:nvPr/>
        </p:nvSpPr>
        <p:spPr bwMode="auto">
          <a:xfrm>
            <a:off x="3357563" y="2889250"/>
            <a:ext cx="3108325" cy="2016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6" name="Rectangle 10" descr="Slate bar"/>
          <p:cNvSpPr>
            <a:spLocks noChangeArrowheads="1"/>
          </p:cNvSpPr>
          <p:nvPr/>
        </p:nvSpPr>
        <p:spPr bwMode="auto">
          <a:xfrm>
            <a:off x="6465888" y="2889250"/>
            <a:ext cx="3109912" cy="201613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333399"/>
              </a:solidFill>
              <a:ea typeface="宋体" panose="02010600030101010101" pitchFamily="2" charset="-122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42950" y="685800"/>
            <a:ext cx="8420100" cy="2127250"/>
          </a:xfrm>
        </p:spPr>
        <p:txBody>
          <a:bodyPr/>
          <a:lstStyle>
            <a:lvl1pPr algn="ctr">
              <a:defRPr sz="5400" b="1">
                <a:solidFill>
                  <a:srgbClr val="333399"/>
                </a:solidFill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85900" y="3270250"/>
            <a:ext cx="6934200" cy="22098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3600" b="1">
                <a:latin typeface="黑体" panose="02010609060101010101" pitchFamily="2" charset="-122"/>
                <a:ea typeface="黑体" panose="02010609060101010101" pitchFamily="2" charset="-122"/>
              </a:defRPr>
            </a:lvl1pPr>
          </a:lstStyle>
          <a:p>
            <a:pPr lvl="0"/>
            <a:r>
              <a:rPr lang="zh-CN" altLang="en-US" noProof="0" dirty="0"/>
              <a:t>单击此处编辑母版副标题样式</a:t>
            </a:r>
            <a:endParaRPr lang="en-US" altLang="zh-CN" noProof="0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D2C440-9E6A-4430-8BAD-CF78432C284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89173260"/>
      </p:ext>
    </p:extLst>
  </p:cSld>
  <p:clrMapOvr>
    <a:masterClrMapping/>
  </p:clrMapOvr>
  <p:hf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4934173"/>
          </a:xfrm>
        </p:spPr>
        <p:txBody>
          <a:bodyPr/>
          <a:lstStyle>
            <a:lvl1pPr>
              <a:lnSpc>
                <a:spcPct val="110000"/>
              </a:lnSpc>
              <a:spcBef>
                <a:spcPts val="600"/>
              </a:spcBef>
              <a:defRPr sz="32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lnSpc>
                <a:spcPct val="110000"/>
              </a:lnSpc>
              <a:spcBef>
                <a:spcPts val="600"/>
              </a:spcBef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lnSpc>
                <a:spcPct val="110000"/>
              </a:lnSpc>
              <a:spcBef>
                <a:spcPts val="600"/>
              </a:spcBef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lnSpc>
                <a:spcPct val="110000"/>
              </a:lnSpc>
              <a:spcBef>
                <a:spcPts val="600"/>
              </a:spcBef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dirty="0"/>
            </a:lvl1pPr>
          </a:lstStyle>
          <a:p>
            <a:endParaRPr lang="en-US" altLang="zh-CN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24A7B3-BB3D-430C-9416-57B4A4106B8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3474879"/>
      </p:ext>
    </p:extLst>
  </p:cSld>
  <p:clrMapOvr>
    <a:masterClrMapping/>
  </p:clrMapOvr>
  <p:hf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634858" cy="1362075"/>
          </a:xfrm>
        </p:spPr>
        <p:txBody>
          <a:bodyPr anchor="t"/>
          <a:lstStyle>
            <a:lvl1pPr algn="l">
              <a:defRPr sz="4400" b="1" cap="all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634858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1B3705-864E-4D65-9C72-61CB65F1C9F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77824084"/>
      </p:ext>
    </p:extLst>
  </p:cSld>
  <p:clrMapOvr>
    <a:masterClrMapping/>
  </p:clrMapOvr>
  <p:hf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208" y="1196752"/>
            <a:ext cx="4460304" cy="4934173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buClr>
                <a:schemeClr val="accent2"/>
              </a:buCl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buClr>
                <a:srgbClr val="333399"/>
              </a:buCl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D5D87F-0A7A-4AA9-BC3A-2693AF5276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9220879"/>
      </p:ext>
    </p:extLst>
  </p:cSld>
  <p:clrMapOvr>
    <a:masterClrMapping/>
  </p:clrMapOvr>
  <p:hf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4455513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104383" y="1207874"/>
            <a:ext cx="4457129" cy="639762"/>
          </a:xfrm>
        </p:spPr>
        <p:txBody>
          <a:bodyPr anchor="b"/>
          <a:lstStyle>
            <a:lvl1pPr marL="0" indent="0">
              <a:buNone/>
              <a:defRPr sz="28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2B1608-A69B-485F-95FB-95438C61343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49984336"/>
      </p:ext>
    </p:extLst>
  </p:cSld>
  <p:clrMapOvr>
    <a:masterClrMapping/>
  </p:clrMapOvr>
  <p:hf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0"/>
            <a:ext cx="9066212" cy="792088"/>
          </a:xfrm>
        </p:spPr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299" y="1207874"/>
            <a:ext cx="9066213" cy="639762"/>
          </a:xfrm>
        </p:spPr>
        <p:txBody>
          <a:bodyPr anchor="b"/>
          <a:lstStyle>
            <a:lvl1pPr marL="0" indent="0">
              <a:buNone/>
              <a:defRPr sz="3200" b="1">
                <a:latin typeface="+mn-lt"/>
                <a:ea typeface="黑体" panose="02010609060101010101" pitchFamily="2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299" y="1872534"/>
            <a:ext cx="4455513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104383" y="1872534"/>
            <a:ext cx="4457129" cy="4292770"/>
          </a:xfr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1pPr>
            <a:lvl2pPr>
              <a:defRPr sz="24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2pPr>
            <a:lvl3pPr>
              <a:defRPr sz="20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3pPr>
            <a:lvl4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4pPr>
            <a:lvl5pPr>
              <a:defRPr sz="1800" b="1">
                <a:solidFill>
                  <a:schemeClr val="tx1"/>
                </a:solidFill>
                <a:latin typeface="+mn-lt"/>
                <a:ea typeface="黑体" panose="02010609060101010101" pitchFamily="2" charset="-122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8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0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B6D876-83A9-45DC-A9A8-45B00DF3B1A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10569552"/>
      </p:ext>
    </p:extLst>
  </p:cSld>
  <p:clrMapOvr>
    <a:masterClrMapping/>
  </p:clrMapOvr>
  <p:hf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661C98-5699-4428-B37E-AF7B2204936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3861348"/>
      </p:ext>
    </p:extLst>
  </p:cSld>
  <p:clrMapOvr>
    <a:masterClrMapping/>
  </p:clrMapOvr>
  <p:hf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377DAC-F69D-47B1-9C81-D9ECC8A8400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42894119"/>
      </p:ext>
    </p:extLst>
  </p:cSld>
  <p:clrMapOvr>
    <a:masterClrMapping/>
  </p:clrMapOvr>
  <p:hf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6880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03CC55C-0818-484B-95B1-0D6AEF3A51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88653774"/>
      </p:ext>
    </p:extLst>
  </p:cSld>
  <p:clrMapOvr>
    <a:masterClrMapping/>
  </p:clrMapOvr>
  <p:hf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noProof="1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ABBE44-C760-482C-BBF4-1AD90914546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6825503"/>
      </p:ext>
    </p:extLst>
  </p:cSld>
  <p:clrMapOvr>
    <a:masterClrMapping/>
  </p:clrMapOvr>
  <p:hf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rgbClr val="333399"/>
                </a:solidFill>
                <a:latin typeface="+mn-lt"/>
                <a:ea typeface="黑体" panose="02010609060101010101" pitchFamily="2" charset="-122"/>
              </a:defRPr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AE9711-D2FE-4E38-90AE-D1E297BAFE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581823"/>
      </p:ext>
    </p:extLst>
  </p:cSld>
  <p:clrMapOvr>
    <a:masterClrMapping/>
  </p:clrMapOvr>
  <p:hf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81850" y="277813"/>
            <a:ext cx="2379662" cy="5853112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95300" y="277813"/>
            <a:ext cx="6534150" cy="5853112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4B43DEA-F75B-4EB0-9B6A-B5DA8DF7558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3245461"/>
      </p:ext>
    </p:extLst>
  </p:cSld>
  <p:clrMapOvr>
    <a:masterClrMapping/>
  </p:clrMapOvr>
  <p:hf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8504" y="188640"/>
            <a:ext cx="8915400" cy="792088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5029200" y="1196752"/>
            <a:ext cx="4381500" cy="2376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5029200" y="3754339"/>
            <a:ext cx="4381500" cy="2376586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5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6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9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81D9F3F7-388B-412F-8C50-0C2AA03CD5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37343236"/>
      </p:ext>
    </p:extLst>
  </p:cSld>
  <p:clrMapOvr>
    <a:masterClrMapping/>
  </p:clrMapOvr>
  <p:hf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Line 8"/>
          <p:cNvSpPr>
            <a:spLocks noChangeShapeType="1"/>
          </p:cNvSpPr>
          <p:nvPr userDrawn="1"/>
        </p:nvSpPr>
        <p:spPr bwMode="auto">
          <a:xfrm>
            <a:off x="495300" y="1052513"/>
            <a:ext cx="9066213" cy="0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188641"/>
            <a:ext cx="8915400" cy="792087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95300" y="1196752"/>
            <a:ext cx="4381500" cy="493417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 hasCustomPrompt="1"/>
          </p:nvPr>
        </p:nvSpPr>
        <p:spPr>
          <a:xfrm>
            <a:off x="5029200" y="1196752"/>
            <a:ext cx="4381500" cy="4934173"/>
          </a:xfrm>
        </p:spPr>
        <p:txBody>
          <a:bodyPr/>
          <a:lstStyle/>
          <a:p>
            <a:r>
              <a:rPr lang="zh-CN" altLang="en-US" noProof="1"/>
              <a:t>单击图标添加剪 贴画</a:t>
            </a:r>
          </a:p>
        </p:txBody>
      </p:sp>
      <p:sp>
        <p:nvSpPr>
          <p:cNvPr id="6" name="日期占位符 4"/>
          <p:cNvSpPr>
            <a:spLocks noGrp="1"/>
          </p:cNvSpPr>
          <p:nvPr>
            <p:ph type="dt" sz="half" idx="10"/>
          </p:nvPr>
        </p:nvSpPr>
        <p:spPr>
          <a:xfrm>
            <a:off x="495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384550" y="6248400"/>
            <a:ext cx="31369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8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99300" y="6248400"/>
            <a:ext cx="2311400" cy="457200"/>
          </a:xfrm>
        </p:spPr>
        <p:txBody>
          <a:bodyPr/>
          <a:lstStyle>
            <a:lvl1pPr>
              <a:defRPr/>
            </a:lvl1pPr>
          </a:lstStyle>
          <a:p>
            <a:fld id="{1662586B-82D2-4BB4-820A-EB888FEA84BB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84524900"/>
      </p:ext>
    </p:extLst>
  </p:cSld>
  <p:clrMapOvr>
    <a:masterClrMapping/>
  </p:clrMapOvr>
  <p:hf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95300" y="188913"/>
            <a:ext cx="90662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en-US" altLang="zh-CN" smtClean="0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95300" y="1196975"/>
            <a:ext cx="9066213" cy="493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en-US" altLang="zh-CN" smtClean="0"/>
          </a:p>
          <a:p>
            <a:pPr lvl="1"/>
            <a:r>
              <a:rPr lang="zh-CN" altLang="en-US" smtClean="0"/>
              <a:t>第二级</a:t>
            </a:r>
            <a:endParaRPr lang="en-US" altLang="zh-CN" smtClean="0"/>
          </a:p>
          <a:p>
            <a:pPr lvl="2"/>
            <a:r>
              <a:rPr lang="zh-CN" altLang="en-US" smtClean="0"/>
              <a:t>第三级</a:t>
            </a:r>
            <a:endParaRPr lang="en-US" altLang="zh-CN" smtClean="0"/>
          </a:p>
          <a:p>
            <a:pPr lvl="3"/>
            <a:r>
              <a:rPr lang="zh-CN" altLang="en-US" smtClean="0"/>
              <a:t>第四级</a:t>
            </a:r>
            <a:endParaRPr lang="en-US" altLang="zh-CN" smtClean="0"/>
          </a:p>
          <a:p>
            <a:pPr lvl="4"/>
            <a:r>
              <a:rPr lang="zh-CN" altLang="en-US" smtClean="0"/>
              <a:t>第五级</a:t>
            </a:r>
            <a:endParaRPr lang="en-US" altLang="zh-CN" smtClean="0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95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000" noProof="1" dirty="0">
                <a:ea typeface="宋体" panose="02010600030101010101" pitchFamily="2" charset="-122"/>
              </a:defRPr>
            </a:lvl1pPr>
          </a:lstStyle>
          <a:p>
            <a:endParaRPr lang="en-US" altLang="zh-CN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356350"/>
            <a:ext cx="3136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r>
              <a:rPr lang="en-US" altLang="zh-CN"/>
              <a:t>ppt课件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356350"/>
            <a:ext cx="2311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000" noProof="1">
                <a:ea typeface="宋体" panose="02010600030101010101" pitchFamily="2" charset="-122"/>
              </a:defRPr>
            </a:lvl1pPr>
          </a:lstStyle>
          <a:p>
            <a:fld id="{64D427D7-2ECD-47CB-B1DF-7A19DDD78A9B}" type="slidenum">
              <a:rPr lang="zh-CN" altLang="en-US"/>
              <a:pPr/>
              <a:t>‹#›</a:t>
            </a:fld>
            <a:endParaRPr lang="en-US" altLang="zh-CN"/>
          </a:p>
        </p:txBody>
      </p:sp>
      <p:sp>
        <p:nvSpPr>
          <p:cNvPr id="1031" name="Rectangle 7" descr="Gold bar"/>
          <p:cNvSpPr>
            <a:spLocks noChangeArrowheads="1"/>
          </p:cNvSpPr>
          <p:nvPr/>
        </p:nvSpPr>
        <p:spPr bwMode="auto">
          <a:xfrm>
            <a:off x="0" y="0"/>
            <a:ext cx="247650" cy="2286000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2" name="Rectangle 9" descr="Orange bar"/>
          <p:cNvSpPr>
            <a:spLocks noChangeArrowheads="1"/>
          </p:cNvSpPr>
          <p:nvPr/>
        </p:nvSpPr>
        <p:spPr bwMode="auto">
          <a:xfrm>
            <a:off x="0" y="2286000"/>
            <a:ext cx="247650" cy="22860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3" name="Rectangle 10" descr="Slate bar"/>
          <p:cNvSpPr>
            <a:spLocks noChangeArrowheads="1"/>
          </p:cNvSpPr>
          <p:nvPr/>
        </p:nvSpPr>
        <p:spPr bwMode="auto">
          <a:xfrm>
            <a:off x="0" y="4572000"/>
            <a:ext cx="247650" cy="2286000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endParaRPr lang="zh-CN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34" name="Picture 2" descr="computer networking 的图像结果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4900" y="188913"/>
            <a:ext cx="112395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5" name="AutoShape 5" descr="https://publicrelationssydney.com.au/wp-content/uploads/2013/01/shutterstock_80434384.jpg"/>
          <p:cNvSpPr>
            <a:spLocks noChangeAspect="1" noChangeArrowheads="1"/>
          </p:cNvSpPr>
          <p:nvPr userDrawn="1"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69" r:id="rId3"/>
    <p:sldLayoutId id="2147483672" r:id="rId4"/>
    <p:sldLayoutId id="2147483673" r:id="rId5"/>
    <p:sldLayoutId id="2147483674" r:id="rId6"/>
    <p:sldLayoutId id="2147483675" r:id="rId7"/>
    <p:sldLayoutId id="2147483668" r:id="rId8"/>
    <p:sldLayoutId id="2147483667" r:id="rId9"/>
    <p:sldLayoutId id="2147483666" r:id="rId10"/>
    <p:sldLayoutId id="2147483665" r:id="rId11"/>
    <p:sldLayoutId id="2147483664" r:id="rId12"/>
    <p:sldLayoutId id="2147483676" r:id="rId13"/>
    <p:sldLayoutId id="2147483677" r:id="rId14"/>
  </p:sldLayoutIdLst>
  <p:hf/>
  <p:txStyles>
    <p:titleStyle>
      <a:lvl1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+mn-lt"/>
          <a:ea typeface="黑体" panose="02010609060101010101" pitchFamily="2" charset="-122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l" rtl="0" fontAlgn="base">
        <a:spcBef>
          <a:spcPct val="0"/>
        </a:spcBef>
        <a:spcAft>
          <a:spcPct val="0"/>
        </a:spcAft>
        <a:defRPr sz="4400" b="1">
          <a:solidFill>
            <a:srgbClr val="333399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333399"/>
        </a:buClr>
        <a:buSzPct val="75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黑体" panose="02010609060101010101" pitchFamily="2" charset="-122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n"/>
        <a:defRPr sz="2800" b="1">
          <a:solidFill>
            <a:schemeClr val="tx1"/>
          </a:solidFill>
          <a:latin typeface="+mn-lt"/>
          <a:ea typeface="黑体" panose="02010609060101010101" pitchFamily="2" charset="-122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5000"/>
        <a:buFont typeface="Wingdings" panose="05000000000000000000" pitchFamily="2" charset="2"/>
        <a:buChar char="p"/>
        <a:defRPr sz="2400" b="1">
          <a:solidFill>
            <a:schemeClr val="tx1"/>
          </a:solidFill>
          <a:latin typeface="+mn-lt"/>
          <a:ea typeface="黑体" panose="02010609060101010101" pitchFamily="2" charset="-122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333399"/>
        </a:buClr>
        <a:buSzPct val="60000"/>
        <a:buFont typeface="Wingdings" panose="05000000000000000000" pitchFamily="2" charset="2"/>
        <a:buChar char="n"/>
        <a:defRPr sz="2000" b="1">
          <a:solidFill>
            <a:schemeClr val="tx1"/>
          </a:solidFill>
          <a:latin typeface="+mn-lt"/>
          <a:ea typeface="黑体" panose="02010609060101010101" pitchFamily="2" charset="-122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>
                <a:latin typeface="黑体" panose="02010609060101010101" pitchFamily="49" charset="-122"/>
                <a:ea typeface="黑体" panose="02010609060101010101" pitchFamily="49" charset="-122"/>
              </a:rPr>
              <a:t>第五章 </a:t>
            </a:r>
            <a:r>
              <a:rPr lang="en-US" altLang="zh-CN" smtClean="0">
                <a:latin typeface="黑体" panose="02010609060101010101" pitchFamily="49" charset="-122"/>
                <a:ea typeface="黑体" panose="02010609060101010101" pitchFamily="49" charset="-122"/>
              </a:rPr>
              <a:t>5.9</a:t>
            </a:r>
            <a:endParaRPr lang="zh-CN" altLang="en-US" dirty="0" smtClean="0">
              <a:latin typeface="黑体" panose="02010609060101010101" pitchFamily="49" charset="-122"/>
              <a:ea typeface="宋体" panose="02010600030101010101" pitchFamily="2" charset="-122"/>
            </a:endParaRPr>
          </a:p>
        </p:txBody>
      </p:sp>
      <p:sp>
        <p:nvSpPr>
          <p:cNvPr id="13315" name="灯片编号占位符 3"/>
          <p:cNvSpPr>
            <a:spLocks noGrp="1" noChangeArrowheads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7A188BD7-4C42-4ADA-B884-2730F48AB4ED}" type="slidenum">
              <a:rPr lang="zh-CN" altLang="en-US" smtClean="0"/>
              <a:pPr eaLnBrk="1" hangingPunct="1"/>
              <a:t>1</a:t>
            </a:fld>
            <a:endParaRPr lang="en-US" altLang="zh-CN" smtClean="0"/>
          </a:p>
        </p:txBody>
      </p:sp>
      <p:sp>
        <p:nvSpPr>
          <p:cNvPr id="13316" name="页脚占位符 4"/>
          <p:cNvSpPr>
            <a:spLocks noGrp="1" noChangeArrowheads="1"/>
          </p:cNvSpPr>
          <p:nvPr>
            <p:ph type="ftr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zh-CN" smtClean="0"/>
              <a:t>ppt课件</a:t>
            </a:r>
          </a:p>
        </p:txBody>
      </p:sp>
    </p:spTree>
    <p:extLst>
      <p:ext uri="{BB962C8B-B14F-4D97-AF65-F5344CB8AC3E}">
        <p14:creationId xmlns:p14="http://schemas.microsoft.com/office/powerpoint/2010/main" val="30246956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请写到作业本上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5300" y="1196752"/>
            <a:ext cx="9066212" cy="5256500"/>
          </a:xfrm>
        </p:spPr>
        <p:txBody>
          <a:bodyPr/>
          <a:lstStyle/>
          <a:p>
            <a:pPr marL="0" indent="0" algn="just">
              <a:buNone/>
            </a:pPr>
            <a:r>
              <a:rPr lang="en-US" altLang="zh-CN" sz="2400" dirty="0" smtClean="0"/>
              <a:t>1</a:t>
            </a:r>
            <a:r>
              <a:rPr lang="zh-CN" altLang="en-US" sz="2400" dirty="0"/>
              <a:t>、试用具体例子说明为什么在运输连接建立时要使用三次握手。说明如不这样做可能会出现什么情况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</p:txBody>
      </p:sp>
    </p:spTree>
    <p:extLst>
      <p:ext uri="{BB962C8B-B14F-4D97-AF65-F5344CB8AC3E}">
        <p14:creationId xmlns:p14="http://schemas.microsoft.com/office/powerpoint/2010/main" val="4163100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theme/theme1.xml><?xml version="1.0" encoding="utf-8"?>
<a:theme xmlns:a="http://schemas.openxmlformats.org/drawingml/2006/main" name="Presentation">
  <a:themeElements>
    <a:clrScheme name="演示稿（水平） 9">
      <a:dk1>
        <a:srgbClr val="000000"/>
      </a:dk1>
      <a:lt1>
        <a:srgbClr val="FFFFFF"/>
      </a:lt1>
      <a:dk2>
        <a:srgbClr val="666699"/>
      </a:dk2>
      <a:lt2>
        <a:srgbClr val="FFCC00"/>
      </a:lt2>
      <a:accent1>
        <a:srgbClr val="FF9900"/>
      </a:accent1>
      <a:accent2>
        <a:srgbClr val="FF9900"/>
      </a:accent2>
      <a:accent3>
        <a:srgbClr val="FFFFFF"/>
      </a:accent3>
      <a:accent4>
        <a:srgbClr val="000000"/>
      </a:accent4>
      <a:accent5>
        <a:srgbClr val="FFCAAA"/>
      </a:accent5>
      <a:accent6>
        <a:srgbClr val="E78A00"/>
      </a:accent6>
      <a:hlink>
        <a:srgbClr val="666699"/>
      </a:hlink>
      <a:folHlink>
        <a:srgbClr val="999966"/>
      </a:folHlink>
    </a:clrScheme>
    <a:fontScheme name="演示稿（水平）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演示稿（水平）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演示稿（水平）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演示稿（水平） 9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99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</Template>
  <TotalTime>643</TotalTime>
  <Words>40</Words>
  <Application>Microsoft Office PowerPoint</Application>
  <PresentationFormat>A4 纸张(210x297 毫米)</PresentationFormat>
  <Paragraphs>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黑体</vt:lpstr>
      <vt:lpstr>宋体</vt:lpstr>
      <vt:lpstr>Arial</vt:lpstr>
      <vt:lpstr>Times New Roman</vt:lpstr>
      <vt:lpstr>Wingdings</vt:lpstr>
      <vt:lpstr>Presentation</vt:lpstr>
      <vt:lpstr>第五章 5.9</vt:lpstr>
      <vt:lpstr>请写到作业本上</vt:lpstr>
    </vt:vector>
  </TitlesOfParts>
  <Company>920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920</dc:creator>
  <cp:lastModifiedBy>a</cp:lastModifiedBy>
  <cp:revision>109</cp:revision>
  <dcterms:created xsi:type="dcterms:W3CDTF">2016-10-01T05:27:00Z</dcterms:created>
  <dcterms:modified xsi:type="dcterms:W3CDTF">2023-04-24T06:37:53Z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TC060874522052</vt:lpwstr>
  </property>
  <property fmtid="{D5CDD505-2E9C-101B-9397-08002B2CF9AE}" pid="3" name="KSOProductBuildVer">
    <vt:lpwstr>2052-11.3.0.8513</vt:lpwstr>
  </property>
</Properties>
</file>