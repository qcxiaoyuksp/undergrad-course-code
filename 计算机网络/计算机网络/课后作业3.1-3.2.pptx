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4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第三章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3.1-3.2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47251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、要发送的数据为</a:t>
            </a:r>
            <a:r>
              <a:rPr lang="en-US" altLang="zh-CN" sz="2800" dirty="0" smtClean="0"/>
              <a:t>1101011011</a:t>
            </a:r>
            <a:r>
              <a:rPr lang="zh-CN" altLang="en-US" sz="2800" dirty="0" smtClean="0"/>
              <a:t>。采用</a:t>
            </a:r>
            <a:r>
              <a:rPr lang="en-US" altLang="zh-CN" sz="2800" dirty="0" smtClean="0"/>
              <a:t>CRC</a:t>
            </a:r>
            <a:r>
              <a:rPr lang="zh-CN" altLang="en-US" sz="2800" dirty="0" smtClean="0"/>
              <a:t>的生成多项式是</a:t>
            </a:r>
            <a:r>
              <a:rPr lang="en-US" altLang="zh-CN" sz="2800" dirty="0" smtClean="0"/>
              <a:t>P(x)=x</a:t>
            </a:r>
            <a:r>
              <a:rPr lang="en-US" altLang="zh-CN" sz="2800" baseline="30000" dirty="0" smtClean="0"/>
              <a:t>4</a:t>
            </a:r>
            <a:r>
              <a:rPr lang="en-US" altLang="zh-CN" sz="2800" dirty="0" smtClean="0"/>
              <a:t>+x+1</a:t>
            </a:r>
            <a:r>
              <a:rPr lang="zh-CN" altLang="en-US" sz="2800" dirty="0" smtClean="0"/>
              <a:t>。试求应添加在数据后面的余数。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、要发送数据为</a:t>
            </a:r>
            <a:r>
              <a:rPr lang="en-US" altLang="zh-CN" sz="2800" dirty="0" smtClean="0"/>
              <a:t>101110</a:t>
            </a:r>
            <a:r>
              <a:rPr lang="zh-CN" altLang="en-US" sz="2800" dirty="0" smtClean="0"/>
              <a:t>，采用</a:t>
            </a:r>
            <a:r>
              <a:rPr lang="en-US" altLang="zh-CN" sz="2800" dirty="0" smtClean="0"/>
              <a:t>CRC</a:t>
            </a:r>
            <a:r>
              <a:rPr lang="zh-CN" altLang="en-US" sz="2800" dirty="0" smtClean="0"/>
              <a:t>生成多项式是</a:t>
            </a:r>
            <a:r>
              <a:rPr lang="en-US" altLang="zh-CN" sz="2800" dirty="0" smtClean="0"/>
              <a:t>P(x)=x</a:t>
            </a:r>
            <a:r>
              <a:rPr lang="en-US" altLang="zh-CN" sz="2800" baseline="30000" dirty="0" smtClean="0"/>
              <a:t>3</a:t>
            </a:r>
            <a:r>
              <a:rPr lang="en-US" altLang="zh-CN" sz="2800" dirty="0" smtClean="0"/>
              <a:t>+1</a:t>
            </a:r>
            <a:r>
              <a:rPr lang="zh-CN" altLang="en-US" sz="2800" dirty="0" smtClean="0"/>
              <a:t>。试求应添加在数据后面的余数。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PPP</a:t>
            </a:r>
            <a:r>
              <a:rPr lang="zh-CN" altLang="en-US" sz="2800" dirty="0" smtClean="0"/>
              <a:t>协议使用同步传输技术传送比特串</a:t>
            </a:r>
            <a:r>
              <a:rPr lang="en-US" altLang="zh-CN" sz="2800" dirty="0" smtClean="0"/>
              <a:t>0110111111111100</a:t>
            </a:r>
            <a:r>
              <a:rPr lang="zh-CN" altLang="en-US" sz="2800" dirty="0" smtClean="0"/>
              <a:t>。试问经过零比特填充后变成怎样的比特串？若接收端收到的</a:t>
            </a:r>
            <a:r>
              <a:rPr lang="en-US" altLang="zh-CN" sz="2800" dirty="0" smtClean="0"/>
              <a:t>PPP</a:t>
            </a:r>
            <a:r>
              <a:rPr lang="zh-CN" altLang="en-US" sz="2800" dirty="0" smtClean="0"/>
              <a:t>帧的数据部分是</a:t>
            </a:r>
            <a:r>
              <a:rPr lang="en-US" altLang="zh-CN" sz="2800" dirty="0" smtClean="0"/>
              <a:t>0001110111110111110110</a:t>
            </a:r>
            <a:r>
              <a:rPr lang="zh-CN" altLang="en-US" sz="2800" dirty="0" smtClean="0"/>
              <a:t>，问删除发送端加入的零比特后变成怎样的比特串？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、写出下列英文术语缩写的全称和中文译名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/>
              <a:t>BER CRC  FCS PPP </a:t>
            </a:r>
            <a:r>
              <a:rPr lang="en-US" altLang="zh-CN" sz="2800" smtClean="0"/>
              <a:t>MTU LCP NCP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321</TotalTime>
  <Words>138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第三章 3.1-3.2课后作业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90</cp:revision>
  <dcterms:created xsi:type="dcterms:W3CDTF">2016-10-01T05:27:00Z</dcterms:created>
  <dcterms:modified xsi:type="dcterms:W3CDTF">2021-01-14T12:31:58Z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