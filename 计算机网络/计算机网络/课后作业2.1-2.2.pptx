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2.1-2.2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、假定某信道受奈氏准则限制的最高码元速率为</a:t>
            </a:r>
            <a:r>
              <a:rPr lang="en-US" altLang="zh-CN" sz="2600" dirty="0" smtClean="0"/>
              <a:t>20000</a:t>
            </a:r>
            <a:r>
              <a:rPr lang="zh-CN" altLang="en-US" sz="2600" dirty="0" smtClean="0"/>
              <a:t>码元</a:t>
            </a:r>
            <a:r>
              <a:rPr lang="en-US" altLang="zh-CN" sz="2600" dirty="0" smtClean="0"/>
              <a:t>/</a:t>
            </a:r>
            <a:r>
              <a:rPr lang="zh-CN" altLang="en-US" sz="2600" dirty="0" smtClean="0"/>
              <a:t>秒。如果采用振幅调制，把码元的振幅划分为</a:t>
            </a:r>
            <a:r>
              <a:rPr lang="en-US" altLang="zh-CN" sz="2600" dirty="0" smtClean="0"/>
              <a:t>16</a:t>
            </a:r>
            <a:r>
              <a:rPr lang="zh-CN" altLang="en-US" sz="2600" dirty="0" smtClean="0"/>
              <a:t>个不同等级来传送，那么可以获得多高的数据率</a:t>
            </a:r>
            <a:r>
              <a:rPr lang="en-US" altLang="zh-CN" sz="2600" dirty="0" smtClean="0"/>
              <a:t>(bit/s)?</a:t>
            </a:r>
          </a:p>
          <a:p>
            <a:pPr marL="0" indent="0">
              <a:buNone/>
            </a:pPr>
            <a:r>
              <a:rPr lang="en-US" altLang="zh-CN" sz="2600" smtClean="0"/>
              <a:t>2</a:t>
            </a:r>
            <a:r>
              <a:rPr lang="zh-CN" altLang="en-US" sz="2600" smtClean="0"/>
              <a:t>、</a:t>
            </a:r>
            <a:r>
              <a:rPr lang="zh-CN" altLang="en-US" sz="2600" dirty="0"/>
              <a:t>写出下列英文术语缩写的全称和中文</a:t>
            </a:r>
            <a:r>
              <a:rPr lang="zh-CN" altLang="en-US" sz="2600" dirty="0" smtClean="0"/>
              <a:t>译名</a:t>
            </a:r>
            <a:endParaRPr lang="en-US" altLang="zh-CN" sz="2600" dirty="0" smtClean="0"/>
          </a:p>
          <a:p>
            <a:pPr marL="0" indent="0">
              <a:buNone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   PM AM FM QAM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355</TotalTime>
  <Words>79</Words>
  <Application>Microsoft Office PowerPoint</Application>
  <PresentationFormat>A4 纸张(210x297 毫米)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第二章 2.1-2.2课后作业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93</cp:revision>
  <dcterms:created xsi:type="dcterms:W3CDTF">2016-10-01T05:27:00Z</dcterms:created>
  <dcterms:modified xsi:type="dcterms:W3CDTF">2022-03-09T14:46:43Z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