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431" r:id="rId2"/>
  </p:sldIdLst>
  <p:sldSz cx="9906000" cy="6858000" type="A4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0000FF"/>
    <a:srgbClr val="FFFF66"/>
    <a:srgbClr val="66FF66"/>
    <a:srgbClr val="000099"/>
    <a:srgbClr val="00FF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98" autoAdjust="0"/>
    <p:restoredTop sz="93175" autoAdjust="0"/>
  </p:normalViewPr>
  <p:slideViewPr>
    <p:cSldViewPr>
      <p:cViewPr varScale="1">
        <p:scale>
          <a:sx n="73" d="100"/>
          <a:sy n="73" d="100"/>
        </p:scale>
        <p:origin x="1002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247E18CD-0C18-4915-AB38-46FC6350B9A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en-US" altLang="zh-CN" smtClean="0"/>
              <a:t>5656</a:t>
            </a:r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A143603D-CCA6-45D5-A59D-3B4CD933224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 descr="Gold bar"/>
          <p:cNvSpPr>
            <a:spLocks noChangeArrowheads="1"/>
          </p:cNvSpPr>
          <p:nvPr/>
        </p:nvSpPr>
        <p:spPr bwMode="auto">
          <a:xfrm>
            <a:off x="247650" y="2889250"/>
            <a:ext cx="3109913" cy="2016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Rectangle 9" descr="Orange bar"/>
          <p:cNvSpPr>
            <a:spLocks noChangeArrowheads="1"/>
          </p:cNvSpPr>
          <p:nvPr/>
        </p:nvSpPr>
        <p:spPr bwMode="auto">
          <a:xfrm>
            <a:off x="3357563" y="2889250"/>
            <a:ext cx="3108325" cy="2016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" name="Rectangle 10" descr="Slate bar"/>
          <p:cNvSpPr>
            <a:spLocks noChangeArrowheads="1"/>
          </p:cNvSpPr>
          <p:nvPr/>
        </p:nvSpPr>
        <p:spPr bwMode="auto">
          <a:xfrm>
            <a:off x="6465888" y="2889250"/>
            <a:ext cx="3109912" cy="201613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solidFill>
                <a:srgbClr val="333399"/>
              </a:solidFill>
              <a:ea typeface="宋体" panose="02010600030101010101" pitchFamily="2" charset="-122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685800"/>
            <a:ext cx="8420100" cy="2127250"/>
          </a:xfrm>
        </p:spPr>
        <p:txBody>
          <a:bodyPr/>
          <a:lstStyle>
            <a:lvl1pPr algn="ctr">
              <a:defRPr sz="5400" b="1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270250"/>
            <a:ext cx="6934200" cy="2209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D2C440-9E6A-4430-8BAD-CF78432C284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9173260"/>
      </p:ext>
    </p:extLst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4934173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24A7B3-BB3D-430C-9416-57B4A4106B8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3474879"/>
      </p:ext>
    </p:extLst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1B3705-864E-4D65-9C72-61CB65F1C9F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7824084"/>
      </p:ext>
    </p:extLst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5D87F-0A7A-4AA9-BC3A-2693AF5276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9220879"/>
      </p:ext>
    </p:extLst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2B1608-A69B-485F-95FB-95438C61343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9984336"/>
      </p:ext>
    </p:extLst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B6D876-83A9-45DC-A9A8-45B00DF3B1A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0569552"/>
      </p:ext>
    </p:extLst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661C98-5699-4428-B37E-AF7B2204936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3861348"/>
      </p:ext>
    </p:extLst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377DAC-F69D-47B1-9C81-D9ECC8A8400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2894119"/>
      </p:ext>
    </p:extLst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3CC55C-0818-484B-95B1-0D6AEF3A512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8653774"/>
      </p:ext>
    </p:extLst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noProof="1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ABBE44-C760-482C-BBF4-1AD90914546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6825503"/>
      </p:ext>
    </p:extLst>
  </p:cSld>
  <p:clrMapOvr>
    <a:masterClrMapping/>
  </p:clrMapOvr>
  <p:hf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AE9711-D2FE-4E38-90AE-D1E297BAFE8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3581823"/>
      </p:ext>
    </p:extLst>
  </p:cSld>
  <p:clrMapOvr>
    <a:masterClrMapping/>
  </p:clrMapOvr>
  <p:hf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B43DEA-F75B-4EB0-9B6A-B5DA8DF755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245461"/>
      </p:ext>
    </p:extLst>
  </p:cSld>
  <p:clrMapOvr>
    <a:masterClrMapping/>
  </p:clrMapOvr>
  <p:hf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81D9F3F7-388B-412F-8C50-0C2AA03CD55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7343236"/>
      </p:ext>
    </p:extLst>
  </p:cSld>
  <p:clrMapOvr>
    <a:masterClrMapping/>
  </p:clrMapOvr>
  <p:hf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 hasCustomPrompt="1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 noProof="1"/>
              <a:t>单击图标添加剪 贴画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1662586B-82D2-4BB4-820A-EB888FEA84B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4524900"/>
      </p:ext>
    </p:extLst>
  </p:cSld>
  <p:clrMapOvr>
    <a:masterClrMapping/>
  </p:clrMapOvr>
  <p:hf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95300" y="188913"/>
            <a:ext cx="90662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95300" y="1196975"/>
            <a:ext cx="9066213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zh-CN" altLang="en-US" smtClean="0"/>
              <a:t>第二级</a:t>
            </a:r>
            <a:endParaRPr lang="en-US" altLang="zh-CN" smtClean="0"/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 noProof="1" dirty="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356350"/>
            <a:ext cx="313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fld id="{64D427D7-2ECD-47CB-B1DF-7A19DDD78A9B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31" name="Rectangle 7" descr="Gold bar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2" name="Rectangle 9" descr="Orange bar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3" name="Rectangle 10" descr="Slate bar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34" name="Picture 2" descr="computer networking 的图像结果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900" y="188913"/>
            <a:ext cx="112395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69" r:id="rId3"/>
    <p:sldLayoutId id="2147483672" r:id="rId4"/>
    <p:sldLayoutId id="2147483673" r:id="rId5"/>
    <p:sldLayoutId id="2147483674" r:id="rId6"/>
    <p:sldLayoutId id="2147483675" r:id="rId7"/>
    <p:sldLayoutId id="2147483668" r:id="rId8"/>
    <p:sldLayoutId id="2147483667" r:id="rId9"/>
    <p:sldLayoutId id="2147483666" r:id="rId10"/>
    <p:sldLayoutId id="2147483665" r:id="rId11"/>
    <p:sldLayoutId id="2147483664" r:id="rId12"/>
    <p:sldLayoutId id="2147483676" r:id="rId13"/>
    <p:sldLayoutId id="2147483677" r:id="rId14"/>
  </p:sldLayoutIdLst>
  <p:hf/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anose="02010609060101010101" pitchFamily="2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黑体" panose="02010609060101010101" pitchFamily="2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黑体" panose="02010609060101010101" pitchFamily="2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请写到作业本上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5256500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zh-CN" sz="2400" dirty="0" smtClean="0"/>
              <a:t>1</a:t>
            </a:r>
            <a:r>
              <a:rPr lang="zh-CN" altLang="en-US" sz="2400" dirty="0"/>
              <a:t>、设</a:t>
            </a:r>
            <a:r>
              <a:rPr lang="en-US" altLang="zh-CN" sz="2400" dirty="0"/>
              <a:t>TCP</a:t>
            </a:r>
            <a:r>
              <a:rPr lang="zh-CN" altLang="en-US" sz="2400" dirty="0"/>
              <a:t>的</a:t>
            </a:r>
            <a:r>
              <a:rPr lang="en-US" altLang="zh-CN" sz="2400" dirty="0" err="1"/>
              <a:t>ssthresh</a:t>
            </a:r>
            <a:r>
              <a:rPr lang="zh-CN" altLang="en-US" sz="2400" dirty="0"/>
              <a:t>的初始值为</a:t>
            </a:r>
            <a:r>
              <a:rPr lang="en-US" altLang="zh-CN" sz="2400" dirty="0"/>
              <a:t>8(</a:t>
            </a:r>
            <a:r>
              <a:rPr lang="zh-CN" altLang="en-US" sz="2400" dirty="0"/>
              <a:t>单位为报文段</a:t>
            </a:r>
            <a:r>
              <a:rPr lang="en-US" altLang="zh-CN" sz="2400" dirty="0"/>
              <a:t>)</a:t>
            </a:r>
            <a:r>
              <a:rPr lang="zh-CN" altLang="en-US" sz="2400" dirty="0"/>
              <a:t>。当拥塞窗口上升到</a:t>
            </a:r>
            <a:r>
              <a:rPr lang="en-US" altLang="zh-CN" sz="2400" dirty="0"/>
              <a:t>12</a:t>
            </a:r>
            <a:r>
              <a:rPr lang="zh-CN" altLang="en-US" sz="2400" dirty="0"/>
              <a:t>时网络发生了超时，</a:t>
            </a:r>
            <a:r>
              <a:rPr lang="en-US" altLang="zh-CN" sz="2400" dirty="0"/>
              <a:t>TCP</a:t>
            </a:r>
            <a:r>
              <a:rPr lang="zh-CN" altLang="en-US" sz="2400" dirty="0"/>
              <a:t>使用慢开始和拥塞避免。试分别求出第</a:t>
            </a:r>
            <a:r>
              <a:rPr lang="en-US" altLang="zh-CN" sz="2400" dirty="0"/>
              <a:t>1</a:t>
            </a:r>
            <a:r>
              <a:rPr lang="zh-CN" altLang="en-US" sz="2400" dirty="0"/>
              <a:t>次到第</a:t>
            </a:r>
            <a:r>
              <a:rPr lang="en-US" altLang="zh-CN" sz="2400" dirty="0"/>
              <a:t>15</a:t>
            </a:r>
            <a:r>
              <a:rPr lang="zh-CN" altLang="en-US" sz="2400" dirty="0"/>
              <a:t>次传输的各拥塞窗口大小。你能说明拥塞控制窗口每一次变化的原因吗</a:t>
            </a:r>
            <a:r>
              <a:rPr lang="zh-CN" altLang="en-US" sz="2400" dirty="0" smtClean="0"/>
              <a:t>？</a:t>
            </a:r>
            <a:endParaRPr lang="en-US" altLang="zh-CN" sz="2400" dirty="0" smtClean="0"/>
          </a:p>
          <a:p>
            <a:pPr marL="0" indent="0" algn="just">
              <a:buNone/>
            </a:pPr>
            <a:endParaRPr lang="en-US" altLang="zh-CN" sz="2400" dirty="0"/>
          </a:p>
          <a:p>
            <a:pPr marL="0" indent="0" algn="just">
              <a:buNone/>
            </a:pPr>
            <a:r>
              <a:rPr lang="en-US" altLang="zh-CN" sz="2400" dirty="0" smtClean="0"/>
              <a:t>       1    2    3    4    5    6    7    8    9   10   11   12    13   14   15  </a:t>
            </a:r>
          </a:p>
          <a:p>
            <a:pPr marL="0" indent="0" algn="just">
              <a:buNone/>
            </a:pPr>
            <a:r>
              <a:rPr lang="en-US" altLang="zh-CN" sz="2400" dirty="0" smtClean="0"/>
              <a:t>       1    2    4    8    9   10  11  12   1    2     4      6     7     8     9   </a:t>
            </a:r>
          </a:p>
          <a:p>
            <a:pPr marL="0" indent="0" algn="just">
              <a:buNone/>
            </a:pPr>
            <a:r>
              <a:rPr lang="zh-CN" altLang="en-US" sz="2400" dirty="0" smtClean="0"/>
              <a:t>       慢              门   避              </a:t>
            </a:r>
            <a:r>
              <a:rPr lang="zh-CN" altLang="en-US" sz="2400" dirty="0" smtClean="0">
                <a:solidFill>
                  <a:srgbClr val="FF0000"/>
                </a:solidFill>
              </a:rPr>
              <a:t>超  </a:t>
            </a:r>
            <a:r>
              <a:rPr lang="zh-CN" altLang="en-US" sz="2400" dirty="0" smtClean="0"/>
              <a:t>慢                 </a:t>
            </a:r>
            <a:r>
              <a:rPr lang="zh-CN" altLang="en-US" sz="2400" dirty="0" smtClean="0">
                <a:solidFill>
                  <a:srgbClr val="FF0000"/>
                </a:solidFill>
              </a:rPr>
              <a:t>门    </a:t>
            </a:r>
            <a:r>
              <a:rPr lang="zh-CN" altLang="en-US" sz="2400" dirty="0" smtClean="0"/>
              <a:t>慢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altLang="zh-CN" sz="2400" dirty="0" smtClean="0"/>
              <a:t>                         </a:t>
            </a:r>
            <a:r>
              <a:rPr lang="zh-CN" altLang="en-US" sz="2400" dirty="0" smtClean="0"/>
              <a:t>限   免              </a:t>
            </a:r>
            <a:r>
              <a:rPr lang="zh-CN" altLang="en-US" sz="2400" dirty="0" smtClean="0">
                <a:solidFill>
                  <a:srgbClr val="FF0000"/>
                </a:solidFill>
              </a:rPr>
              <a:t>时                      限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altLang="zh-CN" sz="2400" dirty="0" err="1" smtClean="0"/>
              <a:t>Sstresth</a:t>
            </a:r>
            <a:r>
              <a:rPr lang="en-US" altLang="zh-CN" sz="2400" dirty="0" smtClean="0"/>
              <a:t>=8                                </a:t>
            </a:r>
            <a:r>
              <a:rPr lang="en-US" altLang="zh-CN" sz="2400" dirty="0" smtClean="0">
                <a:solidFill>
                  <a:srgbClr val="FF0000"/>
                </a:solidFill>
              </a:rPr>
              <a:t>6</a:t>
            </a:r>
            <a:r>
              <a:rPr lang="en-US" altLang="zh-CN" sz="2400" dirty="0" smtClean="0"/>
              <a:t>        </a:t>
            </a:r>
            <a:endParaRPr lang="en-US" altLang="zh-CN" sz="2400" dirty="0"/>
          </a:p>
          <a:p>
            <a:pPr marL="0" indent="0" algn="just">
              <a:buNone/>
            </a:pPr>
            <a:endParaRPr lang="en-US" altLang="zh-CN" sz="2400" dirty="0"/>
          </a:p>
          <a:p>
            <a:pPr marL="0" indent="0" algn="just">
              <a:buNone/>
            </a:pPr>
            <a:endParaRPr lang="en-US" altLang="zh-CN" sz="2400" dirty="0" smtClean="0"/>
          </a:p>
          <a:p>
            <a:pPr marL="0" indent="0" algn="just"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63100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450</TotalTime>
  <Words>119</Words>
  <Application>Microsoft Office PowerPoint</Application>
  <PresentationFormat>A4 纸张(210x297 毫米)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黑体</vt:lpstr>
      <vt:lpstr>宋体</vt:lpstr>
      <vt:lpstr>Arial</vt:lpstr>
      <vt:lpstr>Times New Roman</vt:lpstr>
      <vt:lpstr>Wingdings</vt:lpstr>
      <vt:lpstr>Presentation</vt:lpstr>
      <vt:lpstr>请写到作业本上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个人用户</cp:lastModifiedBy>
  <cp:revision>113</cp:revision>
  <dcterms:created xsi:type="dcterms:W3CDTF">2016-10-01T05:27:00Z</dcterms:created>
  <dcterms:modified xsi:type="dcterms:W3CDTF">2020-04-22T07:34:10Z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  <property fmtid="{D5CDD505-2E9C-101B-9397-08002B2CF9AE}" pid="3" name="KSOProductBuildVer">
    <vt:lpwstr>2052-11.3.0.8513</vt:lpwstr>
  </property>
</Properties>
</file>