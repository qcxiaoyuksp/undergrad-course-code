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、非对称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数字用户线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ADSL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改造的是：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模拟电话用户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有线电视网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6496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HFC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网将原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CATV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网中的同轴电缆主干部分改换为：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双绞线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微波通信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卫星通信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7668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光纤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同轴混合网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HFC (Hybrid Fiber Coax)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网是在目前覆盖面很广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的哪一种网的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基础上开发的一种居民宽带接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入网？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局域网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电话网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蜂窝无线电通信网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有线电视网 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37181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110</Words>
  <Application>Microsoft Office PowerPoint</Application>
  <PresentationFormat>宽屏</PresentationFormat>
  <Paragraphs>36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17</cp:revision>
  <dcterms:created xsi:type="dcterms:W3CDTF">2020-02-20T13:08:52Z</dcterms:created>
  <dcterms:modified xsi:type="dcterms:W3CDTF">2022-03-16T13:45:44Z</dcterms:modified>
</cp:coreProperties>
</file>