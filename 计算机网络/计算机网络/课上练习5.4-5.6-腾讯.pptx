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5" r:id="rId2"/>
    <p:sldId id="313" r:id="rId3"/>
    <p:sldId id="288" r:id="rId4"/>
    <p:sldId id="306" r:id="rId5"/>
    <p:sldId id="307" r:id="rId6"/>
    <p:sldId id="308" r:id="rId7"/>
    <p:sldId id="309" r:id="rId8"/>
    <p:sldId id="310" r:id="rId9"/>
    <p:sldId id="311" r:id="rId10"/>
    <p:sldId id="31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63" y="2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tmp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5.xml"/><Relationship Id="rId13" Type="http://schemas.openxmlformats.org/officeDocument/2006/relationships/tags" Target="../tags/tag30.xml"/><Relationship Id="rId3" Type="http://schemas.openxmlformats.org/officeDocument/2006/relationships/tags" Target="../tags/tag20.xml"/><Relationship Id="rId7" Type="http://schemas.openxmlformats.org/officeDocument/2006/relationships/tags" Target="../tags/tag24.xml"/><Relationship Id="rId12" Type="http://schemas.openxmlformats.org/officeDocument/2006/relationships/tags" Target="../tags/tag29.xml"/><Relationship Id="rId2" Type="http://schemas.openxmlformats.org/officeDocument/2006/relationships/tags" Target="../tags/tag19.xml"/><Relationship Id="rId16" Type="http://schemas.openxmlformats.org/officeDocument/2006/relationships/image" Target="../media/image1.tmp"/><Relationship Id="rId1" Type="http://schemas.openxmlformats.org/officeDocument/2006/relationships/tags" Target="../tags/tag18.xml"/><Relationship Id="rId6" Type="http://schemas.openxmlformats.org/officeDocument/2006/relationships/tags" Target="../tags/tag23.xml"/><Relationship Id="rId11" Type="http://schemas.openxmlformats.org/officeDocument/2006/relationships/tags" Target="../tags/tag28.xml"/><Relationship Id="rId5" Type="http://schemas.openxmlformats.org/officeDocument/2006/relationships/tags" Target="../tags/tag22.xml"/><Relationship Id="rId15" Type="http://schemas.openxmlformats.org/officeDocument/2006/relationships/slideLayout" Target="../slideLayouts/slideLayout7.xml"/><Relationship Id="rId10" Type="http://schemas.openxmlformats.org/officeDocument/2006/relationships/tags" Target="../tags/tag27.xml"/><Relationship Id="rId4" Type="http://schemas.openxmlformats.org/officeDocument/2006/relationships/tags" Target="../tags/tag21.xml"/><Relationship Id="rId9" Type="http://schemas.openxmlformats.org/officeDocument/2006/relationships/tags" Target="../tags/tag26.xml"/><Relationship Id="rId14" Type="http://schemas.openxmlformats.org/officeDocument/2006/relationships/tags" Target="../tags/tag3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13" Type="http://schemas.openxmlformats.org/officeDocument/2006/relationships/tags" Target="../tags/tag44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12" Type="http://schemas.openxmlformats.org/officeDocument/2006/relationships/tags" Target="../tags/tag43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openxmlformats.org/officeDocument/2006/relationships/tags" Target="../tags/tag42.xml"/><Relationship Id="rId5" Type="http://schemas.openxmlformats.org/officeDocument/2006/relationships/tags" Target="../tags/tag36.xml"/><Relationship Id="rId15" Type="http://schemas.openxmlformats.org/officeDocument/2006/relationships/image" Target="../media/image1.tmp"/><Relationship Id="rId10" Type="http://schemas.openxmlformats.org/officeDocument/2006/relationships/tags" Target="../tags/tag41.xml"/><Relationship Id="rId4" Type="http://schemas.openxmlformats.org/officeDocument/2006/relationships/tags" Target="../tags/tag35.xml"/><Relationship Id="rId9" Type="http://schemas.openxmlformats.org/officeDocument/2006/relationships/tags" Target="../tags/tag40.xml"/><Relationship Id="rId1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13" Type="http://schemas.openxmlformats.org/officeDocument/2006/relationships/tags" Target="../tags/tag5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7.xml"/><Relationship Id="rId7" Type="http://schemas.openxmlformats.org/officeDocument/2006/relationships/tags" Target="../tags/tag51.xml"/><Relationship Id="rId12" Type="http://schemas.openxmlformats.org/officeDocument/2006/relationships/tags" Target="../tags/tag56.xml"/><Relationship Id="rId17" Type="http://schemas.openxmlformats.org/officeDocument/2006/relationships/tags" Target="../tags/tag61.xml"/><Relationship Id="rId2" Type="http://schemas.openxmlformats.org/officeDocument/2006/relationships/tags" Target="../tags/tag46.xml"/><Relationship Id="rId16" Type="http://schemas.openxmlformats.org/officeDocument/2006/relationships/tags" Target="../tags/tag60.xml"/><Relationship Id="rId1" Type="http://schemas.openxmlformats.org/officeDocument/2006/relationships/tags" Target="../tags/tag45.xml"/><Relationship Id="rId6" Type="http://schemas.openxmlformats.org/officeDocument/2006/relationships/tags" Target="../tags/tag50.xml"/><Relationship Id="rId11" Type="http://schemas.openxmlformats.org/officeDocument/2006/relationships/tags" Target="../tags/tag55.xml"/><Relationship Id="rId5" Type="http://schemas.openxmlformats.org/officeDocument/2006/relationships/tags" Target="../tags/tag49.xml"/><Relationship Id="rId15" Type="http://schemas.openxmlformats.org/officeDocument/2006/relationships/tags" Target="../tags/tag59.xml"/><Relationship Id="rId10" Type="http://schemas.openxmlformats.org/officeDocument/2006/relationships/tags" Target="../tags/tag54.xml"/><Relationship Id="rId19" Type="http://schemas.openxmlformats.org/officeDocument/2006/relationships/image" Target="../media/image1.tmp"/><Relationship Id="rId4" Type="http://schemas.openxmlformats.org/officeDocument/2006/relationships/tags" Target="../tags/tag48.xml"/><Relationship Id="rId9" Type="http://schemas.openxmlformats.org/officeDocument/2006/relationships/tags" Target="../tags/tag53.xml"/><Relationship Id="rId14" Type="http://schemas.openxmlformats.org/officeDocument/2006/relationships/tags" Target="../tags/tag5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9.xml"/><Relationship Id="rId3" Type="http://schemas.openxmlformats.org/officeDocument/2006/relationships/tags" Target="../tags/tag64.xml"/><Relationship Id="rId7" Type="http://schemas.openxmlformats.org/officeDocument/2006/relationships/tags" Target="../tags/tag68.xml"/><Relationship Id="rId12" Type="http://schemas.openxmlformats.org/officeDocument/2006/relationships/image" Target="../media/image1.tmp"/><Relationship Id="rId2" Type="http://schemas.openxmlformats.org/officeDocument/2006/relationships/tags" Target="../tags/tag63.xml"/><Relationship Id="rId1" Type="http://schemas.openxmlformats.org/officeDocument/2006/relationships/tags" Target="../tags/tag62.xml"/><Relationship Id="rId6" Type="http://schemas.openxmlformats.org/officeDocument/2006/relationships/tags" Target="../tags/tag6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6.xml"/><Relationship Id="rId10" Type="http://schemas.openxmlformats.org/officeDocument/2006/relationships/tags" Target="../tags/tag71.xml"/><Relationship Id="rId4" Type="http://schemas.openxmlformats.org/officeDocument/2006/relationships/tags" Target="../tags/tag65.xml"/><Relationship Id="rId9" Type="http://schemas.openxmlformats.org/officeDocument/2006/relationships/tags" Target="../tags/tag7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9.xml"/><Relationship Id="rId3" Type="http://schemas.openxmlformats.org/officeDocument/2006/relationships/tags" Target="../tags/tag74.xml"/><Relationship Id="rId7" Type="http://schemas.openxmlformats.org/officeDocument/2006/relationships/tags" Target="../tags/tag78.xml"/><Relationship Id="rId12" Type="http://schemas.openxmlformats.org/officeDocument/2006/relationships/image" Target="../media/image1.tmp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tags" Target="../tags/tag77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76.xml"/><Relationship Id="rId10" Type="http://schemas.openxmlformats.org/officeDocument/2006/relationships/tags" Target="../tags/tag81.xml"/><Relationship Id="rId4" Type="http://schemas.openxmlformats.org/officeDocument/2006/relationships/tags" Target="../tags/tag75.xml"/><Relationship Id="rId9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tags" Target="../tags/tag94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tags" Target="../tags/tag93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5" Type="http://schemas.openxmlformats.org/officeDocument/2006/relationships/image" Target="../media/image1.tmp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3" Type="http://schemas.openxmlformats.org/officeDocument/2006/relationships/tags" Target="../tags/tag97.xml"/><Relationship Id="rId7" Type="http://schemas.openxmlformats.org/officeDocument/2006/relationships/tags" Target="../tags/tag101.xml"/><Relationship Id="rId12" Type="http://schemas.openxmlformats.org/officeDocument/2006/relationships/image" Target="../media/image1.tmp"/><Relationship Id="rId2" Type="http://schemas.openxmlformats.org/officeDocument/2006/relationships/tags" Target="../tags/tag96.xml"/><Relationship Id="rId1" Type="http://schemas.openxmlformats.org/officeDocument/2006/relationships/tags" Target="../tags/tag95.xml"/><Relationship Id="rId6" Type="http://schemas.openxmlformats.org/officeDocument/2006/relationships/tags" Target="../tags/tag100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99.xml"/><Relationship Id="rId10" Type="http://schemas.openxmlformats.org/officeDocument/2006/relationships/tags" Target="../tags/tag104.xml"/><Relationship Id="rId4" Type="http://schemas.openxmlformats.org/officeDocument/2006/relationships/tags" Target="../tags/tag98.xml"/><Relationship Id="rId9" Type="http://schemas.openxmlformats.org/officeDocument/2006/relationships/tags" Target="../tags/tag10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12.xml"/><Relationship Id="rId13" Type="http://schemas.openxmlformats.org/officeDocument/2006/relationships/tags" Target="../tags/tag117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07.xml"/><Relationship Id="rId7" Type="http://schemas.openxmlformats.org/officeDocument/2006/relationships/tags" Target="../tags/tag111.xml"/><Relationship Id="rId12" Type="http://schemas.openxmlformats.org/officeDocument/2006/relationships/tags" Target="../tags/tag116.xml"/><Relationship Id="rId17" Type="http://schemas.openxmlformats.org/officeDocument/2006/relationships/tags" Target="../tags/tag121.xml"/><Relationship Id="rId2" Type="http://schemas.openxmlformats.org/officeDocument/2006/relationships/tags" Target="../tags/tag106.xml"/><Relationship Id="rId16" Type="http://schemas.openxmlformats.org/officeDocument/2006/relationships/tags" Target="../tags/tag120.xml"/><Relationship Id="rId1" Type="http://schemas.openxmlformats.org/officeDocument/2006/relationships/tags" Target="../tags/tag105.xml"/><Relationship Id="rId6" Type="http://schemas.openxmlformats.org/officeDocument/2006/relationships/tags" Target="../tags/tag110.xml"/><Relationship Id="rId11" Type="http://schemas.openxmlformats.org/officeDocument/2006/relationships/tags" Target="../tags/tag115.xml"/><Relationship Id="rId5" Type="http://schemas.openxmlformats.org/officeDocument/2006/relationships/tags" Target="../tags/tag109.xml"/><Relationship Id="rId15" Type="http://schemas.openxmlformats.org/officeDocument/2006/relationships/tags" Target="../tags/tag119.xml"/><Relationship Id="rId10" Type="http://schemas.openxmlformats.org/officeDocument/2006/relationships/tags" Target="../tags/tag114.xml"/><Relationship Id="rId19" Type="http://schemas.openxmlformats.org/officeDocument/2006/relationships/image" Target="../media/image1.tmp"/><Relationship Id="rId4" Type="http://schemas.openxmlformats.org/officeDocument/2006/relationships/tags" Target="../tags/tag108.xml"/><Relationship Id="rId9" Type="http://schemas.openxmlformats.org/officeDocument/2006/relationships/tags" Target="../tags/tag113.xml"/><Relationship Id="rId14" Type="http://schemas.openxmlformats.org/officeDocument/2006/relationships/tags" Target="../tags/tag11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tags" Target="../tags/tag134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tags" Target="../tags/tag133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5" Type="http://schemas.openxmlformats.org/officeDocument/2006/relationships/image" Target="../media/image1.tmp"/><Relationship Id="rId10" Type="http://schemas.openxmlformats.org/officeDocument/2006/relationships/tags" Target="../tags/tag13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、下列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关于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“停止等待”协议的说法中，错误的是（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每发送完一个分组就停止发送，等待对方的确认。在收到确认后再发送下一个分组。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发送完一个分组后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，就可以删除已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发送的分组的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副本。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分组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和确认分组都必须进行编号。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超时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计时器的重传时间应当比数据在分组传输的平均往返时间更长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一些。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05600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、在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停止等待协议中，若接收方收到重复分组，就丢弃该分组，不必发送确认。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929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993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7" name="组合 1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10"/>
            </p:custDataLst>
          </p:nvPr>
        </p:nvSpPr>
        <p:spPr>
          <a:xfrm>
            <a:off x="1219200" y="635000"/>
            <a:ext cx="9753600" cy="487680"/>
          </a:xfrm>
          <a:prstGeom prst="rect">
            <a:avLst/>
          </a:prstGeom>
          <a:solidFill>
            <a:srgbClr val="FBFAEF">
              <a:alpha val="90000"/>
            </a:srgbClr>
          </a:solidFill>
        </p:spPr>
        <p:txBody>
          <a:bodyPr vert="horz" wrap="none" rtlCol="0" anchor="ctr" anchorCtr="1">
            <a:noAutofit/>
          </a:bodyPr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此题未设置答案，请点击右侧设置按钮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5180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、流水线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传输就是发送方可连续发送多个分组，不必每发完一个分组就停顿下来等待对方的确认。这样可使信道上一直有数据不间断地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传送，因而可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获得很高的信道利用率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72773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关于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可靠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通信具体实现的说法中，错误的是（    ）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连接的每一端都必须设有两个窗口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——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一个发送窗口和一个接收窗口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	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的可靠传输机制用字节的序号进行控制。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所有的确认都是基于序号而不是基于报文段。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两端的四个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窗口设置好后在通信过程中保持不变。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连接的往返时间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RTT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不是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固定不变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的，因而需要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使用特定的算法估算较为合理的重传时间。 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1480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4999"/>
            <a:ext cx="9753600" cy="406360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虽然是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面向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，但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传送的数据单元却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44714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4999"/>
            <a:ext cx="9753600" cy="4063609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个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报文段分为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两部分，而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的全部功能都体现在它首部中各字段的作用。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首部的最小长度是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字节。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54632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选择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较小的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MSS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长度，网络的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利用率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就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降低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提高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164549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的滑动窗口是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单位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的。根据接收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方确认报文段中的两个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发送方就构造出自己的发送窗口。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82056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说法中，错误的是（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发送窗口并不总是和接收窗口一样大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标准没有规定对不按序到达的数据应如何处理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TCP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要求接收方必须有累积确认的功能，这样可以减小传输开销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接收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方不可以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在自己有数据要发送时把确认信息顺便捎带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上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719943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选择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确认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SACK(Selective ACK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中，接收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方收到了和前面的字节流不连续的两个字节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块，如果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这些字节的序号都在接收窗口之内，那么接收方就先收下这些数据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，无需把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这些信息准确地告诉发送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方。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3851424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Warni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字节流&quot;],&quot;CaseSensitive&quot;:false,&quot;FuzzyMatch&quot;:false},{&quot;Num&quot;:2,&quot;Score&quot;:1.0,&quot;Answers&quot;:[&quot;报文段&quot;],&quot;CaseSensitive&quot;:false,&quot;FuzzyMatch&quot;:false}]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首部&quot;],&quot;CaseSensitive&quot;:false,&quot;FuzzyMatch&quot;:false},{&quot;Num&quot;:2,&quot;Score&quot;:1.0,&quot;Answers&quot;:[&quot;数据&quot;],&quot;CaseSensitive&quot;:false,&quot;FuzzyMatch&quot;:false},{&quot;Num&quot;:3,&quot;Score&quot;:1.0,&quot;Answers&quot;:[&quot;20&quot;],&quot;CaseSensitive&quot;:false,&quot;FuzzyMatch&quot;:false}]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字节&quot;],&quot;CaseSensitive&quot;:false,&quot;FuzzyMatch&quot;:false},{&quot;Num&quot;:2,&quot;Score&quot;:1.0,&quot;Answers&quot;:[&quot;确认号&quot;],&quot;CaseSensitive&quot;:false,&quot;FuzzyMatch&quot;:false},{&quot;Num&quot;:3,&quot;Score&quot;:1.0,&quot;Answers&quot;:[&quot;窗口值&quot;],&quot;CaseSensitive&quot;:false,&quot;FuzzyMatch&quot;:false}]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449</TotalTime>
  <Words>651</Words>
  <Application>Microsoft Office PowerPoint</Application>
  <PresentationFormat>宽屏</PresentationFormat>
  <Paragraphs>84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79</cp:revision>
  <dcterms:created xsi:type="dcterms:W3CDTF">2020-02-20T13:08:52Z</dcterms:created>
  <dcterms:modified xsi:type="dcterms:W3CDTF">2022-04-20T14:19:31Z</dcterms:modified>
</cp:coreProperties>
</file>