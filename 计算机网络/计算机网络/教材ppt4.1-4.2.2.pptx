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handoutMasterIdLst>
    <p:handoutMasterId r:id="rId54"/>
  </p:handoutMasterIdLst>
  <p:sldIdLst>
    <p:sldId id="921" r:id="rId2"/>
    <p:sldId id="922" r:id="rId3"/>
    <p:sldId id="923" r:id="rId4"/>
    <p:sldId id="924" r:id="rId5"/>
    <p:sldId id="925" r:id="rId6"/>
    <p:sldId id="926" r:id="rId7"/>
    <p:sldId id="927" r:id="rId8"/>
    <p:sldId id="928" r:id="rId9"/>
    <p:sldId id="929" r:id="rId10"/>
    <p:sldId id="930" r:id="rId11"/>
    <p:sldId id="931" r:id="rId12"/>
    <p:sldId id="932" r:id="rId13"/>
    <p:sldId id="933" r:id="rId14"/>
    <p:sldId id="934" r:id="rId15"/>
    <p:sldId id="935" r:id="rId16"/>
    <p:sldId id="936" r:id="rId17"/>
    <p:sldId id="937" r:id="rId18"/>
    <p:sldId id="938" r:id="rId19"/>
    <p:sldId id="939" r:id="rId20"/>
    <p:sldId id="940" r:id="rId21"/>
    <p:sldId id="941" r:id="rId22"/>
    <p:sldId id="942" r:id="rId23"/>
    <p:sldId id="943" r:id="rId24"/>
    <p:sldId id="944" r:id="rId25"/>
    <p:sldId id="945" r:id="rId26"/>
    <p:sldId id="946" r:id="rId27"/>
    <p:sldId id="947" r:id="rId28"/>
    <p:sldId id="948" r:id="rId29"/>
    <p:sldId id="949" r:id="rId30"/>
    <p:sldId id="950" r:id="rId31"/>
    <p:sldId id="951" r:id="rId32"/>
    <p:sldId id="952" r:id="rId33"/>
    <p:sldId id="953" r:id="rId34"/>
    <p:sldId id="954" r:id="rId35"/>
    <p:sldId id="955" r:id="rId36"/>
    <p:sldId id="956" r:id="rId37"/>
    <p:sldId id="957" r:id="rId38"/>
    <p:sldId id="971" r:id="rId39"/>
    <p:sldId id="958" r:id="rId40"/>
    <p:sldId id="959" r:id="rId41"/>
    <p:sldId id="960" r:id="rId42"/>
    <p:sldId id="961" r:id="rId43"/>
    <p:sldId id="962" r:id="rId44"/>
    <p:sldId id="963" r:id="rId45"/>
    <p:sldId id="964" r:id="rId46"/>
    <p:sldId id="965" r:id="rId47"/>
    <p:sldId id="966" r:id="rId48"/>
    <p:sldId id="967" r:id="rId49"/>
    <p:sldId id="968" r:id="rId50"/>
    <p:sldId id="969" r:id="rId51"/>
    <p:sldId id="970" r:id="rId52"/>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11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34327-42A0-4EE6-949E-80DFB8CA1CF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681986" name="Rectangle 2"/>
          <p:cNvSpPr>
            <a:spLocks noGrp="1" noRot="1" noChangeAspect="1" noChangeArrowheads="1" noTextEdit="1"/>
          </p:cNvSpPr>
          <p:nvPr>
            <p:ph type="sldImg" idx="4294967295"/>
          </p:nvPr>
        </p:nvSpPr>
        <p:spPr>
          <a:ln/>
        </p:spPr>
      </p:sp>
      <p:sp>
        <p:nvSpPr>
          <p:cNvPr id="681987"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A6D46E-8776-4F79-9009-D1C667A828CD}"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685058" name="Rectangle 2"/>
          <p:cNvSpPr>
            <a:spLocks noGrp="1" noRot="1" noChangeAspect="1" noChangeArrowheads="1" noTextEdit="1"/>
          </p:cNvSpPr>
          <p:nvPr>
            <p:ph type="sldImg" idx="4294967295"/>
          </p:nvPr>
        </p:nvSpPr>
        <p:spPr>
          <a:ln/>
        </p:spPr>
      </p:sp>
      <p:sp>
        <p:nvSpPr>
          <p:cNvPr id="6850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0C632B-D34D-4478-9800-7AAFEAAF2F6B}"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687106" name="Rectangle 2"/>
          <p:cNvSpPr>
            <a:spLocks noGrp="1" noRot="1" noChangeAspect="1" noChangeArrowheads="1" noTextEdit="1"/>
          </p:cNvSpPr>
          <p:nvPr>
            <p:ph type="sldImg" idx="4294967295"/>
          </p:nvPr>
        </p:nvSpPr>
        <p:spPr>
          <a:ln/>
        </p:spPr>
      </p:sp>
      <p:sp>
        <p:nvSpPr>
          <p:cNvPr id="6871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8B9705-F2ED-4EB0-94E5-6573520EB26B}"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689154" name="Rectangle 2"/>
          <p:cNvSpPr>
            <a:spLocks noGrp="1" noRot="1" noChangeAspect="1" noChangeArrowheads="1" noTextEdit="1"/>
          </p:cNvSpPr>
          <p:nvPr>
            <p:ph type="sldImg" idx="4294967295"/>
          </p:nvPr>
        </p:nvSpPr>
        <p:spPr>
          <a:ln/>
        </p:spPr>
      </p:sp>
      <p:sp>
        <p:nvSpPr>
          <p:cNvPr id="6891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765F4D-A736-4349-8639-5355E4677A9A}"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691202" name="Rectangle 2"/>
          <p:cNvSpPr>
            <a:spLocks noGrp="1" noRot="1" noChangeAspect="1" noChangeArrowheads="1" noTextEdit="1"/>
          </p:cNvSpPr>
          <p:nvPr>
            <p:ph type="sldImg" idx="4294967295"/>
          </p:nvPr>
        </p:nvSpPr>
        <p:spPr>
          <a:ln/>
        </p:spPr>
      </p:sp>
      <p:sp>
        <p:nvSpPr>
          <p:cNvPr id="6912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B55EC1A-0316-4669-A09C-1E110BF11331}"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693250" name="Rectangle 2"/>
          <p:cNvSpPr>
            <a:spLocks noGrp="1" noRot="1" noChangeAspect="1" noChangeArrowheads="1" noTextEdit="1"/>
          </p:cNvSpPr>
          <p:nvPr>
            <p:ph type="sldImg" idx="4294967295"/>
          </p:nvPr>
        </p:nvSpPr>
        <p:spPr>
          <a:ln/>
        </p:spPr>
      </p:sp>
      <p:sp>
        <p:nvSpPr>
          <p:cNvPr id="693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CB570A-2896-4E88-89D1-68DCD83262D6}"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695298" name="Rectangle 2"/>
          <p:cNvSpPr>
            <a:spLocks noGrp="1" noRot="1" noChangeAspect="1" noChangeArrowheads="1" noTextEdit="1"/>
          </p:cNvSpPr>
          <p:nvPr>
            <p:ph type="sldImg" idx="4294967295"/>
          </p:nvPr>
        </p:nvSpPr>
        <p:spPr>
          <a:ln/>
        </p:spPr>
      </p:sp>
      <p:sp>
        <p:nvSpPr>
          <p:cNvPr id="695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443B3A-3D18-48EA-B62E-31FF233E4ABD}"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697346" name="Rectangle 2"/>
          <p:cNvSpPr>
            <a:spLocks noGrp="1" noRot="1" noChangeAspect="1" noChangeArrowheads="1" noTextEdit="1"/>
          </p:cNvSpPr>
          <p:nvPr>
            <p:ph type="sldImg" idx="4294967295"/>
          </p:nvPr>
        </p:nvSpPr>
        <p:spPr>
          <a:ln/>
        </p:spPr>
      </p:sp>
      <p:sp>
        <p:nvSpPr>
          <p:cNvPr id="697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1F159D-2078-460C-83AB-69EB59A9CAC8}"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699394" name="Rectangle 2"/>
          <p:cNvSpPr>
            <a:spLocks noGrp="1" noRot="1" noChangeAspect="1" noChangeArrowheads="1" noTextEdit="1"/>
          </p:cNvSpPr>
          <p:nvPr>
            <p:ph type="sldImg" idx="4294967295"/>
          </p:nvPr>
        </p:nvSpPr>
        <p:spPr>
          <a:ln/>
        </p:spPr>
      </p:sp>
      <p:sp>
        <p:nvSpPr>
          <p:cNvPr id="699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D3D7E1-1699-40FE-AC0A-BC7FC1F1297B}"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702466" name="Rectangle 2"/>
          <p:cNvSpPr>
            <a:spLocks noGrp="1" noRot="1" noChangeAspect="1" noChangeArrowheads="1" noTextEdit="1"/>
          </p:cNvSpPr>
          <p:nvPr>
            <p:ph type="sldImg" idx="4294967295"/>
          </p:nvPr>
        </p:nvSpPr>
        <p:spPr>
          <a:ln/>
        </p:spPr>
      </p:sp>
      <p:sp>
        <p:nvSpPr>
          <p:cNvPr id="7024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1437AC-1FE1-45B4-B0AD-0C5910D7BAF9}"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704514" name="Rectangle 2"/>
          <p:cNvSpPr>
            <a:spLocks noGrp="1" noRot="1" noChangeAspect="1" noChangeArrowheads="1" noTextEdit="1"/>
          </p:cNvSpPr>
          <p:nvPr>
            <p:ph type="sldImg" idx="4294967295"/>
          </p:nvPr>
        </p:nvSpPr>
        <p:spPr>
          <a:ln/>
        </p:spPr>
      </p:sp>
      <p:sp>
        <p:nvSpPr>
          <p:cNvPr id="7045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C35A94-6F23-4CC4-8EA8-B0B8190AB555}"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706562" name="Rectangle 2"/>
          <p:cNvSpPr>
            <a:spLocks noGrp="1" noRot="1" noChangeAspect="1" noChangeArrowheads="1" noTextEdit="1"/>
          </p:cNvSpPr>
          <p:nvPr>
            <p:ph type="sldImg" idx="4294967295"/>
          </p:nvPr>
        </p:nvSpPr>
        <p:spPr>
          <a:ln/>
        </p:spPr>
      </p:sp>
      <p:sp>
        <p:nvSpPr>
          <p:cNvPr id="7065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45E446-34E9-4E4F-8834-E1005507CAA1}"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708610" name="Rectangle 2"/>
          <p:cNvSpPr>
            <a:spLocks noGrp="1" noRot="1" noChangeAspect="1" noChangeArrowheads="1" noTextEdit="1"/>
          </p:cNvSpPr>
          <p:nvPr>
            <p:ph type="sldImg" idx="4294967295"/>
          </p:nvPr>
        </p:nvSpPr>
        <p:spPr>
          <a:ln/>
        </p:spPr>
      </p:sp>
      <p:sp>
        <p:nvSpPr>
          <p:cNvPr id="7086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E91769-CD77-4200-8874-20C4C5BFCF7E}"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710658" name="Rectangle 2"/>
          <p:cNvSpPr>
            <a:spLocks noGrp="1" noRot="1" noChangeAspect="1" noChangeArrowheads="1" noTextEdit="1"/>
          </p:cNvSpPr>
          <p:nvPr>
            <p:ph type="sldImg" idx="4294967295"/>
          </p:nvPr>
        </p:nvSpPr>
        <p:spPr>
          <a:ln/>
        </p:spPr>
      </p:sp>
      <p:sp>
        <p:nvSpPr>
          <p:cNvPr id="7106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F7D610-6C9B-4E99-A821-A6B53CE5CD1C}"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712706" name="Rectangle 2"/>
          <p:cNvSpPr>
            <a:spLocks noGrp="1" noRot="1" noChangeAspect="1" noChangeArrowheads="1" noTextEdit="1"/>
          </p:cNvSpPr>
          <p:nvPr>
            <p:ph type="sldImg" idx="4294967295"/>
          </p:nvPr>
        </p:nvSpPr>
        <p:spPr>
          <a:ln/>
        </p:spPr>
      </p:sp>
      <p:sp>
        <p:nvSpPr>
          <p:cNvPr id="7127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60E6C5-873D-43E3-9C3B-49E37FFD7970}"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714754" name="Rectangle 2"/>
          <p:cNvSpPr>
            <a:spLocks noGrp="1" noRot="1" noChangeAspect="1" noChangeArrowheads="1" noTextEdit="1"/>
          </p:cNvSpPr>
          <p:nvPr>
            <p:ph type="sldImg" idx="4294967295"/>
          </p:nvPr>
        </p:nvSpPr>
        <p:spPr>
          <a:ln/>
        </p:spPr>
      </p:sp>
      <p:sp>
        <p:nvSpPr>
          <p:cNvPr id="7147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D8DCA0-841C-4B30-B9B8-7CF344AC9F80}"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717826" name="Rectangle 2"/>
          <p:cNvSpPr>
            <a:spLocks noGrp="1" noRot="1" noChangeAspect="1" noChangeArrowheads="1" noTextEdit="1"/>
          </p:cNvSpPr>
          <p:nvPr>
            <p:ph type="sldImg" idx="4294967295"/>
          </p:nvPr>
        </p:nvSpPr>
        <p:spPr>
          <a:ln/>
        </p:spPr>
      </p:sp>
      <p:sp>
        <p:nvSpPr>
          <p:cNvPr id="717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80AFC25-2385-4D64-857F-821B51CAE1E8}"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719874" name="Rectangle 2"/>
          <p:cNvSpPr>
            <a:spLocks noGrp="1" noRot="1" noChangeAspect="1" noChangeArrowheads="1" noTextEdit="1"/>
          </p:cNvSpPr>
          <p:nvPr>
            <p:ph type="sldImg" idx="4294967295"/>
          </p:nvPr>
        </p:nvSpPr>
        <p:spPr>
          <a:ln/>
        </p:spPr>
      </p:sp>
      <p:sp>
        <p:nvSpPr>
          <p:cNvPr id="719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35D9AE-7A9C-4D34-9630-B5796FC01857}"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721922" name="Rectangle 2"/>
          <p:cNvSpPr>
            <a:spLocks noGrp="1" noRot="1" noChangeAspect="1" noChangeArrowheads="1" noTextEdit="1"/>
          </p:cNvSpPr>
          <p:nvPr>
            <p:ph type="sldImg" idx="4294967295"/>
          </p:nvPr>
        </p:nvSpPr>
        <p:spPr>
          <a:ln/>
        </p:spPr>
      </p:sp>
      <p:sp>
        <p:nvSpPr>
          <p:cNvPr id="721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9F08C7-6282-497A-99FA-A1FB1923A58A}"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723970" name="Rectangle 2"/>
          <p:cNvSpPr>
            <a:spLocks noGrp="1" noRot="1" noChangeAspect="1" noChangeArrowheads="1" noTextEdit="1"/>
          </p:cNvSpPr>
          <p:nvPr>
            <p:ph type="sldImg" idx="4294967295"/>
          </p:nvPr>
        </p:nvSpPr>
        <p:spPr>
          <a:ln/>
        </p:spPr>
      </p:sp>
      <p:sp>
        <p:nvSpPr>
          <p:cNvPr id="723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DC0205-CE49-4389-B62E-CA440E6D5E8C}"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726018" name="Rectangle 2"/>
          <p:cNvSpPr>
            <a:spLocks noGrp="1" noRot="1" noChangeAspect="1" noChangeArrowheads="1" noTextEdit="1"/>
          </p:cNvSpPr>
          <p:nvPr>
            <p:ph type="sldImg" idx="4294967295"/>
          </p:nvPr>
        </p:nvSpPr>
        <p:spPr>
          <a:ln/>
        </p:spPr>
      </p:sp>
      <p:sp>
        <p:nvSpPr>
          <p:cNvPr id="726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1D5537-4D3C-4AD1-A650-B7C9D1DF100B}"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728066" name="Rectangle 2"/>
          <p:cNvSpPr>
            <a:spLocks noGrp="1" noRot="1" noChangeAspect="1" noChangeArrowheads="1" noTextEdit="1"/>
          </p:cNvSpPr>
          <p:nvPr>
            <p:ph type="sldImg" idx="4294967295"/>
          </p:nvPr>
        </p:nvSpPr>
        <p:spPr>
          <a:ln/>
        </p:spPr>
      </p:sp>
      <p:sp>
        <p:nvSpPr>
          <p:cNvPr id="728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31797ED-7B73-4CFC-9696-D403F6871534}" type="slidenum">
              <a:rPr lang="en-US" altLang="zh-CN" smtClean="0"/>
              <a:pPr/>
              <a:t>26</a:t>
            </a:fld>
            <a:endParaRPr lang="en-US" altLang="zh-CN" smtClean="0"/>
          </a:p>
        </p:txBody>
      </p:sp>
      <p:sp>
        <p:nvSpPr>
          <p:cNvPr id="730114" name="Rectangle 2"/>
          <p:cNvSpPr>
            <a:spLocks noGrp="1" noRot="1" noChangeAspect="1" noChangeArrowheads="1" noTextEdit="1"/>
          </p:cNvSpPr>
          <p:nvPr>
            <p:ph type="sldImg" idx="4294967295"/>
          </p:nvPr>
        </p:nvSpPr>
        <p:spPr>
          <a:ln/>
        </p:spPr>
      </p:sp>
      <p:sp>
        <p:nvSpPr>
          <p:cNvPr id="730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BAA9DDC-5532-44B1-A55C-C4FDAEA5D386}" type="slidenum">
              <a:rPr lang="en-US" altLang="zh-CN" smtClean="0"/>
              <a:pPr/>
              <a:t>27</a:t>
            </a:fld>
            <a:endParaRPr lang="en-US" altLang="zh-CN" smtClean="0"/>
          </a:p>
        </p:txBody>
      </p:sp>
      <p:sp>
        <p:nvSpPr>
          <p:cNvPr id="732162" name="Rectangle 2"/>
          <p:cNvSpPr>
            <a:spLocks noGrp="1" noRot="1" noChangeAspect="1" noChangeArrowheads="1" noTextEdit="1"/>
          </p:cNvSpPr>
          <p:nvPr>
            <p:ph type="sldImg" idx="4294967295"/>
          </p:nvPr>
        </p:nvSpPr>
        <p:spPr>
          <a:ln/>
        </p:spPr>
      </p:sp>
      <p:sp>
        <p:nvSpPr>
          <p:cNvPr id="732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A3F8324-216B-4E5B-BCE1-696757D21ED0}" type="slidenum">
              <a:rPr lang="en-US" altLang="zh-CN" smtClean="0"/>
              <a:pPr/>
              <a:t>28</a:t>
            </a:fld>
            <a:endParaRPr lang="en-US" altLang="zh-CN" smtClean="0"/>
          </a:p>
        </p:txBody>
      </p:sp>
      <p:sp>
        <p:nvSpPr>
          <p:cNvPr id="734210" name="Rectangle 2"/>
          <p:cNvSpPr>
            <a:spLocks noGrp="1" noRot="1" noChangeAspect="1" noChangeArrowheads="1" noTextEdit="1"/>
          </p:cNvSpPr>
          <p:nvPr>
            <p:ph type="sldImg" idx="4294967295"/>
          </p:nvPr>
        </p:nvSpPr>
        <p:spPr>
          <a:ln/>
        </p:spPr>
      </p:sp>
      <p:sp>
        <p:nvSpPr>
          <p:cNvPr id="7342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F92B98D-4F63-43A9-A48B-409604062BC4}" type="slidenum">
              <a:rPr lang="en-US" altLang="zh-CN" smtClean="0"/>
              <a:pPr/>
              <a:t>29</a:t>
            </a:fld>
            <a:endParaRPr lang="en-US" altLang="zh-CN" smtClean="0"/>
          </a:p>
        </p:txBody>
      </p:sp>
      <p:sp>
        <p:nvSpPr>
          <p:cNvPr id="736258" name="Rectangle 2"/>
          <p:cNvSpPr>
            <a:spLocks noGrp="1" noRot="1" noChangeAspect="1" noChangeArrowheads="1" noTextEdit="1"/>
          </p:cNvSpPr>
          <p:nvPr>
            <p:ph type="sldImg" idx="4294967295"/>
          </p:nvPr>
        </p:nvSpPr>
        <p:spPr>
          <a:ln/>
        </p:spPr>
      </p:sp>
      <p:sp>
        <p:nvSpPr>
          <p:cNvPr id="7362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860E176-2669-45EF-84CE-1AE46C1D6B83}" type="slidenum">
              <a:rPr lang="en-US" altLang="zh-CN" smtClean="0"/>
              <a:pPr/>
              <a:t>30</a:t>
            </a:fld>
            <a:endParaRPr lang="en-US" altLang="zh-CN" smtClean="0"/>
          </a:p>
        </p:txBody>
      </p:sp>
      <p:sp>
        <p:nvSpPr>
          <p:cNvPr id="738306" name="Rectangle 2"/>
          <p:cNvSpPr>
            <a:spLocks noGrp="1" noRot="1" noChangeAspect="1" noChangeArrowheads="1" noTextEdit="1"/>
          </p:cNvSpPr>
          <p:nvPr>
            <p:ph type="sldImg" idx="4294967295"/>
          </p:nvPr>
        </p:nvSpPr>
        <p:spPr>
          <a:ln/>
        </p:spPr>
      </p:sp>
      <p:sp>
        <p:nvSpPr>
          <p:cNvPr id="7383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D0CB711-D229-4920-9790-3E689436690A}" type="slidenum">
              <a:rPr lang="en-US" altLang="zh-CN" smtClean="0"/>
              <a:pPr/>
              <a:t>31</a:t>
            </a:fld>
            <a:endParaRPr lang="en-US" altLang="zh-CN" smtClean="0"/>
          </a:p>
        </p:txBody>
      </p:sp>
      <p:sp>
        <p:nvSpPr>
          <p:cNvPr id="740354" name="Rectangle 2"/>
          <p:cNvSpPr>
            <a:spLocks noGrp="1" noRot="1" noChangeAspect="1" noChangeArrowheads="1" noTextEdit="1"/>
          </p:cNvSpPr>
          <p:nvPr>
            <p:ph type="sldImg" idx="4294967295"/>
          </p:nvPr>
        </p:nvSpPr>
        <p:spPr>
          <a:ln/>
        </p:spPr>
      </p:sp>
      <p:sp>
        <p:nvSpPr>
          <p:cNvPr id="7403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EDAC895-B148-417B-A07D-C39594DC3B60}" type="slidenum">
              <a:rPr lang="en-US" altLang="zh-CN" smtClean="0"/>
              <a:pPr/>
              <a:t>32</a:t>
            </a:fld>
            <a:endParaRPr lang="en-US" altLang="zh-CN" smtClean="0"/>
          </a:p>
        </p:txBody>
      </p:sp>
      <p:sp>
        <p:nvSpPr>
          <p:cNvPr id="742402" name="Rectangle 2"/>
          <p:cNvSpPr>
            <a:spLocks noGrp="1" noRot="1" noChangeAspect="1" noChangeArrowheads="1" noTextEdit="1"/>
          </p:cNvSpPr>
          <p:nvPr>
            <p:ph type="sldImg" idx="4294967295"/>
          </p:nvPr>
        </p:nvSpPr>
        <p:spPr>
          <a:ln/>
        </p:spPr>
      </p:sp>
      <p:sp>
        <p:nvSpPr>
          <p:cNvPr id="7424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7A8A5D2-42AB-42DF-883A-BB2559CD4424}" type="slidenum">
              <a:rPr lang="en-US" altLang="zh-CN" smtClean="0"/>
              <a:pPr/>
              <a:t>33</a:t>
            </a:fld>
            <a:endParaRPr lang="en-US" altLang="zh-CN" smtClean="0"/>
          </a:p>
        </p:txBody>
      </p:sp>
      <p:sp>
        <p:nvSpPr>
          <p:cNvPr id="744450" name="Rectangle 2"/>
          <p:cNvSpPr>
            <a:spLocks noGrp="1" noRot="1" noChangeAspect="1" noChangeArrowheads="1" noTextEdit="1"/>
          </p:cNvSpPr>
          <p:nvPr>
            <p:ph type="sldImg" idx="4294967295"/>
          </p:nvPr>
        </p:nvSpPr>
        <p:spPr>
          <a:ln/>
        </p:spPr>
      </p:sp>
      <p:sp>
        <p:nvSpPr>
          <p:cNvPr id="7444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5541DBD-5FF2-4FEB-A9EF-4BE5E8731313}" type="slidenum">
              <a:rPr lang="en-US" altLang="zh-CN" smtClean="0"/>
              <a:pPr/>
              <a:t>34</a:t>
            </a:fld>
            <a:endParaRPr lang="en-US" altLang="zh-CN" smtClean="0"/>
          </a:p>
        </p:txBody>
      </p:sp>
      <p:sp>
        <p:nvSpPr>
          <p:cNvPr id="746498" name="Rectangle 2"/>
          <p:cNvSpPr>
            <a:spLocks noGrp="1" noRot="1" noChangeAspect="1" noChangeArrowheads="1" noTextEdit="1"/>
          </p:cNvSpPr>
          <p:nvPr>
            <p:ph type="sldImg" idx="4294967295"/>
          </p:nvPr>
        </p:nvSpPr>
        <p:spPr>
          <a:ln/>
        </p:spPr>
      </p:sp>
      <p:sp>
        <p:nvSpPr>
          <p:cNvPr id="7464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849450-2BC9-44B1-8979-3B9A0994FB7D}"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748546" name="Rectangle 2"/>
          <p:cNvSpPr>
            <a:spLocks noGrp="1" noRot="1" noChangeAspect="1" noChangeArrowheads="1" noTextEdit="1"/>
          </p:cNvSpPr>
          <p:nvPr>
            <p:ph type="sldImg" idx="4294967295"/>
          </p:nvPr>
        </p:nvSpPr>
        <p:spPr>
          <a:ln/>
        </p:spPr>
      </p:sp>
      <p:sp>
        <p:nvSpPr>
          <p:cNvPr id="7485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6664C7-89B3-4D94-905A-B4E60B71E16F}"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751618" name="Rectangle 2"/>
          <p:cNvSpPr>
            <a:spLocks noGrp="1" noRot="1" noChangeAspect="1" noChangeArrowheads="1" noTextEdit="1"/>
          </p:cNvSpPr>
          <p:nvPr>
            <p:ph type="sldImg" idx="4294967295"/>
          </p:nvPr>
        </p:nvSpPr>
        <p:spPr>
          <a:ln/>
        </p:spPr>
      </p:sp>
      <p:sp>
        <p:nvSpPr>
          <p:cNvPr id="7516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6664C7-89B3-4D94-905A-B4E60B71E16F}"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751618" name="Rectangle 2"/>
          <p:cNvSpPr>
            <a:spLocks noGrp="1" noRot="1" noChangeAspect="1" noChangeArrowheads="1" noTextEdit="1"/>
          </p:cNvSpPr>
          <p:nvPr>
            <p:ph type="sldImg" idx="4294967295"/>
          </p:nvPr>
        </p:nvSpPr>
        <p:spPr>
          <a:ln/>
        </p:spPr>
      </p:sp>
      <p:sp>
        <p:nvSpPr>
          <p:cNvPr id="75161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2588900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739987-09DC-4C0E-BB75-7F150B5B7180}"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754690" name="Rectangle 2"/>
          <p:cNvSpPr>
            <a:spLocks noGrp="1" noRot="1" noChangeAspect="1" noChangeArrowheads="1" noTextEdit="1"/>
          </p:cNvSpPr>
          <p:nvPr>
            <p:ph type="sldImg" idx="4294967295"/>
          </p:nvPr>
        </p:nvSpPr>
        <p:spPr>
          <a:ln/>
        </p:spPr>
      </p:sp>
      <p:sp>
        <p:nvSpPr>
          <p:cNvPr id="7546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C1FF80-6318-4856-AAE1-E917229A06EF}"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756738" name="Rectangle 2"/>
          <p:cNvSpPr>
            <a:spLocks noGrp="1" noRot="1" noChangeAspect="1" noChangeArrowheads="1" noTextEdit="1"/>
          </p:cNvSpPr>
          <p:nvPr>
            <p:ph type="sldImg" idx="4294967295"/>
          </p:nvPr>
        </p:nvSpPr>
        <p:spPr>
          <a:ln/>
        </p:spPr>
      </p:sp>
      <p:sp>
        <p:nvSpPr>
          <p:cNvPr id="7567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24D91A-6318-4E05-81A8-2AF0CCF83F05}"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758786" name="Rectangle 2"/>
          <p:cNvSpPr>
            <a:spLocks noGrp="1" noRot="1" noChangeAspect="1" noChangeArrowheads="1" noTextEdit="1"/>
          </p:cNvSpPr>
          <p:nvPr>
            <p:ph type="sldImg" idx="4294967295"/>
          </p:nvPr>
        </p:nvSpPr>
        <p:spPr>
          <a:ln/>
        </p:spPr>
      </p:sp>
      <p:sp>
        <p:nvSpPr>
          <p:cNvPr id="7587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8.xml"/><Relationship Id="rId6" Type="http://schemas.openxmlformats.org/officeDocument/2006/relationships/image" Target="../media/image2.wmf"/><Relationship Id="rId5" Type="http://schemas.openxmlformats.org/officeDocument/2006/relationships/image" Target="../media/image6.png"/><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1"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4 </a:t>
            </a:r>
            <a:r>
              <a:rPr lang="zh-CN" altLang="en-US" dirty="0" smtClean="0">
                <a:latin typeface="Arial" panose="020B0604020202020204" pitchFamily="34" charset="0"/>
                <a:ea typeface="黑体" panose="02010609060101010101" pitchFamily="49" charset="-122"/>
              </a:rPr>
              <a:t>章  网络层</a:t>
            </a:r>
          </a:p>
        </p:txBody>
      </p:sp>
      <p:sp>
        <p:nvSpPr>
          <p:cNvPr id="680962"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4.1-4.2.2</a:t>
            </a:r>
            <a:endParaRPr lang="zh-CN" altLang="en-US" dirty="0" smtClean="0">
              <a:latin typeface="黑体" panose="02010609060101010101" pitchFamily="49" charset="-122"/>
              <a:ea typeface="宋体" panose="02010600030101010101" pitchFamily="2" charset="-122"/>
            </a:endParaRPr>
          </a:p>
        </p:txBody>
      </p:sp>
      <p:sp>
        <p:nvSpPr>
          <p:cNvPr id="68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3E797-DCB6-47D1-8B6D-3149BD091FE8}" type="slidenum">
              <a:rPr lang="zh-CN" altLang="en-US" smtClean="0"/>
              <a:pPr eaLnBrk="1" hangingPunct="1"/>
              <a:t>1</a:t>
            </a:fld>
            <a:endParaRPr lang="en-US" altLang="zh-CN" smtClean="0"/>
          </a:p>
        </p:txBody>
      </p:sp>
      <p:sp>
        <p:nvSpPr>
          <p:cNvPr id="68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09"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4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en-US" smtClean="0">
                <a:ea typeface="黑体" panose="02010609060101010101" pitchFamily="49" charset="-122"/>
              </a:rPr>
              <a:t>网络</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683010" name="内容占位符 2"/>
          <p:cNvSpPr>
            <a:spLocks noGrp="1" noChangeArrowheads="1"/>
          </p:cNvSpPr>
          <p:nvPr>
            <p:ph idx="1"/>
          </p:nvPr>
        </p:nvSpPr>
        <p:spPr>
          <a:xfrm>
            <a:off x="495300" y="1196975"/>
            <a:ext cx="9066213" cy="4933950"/>
          </a:xfrm>
        </p:spPr>
        <p:txBody>
          <a:bodyPr/>
          <a:lstStyle/>
          <a:p>
            <a:pPr>
              <a:lnSpc>
                <a:spcPct val="100000"/>
              </a:lnSpc>
            </a:pPr>
            <a:r>
              <a:rPr lang="en-US" altLang="zh-CN" dirty="0" smtClean="0">
                <a:solidFill>
                  <a:srgbClr val="0000CC"/>
                </a:solidFill>
                <a:ea typeface="黑体" panose="02010609060101010101" pitchFamily="49" charset="-122"/>
              </a:rPr>
              <a:t>4.1  </a:t>
            </a:r>
            <a:r>
              <a:rPr lang="zh-CN" altLang="zh-CN" dirty="0" smtClean="0">
                <a:solidFill>
                  <a:srgbClr val="0000CC"/>
                </a:solidFill>
                <a:ea typeface="黑体" panose="02010609060101010101" pitchFamily="49" charset="-122"/>
              </a:rPr>
              <a:t>网络层提供的两种服务</a:t>
            </a:r>
          </a:p>
          <a:p>
            <a:pPr>
              <a:lnSpc>
                <a:spcPct val="100000"/>
              </a:lnSpc>
            </a:pPr>
            <a:r>
              <a:rPr lang="en-US" altLang="zh-CN" dirty="0" smtClean="0">
                <a:solidFill>
                  <a:srgbClr val="0000CC"/>
                </a:solidFill>
                <a:ea typeface="黑体" panose="02010609060101010101" pitchFamily="49" charset="-122"/>
              </a:rPr>
              <a:t>4.2  </a:t>
            </a:r>
            <a:r>
              <a:rPr lang="zh-CN" altLang="zh-CN" dirty="0" smtClean="0">
                <a:solidFill>
                  <a:srgbClr val="0000CC"/>
                </a:solidFill>
                <a:ea typeface="黑体" panose="02010609060101010101" pitchFamily="49" charset="-122"/>
              </a:rPr>
              <a:t>网际协议</a:t>
            </a:r>
            <a:r>
              <a:rPr lang="en-US" altLang="zh-CN" dirty="0" smtClean="0">
                <a:solidFill>
                  <a:srgbClr val="0000CC"/>
                </a:solidFill>
                <a:ea typeface="黑体" panose="02010609060101010101" pitchFamily="49" charset="-122"/>
              </a:rPr>
              <a:t> IP</a:t>
            </a:r>
            <a:endParaRPr lang="zh-CN" altLang="zh-CN" dirty="0" smtClean="0">
              <a:solidFill>
                <a:srgbClr val="0000CC"/>
              </a:solidFill>
              <a:ea typeface="黑体" panose="02010609060101010101" pitchFamily="49" charset="-122"/>
            </a:endParaRPr>
          </a:p>
          <a:p>
            <a:pPr>
              <a:lnSpc>
                <a:spcPct val="100000"/>
              </a:lnSpc>
            </a:pPr>
            <a:r>
              <a:rPr lang="en-US" altLang="zh-CN" dirty="0" smtClean="0">
                <a:ea typeface="黑体" panose="02010609060101010101" pitchFamily="49" charset="-122"/>
              </a:rPr>
              <a:t>4.3  </a:t>
            </a:r>
            <a:r>
              <a:rPr lang="zh-CN" altLang="zh-CN" dirty="0" smtClean="0">
                <a:ea typeface="黑体" panose="02010609060101010101" pitchFamily="49" charset="-122"/>
              </a:rPr>
              <a:t>划分子网和构造超网</a:t>
            </a:r>
          </a:p>
          <a:p>
            <a:pPr>
              <a:lnSpc>
                <a:spcPct val="100000"/>
              </a:lnSpc>
            </a:pPr>
            <a:r>
              <a:rPr lang="en-US" altLang="zh-CN" dirty="0" smtClean="0">
                <a:ea typeface="黑体" panose="02010609060101010101" pitchFamily="49" charset="-122"/>
              </a:rPr>
              <a:t>4.4  </a:t>
            </a:r>
            <a:r>
              <a:rPr lang="zh-CN" altLang="zh-CN" dirty="0" smtClean="0">
                <a:ea typeface="黑体" panose="02010609060101010101" pitchFamily="49" charset="-122"/>
              </a:rPr>
              <a:t>网际控制报文协议</a:t>
            </a:r>
            <a:r>
              <a:rPr lang="en-US" altLang="zh-CN" dirty="0" smtClean="0">
                <a:ea typeface="黑体" panose="02010609060101010101" pitchFamily="49" charset="-122"/>
              </a:rPr>
              <a:t> ICMP</a:t>
            </a:r>
            <a:endParaRPr lang="zh-CN" altLang="zh-CN" dirty="0" smtClean="0">
              <a:ea typeface="黑体" panose="02010609060101010101" pitchFamily="49" charset="-122"/>
            </a:endParaRPr>
          </a:p>
          <a:p>
            <a:pPr>
              <a:lnSpc>
                <a:spcPct val="100000"/>
              </a:lnSpc>
            </a:pPr>
            <a:r>
              <a:rPr lang="en-US" altLang="zh-CN" dirty="0" smtClean="0">
                <a:ea typeface="黑体" panose="02010609060101010101" pitchFamily="49" charset="-122"/>
              </a:rPr>
              <a:t>4.5  </a:t>
            </a:r>
            <a:r>
              <a:rPr lang="zh-CN" altLang="zh-CN" dirty="0" smtClean="0">
                <a:ea typeface="黑体" panose="02010609060101010101" pitchFamily="49" charset="-122"/>
              </a:rPr>
              <a:t>互联网的路由选择协议</a:t>
            </a:r>
          </a:p>
          <a:p>
            <a:pPr>
              <a:lnSpc>
                <a:spcPct val="100000"/>
              </a:lnSpc>
            </a:pPr>
            <a:r>
              <a:rPr lang="en-US" altLang="zh-CN" dirty="0" smtClean="0">
                <a:ea typeface="黑体" panose="02010609060101010101" pitchFamily="49" charset="-122"/>
              </a:rPr>
              <a:t>4.6  IPv6</a:t>
            </a:r>
            <a:endParaRPr lang="zh-CN" altLang="zh-CN" dirty="0" smtClean="0">
              <a:ea typeface="黑体" panose="02010609060101010101" pitchFamily="49" charset="-122"/>
            </a:endParaRPr>
          </a:p>
          <a:p>
            <a:pPr>
              <a:lnSpc>
                <a:spcPct val="100000"/>
              </a:lnSpc>
            </a:pPr>
            <a:r>
              <a:rPr lang="en-US" altLang="zh-CN" dirty="0" smtClean="0">
                <a:ea typeface="黑体" panose="02010609060101010101" pitchFamily="49" charset="-122"/>
              </a:rPr>
              <a:t>4.7  IP </a:t>
            </a:r>
            <a:r>
              <a:rPr lang="zh-CN" altLang="zh-CN" dirty="0" smtClean="0">
                <a:ea typeface="黑体" panose="02010609060101010101" pitchFamily="49" charset="-122"/>
              </a:rPr>
              <a:t>多播</a:t>
            </a:r>
          </a:p>
          <a:p>
            <a:pPr>
              <a:lnSpc>
                <a:spcPct val="100000"/>
              </a:lnSpc>
            </a:pPr>
            <a:r>
              <a:rPr lang="en-US" altLang="zh-CN" dirty="0" smtClean="0">
                <a:ea typeface="黑体" panose="02010609060101010101" pitchFamily="49" charset="-122"/>
              </a:rPr>
              <a:t>4.8  </a:t>
            </a:r>
            <a:r>
              <a:rPr lang="zh-CN" altLang="zh-CN" dirty="0" smtClean="0">
                <a:ea typeface="黑体" panose="02010609060101010101" pitchFamily="49" charset="-122"/>
              </a:rPr>
              <a:t>虚拟专用网</a:t>
            </a:r>
            <a:r>
              <a:rPr lang="en-US" altLang="zh-CN" dirty="0" smtClean="0">
                <a:ea typeface="黑体" panose="02010609060101010101" pitchFamily="49" charset="-122"/>
              </a:rPr>
              <a:t> VPN </a:t>
            </a:r>
            <a:r>
              <a:rPr lang="zh-CN" altLang="zh-CN" dirty="0" smtClean="0">
                <a:ea typeface="黑体" panose="02010609060101010101" pitchFamily="49" charset="-122"/>
              </a:rPr>
              <a:t>和网络地址转换</a:t>
            </a:r>
            <a:r>
              <a:rPr lang="en-US" altLang="zh-CN" dirty="0" smtClean="0">
                <a:ea typeface="黑体" panose="02010609060101010101" pitchFamily="49" charset="-122"/>
              </a:rPr>
              <a:t> NAT</a:t>
            </a:r>
            <a:endParaRPr lang="zh-CN" altLang="zh-CN" dirty="0" smtClean="0">
              <a:ea typeface="黑体" panose="02010609060101010101" pitchFamily="49" charset="-122"/>
            </a:endParaRPr>
          </a:p>
          <a:p>
            <a:pPr>
              <a:lnSpc>
                <a:spcPct val="100000"/>
              </a:lnSpc>
            </a:pPr>
            <a:r>
              <a:rPr lang="en-US" altLang="zh-CN" dirty="0" smtClean="0">
                <a:ea typeface="黑体" panose="02010609060101010101" pitchFamily="49" charset="-122"/>
              </a:rPr>
              <a:t>4.9  </a:t>
            </a:r>
            <a:r>
              <a:rPr lang="zh-CN" altLang="zh-CN" dirty="0" smtClean="0">
                <a:ea typeface="黑体" panose="02010609060101010101" pitchFamily="49" charset="-122"/>
              </a:rPr>
              <a:t>多协议标记交换</a:t>
            </a:r>
            <a:r>
              <a:rPr lang="en-US" altLang="zh-CN" dirty="0" smtClean="0">
                <a:ea typeface="黑体" panose="02010609060101010101" pitchFamily="49" charset="-122"/>
              </a:rPr>
              <a:t> MPLS</a:t>
            </a:r>
            <a:endParaRPr lang="zh-CN" altLang="zh-CN" dirty="0" smtClean="0">
              <a:ea typeface="黑体" panose="02010609060101010101" pitchFamily="49" charset="-122"/>
            </a:endParaRPr>
          </a:p>
        </p:txBody>
      </p:sp>
      <p:sp>
        <p:nvSpPr>
          <p:cNvPr id="6830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3C0B59-1926-4796-88E3-866E465222EE}" type="slidenum">
              <a:rPr lang="zh-CN" altLang="en-US" smtClean="0"/>
              <a:pPr eaLnBrk="1" hangingPunct="1"/>
              <a:t>2</a:t>
            </a:fld>
            <a:endParaRPr lang="en-US" altLang="zh-CN" smtClean="0"/>
          </a:p>
        </p:txBody>
      </p:sp>
      <p:sp>
        <p:nvSpPr>
          <p:cNvPr id="6830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4.1  </a:t>
            </a:r>
            <a:r>
              <a:rPr lang="zh-CN" altLang="en-US" smtClean="0">
                <a:ea typeface="黑体" panose="02010609060101010101" pitchFamily="49" charset="-122"/>
              </a:rPr>
              <a:t>网络层提供的两种服务 </a:t>
            </a:r>
          </a:p>
        </p:txBody>
      </p:sp>
      <p:sp>
        <p:nvSpPr>
          <p:cNvPr id="68403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在计算机网络领域，网络层应该向运输层提供怎样的服务（“</a:t>
            </a:r>
            <a:r>
              <a:rPr lang="zh-CN" altLang="en-US" smtClean="0">
                <a:solidFill>
                  <a:srgbClr val="FF0000"/>
                </a:solidFill>
                <a:ea typeface="黑体" panose="02010609060101010101" pitchFamily="49" charset="-122"/>
              </a:rPr>
              <a:t>面向连接</a:t>
            </a:r>
            <a:r>
              <a:rPr lang="zh-CN" altLang="en-US" smtClean="0">
                <a:ea typeface="黑体" panose="02010609060101010101" pitchFamily="49" charset="-122"/>
              </a:rPr>
              <a:t>”还是“</a:t>
            </a:r>
            <a:r>
              <a:rPr lang="zh-CN" altLang="en-US" smtClean="0">
                <a:solidFill>
                  <a:srgbClr val="FF0000"/>
                </a:solidFill>
                <a:ea typeface="黑体" panose="02010609060101010101" pitchFamily="49" charset="-122"/>
              </a:rPr>
              <a:t>无连接</a:t>
            </a:r>
            <a:r>
              <a:rPr lang="zh-CN" altLang="en-US" smtClean="0">
                <a:ea typeface="黑体" panose="02010609060101010101" pitchFamily="49" charset="-122"/>
              </a:rPr>
              <a:t>”）曾引起了长期的争论。</a:t>
            </a:r>
          </a:p>
          <a:p>
            <a:r>
              <a:rPr lang="zh-CN" altLang="en-US" smtClean="0">
                <a:ea typeface="黑体" panose="02010609060101010101" pitchFamily="49" charset="-122"/>
              </a:rPr>
              <a:t>争论焦点的实质就是：</a:t>
            </a:r>
            <a:r>
              <a:rPr lang="zh-CN" altLang="en-US" smtClean="0">
                <a:solidFill>
                  <a:srgbClr val="0000CC"/>
                </a:solidFill>
                <a:ea typeface="黑体" panose="02010609060101010101" pitchFamily="49" charset="-122"/>
              </a:rPr>
              <a:t>在计算机通信中，可靠交付应当由谁来负责？是</a:t>
            </a:r>
            <a:r>
              <a:rPr lang="zh-CN" altLang="en-US" smtClean="0">
                <a:solidFill>
                  <a:srgbClr val="FF0000"/>
                </a:solidFill>
                <a:ea typeface="黑体" panose="02010609060101010101" pitchFamily="49" charset="-122"/>
              </a:rPr>
              <a:t>网络</a:t>
            </a:r>
            <a:r>
              <a:rPr lang="zh-CN" altLang="en-US" smtClean="0">
                <a:solidFill>
                  <a:srgbClr val="0000CC"/>
                </a:solidFill>
                <a:ea typeface="黑体" panose="02010609060101010101" pitchFamily="49" charset="-122"/>
              </a:rPr>
              <a:t>还是</a:t>
            </a:r>
            <a:r>
              <a:rPr lang="zh-CN" altLang="en-US" smtClean="0">
                <a:solidFill>
                  <a:srgbClr val="FF0000"/>
                </a:solidFill>
                <a:ea typeface="黑体" panose="02010609060101010101" pitchFamily="49" charset="-122"/>
              </a:rPr>
              <a:t>端系统</a:t>
            </a:r>
            <a:r>
              <a:rPr lang="zh-CN" altLang="en-US" smtClean="0">
                <a:solidFill>
                  <a:srgbClr val="0000CC"/>
                </a:solidFill>
                <a:ea typeface="黑体" panose="02010609060101010101" pitchFamily="49" charset="-122"/>
              </a:rPr>
              <a:t>？ </a:t>
            </a:r>
          </a:p>
        </p:txBody>
      </p:sp>
      <p:sp>
        <p:nvSpPr>
          <p:cNvPr id="6840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6C382F-D681-419E-B773-A58CB9DC4917}" type="slidenum">
              <a:rPr lang="zh-CN" altLang="en-US" smtClean="0"/>
              <a:pPr eaLnBrk="1" hangingPunct="1"/>
              <a:t>3</a:t>
            </a:fld>
            <a:endParaRPr lang="en-US" altLang="zh-CN" smtClean="0"/>
          </a:p>
        </p:txBody>
      </p:sp>
      <p:sp>
        <p:nvSpPr>
          <p:cNvPr id="6840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一种观点：让网络负责可靠交付 </a:t>
            </a:r>
          </a:p>
        </p:txBody>
      </p:sp>
      <p:sp>
        <p:nvSpPr>
          <p:cNvPr id="68608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这种观点认为，应</a:t>
            </a:r>
            <a:r>
              <a:rPr lang="zh-CN" altLang="zh-CN" smtClean="0">
                <a:ea typeface="黑体" panose="02010609060101010101" pitchFamily="49" charset="-122"/>
              </a:rPr>
              <a:t>借助于电信网的成功经验，让网络负责可靠交付</a:t>
            </a:r>
            <a:r>
              <a:rPr lang="zh-CN" altLang="en-US" smtClean="0">
                <a:ea typeface="黑体" panose="02010609060101010101" pitchFamily="49" charset="-122"/>
              </a:rPr>
              <a:t>，</a:t>
            </a:r>
            <a:r>
              <a:rPr lang="zh-CN" altLang="zh-CN" smtClean="0">
                <a:ea typeface="黑体" panose="02010609060101010101" pitchFamily="49" charset="-122"/>
              </a:rPr>
              <a:t>计算机网络应模仿</a:t>
            </a:r>
            <a:r>
              <a:rPr lang="zh-CN" altLang="en-US" smtClean="0">
                <a:ea typeface="黑体" panose="02010609060101010101" pitchFamily="49" charset="-122"/>
              </a:rPr>
              <a:t>电信网络，使用</a:t>
            </a:r>
            <a:r>
              <a:rPr lang="zh-CN" altLang="zh-CN" smtClean="0">
                <a:solidFill>
                  <a:srgbClr val="FF0000"/>
                </a:solidFill>
                <a:ea typeface="黑体" panose="02010609060101010101" pitchFamily="49" charset="-122"/>
              </a:rPr>
              <a:t>面向连接</a:t>
            </a:r>
            <a:r>
              <a:rPr lang="zh-CN" altLang="zh-CN" smtClean="0">
                <a:ea typeface="黑体" panose="02010609060101010101" pitchFamily="49" charset="-122"/>
              </a:rPr>
              <a:t>的通信方式</a:t>
            </a:r>
            <a:r>
              <a:rPr lang="zh-CN" altLang="en-US" smtClean="0">
                <a:ea typeface="黑体" panose="02010609060101010101" pitchFamily="49" charset="-122"/>
              </a:rPr>
              <a:t>。</a:t>
            </a:r>
          </a:p>
          <a:p>
            <a:r>
              <a:rPr lang="zh-CN" altLang="en-US" smtClean="0">
                <a:ea typeface="黑体" panose="02010609060101010101" pitchFamily="49" charset="-122"/>
              </a:rPr>
              <a:t>通信之前先建立</a:t>
            </a:r>
            <a:r>
              <a:rPr lang="zh-CN" altLang="en-US" smtClean="0">
                <a:solidFill>
                  <a:srgbClr val="FF0000"/>
                </a:solidFill>
                <a:ea typeface="黑体" panose="02010609060101010101" pitchFamily="49" charset="-122"/>
              </a:rPr>
              <a:t>虚电路 </a:t>
            </a:r>
            <a:r>
              <a:rPr lang="en-US" altLang="zh-CN" smtClean="0">
                <a:ea typeface="黑体" panose="02010609060101010101" pitchFamily="49" charset="-122"/>
              </a:rPr>
              <a:t>(Virtual Circuit)</a:t>
            </a:r>
            <a:r>
              <a:rPr lang="zh-CN" altLang="en-US" smtClean="0">
                <a:ea typeface="黑体" panose="02010609060101010101" pitchFamily="49" charset="-122"/>
              </a:rPr>
              <a:t>，以保证双方通信所需的一切网络资源。 </a:t>
            </a:r>
          </a:p>
          <a:p>
            <a:r>
              <a:rPr lang="zh-CN" altLang="en-US" smtClean="0">
                <a:ea typeface="黑体" panose="02010609060101010101" pitchFamily="49" charset="-122"/>
              </a:rPr>
              <a:t>如果再使用可靠传输的网络协议，就可使所发送的分组无差错按序到达终点，</a:t>
            </a:r>
            <a:r>
              <a:rPr lang="zh-CN" altLang="zh-CN" smtClean="0">
                <a:ea typeface="黑体" panose="02010609060101010101" pitchFamily="49" charset="-122"/>
              </a:rPr>
              <a:t>不丢失、不重复</a:t>
            </a:r>
            <a:r>
              <a:rPr lang="zh-CN" altLang="en-US" smtClean="0">
                <a:ea typeface="黑体" panose="02010609060101010101" pitchFamily="49" charset="-122"/>
              </a:rPr>
              <a:t>。</a:t>
            </a:r>
          </a:p>
        </p:txBody>
      </p:sp>
      <p:sp>
        <p:nvSpPr>
          <p:cNvPr id="686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5F19D1-8686-42AE-9E3D-D18B22A91926}" type="slidenum">
              <a:rPr lang="zh-CN" altLang="en-US" smtClean="0"/>
              <a:pPr eaLnBrk="1" hangingPunct="1"/>
              <a:t>4</a:t>
            </a:fld>
            <a:endParaRPr lang="en-US" altLang="zh-CN" smtClean="0"/>
          </a:p>
        </p:txBody>
      </p:sp>
      <p:sp>
        <p:nvSpPr>
          <p:cNvPr id="686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29" name="Rectangle 2"/>
          <p:cNvSpPr>
            <a:spLocks noGrp="1" noChangeArrowheads="1"/>
          </p:cNvSpPr>
          <p:nvPr>
            <p:ph type="title"/>
          </p:nvPr>
        </p:nvSpPr>
        <p:spPr/>
        <p:txBody>
          <a:bodyPr/>
          <a:lstStyle/>
          <a:p>
            <a:pPr algn="ctr"/>
            <a:r>
              <a:rPr lang="zh-CN" altLang="en-US" smtClean="0">
                <a:ea typeface="黑体" panose="02010609060101010101" pitchFamily="49" charset="-122"/>
              </a:rPr>
              <a:t>虚电路服务</a:t>
            </a:r>
          </a:p>
        </p:txBody>
      </p:sp>
      <p:grpSp>
        <p:nvGrpSpPr>
          <p:cNvPr id="688130" name="组合 3"/>
          <p:cNvGrpSpPr>
            <a:grpSpLocks/>
          </p:cNvGrpSpPr>
          <p:nvPr/>
        </p:nvGrpSpPr>
        <p:grpSpPr bwMode="auto">
          <a:xfrm>
            <a:off x="631825" y="1844675"/>
            <a:ext cx="8929688" cy="3076575"/>
            <a:chOff x="632520" y="1844824"/>
            <a:chExt cx="8928992" cy="3076988"/>
          </a:xfrm>
        </p:grpSpPr>
        <p:sp>
          <p:nvSpPr>
            <p:cNvPr id="77" name="Rectangle 2"/>
            <p:cNvSpPr>
              <a:spLocks noChangeArrowheads="1"/>
            </p:cNvSpPr>
            <p:nvPr/>
          </p:nvSpPr>
          <p:spPr bwMode="auto">
            <a:xfrm>
              <a:off x="7964611" y="2589462"/>
              <a:ext cx="1484196" cy="309604"/>
            </a:xfrm>
            <a:prstGeom prst="rect">
              <a:avLst/>
            </a:prstGeom>
            <a:solidFill>
              <a:srgbClr val="FF66FF"/>
            </a:solidFill>
            <a:ln>
              <a:noFill/>
            </a:ln>
            <a:effec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8" name="Text Box 3"/>
            <p:cNvSpPr txBox="1">
              <a:spLocks noChangeArrowheads="1"/>
            </p:cNvSpPr>
            <p:nvPr/>
          </p:nvSpPr>
          <p:spPr bwMode="auto">
            <a:xfrm>
              <a:off x="7901116" y="1930561"/>
              <a:ext cx="1660396" cy="1630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应用层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运输层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网络层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数据链路层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物理层</a:t>
              </a:r>
            </a:p>
          </p:txBody>
        </p:sp>
        <p:sp>
          <p:nvSpPr>
            <p:cNvPr id="79" name="Rectangle 4"/>
            <p:cNvSpPr>
              <a:spLocks noChangeArrowheads="1"/>
            </p:cNvSpPr>
            <p:nvPr/>
          </p:nvSpPr>
          <p:spPr bwMode="auto">
            <a:xfrm>
              <a:off x="696015" y="2503725"/>
              <a:ext cx="1484197" cy="309604"/>
            </a:xfrm>
            <a:prstGeom prst="rect">
              <a:avLst/>
            </a:prstGeom>
            <a:solidFill>
              <a:srgbClr val="FF66FF"/>
            </a:solidFill>
            <a:ln>
              <a:noFill/>
            </a:ln>
            <a:effec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0" name="Text Box 5"/>
            <p:cNvSpPr txBox="1">
              <a:spLocks noChangeArrowheads="1"/>
            </p:cNvSpPr>
            <p:nvPr/>
          </p:nvSpPr>
          <p:spPr bwMode="auto">
            <a:xfrm>
              <a:off x="632520" y="1844824"/>
              <a:ext cx="1660396" cy="1630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应用层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运输层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网络层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数据链路层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物理层</a:t>
              </a:r>
            </a:p>
          </p:txBody>
        </p:sp>
        <p:sp>
          <p:nvSpPr>
            <p:cNvPr id="81" name="Line 7"/>
            <p:cNvSpPr>
              <a:spLocks noChangeShapeType="1"/>
            </p:cNvSpPr>
            <p:nvPr/>
          </p:nvSpPr>
          <p:spPr bwMode="auto">
            <a:xfrm>
              <a:off x="5085111" y="2130612"/>
              <a:ext cx="58732" cy="56205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2" name="Line 8"/>
            <p:cNvSpPr>
              <a:spLocks noChangeShapeType="1"/>
            </p:cNvSpPr>
            <p:nvPr/>
          </p:nvSpPr>
          <p:spPr bwMode="auto">
            <a:xfrm>
              <a:off x="2492925" y="2997504"/>
              <a:ext cx="507960" cy="25879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3" name="Rectangle 9"/>
            <p:cNvSpPr>
              <a:spLocks noChangeArrowheads="1"/>
            </p:cNvSpPr>
            <p:nvPr/>
          </p:nvSpPr>
          <p:spPr bwMode="auto">
            <a:xfrm>
              <a:off x="675380" y="1881342"/>
              <a:ext cx="1522293" cy="1494038"/>
            </a:xfrm>
            <a:prstGeom prst="rect">
              <a:avLst/>
            </a:prstGeom>
            <a:noFill/>
            <a:ln w="28575">
              <a:solidFill>
                <a:srgbClr val="3333CC"/>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4" name="Line 10"/>
            <p:cNvSpPr>
              <a:spLocks noChangeShapeType="1"/>
            </p:cNvSpPr>
            <p:nvPr/>
          </p:nvSpPr>
          <p:spPr bwMode="auto">
            <a:xfrm>
              <a:off x="675380" y="2224288"/>
              <a:ext cx="152229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5" name="Line 11"/>
            <p:cNvSpPr>
              <a:spLocks noChangeShapeType="1"/>
            </p:cNvSpPr>
            <p:nvPr/>
          </p:nvSpPr>
          <p:spPr bwMode="auto">
            <a:xfrm>
              <a:off x="675380" y="2513252"/>
              <a:ext cx="152229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6" name="Line 12"/>
            <p:cNvSpPr>
              <a:spLocks noChangeShapeType="1"/>
            </p:cNvSpPr>
            <p:nvPr/>
          </p:nvSpPr>
          <p:spPr bwMode="auto">
            <a:xfrm>
              <a:off x="675380" y="2802216"/>
              <a:ext cx="152229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7" name="Line 13"/>
            <p:cNvSpPr>
              <a:spLocks noChangeShapeType="1"/>
            </p:cNvSpPr>
            <p:nvPr/>
          </p:nvSpPr>
          <p:spPr bwMode="auto">
            <a:xfrm>
              <a:off x="675380" y="3091179"/>
              <a:ext cx="152229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8" name="Rectangle 14"/>
            <p:cNvSpPr>
              <a:spLocks noChangeArrowheads="1"/>
            </p:cNvSpPr>
            <p:nvPr/>
          </p:nvSpPr>
          <p:spPr bwMode="auto">
            <a:xfrm>
              <a:off x="7943975" y="1951201"/>
              <a:ext cx="1523881" cy="1509915"/>
            </a:xfrm>
            <a:prstGeom prst="rect">
              <a:avLst/>
            </a:prstGeom>
            <a:noFill/>
            <a:ln w="28575">
              <a:solidFill>
                <a:srgbClr val="3333CC"/>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9" name="Line 15"/>
            <p:cNvSpPr>
              <a:spLocks noChangeShapeType="1"/>
            </p:cNvSpPr>
            <p:nvPr/>
          </p:nvSpPr>
          <p:spPr bwMode="auto">
            <a:xfrm>
              <a:off x="7943975" y="2310024"/>
              <a:ext cx="152388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0" name="Line 16"/>
            <p:cNvSpPr>
              <a:spLocks noChangeShapeType="1"/>
            </p:cNvSpPr>
            <p:nvPr/>
          </p:nvSpPr>
          <p:spPr bwMode="auto">
            <a:xfrm>
              <a:off x="7943975" y="2598988"/>
              <a:ext cx="152388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1" name="Line 17"/>
            <p:cNvSpPr>
              <a:spLocks noChangeShapeType="1"/>
            </p:cNvSpPr>
            <p:nvPr/>
          </p:nvSpPr>
          <p:spPr bwMode="auto">
            <a:xfrm>
              <a:off x="7943975" y="2887952"/>
              <a:ext cx="152388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2" name="Line 18"/>
            <p:cNvSpPr>
              <a:spLocks noChangeShapeType="1"/>
            </p:cNvSpPr>
            <p:nvPr/>
          </p:nvSpPr>
          <p:spPr bwMode="auto">
            <a:xfrm>
              <a:off x="7943975" y="3176916"/>
              <a:ext cx="152388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3" name="Text Box 19"/>
            <p:cNvSpPr txBox="1">
              <a:spLocks noChangeArrowheads="1"/>
            </p:cNvSpPr>
            <p:nvPr/>
          </p:nvSpPr>
          <p:spPr bwMode="auto">
            <a:xfrm>
              <a:off x="2277042" y="2062341"/>
              <a:ext cx="465102" cy="40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H</a:t>
              </a:r>
              <a:r>
                <a:rPr lang="en-US" altLang="zh-CN" sz="2000" b="1" kern="0" baseline="-25000">
                  <a:solidFill>
                    <a:srgbClr val="000099"/>
                  </a:solidFill>
                  <a:latin typeface="+mn-lt"/>
                  <a:ea typeface="黑体" panose="02010609060101010101" pitchFamily="2" charset="-122"/>
                </a:rPr>
                <a:t>1</a:t>
              </a:r>
            </a:p>
          </p:txBody>
        </p:sp>
        <p:pic>
          <p:nvPicPr>
            <p:cNvPr id="688148" name="Picture 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8624" y="2447554"/>
              <a:ext cx="592137"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Line 21"/>
            <p:cNvSpPr>
              <a:spLocks noChangeShapeType="1"/>
            </p:cNvSpPr>
            <p:nvPr/>
          </p:nvSpPr>
          <p:spPr bwMode="auto">
            <a:xfrm>
              <a:off x="3337409" y="3256301"/>
              <a:ext cx="1608013" cy="60650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6" name="Line 22"/>
            <p:cNvSpPr>
              <a:spLocks noChangeShapeType="1"/>
            </p:cNvSpPr>
            <p:nvPr/>
          </p:nvSpPr>
          <p:spPr bwMode="auto">
            <a:xfrm flipV="1">
              <a:off x="3253279" y="2822855"/>
              <a:ext cx="1861992" cy="43344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7" name="Line 23"/>
            <p:cNvSpPr>
              <a:spLocks noChangeShapeType="1"/>
            </p:cNvSpPr>
            <p:nvPr/>
          </p:nvSpPr>
          <p:spPr bwMode="auto">
            <a:xfrm>
              <a:off x="5283532" y="2822855"/>
              <a:ext cx="1523881" cy="51918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8" name="Line 24"/>
            <p:cNvSpPr>
              <a:spLocks noChangeShapeType="1"/>
            </p:cNvSpPr>
            <p:nvPr/>
          </p:nvSpPr>
          <p:spPr bwMode="auto">
            <a:xfrm flipV="1">
              <a:off x="5115271" y="3430950"/>
              <a:ext cx="1692143" cy="43185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9" name="Line 25"/>
            <p:cNvSpPr>
              <a:spLocks noChangeShapeType="1"/>
            </p:cNvSpPr>
            <p:nvPr/>
          </p:nvSpPr>
          <p:spPr bwMode="auto">
            <a:xfrm flipV="1">
              <a:off x="6891545" y="2997504"/>
              <a:ext cx="676222" cy="34453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688154" name="Group 26"/>
            <p:cNvGrpSpPr>
              <a:grpSpLocks/>
            </p:cNvGrpSpPr>
            <p:nvPr/>
          </p:nvGrpSpPr>
          <p:grpSpPr bwMode="auto">
            <a:xfrm>
              <a:off x="7312274" y="2082429"/>
              <a:ext cx="593725" cy="1042988"/>
              <a:chOff x="5283" y="1002"/>
              <a:chExt cx="318" cy="545"/>
            </a:xfrm>
          </p:grpSpPr>
          <p:sp>
            <p:nvSpPr>
              <p:cNvPr id="101" name="Text Box 27"/>
              <p:cNvSpPr txBox="1">
                <a:spLocks noChangeArrowheads="1"/>
              </p:cNvSpPr>
              <p:nvPr/>
            </p:nvSpPr>
            <p:spPr bwMode="auto">
              <a:xfrm>
                <a:off x="5283" y="1002"/>
                <a:ext cx="287"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 H</a:t>
                </a:r>
                <a:r>
                  <a:rPr lang="en-US" altLang="zh-CN" sz="2000" b="1" kern="0" baseline="-25000">
                    <a:solidFill>
                      <a:srgbClr val="000099"/>
                    </a:solidFill>
                    <a:latin typeface="+mn-lt"/>
                    <a:ea typeface="黑体" panose="02010609060101010101" pitchFamily="2" charset="-122"/>
                  </a:rPr>
                  <a:t>2</a:t>
                </a:r>
              </a:p>
            </p:txBody>
          </p:sp>
          <p:pic>
            <p:nvPicPr>
              <p:cNvPr id="688156" name="Picture 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4" y="1207"/>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 name="Line 29"/>
            <p:cNvSpPr>
              <a:spLocks noChangeShapeType="1"/>
            </p:cNvSpPr>
            <p:nvPr/>
          </p:nvSpPr>
          <p:spPr bwMode="auto">
            <a:xfrm flipV="1">
              <a:off x="3253279" y="2043289"/>
              <a:ext cx="1776274" cy="11272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4" name="Line 30"/>
            <p:cNvSpPr>
              <a:spLocks noChangeShapeType="1"/>
            </p:cNvSpPr>
            <p:nvPr/>
          </p:nvSpPr>
          <p:spPr bwMode="auto">
            <a:xfrm>
              <a:off x="5199402" y="2043289"/>
              <a:ext cx="1692143" cy="121301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688159" name="Picture 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5849" y="3082554"/>
              <a:ext cx="61118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8160" name="Picture 3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61174" y="2649167"/>
              <a:ext cx="6127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8161"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1311" y="3688979"/>
              <a:ext cx="6127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8162" name="Picture 3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3449" y="3169867"/>
              <a:ext cx="6127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8163"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75449" y="1868117"/>
              <a:ext cx="6127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 name="Freeform 36"/>
            <p:cNvSpPr/>
            <p:nvPr/>
          </p:nvSpPr>
          <p:spPr bwMode="auto">
            <a:xfrm>
              <a:off x="1980203" y="2673610"/>
              <a:ext cx="6181243" cy="828786"/>
            </a:xfrm>
            <a:custGeom>
              <a:avLst/>
              <a:gdLst>
                <a:gd name="T0" fmla="*/ 0 w 3314"/>
                <a:gd name="T1" fmla="*/ 0 h 433"/>
                <a:gd name="T2" fmla="*/ 184 w 3314"/>
                <a:gd name="T3" fmla="*/ 158 h 433"/>
                <a:gd name="T4" fmla="*/ 275 w 3314"/>
                <a:gd name="T5" fmla="*/ 249 h 433"/>
                <a:gd name="T6" fmla="*/ 362 w 3314"/>
                <a:gd name="T7" fmla="*/ 300 h 433"/>
                <a:gd name="T8" fmla="*/ 494 w 3314"/>
                <a:gd name="T9" fmla="*/ 364 h 433"/>
                <a:gd name="T10" fmla="*/ 683 w 3314"/>
                <a:gd name="T11" fmla="*/ 385 h 433"/>
                <a:gd name="T12" fmla="*/ 955 w 3314"/>
                <a:gd name="T13" fmla="*/ 339 h 433"/>
                <a:gd name="T14" fmla="*/ 1498 w 3314"/>
                <a:gd name="T15" fmla="*/ 216 h 433"/>
                <a:gd name="T16" fmla="*/ 1854 w 3314"/>
                <a:gd name="T17" fmla="*/ 216 h 433"/>
                <a:gd name="T18" fmla="*/ 2210 w 3314"/>
                <a:gd name="T19" fmla="*/ 316 h 433"/>
                <a:gd name="T20" fmla="*/ 2450 w 3314"/>
                <a:gd name="T21" fmla="*/ 392 h 433"/>
                <a:gd name="T22" fmla="*/ 2633 w 3314"/>
                <a:gd name="T23" fmla="*/ 430 h 433"/>
                <a:gd name="T24" fmla="*/ 2834 w 3314"/>
                <a:gd name="T25" fmla="*/ 372 h 433"/>
                <a:gd name="T26" fmla="*/ 2994 w 3314"/>
                <a:gd name="T27" fmla="*/ 276 h 433"/>
                <a:gd name="T28" fmla="*/ 3314 w 3314"/>
                <a:gd name="T29" fmla="*/ 22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14" h="433">
                  <a:moveTo>
                    <a:pt x="0" y="0"/>
                  </a:moveTo>
                  <a:cubicBezTo>
                    <a:pt x="27" y="26"/>
                    <a:pt x="138" y="116"/>
                    <a:pt x="184" y="158"/>
                  </a:cubicBezTo>
                  <a:cubicBezTo>
                    <a:pt x="230" y="200"/>
                    <a:pt x="245" y="225"/>
                    <a:pt x="275" y="249"/>
                  </a:cubicBezTo>
                  <a:cubicBezTo>
                    <a:pt x="305" y="273"/>
                    <a:pt x="326" y="281"/>
                    <a:pt x="362" y="300"/>
                  </a:cubicBezTo>
                  <a:cubicBezTo>
                    <a:pt x="398" y="319"/>
                    <a:pt x="441" y="350"/>
                    <a:pt x="494" y="364"/>
                  </a:cubicBezTo>
                  <a:cubicBezTo>
                    <a:pt x="547" y="378"/>
                    <a:pt x="606" y="389"/>
                    <a:pt x="683" y="385"/>
                  </a:cubicBezTo>
                  <a:cubicBezTo>
                    <a:pt x="760" y="381"/>
                    <a:pt x="819" y="367"/>
                    <a:pt x="955" y="339"/>
                  </a:cubicBezTo>
                  <a:cubicBezTo>
                    <a:pt x="1091" y="311"/>
                    <a:pt x="1348" y="236"/>
                    <a:pt x="1498" y="216"/>
                  </a:cubicBezTo>
                  <a:cubicBezTo>
                    <a:pt x="1648" y="196"/>
                    <a:pt x="1735" y="199"/>
                    <a:pt x="1854" y="216"/>
                  </a:cubicBezTo>
                  <a:cubicBezTo>
                    <a:pt x="1973" y="233"/>
                    <a:pt x="2111" y="287"/>
                    <a:pt x="2210" y="316"/>
                  </a:cubicBezTo>
                  <a:cubicBezTo>
                    <a:pt x="2309" y="345"/>
                    <a:pt x="2380" y="373"/>
                    <a:pt x="2450" y="392"/>
                  </a:cubicBezTo>
                  <a:cubicBezTo>
                    <a:pt x="2520" y="411"/>
                    <a:pt x="2569" y="433"/>
                    <a:pt x="2633" y="430"/>
                  </a:cubicBezTo>
                  <a:cubicBezTo>
                    <a:pt x="2697" y="427"/>
                    <a:pt x="2774" y="398"/>
                    <a:pt x="2834" y="372"/>
                  </a:cubicBezTo>
                  <a:cubicBezTo>
                    <a:pt x="2894" y="346"/>
                    <a:pt x="2914" y="334"/>
                    <a:pt x="2994" y="276"/>
                  </a:cubicBezTo>
                  <a:cubicBezTo>
                    <a:pt x="3074" y="218"/>
                    <a:pt x="3247" y="75"/>
                    <a:pt x="3314" y="22"/>
                  </a:cubicBezTo>
                </a:path>
              </a:pathLst>
            </a:custGeom>
            <a:noFill/>
            <a:ln w="76200" cmpd="sng">
              <a:solidFill>
                <a:srgbClr val="FF000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1" name="Text Box 37"/>
            <p:cNvSpPr txBox="1">
              <a:spLocks noChangeArrowheads="1"/>
            </p:cNvSpPr>
            <p:nvPr/>
          </p:nvSpPr>
          <p:spPr bwMode="auto">
            <a:xfrm>
              <a:off x="4689854" y="3092767"/>
              <a:ext cx="882581" cy="368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b="1" kern="0">
                  <a:solidFill>
                    <a:srgbClr val="000099"/>
                  </a:solidFill>
                  <a:latin typeface="+mn-lt"/>
                  <a:ea typeface="黑体" panose="02010609060101010101" pitchFamily="2" charset="-122"/>
                </a:rPr>
                <a:t>虚电路</a:t>
              </a:r>
              <a:endParaRPr lang="zh-CN" altLang="en-US" b="1" kern="0" baseline="-25000">
                <a:solidFill>
                  <a:srgbClr val="000099"/>
                </a:solidFill>
                <a:latin typeface="+mn-lt"/>
                <a:ea typeface="黑体" panose="02010609060101010101" pitchFamily="2" charset="-122"/>
              </a:endParaRPr>
            </a:p>
          </p:txBody>
        </p:sp>
        <p:sp>
          <p:nvSpPr>
            <p:cNvPr id="112" name="Text Box 38"/>
            <p:cNvSpPr txBox="1">
              <a:spLocks noChangeArrowheads="1"/>
            </p:cNvSpPr>
            <p:nvPr/>
          </p:nvSpPr>
          <p:spPr bwMode="auto">
            <a:xfrm>
              <a:off x="1159529" y="4397867"/>
              <a:ext cx="8121017" cy="52394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p>
              <a:pPr fontAlgn="auto">
                <a:spcBef>
                  <a:spcPts val="0"/>
                </a:spcBef>
                <a:spcAft>
                  <a:spcPts val="0"/>
                </a:spcAft>
                <a:defRPr/>
              </a:pPr>
              <a:r>
                <a:rPr lang="en-US" altLang="zh-CN" sz="2800" b="1" kern="0" dirty="0">
                  <a:solidFill>
                    <a:srgbClr val="000099"/>
                  </a:solidFill>
                  <a:latin typeface="+mn-lt"/>
                  <a:ea typeface="黑体" panose="02010609060101010101" pitchFamily="2" charset="-122"/>
                </a:rPr>
                <a:t>H</a:t>
              </a:r>
              <a:r>
                <a:rPr lang="en-US" altLang="zh-CN" sz="2800" b="1" kern="0" baseline="-25000" dirty="0">
                  <a:solidFill>
                    <a:srgbClr val="000099"/>
                  </a:solidFill>
                  <a:latin typeface="+mn-lt"/>
                  <a:ea typeface="黑体" panose="02010609060101010101" pitchFamily="2" charset="-122"/>
                </a:rPr>
                <a:t>1</a:t>
              </a:r>
              <a:r>
                <a:rPr lang="en-US" altLang="zh-CN" sz="2800" b="1" kern="0" dirty="0">
                  <a:solidFill>
                    <a:srgbClr val="000099"/>
                  </a:solidFill>
                  <a:latin typeface="+mn-lt"/>
                  <a:ea typeface="黑体" panose="02010609060101010101" pitchFamily="2" charset="-122"/>
                </a:rPr>
                <a:t> </a:t>
              </a:r>
              <a:r>
                <a:rPr lang="zh-CN" altLang="en-US" sz="2800" b="1" kern="0" dirty="0">
                  <a:solidFill>
                    <a:srgbClr val="000099"/>
                  </a:solidFill>
                  <a:latin typeface="+mn-lt"/>
                  <a:ea typeface="黑体" panose="02010609060101010101" pitchFamily="2" charset="-122"/>
                </a:rPr>
                <a:t>发送给 </a:t>
              </a:r>
              <a:r>
                <a:rPr lang="en-US" altLang="zh-CN" sz="2800" b="1" kern="0" dirty="0">
                  <a:solidFill>
                    <a:srgbClr val="000099"/>
                  </a:solidFill>
                  <a:latin typeface="+mn-lt"/>
                  <a:ea typeface="黑体" panose="02010609060101010101" pitchFamily="2" charset="-122"/>
                </a:rPr>
                <a:t>H</a:t>
              </a:r>
              <a:r>
                <a:rPr lang="en-US" altLang="zh-CN" sz="2800" b="1" kern="0" baseline="-25000" dirty="0">
                  <a:solidFill>
                    <a:srgbClr val="000099"/>
                  </a:solidFill>
                  <a:latin typeface="+mn-lt"/>
                  <a:ea typeface="黑体" panose="02010609060101010101" pitchFamily="2" charset="-122"/>
                </a:rPr>
                <a:t>2</a:t>
              </a:r>
              <a:r>
                <a:rPr lang="en-US" altLang="zh-CN" sz="2800" b="1" kern="0" dirty="0">
                  <a:solidFill>
                    <a:srgbClr val="000099"/>
                  </a:solidFill>
                  <a:latin typeface="+mn-lt"/>
                  <a:ea typeface="黑体" panose="02010609060101010101" pitchFamily="2" charset="-122"/>
                </a:rPr>
                <a:t> </a:t>
              </a:r>
              <a:r>
                <a:rPr lang="zh-CN" altLang="en-US" sz="2800" b="1" kern="0" dirty="0">
                  <a:solidFill>
                    <a:srgbClr val="000099"/>
                  </a:solidFill>
                  <a:latin typeface="+mn-lt"/>
                  <a:ea typeface="黑体" panose="02010609060101010101" pitchFamily="2" charset="-122"/>
                </a:rPr>
                <a:t>的所有分组都沿着同一条虚电路传送</a:t>
              </a:r>
            </a:p>
          </p:txBody>
        </p:sp>
      </p:grpSp>
      <p:sp>
        <p:nvSpPr>
          <p:cNvPr id="68816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1D8F56-55B9-4B54-A272-08AC606D88FE}" type="slidenum">
              <a:rPr lang="zh-CN" altLang="en-US" smtClean="0"/>
              <a:pPr eaLnBrk="1" hangingPunct="1"/>
              <a:t>5</a:t>
            </a:fld>
            <a:endParaRPr lang="en-US" altLang="zh-CN" smtClean="0"/>
          </a:p>
        </p:txBody>
      </p:sp>
      <p:sp>
        <p:nvSpPr>
          <p:cNvPr id="68816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虚电路是逻辑连接</a:t>
            </a:r>
          </a:p>
        </p:txBody>
      </p:sp>
      <p:sp>
        <p:nvSpPr>
          <p:cNvPr id="69017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虚电路表示这只是一条</a:t>
            </a:r>
            <a:r>
              <a:rPr lang="zh-CN" altLang="en-US" dirty="0" smtClean="0">
                <a:solidFill>
                  <a:srgbClr val="FF0000"/>
                </a:solidFill>
                <a:ea typeface="黑体" panose="02010609060101010101" pitchFamily="49" charset="-122"/>
              </a:rPr>
              <a:t>逻辑上的连接，</a:t>
            </a:r>
            <a:r>
              <a:rPr lang="zh-CN" altLang="en-US" dirty="0" smtClean="0">
                <a:ea typeface="黑体" panose="02010609060101010101" pitchFamily="49" charset="-122"/>
              </a:rPr>
              <a:t>分组都沿着这条逻辑连接</a:t>
            </a:r>
            <a:r>
              <a:rPr lang="zh-CN" altLang="en-US" dirty="0" smtClean="0">
                <a:solidFill>
                  <a:srgbClr val="FF0000"/>
                </a:solidFill>
                <a:ea typeface="黑体" panose="02010609060101010101" pitchFamily="49" charset="-122"/>
              </a:rPr>
              <a:t>按照存储转发方式传送，</a:t>
            </a:r>
            <a:r>
              <a:rPr lang="zh-CN" altLang="en-US" dirty="0" smtClean="0">
                <a:ea typeface="黑体" panose="02010609060101010101" pitchFamily="49" charset="-122"/>
              </a:rPr>
              <a:t>而并不是真正建立了一条物理连接。</a:t>
            </a:r>
          </a:p>
          <a:p>
            <a:r>
              <a:rPr lang="zh-CN" altLang="en-US" dirty="0" smtClean="0">
                <a:ea typeface="黑体" panose="02010609060101010101" pitchFamily="49" charset="-122"/>
              </a:rPr>
              <a:t>请注意，电路交换的电话通信是先建立了一条</a:t>
            </a:r>
            <a:r>
              <a:rPr lang="zh-CN" altLang="en-US" dirty="0" smtClean="0">
                <a:solidFill>
                  <a:srgbClr val="FF0000"/>
                </a:solidFill>
                <a:ea typeface="黑体" panose="02010609060101010101" pitchFamily="49" charset="-122"/>
              </a:rPr>
              <a:t>真正的连接。</a:t>
            </a:r>
            <a:endParaRPr lang="en-US" altLang="zh-CN" dirty="0" smtClean="0">
              <a:solidFill>
                <a:srgbClr val="FF0000"/>
              </a:solidFill>
              <a:ea typeface="黑体" panose="02010609060101010101" pitchFamily="49" charset="-122"/>
            </a:endParaRPr>
          </a:p>
          <a:p>
            <a:r>
              <a:rPr lang="zh-CN" altLang="en-US" dirty="0" smtClean="0">
                <a:ea typeface="黑体" panose="02010609060101010101" pitchFamily="49" charset="-122"/>
              </a:rPr>
              <a:t>因此分组交换的虚连接和电路交换的连接只是类似，但并不完全一样。 </a:t>
            </a:r>
          </a:p>
        </p:txBody>
      </p:sp>
      <p:sp>
        <p:nvSpPr>
          <p:cNvPr id="690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F03168-2735-4DC6-95DB-B43313A9B22C}" type="slidenum">
              <a:rPr lang="zh-CN" altLang="en-US" smtClean="0"/>
              <a:pPr eaLnBrk="1" hangingPunct="1"/>
              <a:t>6</a:t>
            </a:fld>
            <a:endParaRPr lang="en-US" altLang="zh-CN" smtClean="0"/>
          </a:p>
        </p:txBody>
      </p:sp>
      <p:sp>
        <p:nvSpPr>
          <p:cNvPr id="690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另一种观点：网络提供数据报服务</a:t>
            </a:r>
          </a:p>
        </p:txBody>
      </p:sp>
      <p:sp>
        <p:nvSpPr>
          <p:cNvPr id="692226" name="Rectangle 3"/>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互联网的先驱者提出</a:t>
            </a:r>
            <a:r>
              <a:rPr lang="zh-CN" altLang="en-US" sz="2800" dirty="0" smtClean="0">
                <a:ea typeface="黑体" panose="02010609060101010101" pitchFamily="49" charset="-122"/>
              </a:rPr>
              <a:t>了</a:t>
            </a:r>
            <a:r>
              <a:rPr lang="zh-CN" altLang="zh-CN" sz="2800" dirty="0" smtClean="0">
                <a:ea typeface="黑体" panose="02010609060101010101" pitchFamily="49" charset="-122"/>
              </a:rPr>
              <a:t>一种崭新的网络设计思路</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网络层向上只提供简单灵活的、</a:t>
            </a:r>
            <a:r>
              <a:rPr lang="zh-CN" altLang="en-US" sz="2800" dirty="0" smtClean="0">
                <a:solidFill>
                  <a:srgbClr val="FF0000"/>
                </a:solidFill>
                <a:ea typeface="黑体" panose="02010609060101010101" pitchFamily="49" charset="-122"/>
              </a:rPr>
              <a:t>无连接的、尽最大努力交付</a:t>
            </a:r>
            <a:r>
              <a:rPr lang="zh-CN" altLang="en-US" sz="2800" dirty="0" smtClean="0">
                <a:ea typeface="黑体" panose="02010609060101010101" pitchFamily="49" charset="-122"/>
              </a:rPr>
              <a:t>的</a:t>
            </a:r>
            <a:r>
              <a:rPr lang="zh-CN" altLang="en-US" sz="2800" dirty="0" smtClean="0">
                <a:solidFill>
                  <a:srgbClr val="FF0000"/>
                </a:solidFill>
                <a:ea typeface="黑体" panose="02010609060101010101" pitchFamily="49" charset="-122"/>
              </a:rPr>
              <a:t>数据报服务。</a:t>
            </a:r>
          </a:p>
          <a:p>
            <a:r>
              <a:rPr lang="zh-CN" altLang="en-US" sz="2800" dirty="0" smtClean="0">
                <a:ea typeface="黑体" panose="02010609060101010101" pitchFamily="49" charset="-122"/>
              </a:rPr>
              <a:t>网络在发送分组时</a:t>
            </a:r>
            <a:r>
              <a:rPr lang="zh-CN" altLang="en-US" sz="2800" dirty="0" smtClean="0">
                <a:solidFill>
                  <a:srgbClr val="FF0000"/>
                </a:solidFill>
                <a:ea typeface="黑体" panose="02010609060101010101" pitchFamily="49" charset="-122"/>
              </a:rPr>
              <a:t>不需要先建立连接</a:t>
            </a:r>
            <a:r>
              <a:rPr lang="zh-CN" altLang="en-US" sz="2800" dirty="0" smtClean="0">
                <a:ea typeface="黑体" panose="02010609060101010101" pitchFamily="49" charset="-122"/>
              </a:rPr>
              <a:t>。</a:t>
            </a:r>
            <a:r>
              <a:rPr lang="zh-CN" altLang="en-US" sz="2800" dirty="0" smtClean="0">
                <a:solidFill>
                  <a:srgbClr val="FF0000"/>
                </a:solidFill>
                <a:ea typeface="黑体" panose="02010609060101010101" pitchFamily="49" charset="-122"/>
              </a:rPr>
              <a:t>每一个分组</a:t>
            </a:r>
            <a:r>
              <a:rPr lang="zh-CN" altLang="en-US" sz="2800" dirty="0" smtClean="0">
                <a:ea typeface="黑体" panose="02010609060101010101" pitchFamily="49" charset="-122"/>
              </a:rPr>
              <a:t>（即 </a:t>
            </a:r>
            <a:r>
              <a:rPr lang="en-US" altLang="zh-CN" sz="2800" dirty="0" smtClean="0">
                <a:ea typeface="黑体" panose="02010609060101010101" pitchFamily="49" charset="-122"/>
              </a:rPr>
              <a:t>IP </a:t>
            </a:r>
            <a:r>
              <a:rPr lang="zh-CN" altLang="en-US" sz="2800" dirty="0" smtClean="0">
                <a:ea typeface="黑体" panose="02010609060101010101" pitchFamily="49" charset="-122"/>
              </a:rPr>
              <a:t>数据报）</a:t>
            </a:r>
            <a:r>
              <a:rPr lang="zh-CN" altLang="en-US" sz="2800" dirty="0" smtClean="0">
                <a:solidFill>
                  <a:srgbClr val="FF0000"/>
                </a:solidFill>
                <a:ea typeface="黑体" panose="02010609060101010101" pitchFamily="49" charset="-122"/>
              </a:rPr>
              <a:t>独立发送</a:t>
            </a:r>
            <a:r>
              <a:rPr lang="zh-CN" altLang="en-US" sz="2800" dirty="0" smtClean="0">
                <a:ea typeface="黑体" panose="02010609060101010101" pitchFamily="49" charset="-122"/>
              </a:rPr>
              <a:t>，与其前后的分组无关（不进行编号）。</a:t>
            </a:r>
          </a:p>
          <a:p>
            <a:r>
              <a:rPr lang="zh-CN" altLang="en-US" sz="2800" dirty="0" smtClean="0">
                <a:solidFill>
                  <a:srgbClr val="FF0000"/>
                </a:solidFill>
                <a:ea typeface="黑体" panose="02010609060101010101" pitchFamily="49" charset="-122"/>
              </a:rPr>
              <a:t>网络层不提供服务质量的承诺。</a:t>
            </a:r>
            <a:r>
              <a:rPr lang="zh-CN" altLang="en-US" sz="2800" dirty="0" smtClean="0">
                <a:ea typeface="黑体" panose="02010609060101010101" pitchFamily="49" charset="-122"/>
              </a:rPr>
              <a:t>即所传送的分组可能出错、丢失、重复和失序（不按序到达终点），当然也不保证分组传送的时限。 </a:t>
            </a:r>
          </a:p>
        </p:txBody>
      </p:sp>
      <p:sp>
        <p:nvSpPr>
          <p:cNvPr id="692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76E429-163B-42D0-81ED-036E7990D3AB}" type="slidenum">
              <a:rPr lang="zh-CN" altLang="en-US" smtClean="0"/>
              <a:pPr eaLnBrk="1" hangingPunct="1"/>
              <a:t>7</a:t>
            </a:fld>
            <a:endParaRPr lang="en-US" altLang="zh-CN" smtClean="0"/>
          </a:p>
        </p:txBody>
      </p:sp>
      <p:sp>
        <p:nvSpPr>
          <p:cNvPr id="692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尽最大努力交付</a:t>
            </a:r>
          </a:p>
        </p:txBody>
      </p:sp>
      <p:sp>
        <p:nvSpPr>
          <p:cNvPr id="694274"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由于传输</a:t>
            </a:r>
            <a:r>
              <a:rPr lang="zh-CN" altLang="en-US" sz="2800" smtClean="0">
                <a:solidFill>
                  <a:srgbClr val="FF0000"/>
                </a:solidFill>
                <a:ea typeface="黑体" panose="02010609060101010101" pitchFamily="49" charset="-122"/>
              </a:rPr>
              <a:t>网络不提供端到端的可靠传输服务，</a:t>
            </a:r>
            <a:r>
              <a:rPr lang="zh-CN" altLang="en-US" sz="2800" smtClean="0">
                <a:ea typeface="黑体" panose="02010609060101010101" pitchFamily="49" charset="-122"/>
              </a:rPr>
              <a:t>这就使网络中的路由器可以做得比较简单，而且价格低廉（与电信网的交换机相比较）。</a:t>
            </a:r>
          </a:p>
          <a:p>
            <a:r>
              <a:rPr lang="zh-CN" altLang="en-US" sz="2800" smtClean="0">
                <a:ea typeface="黑体" panose="02010609060101010101" pitchFamily="49" charset="-122"/>
              </a:rPr>
              <a:t>如果主机（即端系统）中的进程之间的通信需要是可靠的，那么就由网络的</a:t>
            </a:r>
            <a:r>
              <a:rPr lang="zh-CN" altLang="en-US" sz="2800" smtClean="0">
                <a:solidFill>
                  <a:srgbClr val="FF0000"/>
                </a:solidFill>
                <a:ea typeface="黑体" panose="02010609060101010101" pitchFamily="49" charset="-122"/>
              </a:rPr>
              <a:t>主机中的运输层负责可靠交付（包括差错处理、流量控制等） 。</a:t>
            </a:r>
          </a:p>
          <a:p>
            <a:r>
              <a:rPr lang="zh-CN" altLang="en-US" sz="2800" smtClean="0">
                <a:solidFill>
                  <a:srgbClr val="0000FF"/>
                </a:solidFill>
                <a:ea typeface="黑体" panose="02010609060101010101" pitchFamily="49" charset="-122"/>
              </a:rPr>
              <a:t>采用这种设计思路的好处是：</a:t>
            </a:r>
            <a:r>
              <a:rPr lang="zh-CN" altLang="en-US" sz="2800" smtClean="0">
                <a:ea typeface="黑体" panose="02010609060101010101" pitchFamily="49" charset="-122"/>
              </a:rPr>
              <a:t>网络的造价大大降低，运行方式灵活，能够适应多种应用。</a:t>
            </a:r>
          </a:p>
          <a:p>
            <a:r>
              <a:rPr lang="zh-CN" altLang="en-US" sz="2800" smtClean="0">
                <a:ea typeface="黑体" panose="02010609060101010101" pitchFamily="49" charset="-122"/>
              </a:rPr>
              <a:t>互连网能够发展到今日的规模，充分证明了当初采用这种设计思路的正确性。 </a:t>
            </a:r>
          </a:p>
        </p:txBody>
      </p:sp>
      <p:sp>
        <p:nvSpPr>
          <p:cNvPr id="694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7BD248A-7E9D-4021-BFD0-C65E60D84F70}" type="slidenum">
              <a:rPr lang="zh-CN" altLang="en-US" smtClean="0"/>
              <a:pPr eaLnBrk="1" hangingPunct="1"/>
              <a:t>8</a:t>
            </a:fld>
            <a:endParaRPr lang="en-US" altLang="zh-CN" smtClean="0"/>
          </a:p>
        </p:txBody>
      </p:sp>
      <p:sp>
        <p:nvSpPr>
          <p:cNvPr id="694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1" name="Rectangle 2"/>
          <p:cNvSpPr>
            <a:spLocks noGrp="1" noChangeArrowheads="1"/>
          </p:cNvSpPr>
          <p:nvPr>
            <p:ph type="title"/>
          </p:nvPr>
        </p:nvSpPr>
        <p:spPr/>
        <p:txBody>
          <a:bodyPr/>
          <a:lstStyle/>
          <a:p>
            <a:pPr algn="ctr"/>
            <a:r>
              <a:rPr lang="zh-CN" altLang="en-US" smtClean="0">
                <a:ea typeface="黑体" panose="02010609060101010101" pitchFamily="49" charset="-122"/>
              </a:rPr>
              <a:t>数据报服务</a:t>
            </a:r>
          </a:p>
        </p:txBody>
      </p:sp>
      <p:grpSp>
        <p:nvGrpSpPr>
          <p:cNvPr id="696322" name="组合 2"/>
          <p:cNvGrpSpPr>
            <a:grpSpLocks/>
          </p:cNvGrpSpPr>
          <p:nvPr/>
        </p:nvGrpSpPr>
        <p:grpSpPr bwMode="auto">
          <a:xfrm>
            <a:off x="704850" y="1773238"/>
            <a:ext cx="8569325" cy="3187700"/>
            <a:chOff x="704528" y="1772816"/>
            <a:chExt cx="8568952" cy="3187516"/>
          </a:xfrm>
        </p:grpSpPr>
        <p:sp>
          <p:nvSpPr>
            <p:cNvPr id="74" name="Rectangle 2"/>
            <p:cNvSpPr>
              <a:spLocks noChangeArrowheads="1"/>
            </p:cNvSpPr>
            <p:nvPr/>
          </p:nvSpPr>
          <p:spPr bwMode="auto">
            <a:xfrm>
              <a:off x="7698749" y="2536359"/>
              <a:ext cx="1414401" cy="320656"/>
            </a:xfrm>
            <a:prstGeom prst="rect">
              <a:avLst/>
            </a:prstGeom>
            <a:solidFill>
              <a:srgbClr val="FFCF0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5" name="Text Box 3"/>
            <p:cNvSpPr txBox="1">
              <a:spLocks noChangeArrowheads="1"/>
            </p:cNvSpPr>
            <p:nvPr/>
          </p:nvSpPr>
          <p:spPr bwMode="auto">
            <a:xfrm>
              <a:off x="7592391" y="1845837"/>
              <a:ext cx="1681089" cy="1631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应用层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运输层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网络层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数据链路层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物理层</a:t>
              </a:r>
            </a:p>
          </p:txBody>
        </p:sp>
        <p:sp>
          <p:nvSpPr>
            <p:cNvPr id="76" name="Rectangle 4"/>
            <p:cNvSpPr>
              <a:spLocks noChangeArrowheads="1"/>
            </p:cNvSpPr>
            <p:nvPr/>
          </p:nvSpPr>
          <p:spPr bwMode="auto">
            <a:xfrm>
              <a:off x="809298" y="2447464"/>
              <a:ext cx="1414401" cy="320656"/>
            </a:xfrm>
            <a:prstGeom prst="rect">
              <a:avLst/>
            </a:prstGeom>
            <a:solidFill>
              <a:srgbClr val="FFCF0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7" name="Text Box 5"/>
            <p:cNvSpPr txBox="1">
              <a:spLocks noChangeArrowheads="1"/>
            </p:cNvSpPr>
            <p:nvPr/>
          </p:nvSpPr>
          <p:spPr bwMode="auto">
            <a:xfrm>
              <a:off x="704528" y="1772816"/>
              <a:ext cx="1681090" cy="1631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应用层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运输层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网络层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数据链路层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物理层</a:t>
              </a:r>
            </a:p>
          </p:txBody>
        </p:sp>
        <p:sp>
          <p:nvSpPr>
            <p:cNvPr id="78" name="Line 7"/>
            <p:cNvSpPr>
              <a:spLocks noChangeShapeType="1"/>
            </p:cNvSpPr>
            <p:nvPr/>
          </p:nvSpPr>
          <p:spPr bwMode="auto">
            <a:xfrm>
              <a:off x="5012815" y="2060136"/>
              <a:ext cx="53973" cy="58099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9" name="AutoShape 8"/>
            <p:cNvSpPr>
              <a:spLocks noChangeArrowheads="1"/>
            </p:cNvSpPr>
            <p:nvPr/>
          </p:nvSpPr>
          <p:spPr bwMode="auto">
            <a:xfrm>
              <a:off x="4144491" y="3226882"/>
              <a:ext cx="636559" cy="627026"/>
            </a:xfrm>
            <a:prstGeom prst="irregularSeal2">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0" name="Line 9"/>
            <p:cNvSpPr>
              <a:spLocks noChangeShapeType="1"/>
            </p:cNvSpPr>
            <p:nvPr/>
          </p:nvSpPr>
          <p:spPr bwMode="auto">
            <a:xfrm>
              <a:off x="2553885" y="2958610"/>
              <a:ext cx="477816" cy="26827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1" name="Rectangle 10"/>
            <p:cNvSpPr>
              <a:spLocks noChangeArrowheads="1"/>
            </p:cNvSpPr>
            <p:nvPr/>
          </p:nvSpPr>
          <p:spPr bwMode="auto">
            <a:xfrm>
              <a:off x="788662" y="1836312"/>
              <a:ext cx="1452499" cy="1512800"/>
            </a:xfrm>
            <a:prstGeom prst="rect">
              <a:avLst/>
            </a:prstGeom>
            <a:noFill/>
            <a:ln w="2857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2" name="Line 11"/>
            <p:cNvSpPr>
              <a:spLocks noChangeShapeType="1"/>
            </p:cNvSpPr>
            <p:nvPr/>
          </p:nvSpPr>
          <p:spPr bwMode="auto">
            <a:xfrm>
              <a:off x="788662" y="2158556"/>
              <a:ext cx="14524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3" name="Line 12"/>
            <p:cNvSpPr>
              <a:spLocks noChangeShapeType="1"/>
            </p:cNvSpPr>
            <p:nvPr/>
          </p:nvSpPr>
          <p:spPr bwMode="auto">
            <a:xfrm>
              <a:off x="788662" y="2456989"/>
              <a:ext cx="14524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4" name="Line 13"/>
            <p:cNvSpPr>
              <a:spLocks noChangeShapeType="1"/>
            </p:cNvSpPr>
            <p:nvPr/>
          </p:nvSpPr>
          <p:spPr bwMode="auto">
            <a:xfrm>
              <a:off x="788662" y="2755421"/>
              <a:ext cx="14524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5" name="Line 14"/>
            <p:cNvSpPr>
              <a:spLocks noChangeShapeType="1"/>
            </p:cNvSpPr>
            <p:nvPr/>
          </p:nvSpPr>
          <p:spPr bwMode="auto">
            <a:xfrm>
              <a:off x="788662" y="3057029"/>
              <a:ext cx="14524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6" name="Rectangle 15"/>
            <p:cNvSpPr>
              <a:spLocks noChangeArrowheads="1"/>
            </p:cNvSpPr>
            <p:nvPr/>
          </p:nvSpPr>
          <p:spPr bwMode="auto">
            <a:xfrm>
              <a:off x="7679699" y="1925207"/>
              <a:ext cx="1450912" cy="1512800"/>
            </a:xfrm>
            <a:prstGeom prst="rect">
              <a:avLst/>
            </a:prstGeom>
            <a:noFill/>
            <a:ln w="2857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7" name="Line 16"/>
            <p:cNvSpPr>
              <a:spLocks noChangeShapeType="1"/>
            </p:cNvSpPr>
            <p:nvPr/>
          </p:nvSpPr>
          <p:spPr bwMode="auto">
            <a:xfrm>
              <a:off x="7679699" y="2247451"/>
              <a:ext cx="14509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8" name="Line 17"/>
            <p:cNvSpPr>
              <a:spLocks noChangeShapeType="1"/>
            </p:cNvSpPr>
            <p:nvPr/>
          </p:nvSpPr>
          <p:spPr bwMode="auto">
            <a:xfrm>
              <a:off x="7679699" y="2545883"/>
              <a:ext cx="14509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9" name="Line 18"/>
            <p:cNvSpPr>
              <a:spLocks noChangeShapeType="1"/>
            </p:cNvSpPr>
            <p:nvPr/>
          </p:nvSpPr>
          <p:spPr bwMode="auto">
            <a:xfrm>
              <a:off x="7679699" y="2844316"/>
              <a:ext cx="14509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0" name="Line 19"/>
            <p:cNvSpPr>
              <a:spLocks noChangeShapeType="1"/>
            </p:cNvSpPr>
            <p:nvPr/>
          </p:nvSpPr>
          <p:spPr bwMode="auto">
            <a:xfrm>
              <a:off x="7679699" y="3145924"/>
              <a:ext cx="14509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1" name="Text Box 20"/>
            <p:cNvSpPr txBox="1">
              <a:spLocks noChangeArrowheads="1"/>
            </p:cNvSpPr>
            <p:nvPr/>
          </p:nvSpPr>
          <p:spPr bwMode="auto">
            <a:xfrm>
              <a:off x="2395142" y="2012514"/>
              <a:ext cx="465117" cy="400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H</a:t>
              </a:r>
              <a:r>
                <a:rPr lang="en-US" altLang="zh-CN" sz="2000" b="1" kern="0" baseline="-25000">
                  <a:solidFill>
                    <a:srgbClr val="000099"/>
                  </a:solidFill>
                  <a:latin typeface="+mn-lt"/>
                  <a:ea typeface="黑体" panose="02010609060101010101" pitchFamily="2" charset="-122"/>
                </a:rPr>
                <a:t>1</a:t>
              </a:r>
            </a:p>
          </p:txBody>
        </p:sp>
        <p:pic>
          <p:nvPicPr>
            <p:cNvPr id="696341" name="Picture 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15344" y="2390354"/>
              <a:ext cx="555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Line 22"/>
            <p:cNvSpPr>
              <a:spLocks noChangeShapeType="1"/>
            </p:cNvSpPr>
            <p:nvPr/>
          </p:nvSpPr>
          <p:spPr bwMode="auto">
            <a:xfrm>
              <a:off x="3349188" y="3226882"/>
              <a:ext cx="1511234" cy="62702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4" name="Line 23"/>
            <p:cNvSpPr>
              <a:spLocks noChangeShapeType="1"/>
            </p:cNvSpPr>
            <p:nvPr/>
          </p:nvSpPr>
          <p:spPr bwMode="auto">
            <a:xfrm flipV="1">
              <a:off x="3269816" y="2777645"/>
              <a:ext cx="1750937" cy="44923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5" name="Line 24"/>
            <p:cNvSpPr>
              <a:spLocks noChangeShapeType="1"/>
            </p:cNvSpPr>
            <p:nvPr/>
          </p:nvSpPr>
          <p:spPr bwMode="auto">
            <a:xfrm>
              <a:off x="5177908" y="2777645"/>
              <a:ext cx="1433451" cy="53813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6" name="Line 25"/>
            <p:cNvSpPr>
              <a:spLocks noChangeShapeType="1"/>
            </p:cNvSpPr>
            <p:nvPr/>
          </p:nvSpPr>
          <p:spPr bwMode="auto">
            <a:xfrm flipV="1">
              <a:off x="5020753" y="3406259"/>
              <a:ext cx="1590606" cy="44764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7" name="Line 26"/>
            <p:cNvSpPr>
              <a:spLocks noChangeShapeType="1"/>
            </p:cNvSpPr>
            <p:nvPr/>
          </p:nvSpPr>
          <p:spPr bwMode="auto">
            <a:xfrm flipV="1">
              <a:off x="6689142" y="2958610"/>
              <a:ext cx="636560" cy="35716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696347" name="Group 27"/>
            <p:cNvGrpSpPr>
              <a:grpSpLocks/>
            </p:cNvGrpSpPr>
            <p:nvPr/>
          </p:nvGrpSpPr>
          <p:grpSpPr bwMode="auto">
            <a:xfrm>
              <a:off x="7087369" y="2012529"/>
              <a:ext cx="555625" cy="1077912"/>
              <a:chOff x="5284" y="1002"/>
              <a:chExt cx="317" cy="545"/>
            </a:xfrm>
          </p:grpSpPr>
          <p:sp>
            <p:nvSpPr>
              <p:cNvPr id="99" name="Text Box 28"/>
              <p:cNvSpPr txBox="1">
                <a:spLocks noChangeArrowheads="1"/>
              </p:cNvSpPr>
              <p:nvPr/>
            </p:nvSpPr>
            <p:spPr bwMode="auto">
              <a:xfrm>
                <a:off x="5284" y="1002"/>
                <a:ext cx="303"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 H</a:t>
                </a:r>
                <a:r>
                  <a:rPr lang="en-US" altLang="zh-CN" sz="2000" b="1" kern="0" baseline="-25000">
                    <a:solidFill>
                      <a:srgbClr val="000099"/>
                    </a:solidFill>
                    <a:latin typeface="+mn-lt"/>
                    <a:ea typeface="黑体" panose="02010609060101010101" pitchFamily="2" charset="-122"/>
                  </a:rPr>
                  <a:t>2</a:t>
                </a:r>
              </a:p>
            </p:txBody>
          </p:sp>
          <p:pic>
            <p:nvPicPr>
              <p:cNvPr id="696349"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4" y="1207"/>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1" name="Line 30"/>
            <p:cNvSpPr>
              <a:spLocks noChangeShapeType="1"/>
            </p:cNvSpPr>
            <p:nvPr/>
          </p:nvSpPr>
          <p:spPr bwMode="auto">
            <a:xfrm flipV="1">
              <a:off x="3269816" y="1971242"/>
              <a:ext cx="1669977" cy="116674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2" name="Line 31"/>
            <p:cNvSpPr>
              <a:spLocks noChangeShapeType="1"/>
            </p:cNvSpPr>
            <p:nvPr/>
          </p:nvSpPr>
          <p:spPr bwMode="auto">
            <a:xfrm>
              <a:off x="5098537" y="1971242"/>
              <a:ext cx="1590606" cy="125564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696352" name="Picture 3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32881" y="3047579"/>
              <a:ext cx="57467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3"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0731" y="2599904"/>
              <a:ext cx="5762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4" name="Picture 3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1981" y="3676229"/>
              <a:ext cx="57467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5"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71406" y="3138066"/>
              <a:ext cx="57626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6"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9769" y="1791866"/>
              <a:ext cx="576262"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6357" name="Group 37"/>
            <p:cNvGrpSpPr>
              <a:grpSpLocks/>
            </p:cNvGrpSpPr>
            <p:nvPr/>
          </p:nvGrpSpPr>
          <p:grpSpPr bwMode="auto">
            <a:xfrm rot="1386369">
              <a:off x="2632844" y="3136479"/>
              <a:ext cx="300037" cy="130175"/>
              <a:chOff x="2064" y="1776"/>
              <a:chExt cx="171" cy="66"/>
            </a:xfrm>
          </p:grpSpPr>
          <p:sp>
            <p:nvSpPr>
              <p:cNvPr id="109" name="Rectangle 38"/>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0" name="Line 39"/>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60" name="Group 40"/>
            <p:cNvGrpSpPr>
              <a:grpSpLocks/>
            </p:cNvGrpSpPr>
            <p:nvPr/>
          </p:nvGrpSpPr>
          <p:grpSpPr bwMode="auto">
            <a:xfrm rot="-875997">
              <a:off x="5496694" y="3495254"/>
              <a:ext cx="300037" cy="130175"/>
              <a:chOff x="2064" y="1776"/>
              <a:chExt cx="171" cy="66"/>
            </a:xfrm>
          </p:grpSpPr>
          <p:sp>
            <p:nvSpPr>
              <p:cNvPr id="112" name="Rectangle 41"/>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3" name="Line 42"/>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63" name="Group 43"/>
            <p:cNvGrpSpPr>
              <a:grpSpLocks/>
            </p:cNvGrpSpPr>
            <p:nvPr/>
          </p:nvGrpSpPr>
          <p:grpSpPr bwMode="auto">
            <a:xfrm rot="-1515501">
              <a:off x="6849244" y="2958679"/>
              <a:ext cx="300037" cy="130175"/>
              <a:chOff x="2064" y="1776"/>
              <a:chExt cx="171" cy="66"/>
            </a:xfrm>
          </p:grpSpPr>
          <p:sp>
            <p:nvSpPr>
              <p:cNvPr id="115" name="Rectangle 44"/>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6" name="Line 45"/>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66" name="Group 46"/>
            <p:cNvGrpSpPr>
              <a:grpSpLocks/>
            </p:cNvGrpSpPr>
            <p:nvPr/>
          </p:nvGrpSpPr>
          <p:grpSpPr bwMode="auto">
            <a:xfrm rot="-1937444">
              <a:off x="3906019" y="2330029"/>
              <a:ext cx="300037" cy="130175"/>
              <a:chOff x="2064" y="1776"/>
              <a:chExt cx="171" cy="66"/>
            </a:xfrm>
          </p:grpSpPr>
          <p:sp>
            <p:nvSpPr>
              <p:cNvPr id="118" name="Rectangle 47"/>
              <p:cNvSpPr>
                <a:spLocks noChangeArrowheads="1"/>
              </p:cNvSpPr>
              <p:nvPr/>
            </p:nvSpPr>
            <p:spPr bwMode="auto">
              <a:xfrm>
                <a:off x="2063"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9" name="Line 48"/>
              <p:cNvSpPr>
                <a:spLocks noChangeShapeType="1"/>
              </p:cNvSpPr>
              <p:nvPr/>
            </p:nvSpPr>
            <p:spPr bwMode="auto">
              <a:xfrm flipV="1">
                <a:off x="2118" y="1807"/>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69" name="Group 49"/>
            <p:cNvGrpSpPr>
              <a:grpSpLocks/>
            </p:cNvGrpSpPr>
            <p:nvPr/>
          </p:nvGrpSpPr>
          <p:grpSpPr bwMode="auto">
            <a:xfrm rot="2078388">
              <a:off x="5576069" y="2239541"/>
              <a:ext cx="300037" cy="131763"/>
              <a:chOff x="2064" y="1776"/>
              <a:chExt cx="171" cy="66"/>
            </a:xfrm>
          </p:grpSpPr>
          <p:sp>
            <p:nvSpPr>
              <p:cNvPr id="121" name="Rectangle 50"/>
              <p:cNvSpPr>
                <a:spLocks noChangeArrowheads="1"/>
              </p:cNvSpPr>
              <p:nvPr/>
            </p:nvSpPr>
            <p:spPr bwMode="auto">
              <a:xfrm>
                <a:off x="2063"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2" name="Line 51"/>
              <p:cNvSpPr>
                <a:spLocks noChangeShapeType="1"/>
              </p:cNvSpPr>
              <p:nvPr/>
            </p:nvSpPr>
            <p:spPr bwMode="auto">
              <a:xfrm flipV="1">
                <a:off x="2118" y="1808"/>
                <a:ext cx="117" cy="3"/>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72" name="Group 52"/>
            <p:cNvGrpSpPr>
              <a:grpSpLocks/>
            </p:cNvGrpSpPr>
            <p:nvPr/>
          </p:nvGrpSpPr>
          <p:grpSpPr bwMode="auto">
            <a:xfrm rot="1117181">
              <a:off x="4302894" y="3495254"/>
              <a:ext cx="300037" cy="130175"/>
              <a:chOff x="2064" y="1776"/>
              <a:chExt cx="171" cy="66"/>
            </a:xfrm>
          </p:grpSpPr>
          <p:sp>
            <p:nvSpPr>
              <p:cNvPr id="124" name="Rectangle 53"/>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5" name="Line 54"/>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75" name="Group 55"/>
            <p:cNvGrpSpPr>
              <a:grpSpLocks/>
            </p:cNvGrpSpPr>
            <p:nvPr/>
          </p:nvGrpSpPr>
          <p:grpSpPr bwMode="auto">
            <a:xfrm rot="-930274">
              <a:off x="4401319" y="2688804"/>
              <a:ext cx="298450" cy="130175"/>
              <a:chOff x="2064" y="1776"/>
              <a:chExt cx="171" cy="66"/>
            </a:xfrm>
          </p:grpSpPr>
          <p:sp>
            <p:nvSpPr>
              <p:cNvPr id="127" name="Rectangle 56"/>
              <p:cNvSpPr>
                <a:spLocks noChangeArrowheads="1"/>
              </p:cNvSpPr>
              <p:nvPr/>
            </p:nvSpPr>
            <p:spPr bwMode="auto">
              <a:xfrm>
                <a:off x="2064" y="1775"/>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8" name="Line 57"/>
              <p:cNvSpPr>
                <a:spLocks noChangeShapeType="1"/>
              </p:cNvSpPr>
              <p:nvPr/>
            </p:nvSpPr>
            <p:spPr bwMode="auto">
              <a:xfrm flipV="1">
                <a:off x="2118" y="1807"/>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78" name="Group 58"/>
            <p:cNvGrpSpPr>
              <a:grpSpLocks/>
            </p:cNvGrpSpPr>
            <p:nvPr/>
          </p:nvGrpSpPr>
          <p:grpSpPr bwMode="auto">
            <a:xfrm rot="1197535">
              <a:off x="3667894" y="3226966"/>
              <a:ext cx="300037" cy="130175"/>
              <a:chOff x="2064" y="1776"/>
              <a:chExt cx="171" cy="66"/>
            </a:xfrm>
          </p:grpSpPr>
          <p:sp>
            <p:nvSpPr>
              <p:cNvPr id="130" name="Rectangle 59"/>
              <p:cNvSpPr>
                <a:spLocks noChangeArrowheads="1"/>
              </p:cNvSpPr>
              <p:nvPr/>
            </p:nvSpPr>
            <p:spPr bwMode="auto">
              <a:xfrm>
                <a:off x="2063"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1" name="Line 60"/>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132" name="Line 61"/>
            <p:cNvSpPr>
              <a:spLocks noChangeShapeType="1"/>
            </p:cNvSpPr>
            <p:nvPr/>
          </p:nvSpPr>
          <p:spPr bwMode="auto">
            <a:xfrm>
              <a:off x="1893514" y="2688750"/>
              <a:ext cx="700057" cy="48416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696382" name="Group 62"/>
            <p:cNvGrpSpPr>
              <a:grpSpLocks/>
            </p:cNvGrpSpPr>
            <p:nvPr/>
          </p:nvGrpSpPr>
          <p:grpSpPr bwMode="auto">
            <a:xfrm rot="1022761">
              <a:off x="5734819" y="2866604"/>
              <a:ext cx="300037" cy="130175"/>
              <a:chOff x="2064" y="1776"/>
              <a:chExt cx="171" cy="66"/>
            </a:xfrm>
          </p:grpSpPr>
          <p:sp>
            <p:nvSpPr>
              <p:cNvPr id="134" name="Rectangle 63"/>
              <p:cNvSpPr>
                <a:spLocks noChangeArrowheads="1"/>
              </p:cNvSpPr>
              <p:nvPr/>
            </p:nvSpPr>
            <p:spPr bwMode="auto">
              <a:xfrm>
                <a:off x="2063"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5" name="Line 64"/>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136" name="Line 65"/>
            <p:cNvSpPr>
              <a:spLocks noChangeShapeType="1"/>
            </p:cNvSpPr>
            <p:nvPr/>
          </p:nvSpPr>
          <p:spPr bwMode="auto">
            <a:xfrm flipV="1">
              <a:off x="6849474" y="2688750"/>
              <a:ext cx="1035005" cy="715922"/>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7" name="Text Box 66"/>
            <p:cNvSpPr txBox="1">
              <a:spLocks noChangeArrowheads="1"/>
            </p:cNvSpPr>
            <p:nvPr/>
          </p:nvSpPr>
          <p:spPr bwMode="auto">
            <a:xfrm>
              <a:off x="3195208" y="1952193"/>
              <a:ext cx="1271532" cy="400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IP </a:t>
              </a:r>
              <a:r>
                <a:rPr lang="zh-CN" altLang="en-US" sz="2000" b="1" kern="0">
                  <a:solidFill>
                    <a:srgbClr val="000099"/>
                  </a:solidFill>
                  <a:latin typeface="+mn-lt"/>
                  <a:ea typeface="黑体" panose="02010609060101010101" pitchFamily="2" charset="-122"/>
                </a:rPr>
                <a:t>数据报</a:t>
              </a:r>
              <a:endParaRPr lang="zh-CN" altLang="en-US" sz="2000" b="1" kern="0" baseline="-25000">
                <a:solidFill>
                  <a:srgbClr val="000099"/>
                </a:solidFill>
                <a:latin typeface="+mn-lt"/>
                <a:ea typeface="黑体" panose="02010609060101010101" pitchFamily="2" charset="-122"/>
              </a:endParaRPr>
            </a:p>
          </p:txBody>
        </p:sp>
        <p:sp>
          <p:nvSpPr>
            <p:cNvPr id="138" name="Text Box 67"/>
            <p:cNvSpPr txBox="1">
              <a:spLocks noChangeArrowheads="1"/>
            </p:cNvSpPr>
            <p:nvPr/>
          </p:nvSpPr>
          <p:spPr bwMode="auto">
            <a:xfrm>
              <a:off x="4685805" y="3204658"/>
              <a:ext cx="700058" cy="400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000" b="1" kern="0">
                  <a:solidFill>
                    <a:srgbClr val="000099"/>
                  </a:solidFill>
                  <a:latin typeface="+mn-lt"/>
                  <a:ea typeface="黑体" panose="02010609060101010101" pitchFamily="2" charset="-122"/>
                </a:rPr>
                <a:t>丢失</a:t>
              </a:r>
              <a:endParaRPr lang="zh-CN" altLang="en-US" sz="2000" b="1" kern="0" baseline="-25000">
                <a:solidFill>
                  <a:srgbClr val="000099"/>
                </a:solidFill>
                <a:latin typeface="+mn-lt"/>
                <a:ea typeface="黑体" panose="02010609060101010101" pitchFamily="2" charset="-122"/>
              </a:endParaRPr>
            </a:p>
          </p:txBody>
        </p:sp>
        <p:grpSp>
          <p:nvGrpSpPr>
            <p:cNvPr id="696388" name="Group 68"/>
            <p:cNvGrpSpPr>
              <a:grpSpLocks/>
            </p:cNvGrpSpPr>
            <p:nvPr/>
          </p:nvGrpSpPr>
          <p:grpSpPr bwMode="auto">
            <a:xfrm rot="5035623">
              <a:off x="4979169" y="2299865"/>
              <a:ext cx="338138" cy="115887"/>
              <a:chOff x="2064" y="1776"/>
              <a:chExt cx="171" cy="66"/>
            </a:xfrm>
          </p:grpSpPr>
          <p:sp>
            <p:nvSpPr>
              <p:cNvPr id="140" name="Rectangle 69"/>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1" name="Line 70"/>
              <p:cNvSpPr>
                <a:spLocks noChangeShapeType="1"/>
              </p:cNvSpPr>
              <p:nvPr/>
            </p:nvSpPr>
            <p:spPr bwMode="auto">
              <a:xfrm flipV="1">
                <a:off x="2117" y="1807"/>
                <a:ext cx="117" cy="4"/>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142" name="Text Box 71"/>
            <p:cNvSpPr txBox="1">
              <a:spLocks noChangeArrowheads="1"/>
            </p:cNvSpPr>
            <p:nvPr/>
          </p:nvSpPr>
          <p:spPr bwMode="auto">
            <a:xfrm>
              <a:off x="1561741" y="4436487"/>
              <a:ext cx="7038669" cy="52384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p>
              <a:pPr fontAlgn="auto">
                <a:spcBef>
                  <a:spcPts val="0"/>
                </a:spcBef>
                <a:spcAft>
                  <a:spcPts val="0"/>
                </a:spcAft>
                <a:defRPr/>
              </a:pPr>
              <a:r>
                <a:rPr lang="en-US" altLang="zh-CN" sz="2800" b="1" kern="0" dirty="0">
                  <a:solidFill>
                    <a:srgbClr val="000099"/>
                  </a:solidFill>
                  <a:latin typeface="+mn-lt"/>
                  <a:ea typeface="黑体" panose="02010609060101010101" pitchFamily="2" charset="-122"/>
                </a:rPr>
                <a:t>H</a:t>
              </a:r>
              <a:r>
                <a:rPr lang="en-US" altLang="zh-CN" sz="2800" b="1" kern="0" baseline="-25000" dirty="0">
                  <a:solidFill>
                    <a:srgbClr val="000099"/>
                  </a:solidFill>
                  <a:latin typeface="+mn-lt"/>
                  <a:ea typeface="黑体" panose="02010609060101010101" pitchFamily="2" charset="-122"/>
                </a:rPr>
                <a:t>1</a:t>
              </a:r>
              <a:r>
                <a:rPr lang="en-US" altLang="zh-CN" sz="2800" b="1" kern="0" dirty="0">
                  <a:solidFill>
                    <a:srgbClr val="000099"/>
                  </a:solidFill>
                  <a:latin typeface="+mn-lt"/>
                  <a:ea typeface="黑体" panose="02010609060101010101" pitchFamily="2" charset="-122"/>
                </a:rPr>
                <a:t> </a:t>
              </a:r>
              <a:r>
                <a:rPr lang="zh-CN" altLang="en-US" sz="2800" b="1" kern="0" dirty="0">
                  <a:solidFill>
                    <a:srgbClr val="000099"/>
                  </a:solidFill>
                  <a:latin typeface="+mn-lt"/>
                  <a:ea typeface="黑体" panose="02010609060101010101" pitchFamily="2" charset="-122"/>
                </a:rPr>
                <a:t>发送给 </a:t>
              </a:r>
              <a:r>
                <a:rPr lang="en-US" altLang="zh-CN" sz="2800" b="1" kern="0" dirty="0">
                  <a:solidFill>
                    <a:srgbClr val="000099"/>
                  </a:solidFill>
                  <a:latin typeface="+mn-lt"/>
                  <a:ea typeface="黑体" panose="02010609060101010101" pitchFamily="2" charset="-122"/>
                </a:rPr>
                <a:t>H</a:t>
              </a:r>
              <a:r>
                <a:rPr lang="en-US" altLang="zh-CN" sz="2800" b="1" kern="0" baseline="-25000" dirty="0">
                  <a:solidFill>
                    <a:srgbClr val="000099"/>
                  </a:solidFill>
                  <a:latin typeface="+mn-lt"/>
                  <a:ea typeface="黑体" panose="02010609060101010101" pitchFamily="2" charset="-122"/>
                </a:rPr>
                <a:t>2</a:t>
              </a:r>
              <a:r>
                <a:rPr lang="en-US" altLang="zh-CN" sz="2800" b="1" kern="0" dirty="0">
                  <a:solidFill>
                    <a:srgbClr val="000099"/>
                  </a:solidFill>
                  <a:latin typeface="+mn-lt"/>
                  <a:ea typeface="黑体" panose="02010609060101010101" pitchFamily="2" charset="-122"/>
                </a:rPr>
                <a:t> </a:t>
              </a:r>
              <a:r>
                <a:rPr lang="zh-CN" altLang="en-US" sz="2800" b="1" kern="0" dirty="0">
                  <a:solidFill>
                    <a:srgbClr val="000099"/>
                  </a:solidFill>
                  <a:latin typeface="+mn-lt"/>
                  <a:ea typeface="黑体" panose="02010609060101010101" pitchFamily="2" charset="-122"/>
                </a:rPr>
                <a:t>的分组可能沿着不同路径传送</a:t>
              </a:r>
            </a:p>
          </p:txBody>
        </p:sp>
      </p:grpSp>
      <p:sp>
        <p:nvSpPr>
          <p:cNvPr id="69639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D441E3-25F0-4B7C-BB2F-579306B971DD}" type="slidenum">
              <a:rPr lang="zh-CN" altLang="en-US" smtClean="0"/>
              <a:pPr eaLnBrk="1" hangingPunct="1"/>
              <a:t>9</a:t>
            </a:fld>
            <a:endParaRPr lang="en-US" altLang="zh-CN" smtClean="0"/>
          </a:p>
        </p:txBody>
      </p:sp>
      <p:sp>
        <p:nvSpPr>
          <p:cNvPr id="69639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7371" name="Group 171"/>
          <p:cNvGraphicFramePr>
            <a:graphicFrameLocks noGrp="1"/>
          </p:cNvGraphicFramePr>
          <p:nvPr/>
        </p:nvGraphicFramePr>
        <p:xfrm>
          <a:off x="488950" y="1290638"/>
          <a:ext cx="9217025" cy="4803775"/>
        </p:xfrm>
        <a:graphic>
          <a:graphicData uri="http://schemas.openxmlformats.org/drawingml/2006/table">
            <a:tbl>
              <a:tblPr firstRow="1" bandRow="1">
                <a:tableStyleId>{073A0DAA-6AF3-43AB-8588-CEC1D06C72B9}</a:tableStyleId>
              </a:tblPr>
              <a:tblGrid>
                <a:gridCol w="2016225">
                  <a:extLst>
                    <a:ext uri="{9D8B030D-6E8A-4147-A177-3AD203B41FA5}">
                      <a16:colId xmlns:a16="http://schemas.microsoft.com/office/drawing/2014/main" val="20000"/>
                    </a:ext>
                  </a:extLst>
                </a:gridCol>
                <a:gridCol w="3312368">
                  <a:extLst>
                    <a:ext uri="{9D8B030D-6E8A-4147-A177-3AD203B41FA5}">
                      <a16:colId xmlns:a16="http://schemas.microsoft.com/office/drawing/2014/main" val="20001"/>
                    </a:ext>
                  </a:extLst>
                </a:gridCol>
                <a:gridCol w="3888432">
                  <a:extLst>
                    <a:ext uri="{9D8B030D-6E8A-4147-A177-3AD203B41FA5}">
                      <a16:colId xmlns:a16="http://schemas.microsoft.com/office/drawing/2014/main" val="20002"/>
                    </a:ext>
                  </a:extLst>
                </a:gridCol>
              </a:tblGrid>
              <a:tr h="62397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u="none" strike="noStrike" cap="none" normalizeH="0" baseline="0" dirty="0">
                          <a:ln>
                            <a:noFill/>
                          </a:ln>
                          <a:solidFill>
                            <a:schemeClr val="tx1"/>
                          </a:solidFill>
                          <a:effectLst/>
                          <a:latin typeface="+mn-lt"/>
                          <a:ea typeface="黑体" panose="02010609060101010101" pitchFamily="2" charset="-122"/>
                        </a:rPr>
                        <a:t>对比的方面</a:t>
                      </a:r>
                      <a:endParaRPr kumimoji="0" lang="zh-CN" altLang="en-US" sz="24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u="none" strike="noStrike" cap="none" normalizeH="0" baseline="0" dirty="0">
                          <a:ln>
                            <a:noFill/>
                          </a:ln>
                          <a:solidFill>
                            <a:schemeClr val="tx1"/>
                          </a:solidFill>
                          <a:effectLst/>
                          <a:latin typeface="+mn-lt"/>
                          <a:ea typeface="黑体" panose="02010609060101010101" pitchFamily="2" charset="-122"/>
                        </a:rPr>
                        <a:t>虚电路服务</a:t>
                      </a:r>
                      <a:endParaRPr kumimoji="0" lang="zh-CN" altLang="en-US" sz="24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u="none" strike="noStrike" cap="none" normalizeH="0" baseline="0" dirty="0">
                          <a:ln>
                            <a:noFill/>
                          </a:ln>
                          <a:solidFill>
                            <a:schemeClr val="tx1"/>
                          </a:solidFill>
                          <a:effectLst/>
                          <a:latin typeface="+mn-lt"/>
                          <a:ea typeface="黑体" panose="02010609060101010101" pitchFamily="2" charset="-122"/>
                        </a:rPr>
                        <a:t>数据报服务</a:t>
                      </a:r>
                      <a:endParaRPr kumimoji="0" lang="zh-CN" altLang="en-US" sz="24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39629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思路</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可靠通信应当由网络来保证</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可靠通信应当由用户主机来保证</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629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连接的建立</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必须有</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不需要</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70113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终点地址</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仅在连接建立阶段使用，每个分组使用短的虚电路号</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每个分组都有终点的完整地址</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0113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分组的转发</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属于同一条虚电路的分组均按照同一路由进行转发</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每个分组独立选择路由进行转发</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0113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当结点出故障时</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所有通过出故障的结点的虚电路均不能工作</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出故障的结点可能会丢失分组，一些路由可能会发生变化</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9629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分组的顺序</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总是按发送顺序到达终点</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到达终点时不一定按发送顺序</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88753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端到端的差错处理和流量控制</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可以由网络负责，也可以由用户主机负责</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由用户主机负责</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698407" name="标题 2"/>
          <p:cNvSpPr>
            <a:spLocks noGrp="1" noChangeArrowheads="1"/>
          </p:cNvSpPr>
          <p:nvPr>
            <p:ph type="title"/>
          </p:nvPr>
        </p:nvSpPr>
        <p:spPr/>
        <p:txBody>
          <a:bodyPr/>
          <a:lstStyle/>
          <a:p>
            <a:pPr algn="ctr"/>
            <a:r>
              <a:rPr lang="zh-CN" altLang="en-US" sz="4000" dirty="0" smtClean="0">
                <a:latin typeface="黑体" panose="02010609060101010101" pitchFamily="49" charset="-122"/>
                <a:ea typeface="黑体" panose="02010609060101010101" pitchFamily="49" charset="-122"/>
              </a:rPr>
              <a:t>虚电路服务与数据报服务的对比</a:t>
            </a:r>
            <a:endParaRPr lang="zh-CN" altLang="en-US" sz="4000" dirty="0" smtClean="0">
              <a:ea typeface="黑体" panose="02010609060101010101" pitchFamily="49" charset="-122"/>
            </a:endParaRPr>
          </a:p>
        </p:txBody>
      </p:sp>
      <p:sp>
        <p:nvSpPr>
          <p:cNvPr id="69840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5296F7-034F-4995-B16C-2FB99E4D0147}" type="slidenum">
              <a:rPr lang="zh-CN" altLang="en-US" smtClean="0"/>
              <a:pPr eaLnBrk="1" hangingPunct="1"/>
              <a:t>10</a:t>
            </a:fld>
            <a:endParaRPr lang="en-US" altLang="zh-CN" smtClean="0"/>
          </a:p>
        </p:txBody>
      </p:sp>
      <p:sp>
        <p:nvSpPr>
          <p:cNvPr id="69840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7" name="标题 1"/>
          <p:cNvSpPr>
            <a:spLocks noGrp="1" noChangeArrowheads="1"/>
          </p:cNvSpPr>
          <p:nvPr>
            <p:ph type="title"/>
          </p:nvPr>
        </p:nvSpPr>
        <p:spPr>
          <a:xfrm>
            <a:off x="495300" y="188913"/>
            <a:ext cx="9066213" cy="792162"/>
          </a:xfrm>
        </p:spPr>
        <p:txBody>
          <a:bodyPr/>
          <a:lstStyle/>
          <a:p>
            <a:r>
              <a:rPr lang="en-US" altLang="zh-CN" sz="3600" dirty="0" smtClean="0">
                <a:ea typeface="黑体" panose="02010609060101010101" pitchFamily="49" charset="-122"/>
              </a:rPr>
              <a:t>4.2  </a:t>
            </a:r>
            <a:r>
              <a:rPr lang="zh-CN" altLang="zh-CN" sz="3600" u="sng" dirty="0" smtClean="0">
                <a:solidFill>
                  <a:srgbClr val="FF0000"/>
                </a:solidFill>
                <a:ea typeface="黑体" panose="02010609060101010101" pitchFamily="49" charset="-122"/>
              </a:rPr>
              <a:t>网际协议</a:t>
            </a:r>
            <a:r>
              <a:rPr lang="en-US" altLang="zh-CN" sz="3600" u="sng" dirty="0" smtClean="0">
                <a:solidFill>
                  <a:srgbClr val="FF0000"/>
                </a:solidFill>
                <a:ea typeface="黑体" panose="02010609060101010101" pitchFamily="49" charset="-122"/>
              </a:rPr>
              <a:t> </a:t>
            </a:r>
            <a:r>
              <a:rPr lang="en-US" altLang="zh-CN" sz="3600" u="sng" dirty="0" smtClean="0">
                <a:solidFill>
                  <a:srgbClr val="FF0000"/>
                </a:solidFill>
                <a:ea typeface="黑体" panose="02010609060101010101" pitchFamily="49" charset="-122"/>
              </a:rPr>
              <a:t>IP</a:t>
            </a:r>
            <a:r>
              <a:rPr lang="zh-CN" altLang="en-US" sz="3600" u="sng" dirty="0" smtClean="0">
                <a:solidFill>
                  <a:srgbClr val="FF0000"/>
                </a:solidFill>
                <a:ea typeface="黑体" panose="02010609060101010101" pitchFamily="49" charset="-122"/>
              </a:rPr>
              <a:t>（</a:t>
            </a:r>
            <a:r>
              <a:rPr lang="en-US" altLang="zh-CN" sz="3600" u="sng" dirty="0" smtClean="0">
                <a:solidFill>
                  <a:srgbClr val="FF0000"/>
                </a:solidFill>
                <a:ea typeface="黑体" panose="02010609060101010101" pitchFamily="49" charset="-122"/>
              </a:rPr>
              <a:t>Internet Protocol</a:t>
            </a:r>
            <a:r>
              <a:rPr lang="zh-CN" altLang="en-US" sz="3600" u="sng" dirty="0" smtClean="0">
                <a:solidFill>
                  <a:srgbClr val="FF0000"/>
                </a:solidFill>
                <a:ea typeface="黑体" panose="02010609060101010101" pitchFamily="49" charset="-122"/>
              </a:rPr>
              <a:t>）</a:t>
            </a:r>
            <a:endParaRPr lang="zh-CN" altLang="en-US" sz="3600" u="sng" dirty="0" smtClean="0">
              <a:solidFill>
                <a:srgbClr val="FF0000"/>
              </a:solidFill>
              <a:ea typeface="黑体" panose="02010609060101010101" pitchFamily="49" charset="-122"/>
            </a:endParaRPr>
          </a:p>
        </p:txBody>
      </p:sp>
      <p:sp>
        <p:nvSpPr>
          <p:cNvPr id="700418" name="内容占位符 2"/>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4.2.1  </a:t>
            </a:r>
            <a:r>
              <a:rPr lang="zh-CN" altLang="zh-CN" dirty="0" smtClean="0">
                <a:solidFill>
                  <a:srgbClr val="FF0000"/>
                </a:solidFill>
                <a:ea typeface="黑体" panose="02010609060101010101" pitchFamily="49" charset="-122"/>
              </a:rPr>
              <a:t>虚拟互连网络</a:t>
            </a:r>
          </a:p>
          <a:p>
            <a:r>
              <a:rPr lang="en-US" altLang="zh-CN" dirty="0" smtClean="0">
                <a:solidFill>
                  <a:srgbClr val="FF0000"/>
                </a:solidFill>
                <a:ea typeface="黑体" panose="02010609060101010101" pitchFamily="49" charset="-122"/>
              </a:rPr>
              <a:t>4.2.2  </a:t>
            </a:r>
            <a:r>
              <a:rPr lang="zh-CN" altLang="zh-CN" dirty="0" smtClean="0">
                <a:solidFill>
                  <a:srgbClr val="FF0000"/>
                </a:solidFill>
                <a:ea typeface="黑体" panose="02010609060101010101" pitchFamily="49" charset="-122"/>
              </a:rPr>
              <a:t>分类的</a:t>
            </a:r>
            <a:r>
              <a:rPr lang="en-US" altLang="zh-CN" dirty="0" smtClean="0">
                <a:solidFill>
                  <a:srgbClr val="FF0000"/>
                </a:solidFill>
                <a:ea typeface="黑体" panose="02010609060101010101" pitchFamily="49" charset="-122"/>
              </a:rPr>
              <a:t> IP </a:t>
            </a:r>
            <a:r>
              <a:rPr lang="zh-CN" altLang="zh-CN" dirty="0" smtClean="0">
                <a:solidFill>
                  <a:srgbClr val="FF0000"/>
                </a:solidFill>
                <a:ea typeface="黑体" panose="02010609060101010101" pitchFamily="49" charset="-122"/>
              </a:rPr>
              <a:t>地址</a:t>
            </a:r>
          </a:p>
          <a:p>
            <a:r>
              <a:rPr lang="en-US" altLang="zh-CN" dirty="0" smtClean="0">
                <a:ea typeface="黑体" panose="02010609060101010101" pitchFamily="49" charset="-122"/>
              </a:rPr>
              <a:t>4.2.3  IP </a:t>
            </a:r>
            <a:r>
              <a:rPr lang="zh-CN" altLang="zh-CN" dirty="0" smtClean="0">
                <a:ea typeface="黑体" panose="02010609060101010101" pitchFamily="49" charset="-122"/>
              </a:rPr>
              <a:t>地址与硬件地址</a:t>
            </a:r>
          </a:p>
          <a:p>
            <a:r>
              <a:rPr lang="en-US" altLang="zh-CN" dirty="0" smtClean="0">
                <a:ea typeface="黑体" panose="02010609060101010101" pitchFamily="49" charset="-122"/>
              </a:rPr>
              <a:t>4.2.4  </a:t>
            </a:r>
            <a:r>
              <a:rPr lang="zh-CN" altLang="zh-CN" dirty="0" smtClean="0">
                <a:ea typeface="黑体" panose="02010609060101010101" pitchFamily="49" charset="-122"/>
              </a:rPr>
              <a:t>地址解析协议</a:t>
            </a:r>
            <a:r>
              <a:rPr lang="en-US" altLang="zh-CN" dirty="0" smtClean="0">
                <a:ea typeface="黑体" panose="02010609060101010101" pitchFamily="49" charset="-122"/>
              </a:rPr>
              <a:t> ARP</a:t>
            </a:r>
            <a:endParaRPr lang="zh-CN" altLang="zh-CN" dirty="0" smtClean="0">
              <a:ea typeface="黑体" panose="02010609060101010101" pitchFamily="49" charset="-122"/>
            </a:endParaRPr>
          </a:p>
          <a:p>
            <a:r>
              <a:rPr lang="en-US" altLang="zh-CN" dirty="0" smtClean="0">
                <a:ea typeface="黑体" panose="02010609060101010101" pitchFamily="49" charset="-122"/>
              </a:rPr>
              <a:t>4.2.5  IP </a:t>
            </a:r>
            <a:r>
              <a:rPr lang="zh-CN" altLang="zh-CN" dirty="0" smtClean="0">
                <a:ea typeface="黑体" panose="02010609060101010101" pitchFamily="49" charset="-122"/>
              </a:rPr>
              <a:t>数据报的格式</a:t>
            </a:r>
            <a:endParaRPr lang="en-US" altLang="zh-CN" dirty="0" smtClean="0">
              <a:ea typeface="黑体" panose="02010609060101010101" pitchFamily="49" charset="-122"/>
            </a:endParaRPr>
          </a:p>
          <a:p>
            <a:r>
              <a:rPr lang="en-US" altLang="zh-CN" dirty="0" smtClean="0">
                <a:ea typeface="黑体" panose="02010609060101010101" pitchFamily="49" charset="-122"/>
              </a:rPr>
              <a:t>4.2.6  IP </a:t>
            </a:r>
            <a:r>
              <a:rPr lang="zh-CN" altLang="zh-CN" dirty="0" smtClean="0">
                <a:ea typeface="黑体" panose="02010609060101010101" pitchFamily="49" charset="-122"/>
              </a:rPr>
              <a:t>层转发分组的流程</a:t>
            </a:r>
          </a:p>
        </p:txBody>
      </p:sp>
      <p:sp>
        <p:nvSpPr>
          <p:cNvPr id="7004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6007D2-5F77-44A4-AA43-D3FB3A0D0032}" type="slidenum">
              <a:rPr lang="zh-CN" altLang="en-US" smtClean="0"/>
              <a:pPr eaLnBrk="1" hangingPunct="1"/>
              <a:t>11</a:t>
            </a:fld>
            <a:endParaRPr lang="en-US" altLang="zh-CN" smtClean="0"/>
          </a:p>
        </p:txBody>
      </p:sp>
      <p:sp>
        <p:nvSpPr>
          <p:cNvPr id="7004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4.2  </a:t>
            </a:r>
            <a:r>
              <a:rPr lang="zh-CN" altLang="en-US" smtClean="0">
                <a:ea typeface="黑体" panose="02010609060101010101" pitchFamily="49" charset="-122"/>
              </a:rPr>
              <a:t>网际协议 </a:t>
            </a:r>
            <a:r>
              <a:rPr lang="en-US" altLang="zh-CN" smtClean="0">
                <a:ea typeface="黑体" panose="02010609060101010101" pitchFamily="49" charset="-122"/>
              </a:rPr>
              <a:t>IP </a:t>
            </a:r>
          </a:p>
        </p:txBody>
      </p:sp>
      <p:sp>
        <p:nvSpPr>
          <p:cNvPr id="701442"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网际协议 </a:t>
            </a:r>
            <a:r>
              <a:rPr lang="en-US" altLang="zh-CN" sz="2800" dirty="0" smtClean="0">
                <a:ea typeface="黑体" panose="02010609060101010101" pitchFamily="49" charset="-122"/>
              </a:rPr>
              <a:t>IP </a:t>
            </a:r>
            <a:r>
              <a:rPr lang="zh-CN" altLang="en-US" sz="2800" dirty="0" smtClean="0">
                <a:ea typeface="黑体" panose="02010609060101010101" pitchFamily="49" charset="-122"/>
              </a:rPr>
              <a:t>是 </a:t>
            </a:r>
            <a:r>
              <a:rPr lang="en-US" altLang="zh-CN" sz="2800" dirty="0" smtClean="0">
                <a:ea typeface="黑体" panose="02010609060101010101" pitchFamily="49" charset="-122"/>
              </a:rPr>
              <a:t>TCP/IP </a:t>
            </a:r>
            <a:r>
              <a:rPr lang="zh-CN" altLang="en-US" sz="2800" dirty="0" smtClean="0">
                <a:ea typeface="黑体" panose="02010609060101010101" pitchFamily="49" charset="-122"/>
              </a:rPr>
              <a:t>体系中两个最主要的协议之一。</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与 </a:t>
            </a:r>
            <a:r>
              <a:rPr lang="en-US" altLang="zh-CN" sz="2800" dirty="0" smtClean="0">
                <a:ea typeface="黑体" panose="02010609060101010101" pitchFamily="49" charset="-122"/>
              </a:rPr>
              <a:t>IP </a:t>
            </a:r>
            <a:r>
              <a:rPr lang="zh-CN" altLang="en-US" sz="2800" dirty="0" smtClean="0">
                <a:ea typeface="黑体" panose="02010609060101010101" pitchFamily="49" charset="-122"/>
              </a:rPr>
              <a:t>协议配套使用的还有三个协议：</a:t>
            </a:r>
          </a:p>
          <a:p>
            <a:pPr lvl="1"/>
            <a:r>
              <a:rPr lang="zh-CN" altLang="en-US" sz="2400" u="sng" dirty="0" smtClean="0">
                <a:solidFill>
                  <a:srgbClr val="FF0000"/>
                </a:solidFill>
                <a:ea typeface="黑体" panose="02010609060101010101" pitchFamily="49" charset="-122"/>
              </a:rPr>
              <a:t>地址解析协议 </a:t>
            </a:r>
            <a:r>
              <a:rPr lang="en-US" altLang="zh-CN" sz="2400" u="sng" dirty="0" smtClean="0">
                <a:solidFill>
                  <a:srgbClr val="FF0000"/>
                </a:solidFill>
                <a:ea typeface="黑体" panose="02010609060101010101" pitchFamily="49" charset="-122"/>
              </a:rPr>
              <a:t>ARP</a:t>
            </a:r>
          </a:p>
          <a:p>
            <a:pPr lvl="1">
              <a:buFont typeface="Wingdings" panose="05000000000000000000" pitchFamily="2" charset="2"/>
              <a:buNone/>
            </a:pPr>
            <a:r>
              <a:rPr lang="en-US" altLang="zh-CN" sz="2400" u="sng" dirty="0" smtClean="0">
                <a:ea typeface="黑体" panose="02010609060101010101" pitchFamily="49" charset="-122"/>
              </a:rPr>
              <a:t>    (Address Resolution Protocol)</a:t>
            </a:r>
          </a:p>
          <a:p>
            <a:pPr lvl="1"/>
            <a:r>
              <a:rPr lang="zh-CN" altLang="en-US" sz="2400" u="sng" dirty="0" smtClean="0">
                <a:solidFill>
                  <a:srgbClr val="FF0000"/>
                </a:solidFill>
                <a:ea typeface="黑体" panose="02010609060101010101" pitchFamily="49" charset="-122"/>
              </a:rPr>
              <a:t>网际控制报文协议 </a:t>
            </a:r>
            <a:r>
              <a:rPr lang="en-US" altLang="zh-CN" sz="2400" u="sng" dirty="0" smtClean="0">
                <a:solidFill>
                  <a:srgbClr val="FF0000"/>
                </a:solidFill>
                <a:ea typeface="黑体" panose="02010609060101010101" pitchFamily="49" charset="-122"/>
              </a:rPr>
              <a:t>ICMP</a:t>
            </a:r>
          </a:p>
          <a:p>
            <a:pPr lvl="1">
              <a:buFont typeface="Wingdings" panose="05000000000000000000" pitchFamily="2" charset="2"/>
              <a:buNone/>
            </a:pPr>
            <a:r>
              <a:rPr lang="en-US" altLang="zh-CN" sz="2400" u="sng" dirty="0" smtClean="0">
                <a:ea typeface="黑体" panose="02010609060101010101" pitchFamily="49" charset="-122"/>
              </a:rPr>
              <a:t>   (Internet Control Message Protocol)</a:t>
            </a:r>
          </a:p>
          <a:p>
            <a:pPr lvl="1"/>
            <a:r>
              <a:rPr lang="zh-CN" altLang="en-US" sz="2400" u="sng" dirty="0" smtClean="0">
                <a:solidFill>
                  <a:srgbClr val="FF0000"/>
                </a:solidFill>
                <a:ea typeface="黑体" panose="02010609060101010101" pitchFamily="49" charset="-122"/>
              </a:rPr>
              <a:t>网际组管理协议 </a:t>
            </a:r>
            <a:r>
              <a:rPr lang="en-US" altLang="zh-CN" sz="2400" u="sng" dirty="0" smtClean="0">
                <a:solidFill>
                  <a:srgbClr val="FF0000"/>
                </a:solidFill>
                <a:ea typeface="黑体" panose="02010609060101010101" pitchFamily="49" charset="-122"/>
              </a:rPr>
              <a:t>IGMP</a:t>
            </a:r>
          </a:p>
          <a:p>
            <a:pPr lvl="1">
              <a:buFont typeface="Wingdings" panose="05000000000000000000" pitchFamily="2" charset="2"/>
              <a:buNone/>
            </a:pPr>
            <a:r>
              <a:rPr lang="en-US" altLang="zh-CN" sz="2400" u="sng" dirty="0" smtClean="0">
                <a:ea typeface="黑体" panose="02010609060101010101" pitchFamily="49" charset="-122"/>
              </a:rPr>
              <a:t>   (Internet Group Management Protocol)</a:t>
            </a:r>
          </a:p>
        </p:txBody>
      </p:sp>
      <p:sp>
        <p:nvSpPr>
          <p:cNvPr id="7014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EA320E-4312-4227-AA9D-F8DD93FD8FD4}" type="slidenum">
              <a:rPr lang="zh-CN" altLang="en-US" smtClean="0"/>
              <a:pPr eaLnBrk="1" hangingPunct="1"/>
              <a:t>12</a:t>
            </a:fld>
            <a:endParaRPr lang="en-US" altLang="zh-CN" smtClean="0"/>
          </a:p>
        </p:txBody>
      </p:sp>
      <p:sp>
        <p:nvSpPr>
          <p:cNvPr id="7014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89" name="Rectangle 2"/>
          <p:cNvSpPr>
            <a:spLocks noGrp="1" noChangeArrowheads="1"/>
          </p:cNvSpPr>
          <p:nvPr>
            <p:ph type="title"/>
          </p:nvPr>
        </p:nvSpPr>
        <p:spPr/>
        <p:txBody>
          <a:bodyPr/>
          <a:lstStyle/>
          <a:p>
            <a:pPr algn="ctr"/>
            <a:r>
              <a:rPr lang="zh-CN" altLang="en-US" smtClean="0">
                <a:ea typeface="黑体" panose="02010609060101010101" pitchFamily="49" charset="-122"/>
              </a:rPr>
              <a:t>网际层的 </a:t>
            </a:r>
            <a:r>
              <a:rPr lang="en-US" altLang="zh-CN" smtClean="0">
                <a:ea typeface="黑体" panose="02010609060101010101" pitchFamily="49" charset="-122"/>
              </a:rPr>
              <a:t>IP </a:t>
            </a:r>
            <a:r>
              <a:rPr lang="zh-CN" altLang="en-US" smtClean="0">
                <a:ea typeface="黑体" panose="02010609060101010101" pitchFamily="49" charset="-122"/>
              </a:rPr>
              <a:t>协议及配套协议</a:t>
            </a:r>
          </a:p>
        </p:txBody>
      </p:sp>
      <p:grpSp>
        <p:nvGrpSpPr>
          <p:cNvPr id="703490" name="组合 1"/>
          <p:cNvGrpSpPr>
            <a:grpSpLocks/>
          </p:cNvGrpSpPr>
          <p:nvPr/>
        </p:nvGrpSpPr>
        <p:grpSpPr bwMode="auto">
          <a:xfrm>
            <a:off x="1443038" y="1412875"/>
            <a:ext cx="6475412" cy="4216400"/>
            <a:chOff x="1442906" y="1412776"/>
            <a:chExt cx="6475015" cy="4216400"/>
          </a:xfrm>
        </p:grpSpPr>
        <p:sp>
          <p:nvSpPr>
            <p:cNvPr id="703491" name="Rectangle 4"/>
            <p:cNvSpPr>
              <a:spLocks noChangeArrowheads="1"/>
            </p:cNvSpPr>
            <p:nvPr/>
          </p:nvSpPr>
          <p:spPr bwMode="auto">
            <a:xfrm>
              <a:off x="3511815" y="2806601"/>
              <a:ext cx="4406106" cy="147161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03492" name="Rectangle 5"/>
            <p:cNvSpPr>
              <a:spLocks noChangeArrowheads="1"/>
            </p:cNvSpPr>
            <p:nvPr/>
          </p:nvSpPr>
          <p:spPr bwMode="auto">
            <a:xfrm>
              <a:off x="3511815" y="1412776"/>
              <a:ext cx="4406106" cy="34083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zh-CN" sz="2400" b="1">
                <a:solidFill>
                  <a:srgbClr val="000099"/>
                </a:solidFill>
                <a:ea typeface="黑体" panose="02010609060101010101" pitchFamily="49" charset="-122"/>
              </a:endParaRPr>
            </a:p>
          </p:txBody>
        </p:sp>
        <p:sp>
          <p:nvSpPr>
            <p:cNvPr id="703493" name="Line 6"/>
            <p:cNvSpPr>
              <a:spLocks noChangeShapeType="1"/>
            </p:cNvSpPr>
            <p:nvPr/>
          </p:nvSpPr>
          <p:spPr bwMode="auto">
            <a:xfrm>
              <a:off x="3511815" y="2265263"/>
              <a:ext cx="440610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黑体" panose="02010609060101010101" pitchFamily="49" charset="-122"/>
              </a:endParaRPr>
            </a:p>
          </p:txBody>
        </p:sp>
        <p:sp>
          <p:nvSpPr>
            <p:cNvPr id="703494" name="Line 7"/>
            <p:cNvSpPr>
              <a:spLocks noChangeShapeType="1"/>
            </p:cNvSpPr>
            <p:nvPr/>
          </p:nvSpPr>
          <p:spPr bwMode="auto">
            <a:xfrm>
              <a:off x="3511815" y="2806601"/>
              <a:ext cx="4406106"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黑体" panose="02010609060101010101" pitchFamily="49" charset="-122"/>
              </a:endParaRPr>
            </a:p>
          </p:txBody>
        </p:sp>
        <p:sp>
          <p:nvSpPr>
            <p:cNvPr id="703495" name="Text Box 8"/>
            <p:cNvSpPr txBox="1">
              <a:spLocks noChangeArrowheads="1"/>
            </p:cNvSpPr>
            <p:nvPr/>
          </p:nvSpPr>
          <p:spPr bwMode="auto">
            <a:xfrm>
              <a:off x="4567767" y="1427063"/>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各种应用层协议</a:t>
              </a:r>
            </a:p>
          </p:txBody>
        </p:sp>
        <p:sp>
          <p:nvSpPr>
            <p:cNvPr id="703496" name="Text Box 9"/>
            <p:cNvSpPr txBox="1">
              <a:spLocks noChangeArrowheads="1"/>
            </p:cNvSpPr>
            <p:nvPr/>
          </p:nvSpPr>
          <p:spPr bwMode="auto">
            <a:xfrm>
              <a:off x="1442906" y="4405213"/>
              <a:ext cx="19014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75000"/>
                </a:lnSpc>
              </a:pPr>
              <a:r>
                <a:rPr lang="en-US" altLang="zh-CN" sz="2400">
                  <a:ea typeface="黑体" panose="02010609060101010101" pitchFamily="49" charset="-122"/>
                </a:rPr>
                <a:t>  </a:t>
              </a:r>
              <a:r>
                <a:rPr lang="zh-CN" altLang="en-US" sz="2400">
                  <a:ea typeface="黑体" panose="02010609060101010101" pitchFamily="49" charset="-122"/>
                </a:rPr>
                <a:t>网络接口层</a:t>
              </a:r>
            </a:p>
          </p:txBody>
        </p:sp>
        <p:sp>
          <p:nvSpPr>
            <p:cNvPr id="703497" name="Text Box 10"/>
            <p:cNvSpPr txBox="1">
              <a:spLocks noChangeArrowheads="1"/>
            </p:cNvSpPr>
            <p:nvPr/>
          </p:nvSpPr>
          <p:spPr bwMode="auto">
            <a:xfrm>
              <a:off x="4007114" y="1812826"/>
              <a:ext cx="32752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ea typeface="黑体" panose="02010609060101010101" pitchFamily="49" charset="-122"/>
                </a:rPr>
                <a:t>(HTTP, FTP, SMTP </a:t>
              </a:r>
              <a:r>
                <a:rPr lang="zh-CN" altLang="zh-CN" sz="2400">
                  <a:ea typeface="黑体" panose="02010609060101010101" pitchFamily="49" charset="-122"/>
                </a:rPr>
                <a:t>等</a:t>
              </a:r>
              <a:r>
                <a:rPr lang="en-US" altLang="zh-CN" sz="2400">
                  <a:ea typeface="黑体" panose="02010609060101010101" pitchFamily="49" charset="-122"/>
                </a:rPr>
                <a:t>)</a:t>
              </a:r>
            </a:p>
          </p:txBody>
        </p:sp>
        <p:sp>
          <p:nvSpPr>
            <p:cNvPr id="703498" name="Rectangle 11"/>
            <p:cNvSpPr>
              <a:spLocks noChangeArrowheads="1"/>
            </p:cNvSpPr>
            <p:nvPr/>
          </p:nvSpPr>
          <p:spPr bwMode="auto">
            <a:xfrm>
              <a:off x="3506656" y="4898926"/>
              <a:ext cx="4411265" cy="730250"/>
            </a:xfrm>
            <a:prstGeom prst="rect">
              <a:avLst/>
            </a:prstGeom>
            <a:solidFill>
              <a:srgbClr val="FFFFFF">
                <a:alpha val="49001"/>
              </a:srgbClr>
            </a:solidFill>
            <a:ln w="19050">
              <a:solidFill>
                <a:schemeClr val="tx1"/>
              </a:solidFill>
              <a:prstDash val="dash"/>
              <a:miter lim="800000"/>
              <a:headEnd/>
              <a:tailEnd/>
            </a:ln>
          </p:spPr>
          <p:txBody>
            <a:bodyPr wrap="none" anchor="ctr"/>
            <a:lstStyle/>
            <a:p>
              <a:pPr eaLnBrk="0" hangingPunct="0"/>
              <a:endParaRPr lang="zh-CN" altLang="en-US">
                <a:ea typeface="黑体" panose="02010609060101010101" pitchFamily="49" charset="-122"/>
              </a:endParaRPr>
            </a:p>
          </p:txBody>
        </p:sp>
        <p:sp>
          <p:nvSpPr>
            <p:cNvPr id="703499" name="Text Box 12"/>
            <p:cNvSpPr txBox="1">
              <a:spLocks noChangeArrowheads="1"/>
            </p:cNvSpPr>
            <p:nvPr/>
          </p:nvSpPr>
          <p:spPr bwMode="auto">
            <a:xfrm>
              <a:off x="4953000" y="5027513"/>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物理硬件</a:t>
              </a:r>
            </a:p>
          </p:txBody>
        </p:sp>
        <p:sp>
          <p:nvSpPr>
            <p:cNvPr id="703500" name="Text Box 13"/>
            <p:cNvSpPr txBox="1">
              <a:spLocks noChangeArrowheads="1"/>
            </p:cNvSpPr>
            <p:nvPr/>
          </p:nvSpPr>
          <p:spPr bwMode="auto">
            <a:xfrm>
              <a:off x="1967442" y="2292251"/>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运输层</a:t>
              </a:r>
            </a:p>
          </p:txBody>
        </p:sp>
        <p:sp>
          <p:nvSpPr>
            <p:cNvPr id="703501" name="Text Box 14"/>
            <p:cNvSpPr txBox="1">
              <a:spLocks noChangeArrowheads="1"/>
            </p:cNvSpPr>
            <p:nvPr/>
          </p:nvSpPr>
          <p:spPr bwMode="auto">
            <a:xfrm>
              <a:off x="5071666" y="2316063"/>
              <a:ext cx="15812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ea typeface="黑体" panose="02010609060101010101" pitchFamily="49" charset="-122"/>
                </a:rPr>
                <a:t>TCP, UDP</a:t>
              </a:r>
            </a:p>
          </p:txBody>
        </p:sp>
        <p:sp>
          <p:nvSpPr>
            <p:cNvPr id="703502" name="Text Box 15"/>
            <p:cNvSpPr txBox="1">
              <a:spLocks noChangeArrowheads="1"/>
            </p:cNvSpPr>
            <p:nvPr/>
          </p:nvSpPr>
          <p:spPr bwMode="auto">
            <a:xfrm>
              <a:off x="2019035" y="1592163"/>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应用层</a:t>
              </a:r>
            </a:p>
          </p:txBody>
        </p:sp>
        <p:sp>
          <p:nvSpPr>
            <p:cNvPr id="703503" name="Rectangle 16"/>
            <p:cNvSpPr>
              <a:spLocks noChangeArrowheads="1"/>
            </p:cNvSpPr>
            <p:nvPr/>
          </p:nvSpPr>
          <p:spPr bwMode="auto">
            <a:xfrm>
              <a:off x="3602964" y="2852638"/>
              <a:ext cx="1050792" cy="373063"/>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400" b="1">
                  <a:solidFill>
                    <a:srgbClr val="000099"/>
                  </a:solidFill>
                  <a:ea typeface="黑体" panose="02010609060101010101" pitchFamily="49" charset="-122"/>
                </a:rPr>
                <a:t>ICMP</a:t>
              </a:r>
            </a:p>
          </p:txBody>
        </p:sp>
        <p:sp>
          <p:nvSpPr>
            <p:cNvPr id="703504" name="Text Box 17"/>
            <p:cNvSpPr txBox="1">
              <a:spLocks noChangeArrowheads="1"/>
            </p:cNvSpPr>
            <p:nvPr/>
          </p:nvSpPr>
          <p:spPr bwMode="auto">
            <a:xfrm>
              <a:off x="5584164" y="3327375"/>
              <a:ext cx="5229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IP</a:t>
              </a:r>
            </a:p>
          </p:txBody>
        </p:sp>
        <p:sp>
          <p:nvSpPr>
            <p:cNvPr id="703505" name="Rectangle 19"/>
            <p:cNvSpPr>
              <a:spLocks noChangeArrowheads="1"/>
            </p:cNvSpPr>
            <p:nvPr/>
          </p:nvSpPr>
          <p:spPr bwMode="auto">
            <a:xfrm>
              <a:off x="6867129" y="3814664"/>
              <a:ext cx="957923" cy="373063"/>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400" b="1">
                  <a:solidFill>
                    <a:srgbClr val="000099"/>
                  </a:solidFill>
                  <a:ea typeface="黑体" panose="02010609060101010101" pitchFamily="49" charset="-122"/>
                </a:rPr>
                <a:t>ARP</a:t>
              </a:r>
            </a:p>
          </p:txBody>
        </p:sp>
        <p:sp>
          <p:nvSpPr>
            <p:cNvPr id="703506" name="Text Box 20"/>
            <p:cNvSpPr txBox="1">
              <a:spLocks noChangeArrowheads="1"/>
            </p:cNvSpPr>
            <p:nvPr/>
          </p:nvSpPr>
          <p:spPr bwMode="auto">
            <a:xfrm>
              <a:off x="4514454" y="4333776"/>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与各种网络接口</a:t>
              </a:r>
            </a:p>
          </p:txBody>
        </p:sp>
        <p:sp>
          <p:nvSpPr>
            <p:cNvPr id="703507" name="Line 21"/>
            <p:cNvSpPr>
              <a:spLocks noChangeShapeType="1"/>
            </p:cNvSpPr>
            <p:nvPr/>
          </p:nvSpPr>
          <p:spPr bwMode="auto">
            <a:xfrm>
              <a:off x="3511815" y="4278213"/>
              <a:ext cx="4406106"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03508" name="Line 22"/>
            <p:cNvSpPr>
              <a:spLocks noChangeShapeType="1"/>
            </p:cNvSpPr>
            <p:nvPr/>
          </p:nvSpPr>
          <p:spPr bwMode="auto">
            <a:xfrm>
              <a:off x="1735270" y="2265263"/>
              <a:ext cx="16836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黑体" panose="02010609060101010101" pitchFamily="49" charset="-122"/>
              </a:endParaRPr>
            </a:p>
          </p:txBody>
        </p:sp>
        <p:sp>
          <p:nvSpPr>
            <p:cNvPr id="703509" name="Line 23"/>
            <p:cNvSpPr>
              <a:spLocks noChangeShapeType="1"/>
            </p:cNvSpPr>
            <p:nvPr/>
          </p:nvSpPr>
          <p:spPr bwMode="auto">
            <a:xfrm>
              <a:off x="1735270" y="2806601"/>
              <a:ext cx="16836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黑体" panose="02010609060101010101" pitchFamily="49" charset="-122"/>
              </a:endParaRPr>
            </a:p>
          </p:txBody>
        </p:sp>
        <p:sp>
          <p:nvSpPr>
            <p:cNvPr id="703510" name="Line 24"/>
            <p:cNvSpPr>
              <a:spLocks noChangeShapeType="1"/>
            </p:cNvSpPr>
            <p:nvPr/>
          </p:nvSpPr>
          <p:spPr bwMode="auto">
            <a:xfrm>
              <a:off x="1764507" y="4275039"/>
              <a:ext cx="1654440"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03511" name="Line 25"/>
            <p:cNvSpPr>
              <a:spLocks noChangeShapeType="1"/>
            </p:cNvSpPr>
            <p:nvPr/>
          </p:nvSpPr>
          <p:spPr bwMode="auto">
            <a:xfrm>
              <a:off x="2550452" y="2806601"/>
              <a:ext cx="0" cy="1471612"/>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03512" name="Text Box 26"/>
            <p:cNvSpPr txBox="1">
              <a:spLocks noChangeArrowheads="1"/>
            </p:cNvSpPr>
            <p:nvPr/>
          </p:nvSpPr>
          <p:spPr bwMode="auto">
            <a:xfrm>
              <a:off x="1705014" y="3089177"/>
              <a:ext cx="1723549"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网络层</a:t>
              </a:r>
            </a:p>
            <a:p>
              <a:pPr algn="ctr" eaLnBrk="0" hangingPunct="0"/>
              <a:r>
                <a:rPr lang="zh-CN" altLang="en-US" sz="2400" b="1">
                  <a:solidFill>
                    <a:srgbClr val="000099"/>
                  </a:solidFill>
                  <a:ea typeface="黑体" panose="02010609060101010101" pitchFamily="49" charset="-122"/>
                </a:rPr>
                <a:t>（网际层）</a:t>
              </a:r>
            </a:p>
          </p:txBody>
        </p:sp>
        <p:sp>
          <p:nvSpPr>
            <p:cNvPr id="703513" name="Rectangle 27"/>
            <p:cNvSpPr>
              <a:spLocks noChangeArrowheads="1"/>
            </p:cNvSpPr>
            <p:nvPr/>
          </p:nvSpPr>
          <p:spPr bwMode="auto">
            <a:xfrm>
              <a:off x="4705351" y="2852638"/>
              <a:ext cx="1049073" cy="373063"/>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400" b="1">
                  <a:solidFill>
                    <a:srgbClr val="000099"/>
                  </a:solidFill>
                  <a:ea typeface="黑体" panose="02010609060101010101" pitchFamily="49" charset="-122"/>
                </a:rPr>
                <a:t>IGMP</a:t>
              </a:r>
            </a:p>
          </p:txBody>
        </p:sp>
        <p:sp>
          <p:nvSpPr>
            <p:cNvPr id="703514" name="Line 28"/>
            <p:cNvSpPr>
              <a:spLocks noChangeShapeType="1"/>
            </p:cNvSpPr>
            <p:nvPr/>
          </p:nvSpPr>
          <p:spPr bwMode="auto">
            <a:xfrm flipV="1">
              <a:off x="1749029" y="1412776"/>
              <a:ext cx="166991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黑体" panose="02010609060101010101" pitchFamily="49" charset="-122"/>
              </a:endParaRPr>
            </a:p>
          </p:txBody>
        </p:sp>
        <p:sp>
          <p:nvSpPr>
            <p:cNvPr id="703515" name="Line 29"/>
            <p:cNvSpPr>
              <a:spLocks noChangeShapeType="1"/>
            </p:cNvSpPr>
            <p:nvPr/>
          </p:nvSpPr>
          <p:spPr bwMode="auto">
            <a:xfrm>
              <a:off x="1719792" y="4821138"/>
              <a:ext cx="169915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黑体" panose="02010609060101010101" pitchFamily="49" charset="-122"/>
              </a:endParaRPr>
            </a:p>
          </p:txBody>
        </p:sp>
      </p:grpSp>
      <p:sp>
        <p:nvSpPr>
          <p:cNvPr id="70351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2284D8-ECCD-4081-B132-CF54F3CE0D40}" type="slidenum">
              <a:rPr lang="zh-CN" altLang="en-US" smtClean="0"/>
              <a:pPr eaLnBrk="1" hangingPunct="1"/>
              <a:t>13</a:t>
            </a:fld>
            <a:endParaRPr lang="en-US" altLang="zh-CN" smtClean="0"/>
          </a:p>
        </p:txBody>
      </p:sp>
      <p:sp>
        <p:nvSpPr>
          <p:cNvPr id="70351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7" name="Rectangle 2"/>
          <p:cNvSpPr>
            <a:spLocks noGrp="1" noChangeArrowheads="1"/>
          </p:cNvSpPr>
          <p:nvPr>
            <p:ph type="title"/>
          </p:nvPr>
        </p:nvSpPr>
        <p:spPr>
          <a:xfrm>
            <a:off x="495300" y="188913"/>
            <a:ext cx="9066213" cy="792162"/>
          </a:xfrm>
        </p:spPr>
        <p:txBody>
          <a:bodyPr/>
          <a:lstStyle/>
          <a:p>
            <a:r>
              <a:rPr lang="en-US" altLang="zh-CN" sz="3600" dirty="0" smtClean="0">
                <a:ea typeface="黑体" panose="02010609060101010101" pitchFamily="49" charset="-122"/>
              </a:rPr>
              <a:t>4.2.1  </a:t>
            </a:r>
            <a:r>
              <a:rPr lang="zh-CN" altLang="en-US" sz="3600" dirty="0" smtClean="0">
                <a:ea typeface="黑体" panose="02010609060101010101" pitchFamily="49" charset="-122"/>
              </a:rPr>
              <a:t>虚拟</a:t>
            </a:r>
            <a:r>
              <a:rPr lang="zh-CN" altLang="en-US" sz="3600" dirty="0" smtClean="0">
                <a:ea typeface="黑体" panose="02010609060101010101" pitchFamily="49" charset="-122"/>
              </a:rPr>
              <a:t>互连网络（理解</a:t>
            </a:r>
            <a:r>
              <a:rPr lang="en-US" altLang="zh-CN" sz="3600" dirty="0" smtClean="0">
                <a:ea typeface="黑体" panose="02010609060101010101" pitchFamily="49" charset="-122"/>
              </a:rPr>
              <a:t>IP</a:t>
            </a:r>
            <a:r>
              <a:rPr lang="zh-CN" altLang="en-US" sz="3600" dirty="0" smtClean="0">
                <a:ea typeface="黑体" panose="02010609060101010101" pitchFamily="49" charset="-122"/>
              </a:rPr>
              <a:t>的核心作用） </a:t>
            </a:r>
            <a:endParaRPr lang="zh-CN" altLang="en-US" sz="3600" dirty="0" smtClean="0">
              <a:ea typeface="黑体" panose="02010609060101010101" pitchFamily="49" charset="-122"/>
            </a:endParaRPr>
          </a:p>
        </p:txBody>
      </p:sp>
      <p:sp>
        <p:nvSpPr>
          <p:cNvPr id="705538" name="Rectangle 3"/>
          <p:cNvSpPr>
            <a:spLocks noGrp="1" noChangeArrowheads="1"/>
          </p:cNvSpPr>
          <p:nvPr>
            <p:ph idx="1"/>
          </p:nvPr>
        </p:nvSpPr>
        <p:spPr>
          <a:xfrm>
            <a:off x="495300" y="1196975"/>
            <a:ext cx="9066213" cy="4933950"/>
          </a:xfrm>
        </p:spPr>
        <p:txBody>
          <a:bodyPr/>
          <a:lstStyle/>
          <a:p>
            <a:pPr>
              <a:lnSpc>
                <a:spcPct val="100000"/>
              </a:lnSpc>
            </a:pPr>
            <a:r>
              <a:rPr lang="zh-CN" altLang="en-US" sz="2400" smtClean="0">
                <a:ea typeface="黑体" panose="02010609060101010101" pitchFamily="49" charset="-122"/>
              </a:rPr>
              <a:t>将</a:t>
            </a:r>
            <a:r>
              <a:rPr lang="zh-CN" altLang="zh-CN" sz="2400" smtClean="0">
                <a:ea typeface="黑体" panose="02010609060101010101" pitchFamily="49" charset="-122"/>
              </a:rPr>
              <a:t>网络互连并能够互相通信</a:t>
            </a:r>
            <a:r>
              <a:rPr lang="zh-CN" altLang="en-US" sz="2400" smtClean="0">
                <a:ea typeface="黑体" panose="02010609060101010101" pitchFamily="49" charset="-122"/>
              </a:rPr>
              <a:t>，会遇到许多问题需要解决，如：</a:t>
            </a:r>
          </a:p>
          <a:p>
            <a:pPr lvl="1">
              <a:lnSpc>
                <a:spcPct val="100000"/>
              </a:lnSpc>
            </a:pPr>
            <a:r>
              <a:rPr lang="zh-CN" altLang="en-US" sz="2400" smtClean="0">
                <a:ea typeface="黑体" panose="02010609060101010101" pitchFamily="49" charset="-122"/>
              </a:rPr>
              <a:t>不同的寻址方案</a:t>
            </a:r>
          </a:p>
          <a:p>
            <a:pPr lvl="1">
              <a:lnSpc>
                <a:spcPct val="100000"/>
              </a:lnSpc>
            </a:pPr>
            <a:r>
              <a:rPr lang="zh-CN" altLang="en-US" sz="2400" smtClean="0">
                <a:ea typeface="黑体" panose="02010609060101010101" pitchFamily="49" charset="-122"/>
              </a:rPr>
              <a:t>不同的最大分组长度</a:t>
            </a:r>
          </a:p>
          <a:p>
            <a:pPr lvl="1">
              <a:lnSpc>
                <a:spcPct val="100000"/>
              </a:lnSpc>
            </a:pPr>
            <a:r>
              <a:rPr lang="zh-CN" altLang="en-US" sz="2400" smtClean="0">
                <a:ea typeface="黑体" panose="02010609060101010101" pitchFamily="49" charset="-122"/>
              </a:rPr>
              <a:t>不同的网络接入机制</a:t>
            </a:r>
          </a:p>
          <a:p>
            <a:pPr lvl="1">
              <a:lnSpc>
                <a:spcPct val="100000"/>
              </a:lnSpc>
            </a:pPr>
            <a:r>
              <a:rPr lang="zh-CN" altLang="en-US" sz="2400" smtClean="0">
                <a:ea typeface="黑体" panose="02010609060101010101" pitchFamily="49" charset="-122"/>
              </a:rPr>
              <a:t>不同的超时控制</a:t>
            </a:r>
          </a:p>
          <a:p>
            <a:pPr lvl="1">
              <a:lnSpc>
                <a:spcPct val="100000"/>
              </a:lnSpc>
            </a:pPr>
            <a:r>
              <a:rPr lang="zh-CN" altLang="en-US" sz="2400" smtClean="0">
                <a:ea typeface="黑体" panose="02010609060101010101" pitchFamily="49" charset="-122"/>
              </a:rPr>
              <a:t>不同的差错恢复方法</a:t>
            </a:r>
          </a:p>
          <a:p>
            <a:pPr lvl="1">
              <a:lnSpc>
                <a:spcPct val="100000"/>
              </a:lnSpc>
            </a:pPr>
            <a:r>
              <a:rPr lang="zh-CN" altLang="en-US" sz="2400" smtClean="0">
                <a:ea typeface="黑体" panose="02010609060101010101" pitchFamily="49" charset="-122"/>
              </a:rPr>
              <a:t>不同的状态报告方法</a:t>
            </a:r>
          </a:p>
          <a:p>
            <a:pPr lvl="1">
              <a:lnSpc>
                <a:spcPct val="100000"/>
              </a:lnSpc>
            </a:pPr>
            <a:r>
              <a:rPr lang="zh-CN" altLang="en-US" sz="2400" smtClean="0">
                <a:ea typeface="黑体" panose="02010609060101010101" pitchFamily="49" charset="-122"/>
              </a:rPr>
              <a:t>不同的路由选择技术</a:t>
            </a:r>
          </a:p>
          <a:p>
            <a:pPr lvl="1">
              <a:lnSpc>
                <a:spcPct val="100000"/>
              </a:lnSpc>
            </a:pPr>
            <a:r>
              <a:rPr lang="zh-CN" altLang="en-US" sz="2400" smtClean="0">
                <a:ea typeface="黑体" panose="02010609060101010101" pitchFamily="49" charset="-122"/>
              </a:rPr>
              <a:t>不同的用户接入控制</a:t>
            </a:r>
          </a:p>
          <a:p>
            <a:pPr lvl="1">
              <a:lnSpc>
                <a:spcPct val="100000"/>
              </a:lnSpc>
            </a:pPr>
            <a:r>
              <a:rPr lang="zh-CN" altLang="en-US" sz="2400" smtClean="0">
                <a:ea typeface="黑体" panose="02010609060101010101" pitchFamily="49" charset="-122"/>
              </a:rPr>
              <a:t>不同的服务（面向连接服务和无连接服务）</a:t>
            </a:r>
          </a:p>
          <a:p>
            <a:pPr lvl="1">
              <a:lnSpc>
                <a:spcPct val="100000"/>
              </a:lnSpc>
            </a:pPr>
            <a:r>
              <a:rPr lang="zh-CN" altLang="en-US" sz="2400" smtClean="0">
                <a:ea typeface="黑体" panose="02010609060101010101" pitchFamily="49" charset="-122"/>
              </a:rPr>
              <a:t>不同的管理与控制方式  等</a:t>
            </a:r>
          </a:p>
        </p:txBody>
      </p:sp>
      <p:sp>
        <p:nvSpPr>
          <p:cNvPr id="2" name="矩形 1"/>
          <p:cNvSpPr>
            <a:spLocks noChangeArrowheads="1"/>
          </p:cNvSpPr>
          <p:nvPr/>
        </p:nvSpPr>
        <p:spPr bwMode="auto">
          <a:xfrm>
            <a:off x="5600700" y="2997200"/>
            <a:ext cx="3744913" cy="107632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3200" b="1">
                <a:solidFill>
                  <a:schemeClr val="bg1"/>
                </a:solidFill>
                <a:ea typeface="黑体" panose="02010609060101010101" pitchFamily="49" charset="-122"/>
              </a:rPr>
              <a:t>如何</a:t>
            </a:r>
            <a:r>
              <a:rPr lang="zh-CN" altLang="zh-CN" sz="3200" b="1">
                <a:solidFill>
                  <a:schemeClr val="bg1"/>
                </a:solidFill>
                <a:ea typeface="黑体" panose="02010609060101010101" pitchFamily="49" charset="-122"/>
              </a:rPr>
              <a:t>将</a:t>
            </a:r>
            <a:r>
              <a:rPr lang="zh-CN" altLang="en-US" sz="3200" b="1">
                <a:solidFill>
                  <a:schemeClr val="bg1"/>
                </a:solidFill>
                <a:ea typeface="黑体" panose="02010609060101010101" pitchFamily="49" charset="-122"/>
              </a:rPr>
              <a:t>异构的</a:t>
            </a:r>
            <a:r>
              <a:rPr lang="zh-CN" altLang="zh-CN" sz="3200" b="1">
                <a:solidFill>
                  <a:schemeClr val="bg1"/>
                </a:solidFill>
                <a:ea typeface="黑体" panose="02010609060101010101" pitchFamily="49" charset="-122"/>
              </a:rPr>
              <a:t>网络</a:t>
            </a:r>
            <a:endParaRPr lang="en-US" altLang="zh-CN" sz="3200" b="1">
              <a:solidFill>
                <a:schemeClr val="bg1"/>
              </a:solidFill>
              <a:ea typeface="黑体" panose="02010609060101010101" pitchFamily="49" charset="-122"/>
            </a:endParaRPr>
          </a:p>
          <a:p>
            <a:pPr algn="ctr" eaLnBrk="0" hangingPunct="0"/>
            <a:r>
              <a:rPr lang="zh-CN" altLang="zh-CN" sz="3200" b="1">
                <a:solidFill>
                  <a:schemeClr val="bg1"/>
                </a:solidFill>
                <a:ea typeface="黑体" panose="02010609060101010101" pitchFamily="49" charset="-122"/>
              </a:rPr>
              <a:t>互相连接起来</a:t>
            </a:r>
            <a:r>
              <a:rPr lang="zh-CN" altLang="en-US" sz="3200" b="1">
                <a:solidFill>
                  <a:schemeClr val="bg1"/>
                </a:solidFill>
                <a:ea typeface="黑体" panose="02010609060101010101" pitchFamily="49" charset="-122"/>
              </a:rPr>
              <a:t>？</a:t>
            </a:r>
          </a:p>
        </p:txBody>
      </p:sp>
      <p:sp>
        <p:nvSpPr>
          <p:cNvPr id="7055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A427F3-9BC6-4C6F-9FF8-4A52D308B615}" type="slidenum">
              <a:rPr lang="zh-CN" altLang="en-US" smtClean="0"/>
              <a:pPr eaLnBrk="1" hangingPunct="1"/>
              <a:t>14</a:t>
            </a:fld>
            <a:endParaRPr lang="en-US" altLang="zh-CN" smtClean="0"/>
          </a:p>
        </p:txBody>
      </p:sp>
      <p:sp>
        <p:nvSpPr>
          <p:cNvPr id="7055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5"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使用一些中间设备进行互连 </a:t>
            </a:r>
          </a:p>
        </p:txBody>
      </p:sp>
      <p:sp>
        <p:nvSpPr>
          <p:cNvPr id="351234" name="Rectangle 2"/>
          <p:cNvSpPr>
            <a:spLocks noGrp="1" noChangeArrowheads="1"/>
          </p:cNvSpPr>
          <p:nvPr>
            <p:ph idx="1"/>
          </p:nvPr>
        </p:nvSpPr>
        <p:spPr>
          <a:xfrm>
            <a:off x="495300" y="1196975"/>
            <a:ext cx="9066213" cy="4933950"/>
          </a:xfrm>
        </p:spPr>
        <p:txBody>
          <a:bodyPr/>
          <a:lstStyle/>
          <a:p>
            <a:pPr>
              <a:lnSpc>
                <a:spcPct val="120000"/>
              </a:lnSpc>
            </a:pPr>
            <a:r>
              <a:rPr lang="zh-CN" altLang="en-US" dirty="0" smtClean="0">
                <a:ea typeface="黑体" panose="02010609060101010101" pitchFamily="49" charset="-122"/>
              </a:rPr>
              <a:t>将网络互相连接起来要使用一些中间设备。 </a:t>
            </a:r>
            <a:endParaRPr lang="en-US" altLang="zh-CN" dirty="0" smtClean="0">
              <a:solidFill>
                <a:schemeClr val="hlink"/>
              </a:solidFill>
              <a:ea typeface="黑体" panose="02010609060101010101" pitchFamily="49" charset="-122"/>
            </a:endParaRPr>
          </a:p>
          <a:p>
            <a:pPr>
              <a:lnSpc>
                <a:spcPct val="120000"/>
              </a:lnSpc>
            </a:pPr>
            <a:r>
              <a:rPr lang="zh-CN" altLang="en-US" dirty="0" smtClean="0">
                <a:ea typeface="黑体" panose="02010609060101010101" pitchFamily="49" charset="-122"/>
              </a:rPr>
              <a:t>中间设备又称为</a:t>
            </a:r>
            <a:r>
              <a:rPr lang="zh-CN" altLang="en-US" dirty="0" smtClean="0">
                <a:solidFill>
                  <a:srgbClr val="FF0000"/>
                </a:solidFill>
                <a:ea typeface="黑体" panose="02010609060101010101" pitchFamily="49" charset="-122"/>
              </a:rPr>
              <a:t>中间系统</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中继 </a:t>
            </a:r>
            <a:r>
              <a:rPr lang="en-US" altLang="zh-CN" dirty="0" smtClean="0">
                <a:solidFill>
                  <a:srgbClr val="FF0000"/>
                </a:solidFill>
                <a:ea typeface="黑体" panose="02010609060101010101" pitchFamily="49" charset="-122"/>
              </a:rPr>
              <a:t>(relay)</a:t>
            </a:r>
            <a:r>
              <a:rPr lang="zh-CN" altLang="en-US" dirty="0" smtClean="0">
                <a:solidFill>
                  <a:srgbClr val="FF0000"/>
                </a:solidFill>
                <a:ea typeface="黑体" panose="02010609060101010101" pitchFamily="49" charset="-122"/>
              </a:rPr>
              <a:t>系统。</a:t>
            </a:r>
            <a:endParaRPr lang="en-US" altLang="zh-CN" dirty="0" smtClean="0">
              <a:solidFill>
                <a:srgbClr val="FF0000"/>
              </a:solidFill>
              <a:ea typeface="黑体" panose="02010609060101010101" pitchFamily="49" charset="-122"/>
            </a:endParaRPr>
          </a:p>
          <a:p>
            <a:pPr>
              <a:lnSpc>
                <a:spcPct val="120000"/>
              </a:lnSpc>
            </a:pPr>
            <a:r>
              <a:rPr lang="zh-CN" altLang="zh-CN" dirty="0" smtClean="0">
                <a:ea typeface="黑体" panose="02010609060101010101" pitchFamily="49" charset="-122"/>
              </a:rPr>
              <a:t>有以下</a:t>
            </a:r>
            <a:r>
              <a:rPr lang="zh-CN" altLang="en-US" dirty="0" smtClean="0">
                <a:ea typeface="黑体" panose="02010609060101010101" pitchFamily="49" charset="-122"/>
              </a:rPr>
              <a:t>五</a:t>
            </a:r>
            <a:r>
              <a:rPr lang="zh-CN" altLang="zh-CN" dirty="0" smtClean="0">
                <a:ea typeface="黑体" panose="02010609060101010101" pitchFamily="49" charset="-122"/>
              </a:rPr>
              <a:t>种不同的中间设备：</a:t>
            </a:r>
            <a:endParaRPr lang="zh-CN" altLang="en-US" dirty="0" smtClean="0">
              <a:ea typeface="黑体" panose="02010609060101010101" pitchFamily="49" charset="-122"/>
            </a:endParaRPr>
          </a:p>
          <a:p>
            <a:pPr lvl="1">
              <a:lnSpc>
                <a:spcPct val="120000"/>
              </a:lnSpc>
            </a:pPr>
            <a:r>
              <a:rPr lang="zh-CN" altLang="en-US" dirty="0" smtClean="0">
                <a:solidFill>
                  <a:srgbClr val="0000FF"/>
                </a:solidFill>
                <a:ea typeface="黑体" panose="02010609060101010101" pitchFamily="49" charset="-122"/>
              </a:rPr>
              <a:t>物理层</a:t>
            </a:r>
            <a:r>
              <a:rPr lang="zh-CN" altLang="en-US" dirty="0" smtClean="0">
                <a:ea typeface="黑体" panose="02010609060101010101" pitchFamily="49" charset="-122"/>
              </a:rPr>
              <a:t>中继系统：</a:t>
            </a:r>
            <a:r>
              <a:rPr lang="zh-CN" altLang="en-US" dirty="0" smtClean="0">
                <a:solidFill>
                  <a:srgbClr val="FF0000"/>
                </a:solidFill>
                <a:ea typeface="黑体" panose="02010609060101010101" pitchFamily="49" charset="-122"/>
              </a:rPr>
              <a:t>转发器 </a:t>
            </a:r>
            <a:r>
              <a:rPr lang="en-US" altLang="zh-CN" dirty="0" smtClean="0">
                <a:ea typeface="黑体" panose="02010609060101010101" pitchFamily="49" charset="-122"/>
              </a:rPr>
              <a:t>(repeater)</a:t>
            </a:r>
            <a:r>
              <a:rPr lang="zh-CN" altLang="en-US" dirty="0" smtClean="0">
                <a:ea typeface="黑体" panose="02010609060101010101" pitchFamily="49" charset="-122"/>
              </a:rPr>
              <a:t>。</a:t>
            </a:r>
          </a:p>
          <a:p>
            <a:pPr lvl="1">
              <a:lnSpc>
                <a:spcPct val="120000"/>
              </a:lnSpc>
            </a:pPr>
            <a:r>
              <a:rPr lang="zh-CN" altLang="en-US" dirty="0" smtClean="0">
                <a:solidFill>
                  <a:srgbClr val="0000FF"/>
                </a:solidFill>
                <a:ea typeface="黑体" panose="02010609060101010101" pitchFamily="49" charset="-122"/>
              </a:rPr>
              <a:t>数据链路层</a:t>
            </a:r>
            <a:r>
              <a:rPr lang="zh-CN" altLang="en-US" dirty="0" smtClean="0">
                <a:ea typeface="黑体" panose="02010609060101010101" pitchFamily="49" charset="-122"/>
              </a:rPr>
              <a:t>中继系统：</a:t>
            </a:r>
            <a:r>
              <a:rPr lang="zh-CN" altLang="en-US" dirty="0" smtClean="0">
                <a:solidFill>
                  <a:srgbClr val="FF0000"/>
                </a:solidFill>
                <a:ea typeface="黑体" panose="02010609060101010101" pitchFamily="49" charset="-122"/>
              </a:rPr>
              <a:t>网桥 </a:t>
            </a:r>
            <a:r>
              <a:rPr lang="zh-CN" altLang="en-US" dirty="0" smtClean="0">
                <a:ea typeface="黑体" panose="02010609060101010101" pitchFamily="49" charset="-122"/>
              </a:rPr>
              <a:t>或 </a:t>
            </a:r>
            <a:r>
              <a:rPr lang="zh-CN" altLang="en-US" dirty="0" smtClean="0">
                <a:solidFill>
                  <a:srgbClr val="FF0000"/>
                </a:solidFill>
                <a:ea typeface="黑体" panose="02010609060101010101" pitchFamily="49" charset="-122"/>
              </a:rPr>
              <a:t>桥接器 </a:t>
            </a:r>
            <a:r>
              <a:rPr lang="en-US" altLang="zh-CN" dirty="0" smtClean="0">
                <a:ea typeface="黑体" panose="02010609060101010101" pitchFamily="49" charset="-122"/>
              </a:rPr>
              <a:t>(bridge)</a:t>
            </a:r>
            <a:r>
              <a:rPr lang="zh-CN" altLang="en-US" dirty="0" smtClean="0">
                <a:ea typeface="黑体" panose="02010609060101010101" pitchFamily="49" charset="-122"/>
              </a:rPr>
              <a:t>。</a:t>
            </a:r>
          </a:p>
          <a:p>
            <a:pPr lvl="1">
              <a:lnSpc>
                <a:spcPct val="120000"/>
              </a:lnSpc>
            </a:pPr>
            <a:r>
              <a:rPr lang="zh-CN" altLang="en-US" dirty="0" smtClean="0">
                <a:solidFill>
                  <a:srgbClr val="0000FF"/>
                </a:solidFill>
                <a:ea typeface="黑体" panose="02010609060101010101" pitchFamily="49" charset="-122"/>
              </a:rPr>
              <a:t>网络层</a:t>
            </a:r>
            <a:r>
              <a:rPr lang="zh-CN" altLang="en-US" dirty="0" smtClean="0">
                <a:ea typeface="黑体" panose="02010609060101010101" pitchFamily="49" charset="-122"/>
              </a:rPr>
              <a:t>中继系统：</a:t>
            </a:r>
            <a:r>
              <a:rPr lang="zh-CN" altLang="en-US" dirty="0" smtClean="0">
                <a:solidFill>
                  <a:srgbClr val="FF0000"/>
                </a:solidFill>
                <a:ea typeface="黑体" panose="02010609060101010101" pitchFamily="49" charset="-122"/>
              </a:rPr>
              <a:t>路由器 </a:t>
            </a:r>
            <a:r>
              <a:rPr lang="en-US" altLang="zh-CN" dirty="0" smtClean="0">
                <a:ea typeface="黑体" panose="02010609060101010101" pitchFamily="49" charset="-122"/>
              </a:rPr>
              <a:t>(router)</a:t>
            </a:r>
            <a:r>
              <a:rPr lang="zh-CN" altLang="en-US" dirty="0" smtClean="0">
                <a:ea typeface="黑体" panose="02010609060101010101" pitchFamily="49" charset="-122"/>
              </a:rPr>
              <a:t>。</a:t>
            </a:r>
          </a:p>
          <a:p>
            <a:pPr lvl="1">
              <a:lnSpc>
                <a:spcPct val="120000"/>
              </a:lnSpc>
            </a:pPr>
            <a:r>
              <a:rPr lang="zh-CN" altLang="en-US" smtClean="0">
                <a:solidFill>
                  <a:srgbClr val="0000FF"/>
                </a:solidFill>
                <a:ea typeface="黑体" panose="02010609060101010101" pitchFamily="49" charset="-122"/>
              </a:rPr>
              <a:t>网络层</a:t>
            </a:r>
            <a:r>
              <a:rPr lang="zh-CN" altLang="en-US" dirty="0" smtClean="0">
                <a:solidFill>
                  <a:srgbClr val="0000FF"/>
                </a:solidFill>
                <a:ea typeface="黑体" panose="02010609060101010101" pitchFamily="49" charset="-122"/>
              </a:rPr>
              <a:t>以上</a:t>
            </a:r>
            <a:r>
              <a:rPr lang="zh-CN" altLang="en-US" dirty="0" smtClean="0">
                <a:ea typeface="黑体" panose="02010609060101010101" pitchFamily="49" charset="-122"/>
              </a:rPr>
              <a:t>的中继系统：</a:t>
            </a:r>
            <a:r>
              <a:rPr lang="zh-CN" altLang="en-US" dirty="0" smtClean="0">
                <a:solidFill>
                  <a:srgbClr val="FF0000"/>
                </a:solidFill>
                <a:ea typeface="黑体" panose="02010609060101010101" pitchFamily="49" charset="-122"/>
              </a:rPr>
              <a:t>网关 </a:t>
            </a:r>
            <a:r>
              <a:rPr lang="en-US" altLang="zh-CN" dirty="0" smtClean="0">
                <a:ea typeface="黑体" panose="02010609060101010101" pitchFamily="49" charset="-122"/>
              </a:rPr>
              <a:t>(gateway)</a:t>
            </a:r>
            <a:r>
              <a:rPr lang="zh-CN" altLang="en-US" dirty="0" smtClean="0">
                <a:ea typeface="黑体" panose="02010609060101010101" pitchFamily="49" charset="-122"/>
              </a:rPr>
              <a:t>。  </a:t>
            </a:r>
          </a:p>
        </p:txBody>
      </p:sp>
      <p:sp>
        <p:nvSpPr>
          <p:cNvPr id="7075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E2B6B0-8987-4621-A181-87E2828A713B}" type="slidenum">
              <a:rPr lang="zh-CN" altLang="en-US" smtClean="0"/>
              <a:pPr eaLnBrk="1" hangingPunct="1"/>
              <a:t>15</a:t>
            </a:fld>
            <a:endParaRPr lang="en-US" altLang="zh-CN" smtClean="0"/>
          </a:p>
        </p:txBody>
      </p:sp>
      <p:sp>
        <p:nvSpPr>
          <p:cNvPr id="7075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4">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1234">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123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3"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网络互连使用路由器 </a:t>
            </a:r>
          </a:p>
        </p:txBody>
      </p:sp>
      <p:sp>
        <p:nvSpPr>
          <p:cNvPr id="352258" name="Rectangle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当中继系统是转发器或网桥时，一般并不称之为网络互连，因为这仅仅是把一个网络扩大了，而这仍然是一个网络。 </a:t>
            </a:r>
          </a:p>
          <a:p>
            <a:r>
              <a:rPr lang="zh-CN" altLang="en-US" smtClean="0">
                <a:ea typeface="黑体" panose="02010609060101010101" pitchFamily="49" charset="-122"/>
              </a:rPr>
              <a:t>网关由于比较复杂，目前使用得较少。</a:t>
            </a:r>
          </a:p>
          <a:p>
            <a:r>
              <a:rPr lang="zh-CN" altLang="zh-CN" smtClean="0">
                <a:solidFill>
                  <a:srgbClr val="FF0000"/>
                </a:solidFill>
                <a:ea typeface="黑体" panose="02010609060101010101" pitchFamily="49" charset="-122"/>
              </a:rPr>
              <a:t>网络互连</a:t>
            </a:r>
            <a:r>
              <a:rPr lang="zh-CN" altLang="en-US" smtClean="0">
                <a:solidFill>
                  <a:srgbClr val="FF0000"/>
                </a:solidFill>
                <a:ea typeface="黑体" panose="02010609060101010101" pitchFamily="49" charset="-122"/>
              </a:rPr>
              <a:t>都是指用路由器进行</a:t>
            </a:r>
            <a:r>
              <a:rPr lang="zh-CN" altLang="zh-CN" smtClean="0">
                <a:solidFill>
                  <a:srgbClr val="FF0000"/>
                </a:solidFill>
                <a:ea typeface="黑体" panose="02010609060101010101" pitchFamily="49" charset="-122"/>
              </a:rPr>
              <a:t>网络互连和路由选择</a:t>
            </a:r>
            <a:r>
              <a:rPr lang="zh-CN" altLang="en-US" smtClean="0">
                <a:solidFill>
                  <a:srgbClr val="FF0000"/>
                </a:solidFill>
                <a:ea typeface="黑体" panose="02010609060101010101" pitchFamily="49" charset="-122"/>
              </a:rPr>
              <a:t>。</a:t>
            </a:r>
          </a:p>
          <a:p>
            <a:r>
              <a:rPr lang="zh-CN" altLang="en-US" smtClean="0">
                <a:ea typeface="黑体" panose="02010609060101010101" pitchFamily="49" charset="-122"/>
              </a:rPr>
              <a:t>由于历史的原因，许多有关 </a:t>
            </a:r>
            <a:r>
              <a:rPr lang="en-US" altLang="zh-CN" smtClean="0">
                <a:ea typeface="黑体" panose="02010609060101010101" pitchFamily="49" charset="-122"/>
              </a:rPr>
              <a:t>TCP/IP </a:t>
            </a:r>
            <a:r>
              <a:rPr lang="zh-CN" altLang="en-US" smtClean="0">
                <a:ea typeface="黑体" panose="02010609060101010101" pitchFamily="49" charset="-122"/>
              </a:rPr>
              <a:t>的文献将网络层使用的路由器称为</a:t>
            </a:r>
            <a:r>
              <a:rPr lang="zh-CN" altLang="en-US" smtClean="0">
                <a:solidFill>
                  <a:srgbClr val="FF0000"/>
                </a:solidFill>
                <a:ea typeface="黑体" panose="02010609060101010101" pitchFamily="49" charset="-122"/>
              </a:rPr>
              <a:t>网关。 </a:t>
            </a:r>
            <a:r>
              <a:rPr lang="zh-CN" altLang="en-US" smtClean="0">
                <a:ea typeface="黑体" panose="02010609060101010101" pitchFamily="49" charset="-122"/>
              </a:rPr>
              <a:t>  </a:t>
            </a:r>
          </a:p>
          <a:p>
            <a:endParaRPr lang="en-US" altLang="zh-CN" smtClean="0">
              <a:ea typeface="黑体" panose="02010609060101010101" pitchFamily="49" charset="-122"/>
            </a:endParaRPr>
          </a:p>
        </p:txBody>
      </p:sp>
      <p:sp>
        <p:nvSpPr>
          <p:cNvPr id="7096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99B82C-E345-40B3-AB60-2FED8C31EBF5}" type="slidenum">
              <a:rPr lang="zh-CN" altLang="en-US" smtClean="0"/>
              <a:pPr eaLnBrk="1" hangingPunct="1"/>
              <a:t>16</a:t>
            </a:fld>
            <a:endParaRPr lang="en-US" altLang="zh-CN" smtClean="0"/>
          </a:p>
        </p:txBody>
      </p:sp>
      <p:sp>
        <p:nvSpPr>
          <p:cNvPr id="7096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225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225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22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1" name="Rectangle 3"/>
          <p:cNvSpPr>
            <a:spLocks noGrp="1" noChangeArrowheads="1"/>
          </p:cNvSpPr>
          <p:nvPr>
            <p:ph type="title"/>
          </p:nvPr>
        </p:nvSpPr>
        <p:spPr/>
        <p:txBody>
          <a:bodyPr/>
          <a:lstStyle/>
          <a:p>
            <a:pPr algn="ctr"/>
            <a:r>
              <a:rPr lang="zh-CN" altLang="en-US" smtClean="0">
                <a:ea typeface="黑体" panose="02010609060101010101" pitchFamily="49" charset="-122"/>
              </a:rPr>
              <a:t>互连网络与虚拟互连网络 </a:t>
            </a:r>
          </a:p>
        </p:txBody>
      </p:sp>
      <p:grpSp>
        <p:nvGrpSpPr>
          <p:cNvPr id="711682" name="组合 4"/>
          <p:cNvGrpSpPr>
            <a:grpSpLocks/>
          </p:cNvGrpSpPr>
          <p:nvPr/>
        </p:nvGrpSpPr>
        <p:grpSpPr bwMode="auto">
          <a:xfrm>
            <a:off x="471488" y="1268413"/>
            <a:ext cx="9104312" cy="4567237"/>
            <a:chOff x="472116" y="1268760"/>
            <a:chExt cx="9103164" cy="4566121"/>
          </a:xfrm>
        </p:grpSpPr>
        <p:grpSp>
          <p:nvGrpSpPr>
            <p:cNvPr id="711683" name="组合 3"/>
            <p:cNvGrpSpPr>
              <a:grpSpLocks/>
            </p:cNvGrpSpPr>
            <p:nvPr/>
          </p:nvGrpSpPr>
          <p:grpSpPr bwMode="auto">
            <a:xfrm>
              <a:off x="472116" y="1268760"/>
              <a:ext cx="4192852" cy="4566121"/>
              <a:chOff x="472116" y="1268760"/>
              <a:chExt cx="4192852" cy="4566121"/>
            </a:xfrm>
          </p:grpSpPr>
          <p:sp>
            <p:nvSpPr>
              <p:cNvPr id="711684" name="Oval 12"/>
              <p:cNvSpPr>
                <a:spLocks noChangeArrowheads="1"/>
              </p:cNvSpPr>
              <p:nvPr/>
            </p:nvSpPr>
            <p:spPr bwMode="auto">
              <a:xfrm>
                <a:off x="3204864" y="3000723"/>
                <a:ext cx="1460104" cy="1270000"/>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5" name="Oval 13"/>
              <p:cNvSpPr>
                <a:spLocks noChangeArrowheads="1"/>
              </p:cNvSpPr>
              <p:nvPr/>
            </p:nvSpPr>
            <p:spPr bwMode="auto">
              <a:xfrm>
                <a:off x="472116" y="2594323"/>
                <a:ext cx="1432586" cy="1276350"/>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6" name="Oval 14"/>
              <p:cNvSpPr>
                <a:spLocks noChangeArrowheads="1"/>
              </p:cNvSpPr>
              <p:nvPr/>
            </p:nvSpPr>
            <p:spPr bwMode="auto">
              <a:xfrm>
                <a:off x="2976133" y="2148236"/>
                <a:ext cx="1458383" cy="1230313"/>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7" name="Oval 15"/>
              <p:cNvSpPr>
                <a:spLocks noChangeArrowheads="1"/>
              </p:cNvSpPr>
              <p:nvPr/>
            </p:nvSpPr>
            <p:spPr bwMode="auto">
              <a:xfrm>
                <a:off x="2210825" y="3243610"/>
                <a:ext cx="1458383" cy="1296988"/>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8" name="Oval 16"/>
              <p:cNvSpPr>
                <a:spLocks noChangeArrowheads="1"/>
              </p:cNvSpPr>
              <p:nvPr/>
            </p:nvSpPr>
            <p:spPr bwMode="auto">
              <a:xfrm>
                <a:off x="957097" y="3130898"/>
                <a:ext cx="1456663" cy="1230312"/>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9" name="Oval 17"/>
              <p:cNvSpPr>
                <a:spLocks noChangeArrowheads="1"/>
              </p:cNvSpPr>
              <p:nvPr/>
            </p:nvSpPr>
            <p:spPr bwMode="auto">
              <a:xfrm>
                <a:off x="2081841" y="1970436"/>
                <a:ext cx="1432586" cy="1273175"/>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90" name="Oval 18"/>
              <p:cNvSpPr>
                <a:spLocks noChangeArrowheads="1"/>
              </p:cNvSpPr>
              <p:nvPr/>
            </p:nvSpPr>
            <p:spPr bwMode="auto">
              <a:xfrm>
                <a:off x="1161752" y="1970435"/>
                <a:ext cx="1432587" cy="1225550"/>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91" name="Oval 19"/>
              <p:cNvSpPr>
                <a:spLocks noChangeArrowheads="1"/>
              </p:cNvSpPr>
              <p:nvPr/>
            </p:nvSpPr>
            <p:spPr bwMode="auto">
              <a:xfrm>
                <a:off x="855629" y="2259361"/>
                <a:ext cx="3475700" cy="17684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692" name="Line 20"/>
              <p:cNvSpPr>
                <a:spLocks noChangeShapeType="1"/>
              </p:cNvSpPr>
              <p:nvPr/>
            </p:nvSpPr>
            <p:spPr bwMode="auto">
              <a:xfrm>
                <a:off x="2945177" y="1637060"/>
                <a:ext cx="221853" cy="7127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3" name="Line 21"/>
              <p:cNvSpPr>
                <a:spLocks noChangeShapeType="1"/>
              </p:cNvSpPr>
              <p:nvPr/>
            </p:nvSpPr>
            <p:spPr bwMode="auto">
              <a:xfrm>
                <a:off x="2929698" y="3332511"/>
                <a:ext cx="373195" cy="365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4" name="Line 22"/>
              <p:cNvSpPr>
                <a:spLocks noChangeShapeType="1"/>
              </p:cNvSpPr>
              <p:nvPr/>
            </p:nvSpPr>
            <p:spPr bwMode="auto">
              <a:xfrm flipH="1" flipV="1">
                <a:off x="3971891" y="4213573"/>
                <a:ext cx="318162" cy="5889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5" name="Line 23"/>
              <p:cNvSpPr>
                <a:spLocks noChangeShapeType="1"/>
              </p:cNvSpPr>
              <p:nvPr/>
            </p:nvSpPr>
            <p:spPr bwMode="auto">
              <a:xfrm flipH="1">
                <a:off x="3634812" y="1932335"/>
                <a:ext cx="655241" cy="5159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6" name="Line 24"/>
              <p:cNvSpPr>
                <a:spLocks noChangeShapeType="1"/>
              </p:cNvSpPr>
              <p:nvPr/>
            </p:nvSpPr>
            <p:spPr bwMode="auto">
              <a:xfrm flipH="1" flipV="1">
                <a:off x="2697527" y="3527773"/>
                <a:ext cx="553773" cy="1422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7" name="Line 25"/>
              <p:cNvSpPr>
                <a:spLocks noChangeShapeType="1"/>
              </p:cNvSpPr>
              <p:nvPr/>
            </p:nvSpPr>
            <p:spPr bwMode="auto">
              <a:xfrm flipH="1" flipV="1">
                <a:off x="1837630" y="4127849"/>
                <a:ext cx="294084" cy="6746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8" name="Line 26"/>
              <p:cNvSpPr>
                <a:spLocks noChangeShapeType="1"/>
              </p:cNvSpPr>
              <p:nvPr/>
            </p:nvSpPr>
            <p:spPr bwMode="auto">
              <a:xfrm flipV="1">
                <a:off x="1012130" y="4177060"/>
                <a:ext cx="411030" cy="700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9" name="Line 27"/>
              <p:cNvSpPr>
                <a:spLocks noChangeShapeType="1"/>
              </p:cNvSpPr>
              <p:nvPr/>
            </p:nvSpPr>
            <p:spPr bwMode="auto">
              <a:xfrm>
                <a:off x="1170351" y="1857724"/>
                <a:ext cx="266567" cy="3571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0" name="Freeform 28"/>
              <p:cNvSpPr>
                <a:spLocks noChangeArrowheads="1"/>
              </p:cNvSpPr>
              <p:nvPr/>
            </p:nvSpPr>
            <p:spPr bwMode="auto">
              <a:xfrm>
                <a:off x="2315733" y="2130774"/>
                <a:ext cx="189177" cy="173037"/>
              </a:xfrm>
              <a:custGeom>
                <a:avLst/>
                <a:gdLst>
                  <a:gd name="T0" fmla="*/ 0 w 112"/>
                  <a:gd name="T1" fmla="*/ 6 h 113"/>
                  <a:gd name="T2" fmla="*/ 48 w 112"/>
                  <a:gd name="T3" fmla="*/ 22 h 113"/>
                  <a:gd name="T4" fmla="*/ 24 w 112"/>
                  <a:gd name="T5" fmla="*/ 6 h 113"/>
                  <a:gd name="T6" fmla="*/ 64 w 112"/>
                  <a:gd name="T7" fmla="*/ 14 h 113"/>
                  <a:gd name="T8" fmla="*/ 112 w 112"/>
                  <a:gd name="T9" fmla="*/ 78 h 113"/>
                  <a:gd name="T10" fmla="*/ 104 w 112"/>
                  <a:gd name="T11" fmla="*/ 102 h 113"/>
                  <a:gd name="T12" fmla="*/ 64 w 112"/>
                  <a:gd name="T13" fmla="*/ 70 h 113"/>
                  <a:gd name="T14" fmla="*/ 16 w 112"/>
                  <a:gd name="T15" fmla="*/ 38 h 113"/>
                  <a:gd name="T16" fmla="*/ 0 w 112"/>
                  <a:gd name="T1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 h="113">
                    <a:moveTo>
                      <a:pt x="0" y="6"/>
                    </a:moveTo>
                    <a:cubicBezTo>
                      <a:pt x="16" y="11"/>
                      <a:pt x="62" y="31"/>
                      <a:pt x="48" y="22"/>
                    </a:cubicBezTo>
                    <a:cubicBezTo>
                      <a:pt x="40" y="17"/>
                      <a:pt x="15" y="10"/>
                      <a:pt x="24" y="6"/>
                    </a:cubicBezTo>
                    <a:cubicBezTo>
                      <a:pt x="36" y="0"/>
                      <a:pt x="51" y="11"/>
                      <a:pt x="64" y="14"/>
                    </a:cubicBezTo>
                    <a:cubicBezTo>
                      <a:pt x="92" y="33"/>
                      <a:pt x="101" y="46"/>
                      <a:pt x="112" y="78"/>
                    </a:cubicBezTo>
                    <a:cubicBezTo>
                      <a:pt x="109" y="86"/>
                      <a:pt x="112" y="98"/>
                      <a:pt x="104" y="102"/>
                    </a:cubicBezTo>
                    <a:cubicBezTo>
                      <a:pt x="83" y="113"/>
                      <a:pt x="71" y="76"/>
                      <a:pt x="64" y="70"/>
                    </a:cubicBezTo>
                    <a:cubicBezTo>
                      <a:pt x="50" y="57"/>
                      <a:pt x="16" y="38"/>
                      <a:pt x="16" y="38"/>
                    </a:cubicBezTo>
                    <a:cubicBezTo>
                      <a:pt x="7" y="10"/>
                      <a:pt x="14" y="20"/>
                      <a:pt x="0" y="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1" name="Freeform 29"/>
              <p:cNvSpPr>
                <a:spLocks noChangeArrowheads="1"/>
              </p:cNvSpPr>
              <p:nvPr/>
            </p:nvSpPr>
            <p:spPr bwMode="auto">
              <a:xfrm>
                <a:off x="871108" y="3454748"/>
                <a:ext cx="208094" cy="341312"/>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2" name="Line 30"/>
              <p:cNvSpPr>
                <a:spLocks noChangeShapeType="1"/>
              </p:cNvSpPr>
              <p:nvPr/>
            </p:nvSpPr>
            <p:spPr bwMode="auto">
              <a:xfrm>
                <a:off x="998373" y="3110260"/>
                <a:ext cx="319881" cy="5159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3" name="Line 31"/>
              <p:cNvSpPr>
                <a:spLocks noChangeShapeType="1"/>
              </p:cNvSpPr>
              <p:nvPr/>
            </p:nvSpPr>
            <p:spPr bwMode="auto">
              <a:xfrm flipV="1">
                <a:off x="1077483" y="2594323"/>
                <a:ext cx="318161" cy="3683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4" name="Line 32"/>
              <p:cNvSpPr>
                <a:spLocks noChangeShapeType="1"/>
              </p:cNvSpPr>
              <p:nvPr/>
            </p:nvSpPr>
            <p:spPr bwMode="auto">
              <a:xfrm>
                <a:off x="2117956" y="2594323"/>
                <a:ext cx="292365" cy="492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5" name="Line 33"/>
              <p:cNvSpPr>
                <a:spLocks noChangeShapeType="1"/>
              </p:cNvSpPr>
              <p:nvPr/>
            </p:nvSpPr>
            <p:spPr bwMode="auto">
              <a:xfrm flipV="1">
                <a:off x="2637333" y="2570511"/>
                <a:ext cx="386954" cy="619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6" name="Line 34"/>
              <p:cNvSpPr>
                <a:spLocks noChangeShapeType="1"/>
              </p:cNvSpPr>
              <p:nvPr/>
            </p:nvSpPr>
            <p:spPr bwMode="auto">
              <a:xfrm>
                <a:off x="3756918" y="2729261"/>
                <a:ext cx="240771" cy="2460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7" name="Line 35"/>
              <p:cNvSpPr>
                <a:spLocks noChangeShapeType="1"/>
              </p:cNvSpPr>
              <p:nvPr/>
            </p:nvSpPr>
            <p:spPr bwMode="auto">
              <a:xfrm flipH="1">
                <a:off x="3904820" y="3172174"/>
                <a:ext cx="158221" cy="490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8" name="Line 36"/>
              <p:cNvSpPr>
                <a:spLocks noChangeShapeType="1"/>
              </p:cNvSpPr>
              <p:nvPr/>
            </p:nvSpPr>
            <p:spPr bwMode="auto">
              <a:xfrm>
                <a:off x="3462833" y="3454748"/>
                <a:ext cx="227013" cy="1968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9" name="Line 37"/>
              <p:cNvSpPr>
                <a:spLocks noChangeShapeType="1"/>
              </p:cNvSpPr>
              <p:nvPr/>
            </p:nvSpPr>
            <p:spPr bwMode="auto">
              <a:xfrm>
                <a:off x="1877185" y="3845274"/>
                <a:ext cx="400712" cy="147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0" name="Line 38"/>
              <p:cNvSpPr>
                <a:spLocks noChangeShapeType="1"/>
              </p:cNvSpPr>
              <p:nvPr/>
            </p:nvSpPr>
            <p:spPr bwMode="auto">
              <a:xfrm flipV="1">
                <a:off x="2437837" y="3662711"/>
                <a:ext cx="199496" cy="257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1" name="Line 39"/>
              <p:cNvSpPr>
                <a:spLocks noChangeShapeType="1"/>
              </p:cNvSpPr>
              <p:nvPr/>
            </p:nvSpPr>
            <p:spPr bwMode="auto">
              <a:xfrm>
                <a:off x="3397481" y="2816574"/>
                <a:ext cx="27517" cy="4540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2" name="Line 40"/>
              <p:cNvSpPr>
                <a:spLocks noChangeShapeType="1"/>
              </p:cNvSpPr>
              <p:nvPr/>
            </p:nvSpPr>
            <p:spPr bwMode="auto">
              <a:xfrm flipH="1">
                <a:off x="1677689" y="2668935"/>
                <a:ext cx="839258" cy="9937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711713" name="Group 41"/>
              <p:cNvGrpSpPr>
                <a:grpSpLocks/>
              </p:cNvGrpSpPr>
              <p:nvPr/>
            </p:nvGrpSpPr>
            <p:grpSpPr bwMode="auto">
              <a:xfrm>
                <a:off x="2929698" y="2226024"/>
                <a:ext cx="961364" cy="663575"/>
                <a:chOff x="2949" y="196"/>
                <a:chExt cx="941" cy="598"/>
              </a:xfrm>
            </p:grpSpPr>
            <p:sp>
              <p:nvSpPr>
                <p:cNvPr id="711714" name="Oval 4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5" name="Oval 4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6" name="Oval 4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7" name="Oval 4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8" name="Oval 4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9" name="Oval 4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0" name="Oval 4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1" name="Oval 4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2" name="Freeform 5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23" name="Freeform 5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24" name="Freeform 5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711725" name="Group 53"/>
              <p:cNvGrpSpPr>
                <a:grpSpLocks/>
              </p:cNvGrpSpPr>
              <p:nvPr/>
            </p:nvGrpSpPr>
            <p:grpSpPr bwMode="auto">
              <a:xfrm>
                <a:off x="3411240" y="3553173"/>
                <a:ext cx="959644" cy="660400"/>
                <a:chOff x="2949" y="196"/>
                <a:chExt cx="941" cy="598"/>
              </a:xfrm>
            </p:grpSpPr>
            <p:sp>
              <p:nvSpPr>
                <p:cNvPr id="711726" name="Oval 5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7" name="Oval 5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8" name="Oval 5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9" name="Oval 5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0" name="Oval 5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1" name="Oval 5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2" name="Oval 6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3" name="Oval 6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4" name="Freeform 6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35" name="Freeform 6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36" name="Freeform 6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711737" name="Group 65"/>
              <p:cNvGrpSpPr>
                <a:grpSpLocks/>
              </p:cNvGrpSpPr>
              <p:nvPr/>
            </p:nvGrpSpPr>
            <p:grpSpPr bwMode="auto">
              <a:xfrm>
                <a:off x="2050885" y="3037236"/>
                <a:ext cx="959644" cy="663575"/>
                <a:chOff x="2949" y="196"/>
                <a:chExt cx="941" cy="598"/>
              </a:xfrm>
            </p:grpSpPr>
            <p:sp>
              <p:nvSpPr>
                <p:cNvPr id="711738" name="Oval 6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9" name="Oval 6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0" name="Oval 6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1" name="Oval 6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2" name="Oval 7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3" name="Oval 7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4" name="Oval 7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5" name="Oval 7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6" name="Freeform 7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47" name="Freeform 7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48" name="Freeform 7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711749" name="Group 77"/>
              <p:cNvGrpSpPr>
                <a:grpSpLocks/>
              </p:cNvGrpSpPr>
              <p:nvPr/>
            </p:nvGrpSpPr>
            <p:grpSpPr bwMode="auto">
              <a:xfrm>
                <a:off x="1012131" y="3553173"/>
                <a:ext cx="957923" cy="660400"/>
                <a:chOff x="2949" y="196"/>
                <a:chExt cx="941" cy="598"/>
              </a:xfrm>
            </p:grpSpPr>
            <p:sp>
              <p:nvSpPr>
                <p:cNvPr id="711750" name="Oval 7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1" name="Oval 7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2" name="Oval 8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3" name="Oval 8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4" name="Oval 8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5" name="Oval 8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6" name="Oval 8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7" name="Oval 8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8" name="Freeform 8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59" name="Freeform 8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60" name="Freeform 8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711761" name="Group 89"/>
              <p:cNvGrpSpPr>
                <a:grpSpLocks/>
              </p:cNvGrpSpPr>
              <p:nvPr/>
            </p:nvGrpSpPr>
            <p:grpSpPr bwMode="auto">
              <a:xfrm>
                <a:off x="1249462" y="2079974"/>
                <a:ext cx="961363" cy="661987"/>
                <a:chOff x="2949" y="196"/>
                <a:chExt cx="941" cy="598"/>
              </a:xfrm>
            </p:grpSpPr>
            <p:sp>
              <p:nvSpPr>
                <p:cNvPr id="711762" name="Oval 9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3" name="Oval 9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4" name="Oval 9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5" name="Oval 9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6" name="Oval 9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7" name="Oval 9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8" name="Oval 9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9" name="Oval 9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70" name="Freeform 9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71" name="Freeform 9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72" name="Freeform 10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711773" name="Text Box 101"/>
              <p:cNvSpPr txBox="1">
                <a:spLocks noChangeArrowheads="1"/>
              </p:cNvSpPr>
              <p:nvPr/>
            </p:nvSpPr>
            <p:spPr bwMode="auto">
              <a:xfrm>
                <a:off x="3504108" y="3669061"/>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4" name="Text Box 102"/>
              <p:cNvSpPr txBox="1">
                <a:spLocks noChangeArrowheads="1"/>
              </p:cNvSpPr>
              <p:nvPr/>
            </p:nvSpPr>
            <p:spPr bwMode="auto">
              <a:xfrm>
                <a:off x="2112797" y="3180111"/>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5" name="Text Box 103"/>
              <p:cNvSpPr txBox="1">
                <a:spLocks noChangeArrowheads="1"/>
              </p:cNvSpPr>
              <p:nvPr/>
            </p:nvSpPr>
            <p:spPr bwMode="auto">
              <a:xfrm>
                <a:off x="1103279" y="3683348"/>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6" name="Text Box 104"/>
              <p:cNvSpPr txBox="1">
                <a:spLocks noChangeArrowheads="1"/>
              </p:cNvSpPr>
              <p:nvPr/>
            </p:nvSpPr>
            <p:spPr bwMode="auto">
              <a:xfrm>
                <a:off x="3007090" y="2359374"/>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7" name="Text Box 105"/>
              <p:cNvSpPr txBox="1">
                <a:spLocks noChangeArrowheads="1"/>
              </p:cNvSpPr>
              <p:nvPr/>
            </p:nvSpPr>
            <p:spPr bwMode="auto">
              <a:xfrm>
                <a:off x="1319973" y="2179986"/>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8" name="Text Box 106"/>
              <p:cNvSpPr txBox="1">
                <a:spLocks noChangeArrowheads="1"/>
              </p:cNvSpPr>
              <p:nvPr/>
            </p:nvSpPr>
            <p:spPr bwMode="auto">
              <a:xfrm>
                <a:off x="1784648" y="5373216"/>
                <a:ext cx="18838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ea typeface="黑体" panose="02010609060101010101" pitchFamily="49" charset="-122"/>
                  </a:rPr>
                  <a:t>(a) </a:t>
                </a:r>
                <a:r>
                  <a:rPr lang="zh-CN" altLang="en-US" sz="2400">
                    <a:ea typeface="黑体" panose="02010609060101010101" pitchFamily="49" charset="-122"/>
                  </a:rPr>
                  <a:t>互连网络</a:t>
                </a:r>
              </a:p>
            </p:txBody>
          </p:sp>
          <p:pic>
            <p:nvPicPr>
              <p:cNvPr id="711779" name="Picture 10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360" y="1489423"/>
                <a:ext cx="55205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0" name="Picture 10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91656" y="2448273"/>
                <a:ext cx="54689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1" name="Picture 1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0529" y="4802535"/>
                <a:ext cx="55377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2" name="Picture 1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0943" y="4729510"/>
                <a:ext cx="552054"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3" name="Picture 1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360" y="4729510"/>
                <a:ext cx="55205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4" name="Picture 1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8927" y="1268760"/>
                <a:ext cx="55549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5" name="Picture 1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1002" y="4656486"/>
                <a:ext cx="55377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6" name="Picture 1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1891" y="1564036"/>
                <a:ext cx="552054"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7" name="Picture 1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84227" y="3184873"/>
                <a:ext cx="54689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8" name="Picture 1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91062" y="2889599"/>
                <a:ext cx="546894"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9" name="Picture 1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1715" y="3773836"/>
                <a:ext cx="546894"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90" name="Picture 1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529" y="2889599"/>
                <a:ext cx="546894"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791" name="Text Box 126"/>
              <p:cNvSpPr txBox="1">
                <a:spLocks noChangeArrowheads="1"/>
              </p:cNvSpPr>
              <p:nvPr/>
            </p:nvSpPr>
            <p:spPr bwMode="auto">
              <a:xfrm>
                <a:off x="1588260" y="133226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路由器</a:t>
                </a:r>
              </a:p>
            </p:txBody>
          </p:sp>
          <p:sp>
            <p:nvSpPr>
              <p:cNvPr id="711792" name="Line 127"/>
              <p:cNvSpPr>
                <a:spLocks noChangeShapeType="1"/>
              </p:cNvSpPr>
              <p:nvPr/>
            </p:nvSpPr>
            <p:spPr bwMode="auto">
              <a:xfrm>
                <a:off x="2131714" y="1784699"/>
                <a:ext cx="398992" cy="663575"/>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grpSp>
          <p:nvGrpSpPr>
            <p:cNvPr id="711793" name="组合 2"/>
            <p:cNvGrpSpPr>
              <a:grpSpLocks/>
            </p:cNvGrpSpPr>
            <p:nvPr/>
          </p:nvGrpSpPr>
          <p:grpSpPr bwMode="auto">
            <a:xfrm>
              <a:off x="5575044" y="1268760"/>
              <a:ext cx="4000236" cy="4566121"/>
              <a:chOff x="5575044" y="1268760"/>
              <a:chExt cx="4000236" cy="4566121"/>
            </a:xfrm>
          </p:grpSpPr>
          <p:sp>
            <p:nvSpPr>
              <p:cNvPr id="711794" name="Line 5"/>
              <p:cNvSpPr>
                <a:spLocks noChangeShapeType="1"/>
              </p:cNvSpPr>
              <p:nvPr/>
            </p:nvSpPr>
            <p:spPr bwMode="auto">
              <a:xfrm>
                <a:off x="7814213" y="1710085"/>
                <a:ext cx="80831" cy="7381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5" name="Line 6"/>
              <p:cNvSpPr>
                <a:spLocks noChangeShapeType="1"/>
              </p:cNvSpPr>
              <p:nvPr/>
            </p:nvSpPr>
            <p:spPr bwMode="auto">
              <a:xfrm flipH="1" flipV="1">
                <a:off x="6720425" y="4140549"/>
                <a:ext cx="295804" cy="6746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6" name="Line 7"/>
              <p:cNvSpPr>
                <a:spLocks noChangeShapeType="1"/>
              </p:cNvSpPr>
              <p:nvPr/>
            </p:nvSpPr>
            <p:spPr bwMode="auto">
              <a:xfrm>
                <a:off x="6054866" y="1857724"/>
                <a:ext cx="479821" cy="6635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7" name="Line 8"/>
              <p:cNvSpPr>
                <a:spLocks noChangeShapeType="1"/>
              </p:cNvSpPr>
              <p:nvPr/>
            </p:nvSpPr>
            <p:spPr bwMode="auto">
              <a:xfrm flipH="1">
                <a:off x="8536525" y="1932335"/>
                <a:ext cx="638043" cy="6619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8" name="Line 9"/>
              <p:cNvSpPr>
                <a:spLocks noChangeShapeType="1"/>
              </p:cNvSpPr>
              <p:nvPr/>
            </p:nvSpPr>
            <p:spPr bwMode="auto">
              <a:xfrm flipV="1">
                <a:off x="5894926" y="4065936"/>
                <a:ext cx="479822" cy="8112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9" name="Line 10"/>
              <p:cNvSpPr>
                <a:spLocks noChangeShapeType="1"/>
              </p:cNvSpPr>
              <p:nvPr/>
            </p:nvSpPr>
            <p:spPr bwMode="auto">
              <a:xfrm flipH="1" flipV="1">
                <a:off x="7975873" y="4140549"/>
                <a:ext cx="159941" cy="8096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800" name="Line 11"/>
              <p:cNvSpPr>
                <a:spLocks noChangeShapeType="1"/>
              </p:cNvSpPr>
              <p:nvPr/>
            </p:nvSpPr>
            <p:spPr bwMode="auto">
              <a:xfrm flipH="1" flipV="1">
                <a:off x="8775576" y="4065935"/>
                <a:ext cx="398992" cy="736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801" name="Text Box 107"/>
              <p:cNvSpPr txBox="1">
                <a:spLocks noChangeArrowheads="1"/>
              </p:cNvSpPr>
              <p:nvPr/>
            </p:nvSpPr>
            <p:spPr bwMode="auto">
              <a:xfrm>
                <a:off x="6532968" y="5373216"/>
                <a:ext cx="2518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ea typeface="黑体" panose="02010609060101010101" pitchFamily="49" charset="-122"/>
                  </a:rPr>
                  <a:t>(b) </a:t>
                </a:r>
                <a:r>
                  <a:rPr lang="zh-CN" altLang="en-US" sz="2400">
                    <a:ea typeface="黑体" panose="02010609060101010101" pitchFamily="49" charset="-122"/>
                  </a:rPr>
                  <a:t>虚拟互连网络</a:t>
                </a:r>
              </a:p>
            </p:txBody>
          </p:sp>
          <p:pic>
            <p:nvPicPr>
              <p:cNvPr id="711802" name="Picture 1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5043" y="4877148"/>
                <a:ext cx="552053"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3" name="Picture 1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797" y="1564036"/>
                <a:ext cx="555492"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4" name="Picture 1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94629" y="4729510"/>
                <a:ext cx="55377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5" name="Picture 1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5044" y="4729510"/>
                <a:ext cx="55377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6" name="Picture 1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3265" y="1489423"/>
                <a:ext cx="55549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7" name="Picture 1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797" y="4656486"/>
                <a:ext cx="555492"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8" name="Picture 1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75162" y="1268760"/>
                <a:ext cx="55377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1809" name="Group 129"/>
              <p:cNvGrpSpPr>
                <a:grpSpLocks/>
              </p:cNvGrpSpPr>
              <p:nvPr/>
            </p:nvGrpSpPr>
            <p:grpSpPr bwMode="auto">
              <a:xfrm>
                <a:off x="5597402" y="2200623"/>
                <a:ext cx="3977878" cy="2381250"/>
                <a:chOff x="3134" y="1375"/>
                <a:chExt cx="2386" cy="1553"/>
              </a:xfrm>
            </p:grpSpPr>
            <p:sp>
              <p:nvSpPr>
                <p:cNvPr id="711810" name="Oval 130"/>
                <p:cNvSpPr>
                  <a:spLocks noChangeArrowheads="1"/>
                </p:cNvSpPr>
                <p:nvPr/>
              </p:nvSpPr>
              <p:spPr bwMode="auto">
                <a:xfrm>
                  <a:off x="3959" y="1375"/>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1" name="Oval 131"/>
                <p:cNvSpPr>
                  <a:spLocks noChangeArrowheads="1"/>
                </p:cNvSpPr>
                <p:nvPr/>
              </p:nvSpPr>
              <p:spPr bwMode="auto">
                <a:xfrm>
                  <a:off x="3380" y="1548"/>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2" name="Oval 132"/>
                <p:cNvSpPr>
                  <a:spLocks noChangeArrowheads="1"/>
                </p:cNvSpPr>
                <p:nvPr/>
              </p:nvSpPr>
              <p:spPr bwMode="auto">
                <a:xfrm>
                  <a:off x="3134" y="1940"/>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3" name="Oval 133"/>
                <p:cNvSpPr>
                  <a:spLocks noChangeArrowheads="1"/>
                </p:cNvSpPr>
                <p:nvPr/>
              </p:nvSpPr>
              <p:spPr bwMode="auto">
                <a:xfrm>
                  <a:off x="3293" y="2175"/>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4" name="Oval 134"/>
                <p:cNvSpPr>
                  <a:spLocks noChangeArrowheads="1"/>
                </p:cNvSpPr>
                <p:nvPr/>
              </p:nvSpPr>
              <p:spPr bwMode="auto">
                <a:xfrm>
                  <a:off x="3872" y="2269"/>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5" name="Oval 135"/>
                <p:cNvSpPr>
                  <a:spLocks noChangeArrowheads="1"/>
                </p:cNvSpPr>
                <p:nvPr/>
              </p:nvSpPr>
              <p:spPr bwMode="auto">
                <a:xfrm>
                  <a:off x="4653" y="1564"/>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6" name="Oval 136"/>
                <p:cNvSpPr>
                  <a:spLocks noChangeArrowheads="1"/>
                </p:cNvSpPr>
                <p:nvPr/>
              </p:nvSpPr>
              <p:spPr bwMode="auto">
                <a:xfrm>
                  <a:off x="4768" y="1893"/>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7" name="Oval 137"/>
                <p:cNvSpPr>
                  <a:spLocks noChangeArrowheads="1"/>
                </p:cNvSpPr>
                <p:nvPr/>
              </p:nvSpPr>
              <p:spPr bwMode="auto">
                <a:xfrm>
                  <a:off x="4696" y="2003"/>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8" name="Oval 138"/>
                <p:cNvSpPr>
                  <a:spLocks noChangeArrowheads="1"/>
                </p:cNvSpPr>
                <p:nvPr/>
              </p:nvSpPr>
              <p:spPr bwMode="auto">
                <a:xfrm>
                  <a:off x="3568" y="1752"/>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711819" name="Oval 139"/>
              <p:cNvSpPr>
                <a:spLocks noChangeArrowheads="1"/>
              </p:cNvSpPr>
              <p:nvPr/>
            </p:nvSpPr>
            <p:spPr bwMode="auto">
              <a:xfrm>
                <a:off x="6949158" y="2152999"/>
                <a:ext cx="1711192" cy="96202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0" name="Oval 140"/>
              <p:cNvSpPr>
                <a:spLocks noChangeArrowheads="1"/>
              </p:cNvSpPr>
              <p:nvPr/>
            </p:nvSpPr>
            <p:spPr bwMode="auto">
              <a:xfrm>
                <a:off x="5984355" y="2419699"/>
                <a:ext cx="1303602" cy="9604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1" name="Oval 141"/>
              <p:cNvSpPr>
                <a:spLocks noChangeArrowheads="1"/>
              </p:cNvSpPr>
              <p:nvPr/>
            </p:nvSpPr>
            <p:spPr bwMode="auto">
              <a:xfrm>
                <a:off x="5575044" y="3018185"/>
                <a:ext cx="866775" cy="769938"/>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2" name="Oval 142"/>
              <p:cNvSpPr>
                <a:spLocks noChangeArrowheads="1"/>
              </p:cNvSpPr>
              <p:nvPr/>
            </p:nvSpPr>
            <p:spPr bwMode="auto">
              <a:xfrm>
                <a:off x="5839892" y="3380136"/>
                <a:ext cx="1324240" cy="84137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3" name="Oval 143"/>
              <p:cNvSpPr>
                <a:spLocks noChangeArrowheads="1"/>
              </p:cNvSpPr>
              <p:nvPr/>
            </p:nvSpPr>
            <p:spPr bwMode="auto">
              <a:xfrm>
                <a:off x="6802975" y="3524599"/>
                <a:ext cx="2000118" cy="10112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4" name="Oval 144"/>
              <p:cNvSpPr>
                <a:spLocks noChangeArrowheads="1"/>
              </p:cNvSpPr>
              <p:nvPr/>
            </p:nvSpPr>
            <p:spPr bwMode="auto">
              <a:xfrm>
                <a:off x="8106577" y="2441924"/>
                <a:ext cx="1252008" cy="7445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5" name="Oval 145"/>
              <p:cNvSpPr>
                <a:spLocks noChangeArrowheads="1"/>
              </p:cNvSpPr>
              <p:nvPr/>
            </p:nvSpPr>
            <p:spPr bwMode="auto">
              <a:xfrm>
                <a:off x="8299194" y="2946748"/>
                <a:ext cx="1252008" cy="747712"/>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6" name="Oval 146"/>
              <p:cNvSpPr>
                <a:spLocks noChangeArrowheads="1"/>
              </p:cNvSpPr>
              <p:nvPr/>
            </p:nvSpPr>
            <p:spPr bwMode="auto">
              <a:xfrm>
                <a:off x="8177089" y="3115024"/>
                <a:ext cx="1253728" cy="12525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7" name="Oval 147"/>
              <p:cNvSpPr>
                <a:spLocks noChangeArrowheads="1"/>
              </p:cNvSpPr>
              <p:nvPr/>
            </p:nvSpPr>
            <p:spPr bwMode="auto">
              <a:xfrm>
                <a:off x="6299076" y="2729260"/>
                <a:ext cx="2577967" cy="1250950"/>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8" name="Text Box 148"/>
              <p:cNvSpPr txBox="1">
                <a:spLocks noChangeArrowheads="1"/>
              </p:cNvSpPr>
              <p:nvPr/>
            </p:nvSpPr>
            <p:spPr bwMode="auto">
              <a:xfrm>
                <a:off x="6434474" y="2957861"/>
                <a:ext cx="22108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虚拟互连网络</a:t>
                </a:r>
              </a:p>
              <a:p>
                <a:pPr algn="ctr" eaLnBrk="0" hangingPunct="0"/>
                <a:r>
                  <a:rPr lang="zh-CN" altLang="en-US" sz="2400" b="1">
                    <a:solidFill>
                      <a:srgbClr val="000099"/>
                    </a:solidFill>
                    <a:ea typeface="黑体" panose="02010609060101010101" pitchFamily="49" charset="-122"/>
                  </a:rPr>
                  <a:t>（互联网）</a:t>
                </a:r>
              </a:p>
            </p:txBody>
          </p:sp>
        </p:grpSp>
      </p:grpSp>
      <p:sp>
        <p:nvSpPr>
          <p:cNvPr id="711829" name="矩形 1"/>
          <p:cNvSpPr>
            <a:spLocks noChangeArrowheads="1"/>
          </p:cNvSpPr>
          <p:nvPr/>
        </p:nvSpPr>
        <p:spPr bwMode="auto">
          <a:xfrm>
            <a:off x="3729038" y="5919788"/>
            <a:ext cx="28051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IP </a:t>
            </a:r>
            <a:r>
              <a:rPr lang="zh-CN" altLang="zh-CN" sz="2400" b="1">
                <a:ea typeface="黑体" panose="02010609060101010101" pitchFamily="49" charset="-122"/>
              </a:rPr>
              <a:t>网的概念</a:t>
            </a:r>
            <a:endParaRPr lang="zh-CN" altLang="en-US" sz="2400" b="1">
              <a:ea typeface="黑体" panose="02010609060101010101" pitchFamily="49" charset="-122"/>
            </a:endParaRPr>
          </a:p>
        </p:txBody>
      </p:sp>
      <p:sp>
        <p:nvSpPr>
          <p:cNvPr id="711830"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565C9A-741E-4377-BAF4-CCF96A78613D}" type="slidenum">
              <a:rPr lang="zh-CN" altLang="en-US" smtClean="0"/>
              <a:pPr eaLnBrk="1" hangingPunct="1"/>
              <a:t>17</a:t>
            </a:fld>
            <a:endParaRPr lang="en-US" altLang="zh-CN" smtClean="0"/>
          </a:p>
        </p:txBody>
      </p:sp>
      <p:sp>
        <p:nvSpPr>
          <p:cNvPr id="711831"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29"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虚拟互连网络的意义 </a:t>
            </a:r>
          </a:p>
        </p:txBody>
      </p:sp>
      <p:sp>
        <p:nvSpPr>
          <p:cNvPr id="353295" name="Rectangle 15"/>
          <p:cNvSpPr>
            <a:spLocks noGrp="1" noChangeArrowheads="1"/>
          </p:cNvSpPr>
          <p:nvPr>
            <p:ph idx="1"/>
          </p:nvPr>
        </p:nvSpPr>
        <p:spPr>
          <a:xfrm>
            <a:off x="495300" y="1196975"/>
            <a:ext cx="9066213" cy="4933950"/>
          </a:xfrm>
        </p:spPr>
        <p:txBody>
          <a:bodyPr/>
          <a:lstStyle/>
          <a:p>
            <a:pPr algn="just"/>
            <a:r>
              <a:rPr lang="zh-CN" altLang="en-US" sz="2800" dirty="0" smtClean="0">
                <a:solidFill>
                  <a:srgbClr val="FF0000"/>
                </a:solidFill>
                <a:ea typeface="黑体" panose="02010609060101010101" pitchFamily="49" charset="-122"/>
              </a:rPr>
              <a:t>所谓虚拟互连网络也就是逻辑互连网络，</a:t>
            </a:r>
            <a:r>
              <a:rPr lang="zh-CN" altLang="en-US" sz="2800" dirty="0" smtClean="0">
                <a:ea typeface="黑体" panose="02010609060101010101" pitchFamily="49" charset="-122"/>
              </a:rPr>
              <a:t>它的意思就是互连起来的各种物理网络的异构性本来是客观存在的，但是我们</a:t>
            </a:r>
            <a:r>
              <a:rPr lang="zh-CN" altLang="en-US" sz="2800" dirty="0" smtClean="0">
                <a:solidFill>
                  <a:srgbClr val="FF0000"/>
                </a:solidFill>
                <a:ea typeface="黑体" panose="02010609060101010101" pitchFamily="49" charset="-122"/>
              </a:rPr>
              <a:t>利用 </a:t>
            </a:r>
            <a:r>
              <a:rPr lang="en-US" altLang="zh-CN" sz="2800" dirty="0" smtClean="0">
                <a:solidFill>
                  <a:srgbClr val="FF0000"/>
                </a:solidFill>
                <a:ea typeface="黑体" panose="02010609060101010101" pitchFamily="49" charset="-122"/>
              </a:rPr>
              <a:t>IP </a:t>
            </a:r>
            <a:r>
              <a:rPr lang="zh-CN" altLang="en-US" sz="2800" dirty="0" smtClean="0">
                <a:solidFill>
                  <a:srgbClr val="FF0000"/>
                </a:solidFill>
                <a:ea typeface="黑体" panose="02010609060101010101" pitchFamily="49" charset="-122"/>
              </a:rPr>
              <a:t>协议就可以使这些性能各异的网络从用户看起来好像是一个统一的网络。</a:t>
            </a:r>
          </a:p>
          <a:p>
            <a:pPr algn="just"/>
            <a:r>
              <a:rPr lang="zh-CN" altLang="en-US" sz="2800" dirty="0" smtClean="0">
                <a:ea typeface="黑体" panose="02010609060101010101" pitchFamily="49" charset="-122"/>
              </a:rPr>
              <a:t>使用 </a:t>
            </a:r>
            <a:r>
              <a:rPr lang="en-US" altLang="zh-CN" sz="2800" dirty="0" smtClean="0">
                <a:ea typeface="黑体" panose="02010609060101010101" pitchFamily="49" charset="-122"/>
              </a:rPr>
              <a:t>IP </a:t>
            </a:r>
            <a:r>
              <a:rPr lang="zh-CN" altLang="en-US" sz="2800" dirty="0" smtClean="0">
                <a:ea typeface="黑体" panose="02010609060101010101" pitchFamily="49" charset="-122"/>
              </a:rPr>
              <a:t>协议的虚拟互连网络可简称为 </a:t>
            </a:r>
            <a:r>
              <a:rPr lang="en-US" altLang="zh-CN" sz="2800" dirty="0" smtClean="0">
                <a:solidFill>
                  <a:srgbClr val="FF0000"/>
                </a:solidFill>
                <a:ea typeface="黑体" panose="02010609060101010101" pitchFamily="49" charset="-122"/>
              </a:rPr>
              <a:t>IP </a:t>
            </a:r>
            <a:r>
              <a:rPr lang="zh-CN" altLang="en-US" sz="2800" dirty="0" smtClean="0">
                <a:solidFill>
                  <a:srgbClr val="FF0000"/>
                </a:solidFill>
                <a:ea typeface="黑体" panose="02010609060101010101" pitchFamily="49" charset="-122"/>
              </a:rPr>
              <a:t>网。</a:t>
            </a:r>
          </a:p>
          <a:p>
            <a:pPr algn="just"/>
            <a:r>
              <a:rPr lang="zh-CN" altLang="en-US" sz="2800" dirty="0" smtClean="0">
                <a:solidFill>
                  <a:srgbClr val="0000FF"/>
                </a:solidFill>
                <a:ea typeface="黑体" panose="02010609060101010101" pitchFamily="49" charset="-122"/>
              </a:rPr>
              <a:t>使用虚拟互连网络的好处是：</a:t>
            </a:r>
            <a:r>
              <a:rPr lang="zh-CN" altLang="en-US" sz="2800" dirty="0" smtClean="0">
                <a:ea typeface="黑体" panose="02010609060101010101" pitchFamily="49" charset="-122"/>
              </a:rPr>
              <a:t>当互联网上的主机进行通信时，就好像在一个网络上通信一样，而看不见互连的各具体的网络异构细节。</a:t>
            </a:r>
            <a:endParaRPr lang="en-US" altLang="zh-CN" sz="2800" dirty="0" smtClean="0">
              <a:ea typeface="黑体" panose="02010609060101010101" pitchFamily="49" charset="-122"/>
            </a:endParaRPr>
          </a:p>
          <a:p>
            <a:pPr algn="just"/>
            <a:r>
              <a:rPr lang="zh-CN" altLang="zh-CN" sz="2800" dirty="0" smtClean="0">
                <a:solidFill>
                  <a:srgbClr val="FF0000"/>
                </a:solidFill>
                <a:ea typeface="黑体" panose="02010609060101010101" pitchFamily="49" charset="-122"/>
              </a:rPr>
              <a:t>如果在这种覆盖全球的</a:t>
            </a:r>
            <a:r>
              <a:rPr lang="en-US" altLang="zh-CN" sz="2800" dirty="0" smtClean="0">
                <a:solidFill>
                  <a:srgbClr val="FF0000"/>
                </a:solidFill>
                <a:ea typeface="黑体" panose="02010609060101010101" pitchFamily="49" charset="-122"/>
              </a:rPr>
              <a:t> IP </a:t>
            </a:r>
            <a:r>
              <a:rPr lang="zh-CN" altLang="zh-CN" sz="2800" dirty="0" smtClean="0">
                <a:solidFill>
                  <a:srgbClr val="FF0000"/>
                </a:solidFill>
                <a:ea typeface="黑体" panose="02010609060101010101" pitchFamily="49" charset="-122"/>
              </a:rPr>
              <a:t>网的上层使用</a:t>
            </a:r>
            <a:r>
              <a:rPr lang="en-US" altLang="zh-CN" sz="2800" dirty="0" smtClean="0">
                <a:solidFill>
                  <a:srgbClr val="FF0000"/>
                </a:solidFill>
                <a:ea typeface="黑体" panose="02010609060101010101" pitchFamily="49" charset="-122"/>
              </a:rPr>
              <a:t> TCP </a:t>
            </a:r>
            <a:r>
              <a:rPr lang="zh-CN" altLang="zh-CN" sz="2800" dirty="0" smtClean="0">
                <a:solidFill>
                  <a:srgbClr val="FF0000"/>
                </a:solidFill>
                <a:ea typeface="黑体" panose="02010609060101010101" pitchFamily="49" charset="-122"/>
              </a:rPr>
              <a:t>协议，那么就是现在的互联网</a:t>
            </a:r>
            <a:r>
              <a:rPr lang="en-US" altLang="zh-CN" sz="2800" dirty="0" smtClean="0">
                <a:solidFill>
                  <a:srgbClr val="FF0000"/>
                </a:solidFill>
                <a:ea typeface="黑体" panose="02010609060101010101" pitchFamily="49" charset="-122"/>
              </a:rPr>
              <a:t> (Internet)</a:t>
            </a:r>
            <a:r>
              <a:rPr lang="zh-CN" altLang="zh-CN" sz="2800" dirty="0" smtClean="0">
                <a:solidFill>
                  <a:srgbClr val="FF0000"/>
                </a:solidFill>
                <a:ea typeface="黑体" panose="02010609060101010101" pitchFamily="49" charset="-122"/>
              </a:rPr>
              <a:t>。</a:t>
            </a:r>
            <a:endParaRPr lang="zh-CN" altLang="en-US" sz="2800" dirty="0" smtClean="0">
              <a:solidFill>
                <a:srgbClr val="FF0000"/>
              </a:solidFill>
              <a:ea typeface="黑体" panose="02010609060101010101" pitchFamily="49" charset="-122"/>
            </a:endParaRPr>
          </a:p>
        </p:txBody>
      </p:sp>
      <p:sp>
        <p:nvSpPr>
          <p:cNvPr id="7137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4D02C8-A63A-49AD-9069-0FC2C3B03C84}" type="slidenum">
              <a:rPr lang="zh-CN" altLang="en-US" smtClean="0"/>
              <a:pPr eaLnBrk="1" hangingPunct="1"/>
              <a:t>18</a:t>
            </a:fld>
            <a:endParaRPr lang="en-US" altLang="zh-CN" smtClean="0"/>
          </a:p>
        </p:txBody>
      </p:sp>
      <p:sp>
        <p:nvSpPr>
          <p:cNvPr id="7137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32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329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32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5777" name="组合 289"/>
          <p:cNvGrpSpPr>
            <a:grpSpLocks/>
          </p:cNvGrpSpPr>
          <p:nvPr/>
        </p:nvGrpSpPr>
        <p:grpSpPr bwMode="auto">
          <a:xfrm>
            <a:off x="606425" y="231775"/>
            <a:ext cx="8955088" cy="6292850"/>
            <a:chOff x="174824" y="148034"/>
            <a:chExt cx="8954640" cy="6292850"/>
          </a:xfrm>
        </p:grpSpPr>
        <p:sp>
          <p:nvSpPr>
            <p:cNvPr id="4" name="Rectangle 2"/>
            <p:cNvSpPr>
              <a:spLocks noChangeArrowheads="1"/>
            </p:cNvSpPr>
            <p:nvPr/>
          </p:nvSpPr>
          <p:spPr bwMode="auto">
            <a:xfrm>
              <a:off x="833604" y="562372"/>
              <a:ext cx="639730" cy="1214437"/>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 name="Rectangle 3"/>
            <p:cNvSpPr>
              <a:spLocks noChangeArrowheads="1"/>
            </p:cNvSpPr>
            <p:nvPr/>
          </p:nvSpPr>
          <p:spPr bwMode="auto">
            <a:xfrm>
              <a:off x="843129" y="1052909"/>
              <a:ext cx="623856" cy="2571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 name="Text Box 4"/>
            <p:cNvSpPr txBox="1">
              <a:spLocks noChangeArrowheads="1"/>
            </p:cNvSpPr>
            <p:nvPr/>
          </p:nvSpPr>
          <p:spPr bwMode="auto">
            <a:xfrm>
              <a:off x="1012982" y="514747"/>
              <a:ext cx="298435"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5</a:t>
              </a:r>
            </a:p>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4</a:t>
              </a:r>
            </a:p>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2</a:t>
              </a:r>
            </a:p>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1</a:t>
              </a:r>
            </a:p>
          </p:txBody>
        </p:sp>
        <p:sp>
          <p:nvSpPr>
            <p:cNvPr id="7" name="Line 5"/>
            <p:cNvSpPr>
              <a:spLocks noChangeShapeType="1"/>
            </p:cNvSpPr>
            <p:nvPr/>
          </p:nvSpPr>
          <p:spPr bwMode="auto">
            <a:xfrm>
              <a:off x="833604" y="821134"/>
              <a:ext cx="6397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 name="Line 6"/>
            <p:cNvSpPr>
              <a:spLocks noChangeShapeType="1"/>
            </p:cNvSpPr>
            <p:nvPr/>
          </p:nvSpPr>
          <p:spPr bwMode="auto">
            <a:xfrm>
              <a:off x="833604" y="1060847"/>
              <a:ext cx="6397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 name="Line 7"/>
            <p:cNvSpPr>
              <a:spLocks noChangeShapeType="1"/>
            </p:cNvSpPr>
            <p:nvPr/>
          </p:nvSpPr>
          <p:spPr bwMode="auto">
            <a:xfrm>
              <a:off x="833604" y="1300559"/>
              <a:ext cx="6397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 name="Line 8"/>
            <p:cNvSpPr>
              <a:spLocks noChangeShapeType="1"/>
            </p:cNvSpPr>
            <p:nvPr/>
          </p:nvSpPr>
          <p:spPr bwMode="auto">
            <a:xfrm>
              <a:off x="833604" y="1541859"/>
              <a:ext cx="6397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 name="Freeform 9"/>
            <p:cNvSpPr/>
            <p:nvPr/>
          </p:nvSpPr>
          <p:spPr bwMode="auto">
            <a:xfrm>
              <a:off x="8083353" y="2308622"/>
              <a:ext cx="312722" cy="1800225"/>
            </a:xfrm>
            <a:custGeom>
              <a:avLst/>
              <a:gdLst>
                <a:gd name="T0" fmla="*/ 197 w 197"/>
                <a:gd name="T1" fmla="*/ 0 h 1134"/>
                <a:gd name="T2" fmla="*/ 0 w 197"/>
                <a:gd name="T3" fmla="*/ 507 h 1134"/>
                <a:gd name="T4" fmla="*/ 16 w 197"/>
                <a:gd name="T5" fmla="*/ 1134 h 1134"/>
              </a:gdLst>
              <a:ahLst/>
              <a:cxnLst>
                <a:cxn ang="0">
                  <a:pos x="T0" y="T1"/>
                </a:cxn>
                <a:cxn ang="0">
                  <a:pos x="T2" y="T3"/>
                </a:cxn>
                <a:cxn ang="0">
                  <a:pos x="T4" y="T5"/>
                </a:cxn>
              </a:cxnLst>
              <a:rect l="0" t="0" r="r" b="b"/>
              <a:pathLst>
                <a:path w="197" h="1134">
                  <a:moveTo>
                    <a:pt x="197" y="0"/>
                  </a:moveTo>
                  <a:lnTo>
                    <a:pt x="0" y="507"/>
                  </a:lnTo>
                  <a:lnTo>
                    <a:pt x="16" y="1134"/>
                  </a:lnTo>
                </a:path>
              </a:pathLst>
            </a:custGeom>
            <a:noFill/>
            <a:ln w="1905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786" name="Group 10"/>
            <p:cNvGrpSpPr>
              <a:grpSpLocks/>
            </p:cNvGrpSpPr>
            <p:nvPr/>
          </p:nvGrpSpPr>
          <p:grpSpPr bwMode="auto">
            <a:xfrm>
              <a:off x="2777876" y="5020072"/>
              <a:ext cx="639763" cy="1323975"/>
              <a:chOff x="617" y="259"/>
              <a:chExt cx="403" cy="834"/>
            </a:xfrm>
          </p:grpSpPr>
          <p:sp>
            <p:nvSpPr>
              <p:cNvPr id="13" name="Rectangle 11"/>
              <p:cNvSpPr>
                <a:spLocks noChangeArrowheads="1"/>
              </p:cNvSpPr>
              <p:nvPr/>
            </p:nvSpPr>
            <p:spPr bwMode="auto">
              <a:xfrm>
                <a:off x="623" y="598"/>
                <a:ext cx="393" cy="16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 name="Text Box 12"/>
              <p:cNvSpPr txBox="1">
                <a:spLocks noChangeArrowheads="1"/>
              </p:cNvSpPr>
              <p:nvPr/>
            </p:nvSpPr>
            <p:spPr bwMode="auto">
              <a:xfrm>
                <a:off x="730" y="259"/>
                <a:ext cx="188"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5</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4</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a:t>
                </a:r>
              </a:p>
            </p:txBody>
          </p:sp>
          <p:sp>
            <p:nvSpPr>
              <p:cNvPr id="15" name="Rectangle 13"/>
              <p:cNvSpPr>
                <a:spLocks noChangeArrowheads="1"/>
              </p:cNvSpPr>
              <p:nvPr/>
            </p:nvSpPr>
            <p:spPr bwMode="auto">
              <a:xfrm>
                <a:off x="617" y="289"/>
                <a:ext cx="403" cy="765"/>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 name="Line 14"/>
              <p:cNvSpPr>
                <a:spLocks noChangeShapeType="1"/>
              </p:cNvSpPr>
              <p:nvPr/>
            </p:nvSpPr>
            <p:spPr bwMode="auto">
              <a:xfrm>
                <a:off x="617" y="452"/>
                <a:ext cx="4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7" name="Line 15"/>
              <p:cNvSpPr>
                <a:spLocks noChangeShapeType="1"/>
              </p:cNvSpPr>
              <p:nvPr/>
            </p:nvSpPr>
            <p:spPr bwMode="auto">
              <a:xfrm>
                <a:off x="617" y="603"/>
                <a:ext cx="4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 name="Line 16"/>
              <p:cNvSpPr>
                <a:spLocks noChangeShapeType="1"/>
              </p:cNvSpPr>
              <p:nvPr/>
            </p:nvSpPr>
            <p:spPr bwMode="auto">
              <a:xfrm>
                <a:off x="617" y="754"/>
                <a:ext cx="4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 name="Line 17"/>
              <p:cNvSpPr>
                <a:spLocks noChangeShapeType="1"/>
              </p:cNvSpPr>
              <p:nvPr/>
            </p:nvSpPr>
            <p:spPr bwMode="auto">
              <a:xfrm>
                <a:off x="617" y="906"/>
                <a:ext cx="4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20" name="Line 18"/>
            <p:cNvSpPr>
              <a:spLocks noChangeShapeType="1"/>
            </p:cNvSpPr>
            <p:nvPr/>
          </p:nvSpPr>
          <p:spPr bwMode="auto">
            <a:xfrm flipV="1">
              <a:off x="3209972" y="2237184"/>
              <a:ext cx="5040061"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1" name="Line 19"/>
            <p:cNvSpPr>
              <a:spLocks noChangeShapeType="1"/>
            </p:cNvSpPr>
            <p:nvPr/>
          </p:nvSpPr>
          <p:spPr bwMode="auto">
            <a:xfrm flipV="1">
              <a:off x="3857640" y="4108847"/>
              <a:ext cx="865145" cy="158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2" name="Line 20"/>
            <p:cNvSpPr>
              <a:spLocks noChangeShapeType="1"/>
            </p:cNvSpPr>
            <p:nvPr/>
          </p:nvSpPr>
          <p:spPr bwMode="auto">
            <a:xfrm>
              <a:off x="978059" y="2237184"/>
              <a:ext cx="0" cy="36036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797"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8101" y="3965972"/>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798" name="Group 22"/>
            <p:cNvGrpSpPr>
              <a:grpSpLocks/>
            </p:cNvGrpSpPr>
            <p:nvPr/>
          </p:nvGrpSpPr>
          <p:grpSpPr bwMode="auto">
            <a:xfrm>
              <a:off x="3714501" y="1876822"/>
              <a:ext cx="1439863" cy="863600"/>
              <a:chOff x="385" y="2795"/>
              <a:chExt cx="1769" cy="816"/>
            </a:xfrm>
          </p:grpSpPr>
          <p:sp>
            <p:nvSpPr>
              <p:cNvPr id="25" name="Oval 2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 name="Oval 24"/>
              <p:cNvSpPr>
                <a:spLocks noChangeArrowheads="1"/>
              </p:cNvSpPr>
              <p:nvPr/>
            </p:nvSpPr>
            <p:spPr bwMode="auto">
              <a:xfrm>
                <a:off x="928" y="3273"/>
                <a:ext cx="885" cy="338"/>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 name="Oval 2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 name="Oval 26"/>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9" name="Oval 27"/>
              <p:cNvSpPr>
                <a:spLocks noChangeArrowheads="1"/>
              </p:cNvSpPr>
              <p:nvPr/>
            </p:nvSpPr>
            <p:spPr bwMode="auto">
              <a:xfrm>
                <a:off x="567" y="2883"/>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0" name="Oval 2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1" name="Oval 29"/>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2" name="Oval 3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3" name="Oval 31"/>
              <p:cNvSpPr>
                <a:spLocks noChangeArrowheads="1"/>
              </p:cNvSpPr>
              <p:nvPr/>
            </p:nvSpPr>
            <p:spPr bwMode="auto">
              <a:xfrm rot="1336630">
                <a:off x="1474" y="3066"/>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4" name="Oval 32"/>
              <p:cNvSpPr>
                <a:spLocks noChangeArrowheads="1"/>
              </p:cNvSpPr>
              <p:nvPr/>
            </p:nvSpPr>
            <p:spPr bwMode="auto">
              <a:xfrm>
                <a:off x="1004" y="2811"/>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5" name="Oval 33"/>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6" name="Oval 34"/>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7" name="Oval 35"/>
              <p:cNvSpPr>
                <a:spLocks noChangeArrowheads="1"/>
              </p:cNvSpPr>
              <p:nvPr/>
            </p:nvSpPr>
            <p:spPr bwMode="auto">
              <a:xfrm>
                <a:off x="1515" y="2907"/>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8" name="Oval 36"/>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9" name="Oval 3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0" name="Oval 38"/>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1" name="Freeform 39"/>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42" name="Text Box 40"/>
            <p:cNvSpPr txBox="1">
              <a:spLocks noChangeArrowheads="1"/>
            </p:cNvSpPr>
            <p:nvPr/>
          </p:nvSpPr>
          <p:spPr bwMode="auto">
            <a:xfrm>
              <a:off x="174824" y="1872059"/>
              <a:ext cx="700053"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zh-CN" altLang="en-US" sz="2000" b="1" kern="0" dirty="0">
                  <a:solidFill>
                    <a:srgbClr val="C00000"/>
                  </a:solidFill>
                  <a:latin typeface="+mn-lt"/>
                  <a:ea typeface="黑体" panose="02010609060101010101" pitchFamily="2" charset="-122"/>
                </a:rPr>
                <a:t>主机</a:t>
              </a:r>
            </a:p>
            <a:p>
              <a:pPr algn="ctr" fontAlgn="auto">
                <a:spcBef>
                  <a:spcPts val="0"/>
                </a:spcBef>
                <a:spcAft>
                  <a:spcPts val="0"/>
                </a:spcAft>
                <a:defRPr/>
              </a:pPr>
              <a:r>
                <a:rPr lang="en-US" altLang="zh-CN" sz="2000" b="1" kern="0" dirty="0">
                  <a:solidFill>
                    <a:srgbClr val="C00000"/>
                  </a:solidFill>
                  <a:latin typeface="+mn-lt"/>
                  <a:ea typeface="黑体" panose="02010609060101010101" pitchFamily="2" charset="-122"/>
                </a:rPr>
                <a:t>H</a:t>
              </a:r>
              <a:r>
                <a:rPr lang="en-US" altLang="zh-CN" sz="2000" b="1" kern="0" baseline="-25000" dirty="0">
                  <a:solidFill>
                    <a:srgbClr val="C00000"/>
                  </a:solidFill>
                  <a:latin typeface="+mn-lt"/>
                  <a:ea typeface="黑体" panose="02010609060101010101" pitchFamily="2" charset="-122"/>
                </a:rPr>
                <a:t>1</a:t>
              </a:r>
            </a:p>
          </p:txBody>
        </p:sp>
        <p:pic>
          <p:nvPicPr>
            <p:cNvPr id="715817" name="Picture 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61089" y="2092722"/>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818" name="Group 42"/>
            <p:cNvGrpSpPr>
              <a:grpSpLocks/>
            </p:cNvGrpSpPr>
            <p:nvPr/>
          </p:nvGrpSpPr>
          <p:grpSpPr bwMode="auto">
            <a:xfrm>
              <a:off x="6233864" y="1876822"/>
              <a:ext cx="1439862" cy="863600"/>
              <a:chOff x="385" y="2795"/>
              <a:chExt cx="1769" cy="816"/>
            </a:xfrm>
          </p:grpSpPr>
          <p:sp>
            <p:nvSpPr>
              <p:cNvPr id="45" name="Oval 4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6" name="Oval 44"/>
              <p:cNvSpPr>
                <a:spLocks noChangeArrowheads="1"/>
              </p:cNvSpPr>
              <p:nvPr/>
            </p:nvSpPr>
            <p:spPr bwMode="auto">
              <a:xfrm>
                <a:off x="927" y="3273"/>
                <a:ext cx="885" cy="338"/>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7" name="Oval 4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8" name="Oval 46"/>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9" name="Oval 47"/>
              <p:cNvSpPr>
                <a:spLocks noChangeArrowheads="1"/>
              </p:cNvSpPr>
              <p:nvPr/>
            </p:nvSpPr>
            <p:spPr bwMode="auto">
              <a:xfrm>
                <a:off x="567" y="2883"/>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0" name="Oval 4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1" name="Oval 49"/>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2" name="Oval 5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3" name="Oval 51"/>
              <p:cNvSpPr>
                <a:spLocks noChangeArrowheads="1"/>
              </p:cNvSpPr>
              <p:nvPr/>
            </p:nvSpPr>
            <p:spPr bwMode="auto">
              <a:xfrm rot="1336630">
                <a:off x="1473" y="3066"/>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4" name="Oval 52"/>
              <p:cNvSpPr>
                <a:spLocks noChangeArrowheads="1"/>
              </p:cNvSpPr>
              <p:nvPr/>
            </p:nvSpPr>
            <p:spPr bwMode="auto">
              <a:xfrm>
                <a:off x="1003" y="2811"/>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5" name="Oval 53"/>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6" name="Oval 54"/>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7" name="Oval 55"/>
              <p:cNvSpPr>
                <a:spLocks noChangeArrowheads="1"/>
              </p:cNvSpPr>
              <p:nvPr/>
            </p:nvSpPr>
            <p:spPr bwMode="auto">
              <a:xfrm>
                <a:off x="1514" y="2907"/>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8" name="Oval 56"/>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9" name="Oval 5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0" name="Oval 58"/>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1" name="Freeform 59"/>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5836" name="Group 60"/>
            <p:cNvGrpSpPr>
              <a:grpSpLocks/>
            </p:cNvGrpSpPr>
            <p:nvPr/>
          </p:nvGrpSpPr>
          <p:grpSpPr bwMode="auto">
            <a:xfrm>
              <a:off x="4649539" y="3532584"/>
              <a:ext cx="415925" cy="504825"/>
              <a:chOff x="4416" y="2717"/>
              <a:chExt cx="404" cy="577"/>
            </a:xfrm>
          </p:grpSpPr>
          <p:sp>
            <p:nvSpPr>
              <p:cNvPr id="63" name="AutoShape 61"/>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838" name="Group 62"/>
              <p:cNvGrpSpPr>
                <a:grpSpLocks/>
              </p:cNvGrpSpPr>
              <p:nvPr/>
            </p:nvGrpSpPr>
            <p:grpSpPr bwMode="auto">
              <a:xfrm>
                <a:off x="4562" y="3066"/>
                <a:ext cx="13" cy="70"/>
                <a:chOff x="4562" y="3066"/>
                <a:chExt cx="13" cy="70"/>
              </a:xfrm>
            </p:grpSpPr>
            <p:sp>
              <p:nvSpPr>
                <p:cNvPr id="109" name="Rectangle 63"/>
                <p:cNvSpPr>
                  <a:spLocks noChangeArrowheads="1"/>
                </p:cNvSpPr>
                <p:nvPr/>
              </p:nvSpPr>
              <p:spPr bwMode="auto">
                <a:xfrm>
                  <a:off x="4563" y="3067"/>
                  <a:ext cx="12" cy="69"/>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0" name="Line 64"/>
                <p:cNvSpPr>
                  <a:spLocks noChangeShapeType="1"/>
                </p:cNvSpPr>
                <p:nvPr/>
              </p:nvSpPr>
              <p:spPr bwMode="auto">
                <a:xfrm>
                  <a:off x="4569" y="3065"/>
                  <a:ext cx="0" cy="6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65" name="Rectangle 65"/>
              <p:cNvSpPr>
                <a:spLocks noChangeArrowheads="1"/>
              </p:cNvSpPr>
              <p:nvPr/>
            </p:nvSpPr>
            <p:spPr bwMode="auto">
              <a:xfrm>
                <a:off x="4503" y="3022"/>
                <a:ext cx="43" cy="112"/>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6" name="Freeform 66"/>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7" name="Freeform 67"/>
              <p:cNvSpPr/>
              <p:nvPr/>
            </p:nvSpPr>
            <p:spPr bwMode="auto">
              <a:xfrm>
                <a:off x="4604" y="3002"/>
                <a:ext cx="19" cy="20"/>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8" name="Freeform 68"/>
              <p:cNvSpPr/>
              <p:nvPr/>
            </p:nvSpPr>
            <p:spPr bwMode="auto">
              <a:xfrm>
                <a:off x="4570" y="3143"/>
                <a:ext cx="89"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9" name="Freeform 69"/>
              <p:cNvSpPr/>
              <p:nvPr/>
            </p:nvSpPr>
            <p:spPr bwMode="auto">
              <a:xfrm>
                <a:off x="4503" y="2862"/>
                <a:ext cx="37" cy="45"/>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0" name="Freeform 70"/>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1" name="Freeform 71"/>
              <p:cNvSpPr/>
              <p:nvPr/>
            </p:nvSpPr>
            <p:spPr bwMode="auto">
              <a:xfrm>
                <a:off x="4490" y="3134"/>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2" name="Rectangle 72"/>
              <p:cNvSpPr>
                <a:spLocks noChangeArrowheads="1"/>
              </p:cNvSpPr>
              <p:nvPr/>
            </p:nvSpPr>
            <p:spPr bwMode="auto">
              <a:xfrm>
                <a:off x="4492" y="3192"/>
                <a:ext cx="239" cy="27"/>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3" name="Line 73"/>
              <p:cNvSpPr>
                <a:spLocks noChangeShapeType="1"/>
              </p:cNvSpPr>
              <p:nvPr/>
            </p:nvSpPr>
            <p:spPr bwMode="auto">
              <a:xfrm>
                <a:off x="4479" y="3015"/>
                <a:ext cx="2" cy="5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4" name="Freeform 74"/>
              <p:cNvSpPr/>
              <p:nvPr/>
            </p:nvSpPr>
            <p:spPr bwMode="auto">
              <a:xfrm>
                <a:off x="4472" y="3065"/>
                <a:ext cx="20"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5" name="Freeform 75"/>
              <p:cNvSpPr/>
              <p:nvPr/>
            </p:nvSpPr>
            <p:spPr bwMode="auto">
              <a:xfrm>
                <a:off x="4590" y="3047"/>
                <a:ext cx="72" cy="103"/>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6" name="Freeform 76"/>
              <p:cNvSpPr/>
              <p:nvPr/>
            </p:nvSpPr>
            <p:spPr bwMode="auto">
              <a:xfrm>
                <a:off x="4433" y="3105"/>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7" name="Rectangle 77"/>
              <p:cNvSpPr>
                <a:spLocks noChangeArrowheads="1"/>
              </p:cNvSpPr>
              <p:nvPr/>
            </p:nvSpPr>
            <p:spPr bwMode="auto">
              <a:xfrm>
                <a:off x="4421" y="3276"/>
                <a:ext cx="395" cy="15"/>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8" name="Rectangle 78"/>
              <p:cNvSpPr>
                <a:spLocks noChangeArrowheads="1"/>
              </p:cNvSpPr>
              <p:nvPr/>
            </p:nvSpPr>
            <p:spPr bwMode="auto">
              <a:xfrm>
                <a:off x="4421" y="3250"/>
                <a:ext cx="395" cy="24"/>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9" name="Rectangle 79"/>
              <p:cNvSpPr>
                <a:spLocks noChangeArrowheads="1"/>
              </p:cNvSpPr>
              <p:nvPr/>
            </p:nvSpPr>
            <p:spPr bwMode="auto">
              <a:xfrm>
                <a:off x="4421" y="3221"/>
                <a:ext cx="395" cy="27"/>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0" name="Rectangle 80"/>
              <p:cNvSpPr>
                <a:spLocks noChangeArrowheads="1"/>
              </p:cNvSpPr>
              <p:nvPr/>
            </p:nvSpPr>
            <p:spPr bwMode="auto">
              <a:xfrm>
                <a:off x="4763" y="3200"/>
                <a:ext cx="42" cy="13"/>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1" name="Oval 81"/>
              <p:cNvSpPr>
                <a:spLocks noChangeArrowheads="1"/>
              </p:cNvSpPr>
              <p:nvPr/>
            </p:nvSpPr>
            <p:spPr bwMode="auto">
              <a:xfrm>
                <a:off x="4462" y="3093"/>
                <a:ext cx="28" cy="29"/>
              </a:xfrm>
              <a:prstGeom prst="ellipse">
                <a:avLst/>
              </a:prstGeom>
              <a:solidFill>
                <a:srgbClr val="9F9F9F"/>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2" name="Rectangle 82"/>
              <p:cNvSpPr>
                <a:spLocks noChangeArrowheads="1"/>
              </p:cNvSpPr>
              <p:nvPr/>
            </p:nvSpPr>
            <p:spPr bwMode="auto">
              <a:xfrm>
                <a:off x="4563" y="3036"/>
                <a:ext cx="26" cy="25"/>
              </a:xfrm>
              <a:prstGeom prst="rect">
                <a:avLst/>
              </a:prstGeom>
              <a:solidFill>
                <a:srgbClr val="80808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3" name="Freeform 83"/>
              <p:cNvSpPr/>
              <p:nvPr/>
            </p:nvSpPr>
            <p:spPr bwMode="auto">
              <a:xfrm>
                <a:off x="4547" y="3022"/>
                <a:ext cx="114" cy="112"/>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860" name="Group 84"/>
              <p:cNvGrpSpPr>
                <a:grpSpLocks/>
              </p:cNvGrpSpPr>
              <p:nvPr/>
            </p:nvGrpSpPr>
            <p:grpSpPr bwMode="auto">
              <a:xfrm>
                <a:off x="4455" y="2913"/>
                <a:ext cx="126" cy="116"/>
                <a:chOff x="4455" y="2913"/>
                <a:chExt cx="126" cy="116"/>
              </a:xfrm>
            </p:grpSpPr>
            <p:sp>
              <p:nvSpPr>
                <p:cNvPr id="107" name="Oval 85"/>
                <p:cNvSpPr>
                  <a:spLocks noChangeArrowheads="1"/>
                </p:cNvSpPr>
                <p:nvPr/>
              </p:nvSpPr>
              <p:spPr bwMode="auto">
                <a:xfrm>
                  <a:off x="4466" y="2913"/>
                  <a:ext cx="116" cy="116"/>
                </a:xfrm>
                <a:prstGeom prst="ellipse">
                  <a:avLst/>
                </a:prstGeom>
                <a:solidFill>
                  <a:srgbClr val="808080"/>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8" name="Oval 86"/>
                <p:cNvSpPr>
                  <a:spLocks noChangeArrowheads="1"/>
                </p:cNvSpPr>
                <p:nvPr/>
              </p:nvSpPr>
              <p:spPr bwMode="auto">
                <a:xfrm>
                  <a:off x="4455" y="2913"/>
                  <a:ext cx="116" cy="116"/>
                </a:xfrm>
                <a:prstGeom prst="ellipse">
                  <a:avLst/>
                </a:prstGeom>
                <a:solidFill>
                  <a:srgbClr val="C0C0C0"/>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5863" name="Group 87"/>
              <p:cNvGrpSpPr>
                <a:grpSpLocks/>
              </p:cNvGrpSpPr>
              <p:nvPr/>
            </p:nvGrpSpPr>
            <p:grpSpPr bwMode="auto">
              <a:xfrm>
                <a:off x="4504" y="3136"/>
                <a:ext cx="43" cy="112"/>
                <a:chOff x="4504" y="3136"/>
                <a:chExt cx="43" cy="112"/>
              </a:xfrm>
            </p:grpSpPr>
            <p:sp>
              <p:nvSpPr>
                <p:cNvPr id="98" name="Rectangle 88"/>
                <p:cNvSpPr>
                  <a:spLocks noChangeArrowheads="1"/>
                </p:cNvSpPr>
                <p:nvPr/>
              </p:nvSpPr>
              <p:spPr bwMode="auto">
                <a:xfrm>
                  <a:off x="4506" y="3136"/>
                  <a:ext cx="40" cy="112"/>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865" name="Group 89"/>
                <p:cNvGrpSpPr>
                  <a:grpSpLocks/>
                </p:cNvGrpSpPr>
                <p:nvPr/>
              </p:nvGrpSpPr>
              <p:grpSpPr bwMode="auto">
                <a:xfrm>
                  <a:off x="4504" y="3149"/>
                  <a:ext cx="43" cy="87"/>
                  <a:chOff x="4504" y="3149"/>
                  <a:chExt cx="43" cy="87"/>
                </a:xfrm>
              </p:grpSpPr>
              <p:sp>
                <p:nvSpPr>
                  <p:cNvPr id="100" name="Line 90"/>
                  <p:cNvSpPr>
                    <a:spLocks noChangeShapeType="1"/>
                  </p:cNvSpPr>
                  <p:nvPr/>
                </p:nvSpPr>
                <p:spPr bwMode="auto">
                  <a:xfrm>
                    <a:off x="4504" y="3163"/>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1" name="Line 91"/>
                  <p:cNvSpPr>
                    <a:spLocks noChangeShapeType="1"/>
                  </p:cNvSpPr>
                  <p:nvPr/>
                </p:nvSpPr>
                <p:spPr bwMode="auto">
                  <a:xfrm>
                    <a:off x="4504" y="3205"/>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2" name="Line 92"/>
                  <p:cNvSpPr>
                    <a:spLocks noChangeShapeType="1"/>
                  </p:cNvSpPr>
                  <p:nvPr/>
                </p:nvSpPr>
                <p:spPr bwMode="auto">
                  <a:xfrm>
                    <a:off x="4504" y="3192"/>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3" name="Line 93"/>
                  <p:cNvSpPr>
                    <a:spLocks noChangeShapeType="1"/>
                  </p:cNvSpPr>
                  <p:nvPr/>
                </p:nvSpPr>
                <p:spPr bwMode="auto">
                  <a:xfrm>
                    <a:off x="4504" y="3178"/>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4" name="Line 94"/>
                  <p:cNvSpPr>
                    <a:spLocks noChangeShapeType="1"/>
                  </p:cNvSpPr>
                  <p:nvPr/>
                </p:nvSpPr>
                <p:spPr bwMode="auto">
                  <a:xfrm>
                    <a:off x="4504" y="3149"/>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5" name="Line 95"/>
                  <p:cNvSpPr>
                    <a:spLocks noChangeShapeType="1"/>
                  </p:cNvSpPr>
                  <p:nvPr/>
                </p:nvSpPr>
                <p:spPr bwMode="auto">
                  <a:xfrm>
                    <a:off x="4504" y="3220"/>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6" name="Line 96"/>
                  <p:cNvSpPr>
                    <a:spLocks noChangeShapeType="1"/>
                  </p:cNvSpPr>
                  <p:nvPr/>
                </p:nvSpPr>
                <p:spPr bwMode="auto">
                  <a:xfrm>
                    <a:off x="4504" y="3234"/>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86" name="Rectangle 97"/>
              <p:cNvSpPr>
                <a:spLocks noChangeArrowheads="1"/>
              </p:cNvSpPr>
              <p:nvPr/>
            </p:nvSpPr>
            <p:spPr bwMode="auto">
              <a:xfrm>
                <a:off x="4775" y="3163"/>
                <a:ext cx="12" cy="27"/>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7" name="Freeform 98"/>
              <p:cNvSpPr/>
              <p:nvPr/>
            </p:nvSpPr>
            <p:spPr bwMode="auto">
              <a:xfrm>
                <a:off x="4697" y="2871"/>
                <a:ext cx="31" cy="54"/>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8" name="Freeform 99"/>
              <p:cNvSpPr/>
              <p:nvPr/>
            </p:nvSpPr>
            <p:spPr bwMode="auto">
              <a:xfrm>
                <a:off x="4657" y="2848"/>
                <a:ext cx="63"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9" name="Freeform 100"/>
              <p:cNvSpPr/>
              <p:nvPr/>
            </p:nvSpPr>
            <p:spPr bwMode="auto">
              <a:xfrm>
                <a:off x="4516" y="2721"/>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0" name="Freeform 101"/>
              <p:cNvSpPr/>
              <p:nvPr/>
            </p:nvSpPr>
            <p:spPr bwMode="auto">
              <a:xfrm>
                <a:off x="4529" y="2719"/>
                <a:ext cx="220" cy="365"/>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1" name="Freeform 102"/>
              <p:cNvSpPr/>
              <p:nvPr/>
            </p:nvSpPr>
            <p:spPr bwMode="auto">
              <a:xfrm>
                <a:off x="4536" y="2811"/>
                <a:ext cx="217"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2" name="Freeform 103"/>
              <p:cNvSpPr/>
              <p:nvPr/>
            </p:nvSpPr>
            <p:spPr bwMode="auto">
              <a:xfrm>
                <a:off x="4685" y="2860"/>
                <a:ext cx="77" cy="191"/>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3" name="Freeform 104"/>
              <p:cNvSpPr/>
              <p:nvPr/>
            </p:nvSpPr>
            <p:spPr bwMode="auto">
              <a:xfrm>
                <a:off x="4712" y="2822"/>
                <a:ext cx="63" cy="53"/>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4" name="Freeform 105"/>
              <p:cNvSpPr/>
              <p:nvPr/>
            </p:nvSpPr>
            <p:spPr bwMode="auto">
              <a:xfrm>
                <a:off x="4749" y="2817"/>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5" name="Freeform 106"/>
              <p:cNvSpPr/>
              <p:nvPr/>
            </p:nvSpPr>
            <p:spPr bwMode="auto">
              <a:xfrm>
                <a:off x="4759" y="2819"/>
                <a:ext cx="43" cy="36"/>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6" name="Freeform 107"/>
              <p:cNvSpPr/>
              <p:nvPr/>
            </p:nvSpPr>
            <p:spPr bwMode="auto">
              <a:xfrm>
                <a:off x="4725" y="2837"/>
                <a:ext cx="20"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7" name="Freeform 108"/>
              <p:cNvSpPr/>
              <p:nvPr/>
            </p:nvSpPr>
            <p:spPr bwMode="auto">
              <a:xfrm>
                <a:off x="4737" y="2831"/>
                <a:ext cx="19"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pic>
          <p:nvPicPr>
            <p:cNvPr id="715885" name="Picture 10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02064" y="2956322"/>
              <a:ext cx="98901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5886" name="Picture 1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07089" y="3964384"/>
              <a:ext cx="5207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5887" name="Picture 1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8701" y="2092722"/>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888" name="Group 112"/>
            <p:cNvGrpSpPr>
              <a:grpSpLocks/>
            </p:cNvGrpSpPr>
            <p:nvPr/>
          </p:nvGrpSpPr>
          <p:grpSpPr bwMode="auto">
            <a:xfrm flipH="1">
              <a:off x="8194426" y="3605609"/>
              <a:ext cx="415925" cy="504825"/>
              <a:chOff x="4416" y="2717"/>
              <a:chExt cx="404" cy="577"/>
            </a:xfrm>
          </p:grpSpPr>
          <p:sp>
            <p:nvSpPr>
              <p:cNvPr id="115" name="AutoShape 113"/>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890" name="Group 114"/>
              <p:cNvGrpSpPr>
                <a:grpSpLocks/>
              </p:cNvGrpSpPr>
              <p:nvPr/>
            </p:nvGrpSpPr>
            <p:grpSpPr bwMode="auto">
              <a:xfrm>
                <a:off x="4562" y="3066"/>
                <a:ext cx="13" cy="70"/>
                <a:chOff x="4562" y="3066"/>
                <a:chExt cx="13" cy="70"/>
              </a:xfrm>
            </p:grpSpPr>
            <p:sp>
              <p:nvSpPr>
                <p:cNvPr id="161" name="Rectangle 115"/>
                <p:cNvSpPr>
                  <a:spLocks noChangeArrowheads="1"/>
                </p:cNvSpPr>
                <p:nvPr/>
              </p:nvSpPr>
              <p:spPr bwMode="auto">
                <a:xfrm>
                  <a:off x="4562" y="3067"/>
                  <a:ext cx="12" cy="69"/>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2" name="Line 116"/>
                <p:cNvSpPr>
                  <a:spLocks noChangeShapeType="1"/>
                </p:cNvSpPr>
                <p:nvPr/>
              </p:nvSpPr>
              <p:spPr bwMode="auto">
                <a:xfrm>
                  <a:off x="4569" y="3065"/>
                  <a:ext cx="0" cy="6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117" name="Rectangle 117"/>
              <p:cNvSpPr>
                <a:spLocks noChangeArrowheads="1"/>
              </p:cNvSpPr>
              <p:nvPr/>
            </p:nvSpPr>
            <p:spPr bwMode="auto">
              <a:xfrm>
                <a:off x="4502" y="3022"/>
                <a:ext cx="43" cy="112"/>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8" name="Freeform 118"/>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9" name="Freeform 119"/>
              <p:cNvSpPr/>
              <p:nvPr/>
            </p:nvSpPr>
            <p:spPr bwMode="auto">
              <a:xfrm>
                <a:off x="4604" y="3002"/>
                <a:ext cx="19" cy="20"/>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0" name="Freeform 120"/>
              <p:cNvSpPr/>
              <p:nvPr/>
            </p:nvSpPr>
            <p:spPr bwMode="auto">
              <a:xfrm>
                <a:off x="4570" y="3143"/>
                <a:ext cx="89"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1" name="Freeform 121"/>
              <p:cNvSpPr/>
              <p:nvPr/>
            </p:nvSpPr>
            <p:spPr bwMode="auto">
              <a:xfrm>
                <a:off x="4502" y="2862"/>
                <a:ext cx="37" cy="45"/>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2" name="Freeform 122"/>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3" name="Freeform 123"/>
              <p:cNvSpPr/>
              <p:nvPr/>
            </p:nvSpPr>
            <p:spPr bwMode="auto">
              <a:xfrm>
                <a:off x="4490" y="3134"/>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4" name="Rectangle 124"/>
              <p:cNvSpPr>
                <a:spLocks noChangeArrowheads="1"/>
              </p:cNvSpPr>
              <p:nvPr/>
            </p:nvSpPr>
            <p:spPr bwMode="auto">
              <a:xfrm>
                <a:off x="4492" y="3192"/>
                <a:ext cx="239" cy="27"/>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5" name="Line 125"/>
              <p:cNvSpPr>
                <a:spLocks noChangeShapeType="1"/>
              </p:cNvSpPr>
              <p:nvPr/>
            </p:nvSpPr>
            <p:spPr bwMode="auto">
              <a:xfrm>
                <a:off x="4479" y="3015"/>
                <a:ext cx="2" cy="5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6" name="Freeform 126"/>
              <p:cNvSpPr/>
              <p:nvPr/>
            </p:nvSpPr>
            <p:spPr bwMode="auto">
              <a:xfrm>
                <a:off x="4471" y="3065"/>
                <a:ext cx="20"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7" name="Freeform 127"/>
              <p:cNvSpPr/>
              <p:nvPr/>
            </p:nvSpPr>
            <p:spPr bwMode="auto">
              <a:xfrm>
                <a:off x="4590" y="3047"/>
                <a:ext cx="72" cy="103"/>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8" name="Freeform 128"/>
              <p:cNvSpPr/>
              <p:nvPr/>
            </p:nvSpPr>
            <p:spPr bwMode="auto">
              <a:xfrm>
                <a:off x="4433" y="3105"/>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9" name="Rectangle 129"/>
              <p:cNvSpPr>
                <a:spLocks noChangeArrowheads="1"/>
              </p:cNvSpPr>
              <p:nvPr/>
            </p:nvSpPr>
            <p:spPr bwMode="auto">
              <a:xfrm>
                <a:off x="4421" y="3276"/>
                <a:ext cx="395" cy="15"/>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0" name="Rectangle 130"/>
              <p:cNvSpPr>
                <a:spLocks noChangeArrowheads="1"/>
              </p:cNvSpPr>
              <p:nvPr/>
            </p:nvSpPr>
            <p:spPr bwMode="auto">
              <a:xfrm>
                <a:off x="4421" y="3250"/>
                <a:ext cx="395" cy="24"/>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1" name="Rectangle 131"/>
              <p:cNvSpPr>
                <a:spLocks noChangeArrowheads="1"/>
              </p:cNvSpPr>
              <p:nvPr/>
            </p:nvSpPr>
            <p:spPr bwMode="auto">
              <a:xfrm>
                <a:off x="4421" y="3221"/>
                <a:ext cx="395" cy="27"/>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2" name="Rectangle 132"/>
              <p:cNvSpPr>
                <a:spLocks noChangeArrowheads="1"/>
              </p:cNvSpPr>
              <p:nvPr/>
            </p:nvSpPr>
            <p:spPr bwMode="auto">
              <a:xfrm>
                <a:off x="4763" y="3200"/>
                <a:ext cx="42" cy="13"/>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3" name="Oval 133"/>
              <p:cNvSpPr>
                <a:spLocks noChangeArrowheads="1"/>
              </p:cNvSpPr>
              <p:nvPr/>
            </p:nvSpPr>
            <p:spPr bwMode="auto">
              <a:xfrm>
                <a:off x="4462" y="3093"/>
                <a:ext cx="28" cy="29"/>
              </a:xfrm>
              <a:prstGeom prst="ellipse">
                <a:avLst/>
              </a:prstGeom>
              <a:solidFill>
                <a:srgbClr val="9F9F9F"/>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4" name="Rectangle 134"/>
              <p:cNvSpPr>
                <a:spLocks noChangeArrowheads="1"/>
              </p:cNvSpPr>
              <p:nvPr/>
            </p:nvSpPr>
            <p:spPr bwMode="auto">
              <a:xfrm>
                <a:off x="4562" y="3036"/>
                <a:ext cx="26" cy="25"/>
              </a:xfrm>
              <a:prstGeom prst="rect">
                <a:avLst/>
              </a:prstGeom>
              <a:solidFill>
                <a:srgbClr val="80808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5" name="Freeform 135"/>
              <p:cNvSpPr/>
              <p:nvPr/>
            </p:nvSpPr>
            <p:spPr bwMode="auto">
              <a:xfrm>
                <a:off x="4547" y="3022"/>
                <a:ext cx="114" cy="112"/>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912" name="Group 136"/>
              <p:cNvGrpSpPr>
                <a:grpSpLocks/>
              </p:cNvGrpSpPr>
              <p:nvPr/>
            </p:nvGrpSpPr>
            <p:grpSpPr bwMode="auto">
              <a:xfrm>
                <a:off x="4455" y="2913"/>
                <a:ext cx="126" cy="116"/>
                <a:chOff x="4455" y="2913"/>
                <a:chExt cx="126" cy="116"/>
              </a:xfrm>
            </p:grpSpPr>
            <p:sp>
              <p:nvSpPr>
                <p:cNvPr id="159" name="Oval 137"/>
                <p:cNvSpPr>
                  <a:spLocks noChangeArrowheads="1"/>
                </p:cNvSpPr>
                <p:nvPr/>
              </p:nvSpPr>
              <p:spPr bwMode="auto">
                <a:xfrm>
                  <a:off x="4465" y="2913"/>
                  <a:ext cx="116" cy="116"/>
                </a:xfrm>
                <a:prstGeom prst="ellipse">
                  <a:avLst/>
                </a:prstGeom>
                <a:solidFill>
                  <a:srgbClr val="808080"/>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0" name="Oval 138"/>
                <p:cNvSpPr>
                  <a:spLocks noChangeArrowheads="1"/>
                </p:cNvSpPr>
                <p:nvPr/>
              </p:nvSpPr>
              <p:spPr bwMode="auto">
                <a:xfrm>
                  <a:off x="4455" y="2913"/>
                  <a:ext cx="116" cy="116"/>
                </a:xfrm>
                <a:prstGeom prst="ellipse">
                  <a:avLst/>
                </a:prstGeom>
                <a:solidFill>
                  <a:srgbClr val="C0C0C0"/>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5915" name="Group 139"/>
              <p:cNvGrpSpPr>
                <a:grpSpLocks/>
              </p:cNvGrpSpPr>
              <p:nvPr/>
            </p:nvGrpSpPr>
            <p:grpSpPr bwMode="auto">
              <a:xfrm>
                <a:off x="4504" y="3136"/>
                <a:ext cx="43" cy="112"/>
                <a:chOff x="4504" y="3136"/>
                <a:chExt cx="43" cy="112"/>
              </a:xfrm>
            </p:grpSpPr>
            <p:sp>
              <p:nvSpPr>
                <p:cNvPr id="150" name="Rectangle 140"/>
                <p:cNvSpPr>
                  <a:spLocks noChangeArrowheads="1"/>
                </p:cNvSpPr>
                <p:nvPr/>
              </p:nvSpPr>
              <p:spPr bwMode="auto">
                <a:xfrm>
                  <a:off x="4505" y="3136"/>
                  <a:ext cx="40" cy="112"/>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917" name="Group 141"/>
                <p:cNvGrpSpPr>
                  <a:grpSpLocks/>
                </p:cNvGrpSpPr>
                <p:nvPr/>
              </p:nvGrpSpPr>
              <p:grpSpPr bwMode="auto">
                <a:xfrm>
                  <a:off x="4504" y="3149"/>
                  <a:ext cx="43" cy="87"/>
                  <a:chOff x="4504" y="3149"/>
                  <a:chExt cx="43" cy="87"/>
                </a:xfrm>
              </p:grpSpPr>
              <p:sp>
                <p:nvSpPr>
                  <p:cNvPr id="152" name="Line 142"/>
                  <p:cNvSpPr>
                    <a:spLocks noChangeShapeType="1"/>
                  </p:cNvSpPr>
                  <p:nvPr/>
                </p:nvSpPr>
                <p:spPr bwMode="auto">
                  <a:xfrm>
                    <a:off x="4504" y="3163"/>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3" name="Line 143"/>
                  <p:cNvSpPr>
                    <a:spLocks noChangeShapeType="1"/>
                  </p:cNvSpPr>
                  <p:nvPr/>
                </p:nvSpPr>
                <p:spPr bwMode="auto">
                  <a:xfrm>
                    <a:off x="4504" y="3205"/>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4" name="Line 144"/>
                  <p:cNvSpPr>
                    <a:spLocks noChangeShapeType="1"/>
                  </p:cNvSpPr>
                  <p:nvPr/>
                </p:nvSpPr>
                <p:spPr bwMode="auto">
                  <a:xfrm>
                    <a:off x="4504" y="3192"/>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5" name="Line 145"/>
                  <p:cNvSpPr>
                    <a:spLocks noChangeShapeType="1"/>
                  </p:cNvSpPr>
                  <p:nvPr/>
                </p:nvSpPr>
                <p:spPr bwMode="auto">
                  <a:xfrm>
                    <a:off x="4504" y="3178"/>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6" name="Line 146"/>
                  <p:cNvSpPr>
                    <a:spLocks noChangeShapeType="1"/>
                  </p:cNvSpPr>
                  <p:nvPr/>
                </p:nvSpPr>
                <p:spPr bwMode="auto">
                  <a:xfrm>
                    <a:off x="4504" y="3149"/>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7" name="Line 147"/>
                  <p:cNvSpPr>
                    <a:spLocks noChangeShapeType="1"/>
                  </p:cNvSpPr>
                  <p:nvPr/>
                </p:nvSpPr>
                <p:spPr bwMode="auto">
                  <a:xfrm>
                    <a:off x="4504" y="3220"/>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8" name="Line 148"/>
                  <p:cNvSpPr>
                    <a:spLocks noChangeShapeType="1"/>
                  </p:cNvSpPr>
                  <p:nvPr/>
                </p:nvSpPr>
                <p:spPr bwMode="auto">
                  <a:xfrm>
                    <a:off x="4504" y="3234"/>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138" name="Rectangle 149"/>
              <p:cNvSpPr>
                <a:spLocks noChangeArrowheads="1"/>
              </p:cNvSpPr>
              <p:nvPr/>
            </p:nvSpPr>
            <p:spPr bwMode="auto">
              <a:xfrm>
                <a:off x="4775" y="3163"/>
                <a:ext cx="12" cy="27"/>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9" name="Freeform 150"/>
              <p:cNvSpPr/>
              <p:nvPr/>
            </p:nvSpPr>
            <p:spPr bwMode="auto">
              <a:xfrm>
                <a:off x="4697" y="2871"/>
                <a:ext cx="31" cy="54"/>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0" name="Freeform 151"/>
              <p:cNvSpPr/>
              <p:nvPr/>
            </p:nvSpPr>
            <p:spPr bwMode="auto">
              <a:xfrm>
                <a:off x="4657" y="2848"/>
                <a:ext cx="62"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1" name="Freeform 152"/>
              <p:cNvSpPr/>
              <p:nvPr/>
            </p:nvSpPr>
            <p:spPr bwMode="auto">
              <a:xfrm>
                <a:off x="4516" y="2721"/>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2" name="Freeform 153"/>
              <p:cNvSpPr/>
              <p:nvPr/>
            </p:nvSpPr>
            <p:spPr bwMode="auto">
              <a:xfrm>
                <a:off x="4529" y="2719"/>
                <a:ext cx="220" cy="365"/>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3" name="Freeform 154"/>
              <p:cNvSpPr/>
              <p:nvPr/>
            </p:nvSpPr>
            <p:spPr bwMode="auto">
              <a:xfrm>
                <a:off x="4536" y="2811"/>
                <a:ext cx="217"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4" name="Freeform 155"/>
              <p:cNvSpPr/>
              <p:nvPr/>
            </p:nvSpPr>
            <p:spPr bwMode="auto">
              <a:xfrm>
                <a:off x="4684" y="2860"/>
                <a:ext cx="77" cy="191"/>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5" name="Freeform 156"/>
              <p:cNvSpPr/>
              <p:nvPr/>
            </p:nvSpPr>
            <p:spPr bwMode="auto">
              <a:xfrm>
                <a:off x="4712" y="2822"/>
                <a:ext cx="63" cy="53"/>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6" name="Freeform 157"/>
              <p:cNvSpPr/>
              <p:nvPr/>
            </p:nvSpPr>
            <p:spPr bwMode="auto">
              <a:xfrm>
                <a:off x="4749" y="2817"/>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7" name="Freeform 158"/>
              <p:cNvSpPr/>
              <p:nvPr/>
            </p:nvSpPr>
            <p:spPr bwMode="auto">
              <a:xfrm>
                <a:off x="4758" y="2819"/>
                <a:ext cx="43" cy="36"/>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8" name="Freeform 159"/>
              <p:cNvSpPr/>
              <p:nvPr/>
            </p:nvSpPr>
            <p:spPr bwMode="auto">
              <a:xfrm>
                <a:off x="4724" y="2837"/>
                <a:ext cx="20"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9" name="Freeform 160"/>
              <p:cNvSpPr/>
              <p:nvPr/>
            </p:nvSpPr>
            <p:spPr bwMode="auto">
              <a:xfrm>
                <a:off x="4737" y="2831"/>
                <a:ext cx="19"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pic>
          <p:nvPicPr>
            <p:cNvPr id="715937" name="Picture 161"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1739" y="3734197"/>
              <a:ext cx="749300"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938" name="Group 162"/>
            <p:cNvGrpSpPr>
              <a:grpSpLocks/>
            </p:cNvGrpSpPr>
            <p:nvPr/>
          </p:nvGrpSpPr>
          <p:grpSpPr bwMode="auto">
            <a:xfrm>
              <a:off x="2201614" y="3892947"/>
              <a:ext cx="671512" cy="495300"/>
              <a:chOff x="762" y="2391"/>
              <a:chExt cx="423" cy="312"/>
            </a:xfrm>
          </p:grpSpPr>
          <p:grpSp>
            <p:nvGrpSpPr>
              <p:cNvPr id="715939" name="Group 163"/>
              <p:cNvGrpSpPr>
                <a:grpSpLocks/>
              </p:cNvGrpSpPr>
              <p:nvPr/>
            </p:nvGrpSpPr>
            <p:grpSpPr bwMode="auto">
              <a:xfrm>
                <a:off x="867" y="2432"/>
                <a:ext cx="318" cy="271"/>
                <a:chOff x="657" y="1570"/>
                <a:chExt cx="318" cy="311"/>
              </a:xfrm>
            </p:grpSpPr>
            <p:sp>
              <p:nvSpPr>
                <p:cNvPr id="173" name="Line 164"/>
                <p:cNvSpPr>
                  <a:spLocks noChangeShapeType="1"/>
                </p:cNvSpPr>
                <p:nvPr/>
              </p:nvSpPr>
              <p:spPr bwMode="auto">
                <a:xfrm flipH="1">
                  <a:off x="703" y="1570"/>
                  <a:ext cx="0" cy="7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41" name="Picture 16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42" name="Group 166"/>
              <p:cNvGrpSpPr>
                <a:grpSpLocks/>
              </p:cNvGrpSpPr>
              <p:nvPr/>
            </p:nvGrpSpPr>
            <p:grpSpPr bwMode="auto">
              <a:xfrm>
                <a:off x="762" y="2391"/>
                <a:ext cx="306" cy="90"/>
                <a:chOff x="748" y="2251"/>
                <a:chExt cx="306" cy="90"/>
              </a:xfrm>
            </p:grpSpPr>
            <p:sp>
              <p:nvSpPr>
                <p:cNvPr id="167" name="AutoShape 167"/>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8" name="AutoShape 168"/>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9" name="AutoShape 169"/>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70" name="AutoShape 170"/>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71" name="AutoShape 171"/>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72" name="AutoShape 172"/>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175" name="Freeform 173"/>
            <p:cNvSpPr/>
            <p:nvPr/>
          </p:nvSpPr>
          <p:spPr bwMode="auto">
            <a:xfrm rot="1390605">
              <a:off x="3690961" y="3461147"/>
              <a:ext cx="203190" cy="30003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950" name="Group 174"/>
            <p:cNvGrpSpPr>
              <a:grpSpLocks/>
            </p:cNvGrpSpPr>
            <p:nvPr/>
          </p:nvGrpSpPr>
          <p:grpSpPr bwMode="auto">
            <a:xfrm>
              <a:off x="906214" y="2595959"/>
              <a:ext cx="503237" cy="684213"/>
              <a:chOff x="431" y="1479"/>
              <a:chExt cx="317" cy="431"/>
            </a:xfrm>
          </p:grpSpPr>
          <p:sp>
            <p:nvSpPr>
              <p:cNvPr id="177" name="Line 175"/>
              <p:cNvSpPr>
                <a:spLocks noChangeShapeType="1"/>
              </p:cNvSpPr>
              <p:nvPr/>
            </p:nvSpPr>
            <p:spPr bwMode="auto">
              <a:xfrm>
                <a:off x="612" y="1479"/>
                <a:ext cx="0" cy="22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52" name="Picture 17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15953" name="Picture 17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751" y="1913334"/>
              <a:ext cx="5032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 name="Line 178"/>
            <p:cNvSpPr>
              <a:spLocks noChangeShapeType="1"/>
            </p:cNvSpPr>
            <p:nvPr/>
          </p:nvSpPr>
          <p:spPr bwMode="auto">
            <a:xfrm flipV="1">
              <a:off x="473259" y="2595959"/>
              <a:ext cx="302562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1" name="Line 179"/>
            <p:cNvSpPr>
              <a:spLocks noChangeShapeType="1"/>
            </p:cNvSpPr>
            <p:nvPr/>
          </p:nvSpPr>
          <p:spPr bwMode="auto">
            <a:xfrm>
              <a:off x="3281407" y="2237184"/>
              <a:ext cx="0" cy="36036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56" name="Picture 18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9339" y="2092722"/>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957" name="Group 181"/>
            <p:cNvGrpSpPr>
              <a:grpSpLocks/>
            </p:cNvGrpSpPr>
            <p:nvPr/>
          </p:nvGrpSpPr>
          <p:grpSpPr bwMode="auto">
            <a:xfrm>
              <a:off x="1409451" y="4469209"/>
              <a:ext cx="671513" cy="495300"/>
              <a:chOff x="762" y="2391"/>
              <a:chExt cx="423" cy="312"/>
            </a:xfrm>
          </p:grpSpPr>
          <p:grpSp>
            <p:nvGrpSpPr>
              <p:cNvPr id="715958" name="Group 182"/>
              <p:cNvGrpSpPr>
                <a:grpSpLocks/>
              </p:cNvGrpSpPr>
              <p:nvPr/>
            </p:nvGrpSpPr>
            <p:grpSpPr bwMode="auto">
              <a:xfrm>
                <a:off x="867" y="2432"/>
                <a:ext cx="318" cy="271"/>
                <a:chOff x="657" y="1570"/>
                <a:chExt cx="318" cy="311"/>
              </a:xfrm>
            </p:grpSpPr>
            <p:sp>
              <p:nvSpPr>
                <p:cNvPr id="192" name="Line 183"/>
                <p:cNvSpPr>
                  <a:spLocks noChangeShapeType="1"/>
                </p:cNvSpPr>
                <p:nvPr/>
              </p:nvSpPr>
              <p:spPr bwMode="auto">
                <a:xfrm flipH="1">
                  <a:off x="703" y="1570"/>
                  <a:ext cx="0" cy="7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60" name="Picture 1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61" name="Group 185"/>
              <p:cNvGrpSpPr>
                <a:grpSpLocks/>
              </p:cNvGrpSpPr>
              <p:nvPr/>
            </p:nvGrpSpPr>
            <p:grpSpPr bwMode="auto">
              <a:xfrm>
                <a:off x="762" y="2391"/>
                <a:ext cx="306" cy="90"/>
                <a:chOff x="748" y="2251"/>
                <a:chExt cx="306" cy="90"/>
              </a:xfrm>
            </p:grpSpPr>
            <p:sp>
              <p:nvSpPr>
                <p:cNvPr id="186" name="AutoShape 186"/>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7" name="AutoShape 187"/>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8" name="AutoShape 188"/>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9" name="AutoShape 189"/>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0" name="AutoShape 190"/>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1" name="AutoShape 191"/>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grpSp>
          <p:nvGrpSpPr>
            <p:cNvPr id="715968" name="Group 192"/>
            <p:cNvGrpSpPr>
              <a:grpSpLocks/>
            </p:cNvGrpSpPr>
            <p:nvPr/>
          </p:nvGrpSpPr>
          <p:grpSpPr bwMode="auto">
            <a:xfrm>
              <a:off x="2273051" y="4901009"/>
              <a:ext cx="671513" cy="495300"/>
              <a:chOff x="762" y="2391"/>
              <a:chExt cx="423" cy="312"/>
            </a:xfrm>
          </p:grpSpPr>
          <p:grpSp>
            <p:nvGrpSpPr>
              <p:cNvPr id="715969" name="Group 193"/>
              <p:cNvGrpSpPr>
                <a:grpSpLocks/>
              </p:cNvGrpSpPr>
              <p:nvPr/>
            </p:nvGrpSpPr>
            <p:grpSpPr bwMode="auto">
              <a:xfrm>
                <a:off x="867" y="2432"/>
                <a:ext cx="318" cy="271"/>
                <a:chOff x="657" y="1570"/>
                <a:chExt cx="318" cy="311"/>
              </a:xfrm>
            </p:grpSpPr>
            <p:sp>
              <p:nvSpPr>
                <p:cNvPr id="203" name="Line 194"/>
                <p:cNvSpPr>
                  <a:spLocks noChangeShapeType="1"/>
                </p:cNvSpPr>
                <p:nvPr/>
              </p:nvSpPr>
              <p:spPr bwMode="auto">
                <a:xfrm flipH="1">
                  <a:off x="703" y="1570"/>
                  <a:ext cx="0" cy="7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71" name="Picture 1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72" name="Group 196"/>
              <p:cNvGrpSpPr>
                <a:grpSpLocks/>
              </p:cNvGrpSpPr>
              <p:nvPr/>
            </p:nvGrpSpPr>
            <p:grpSpPr bwMode="auto">
              <a:xfrm>
                <a:off x="762" y="2391"/>
                <a:ext cx="306" cy="90"/>
                <a:chOff x="748" y="2251"/>
                <a:chExt cx="306" cy="90"/>
              </a:xfrm>
            </p:grpSpPr>
            <p:sp>
              <p:nvSpPr>
                <p:cNvPr id="197" name="AutoShape 197"/>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8" name="AutoShape 198"/>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9" name="AutoShape 199"/>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0" name="AutoShape 200"/>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1" name="AutoShape 201"/>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2" name="AutoShape 202"/>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205" name="Line 203"/>
            <p:cNvSpPr>
              <a:spLocks noChangeShapeType="1"/>
            </p:cNvSpPr>
            <p:nvPr/>
          </p:nvSpPr>
          <p:spPr bwMode="auto">
            <a:xfrm>
              <a:off x="6738809" y="3172222"/>
              <a:ext cx="1511224" cy="649287"/>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6" name="Line 204"/>
            <p:cNvSpPr>
              <a:spLocks noChangeShapeType="1"/>
            </p:cNvSpPr>
            <p:nvPr/>
          </p:nvSpPr>
          <p:spPr bwMode="auto">
            <a:xfrm flipH="1">
              <a:off x="5081542" y="3245247"/>
              <a:ext cx="719101" cy="431800"/>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7" name="Freeform 205"/>
            <p:cNvSpPr/>
            <p:nvPr/>
          </p:nvSpPr>
          <p:spPr bwMode="auto">
            <a:xfrm rot="1901313">
              <a:off x="2898838" y="3821509"/>
              <a:ext cx="203190" cy="300038"/>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8" name="Freeform 206"/>
            <p:cNvSpPr/>
            <p:nvPr/>
          </p:nvSpPr>
          <p:spPr bwMode="auto">
            <a:xfrm rot="18818791" flipH="1">
              <a:off x="2898040" y="3582598"/>
              <a:ext cx="203200" cy="300022"/>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9" name="Freeform 207"/>
            <p:cNvSpPr/>
            <p:nvPr/>
          </p:nvSpPr>
          <p:spPr bwMode="auto">
            <a:xfrm rot="3575381">
              <a:off x="3739373" y="3641336"/>
              <a:ext cx="203200" cy="300022"/>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10" name="Text Box 208"/>
            <p:cNvSpPr txBox="1">
              <a:spLocks noChangeArrowheads="1"/>
            </p:cNvSpPr>
            <p:nvPr/>
          </p:nvSpPr>
          <p:spPr bwMode="auto">
            <a:xfrm>
              <a:off x="1798756" y="5077222"/>
              <a:ext cx="841333"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solidFill>
                    <a:srgbClr val="C00000"/>
                  </a:solidFill>
                  <a:ea typeface="黑体" panose="02010609060101010101" pitchFamily="49" charset="-122"/>
                </a:rPr>
                <a:t> </a:t>
              </a:r>
              <a:r>
                <a:rPr lang="zh-CN" altLang="en-US" sz="2000" b="1">
                  <a:solidFill>
                    <a:srgbClr val="C00000"/>
                  </a:solidFill>
                  <a:ea typeface="黑体" panose="02010609060101010101" pitchFamily="49" charset="-122"/>
                </a:rPr>
                <a:t>主机 </a:t>
              </a:r>
              <a:endParaRPr lang="en-US" altLang="zh-CN" sz="2000" b="1">
                <a:solidFill>
                  <a:srgbClr val="C00000"/>
                </a:solidFill>
                <a:ea typeface="黑体" panose="02010609060101010101" pitchFamily="49" charset="-122"/>
              </a:endParaRPr>
            </a:p>
            <a:p>
              <a:pPr eaLnBrk="1" hangingPunct="1"/>
              <a:r>
                <a:rPr lang="en-US" altLang="zh-CN" sz="2000" b="1">
                  <a:solidFill>
                    <a:srgbClr val="C00000"/>
                  </a:solidFill>
                  <a:ea typeface="黑体" panose="02010609060101010101" pitchFamily="49" charset="-122"/>
                </a:rPr>
                <a:t>H</a:t>
              </a:r>
              <a:r>
                <a:rPr lang="en-US" altLang="zh-CN" sz="2000" b="1" baseline="-25000">
                  <a:solidFill>
                    <a:srgbClr val="C00000"/>
                  </a:solidFill>
                  <a:ea typeface="黑体" panose="02010609060101010101" pitchFamily="49" charset="-122"/>
                </a:rPr>
                <a:t>2</a:t>
              </a:r>
            </a:p>
          </p:txBody>
        </p:sp>
        <p:grpSp>
          <p:nvGrpSpPr>
            <p:cNvPr id="715985" name="Group 209"/>
            <p:cNvGrpSpPr>
              <a:grpSpLocks/>
            </p:cNvGrpSpPr>
            <p:nvPr/>
          </p:nvGrpSpPr>
          <p:grpSpPr bwMode="auto">
            <a:xfrm>
              <a:off x="1698376" y="2597547"/>
              <a:ext cx="503238" cy="684212"/>
              <a:chOff x="431" y="1479"/>
              <a:chExt cx="317" cy="431"/>
            </a:xfrm>
          </p:grpSpPr>
          <p:sp>
            <p:nvSpPr>
              <p:cNvPr id="212" name="Line 210"/>
              <p:cNvSpPr>
                <a:spLocks noChangeShapeType="1"/>
              </p:cNvSpPr>
              <p:nvPr/>
            </p:nvSpPr>
            <p:spPr bwMode="auto">
              <a:xfrm>
                <a:off x="612" y="1479"/>
                <a:ext cx="0" cy="22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87" name="Picture 21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88" name="Group 212"/>
            <p:cNvGrpSpPr>
              <a:grpSpLocks/>
            </p:cNvGrpSpPr>
            <p:nvPr/>
          </p:nvGrpSpPr>
          <p:grpSpPr bwMode="auto">
            <a:xfrm>
              <a:off x="2706439" y="2599134"/>
              <a:ext cx="503237" cy="684213"/>
              <a:chOff x="431" y="1479"/>
              <a:chExt cx="317" cy="431"/>
            </a:xfrm>
          </p:grpSpPr>
          <p:sp>
            <p:nvSpPr>
              <p:cNvPr id="215" name="Line 213"/>
              <p:cNvSpPr>
                <a:spLocks noChangeShapeType="1"/>
              </p:cNvSpPr>
              <p:nvPr/>
            </p:nvSpPr>
            <p:spPr bwMode="auto">
              <a:xfrm>
                <a:off x="612" y="1479"/>
                <a:ext cx="0" cy="22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90" name="Picture 214"/>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7" name="Text Box 215"/>
            <p:cNvSpPr txBox="1">
              <a:spLocks noChangeArrowheads="1"/>
            </p:cNvSpPr>
            <p:nvPr/>
          </p:nvSpPr>
          <p:spPr bwMode="auto">
            <a:xfrm>
              <a:off x="2763907" y="1870472"/>
              <a:ext cx="461939"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1</a:t>
              </a:r>
            </a:p>
          </p:txBody>
        </p:sp>
        <p:sp>
          <p:nvSpPr>
            <p:cNvPr id="218" name="Text Box 216"/>
            <p:cNvSpPr txBox="1">
              <a:spLocks noChangeArrowheads="1"/>
            </p:cNvSpPr>
            <p:nvPr/>
          </p:nvSpPr>
          <p:spPr bwMode="auto">
            <a:xfrm>
              <a:off x="8019857" y="4197747"/>
              <a:ext cx="46194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4</a:t>
              </a:r>
            </a:p>
          </p:txBody>
        </p:sp>
        <p:sp>
          <p:nvSpPr>
            <p:cNvPr id="219" name="Text Box 217"/>
            <p:cNvSpPr txBox="1">
              <a:spLocks noChangeArrowheads="1"/>
            </p:cNvSpPr>
            <p:nvPr/>
          </p:nvSpPr>
          <p:spPr bwMode="auto">
            <a:xfrm>
              <a:off x="4289418" y="3694509"/>
              <a:ext cx="46194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5</a:t>
              </a:r>
            </a:p>
          </p:txBody>
        </p:sp>
        <p:sp>
          <p:nvSpPr>
            <p:cNvPr id="220" name="Text Box 218"/>
            <p:cNvSpPr txBox="1">
              <a:spLocks noChangeArrowheads="1"/>
            </p:cNvSpPr>
            <p:nvPr/>
          </p:nvSpPr>
          <p:spPr bwMode="auto">
            <a:xfrm>
              <a:off x="5211710" y="1870472"/>
              <a:ext cx="461939"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2</a:t>
              </a:r>
            </a:p>
          </p:txBody>
        </p:sp>
        <p:sp>
          <p:nvSpPr>
            <p:cNvPr id="221" name="Text Box 219"/>
            <p:cNvSpPr txBox="1">
              <a:spLocks noChangeArrowheads="1"/>
            </p:cNvSpPr>
            <p:nvPr/>
          </p:nvSpPr>
          <p:spPr bwMode="auto">
            <a:xfrm>
              <a:off x="7803967" y="1894284"/>
              <a:ext cx="46194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3</a:t>
              </a:r>
            </a:p>
          </p:txBody>
        </p:sp>
        <p:sp>
          <p:nvSpPr>
            <p:cNvPr id="222" name="Text Box 220"/>
            <p:cNvSpPr txBox="1">
              <a:spLocks noChangeArrowheads="1"/>
            </p:cNvSpPr>
            <p:nvPr/>
          </p:nvSpPr>
          <p:spPr bwMode="auto">
            <a:xfrm>
              <a:off x="3138539" y="646509"/>
              <a:ext cx="461939"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1</a:t>
              </a:r>
            </a:p>
          </p:txBody>
        </p:sp>
        <p:sp>
          <p:nvSpPr>
            <p:cNvPr id="223" name="Text Box 221"/>
            <p:cNvSpPr txBox="1">
              <a:spLocks noChangeArrowheads="1"/>
            </p:cNvSpPr>
            <p:nvPr/>
          </p:nvSpPr>
          <p:spPr bwMode="auto">
            <a:xfrm>
              <a:off x="5643488" y="670322"/>
              <a:ext cx="461939"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2</a:t>
              </a:r>
            </a:p>
          </p:txBody>
        </p:sp>
        <p:sp>
          <p:nvSpPr>
            <p:cNvPr id="224" name="Text Box 222"/>
            <p:cNvSpPr txBox="1">
              <a:spLocks noChangeArrowheads="1"/>
            </p:cNvSpPr>
            <p:nvPr/>
          </p:nvSpPr>
          <p:spPr bwMode="auto">
            <a:xfrm>
              <a:off x="8092878" y="670322"/>
              <a:ext cx="46194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3</a:t>
              </a:r>
            </a:p>
          </p:txBody>
        </p:sp>
        <p:sp>
          <p:nvSpPr>
            <p:cNvPr id="225" name="Text Box 223"/>
            <p:cNvSpPr txBox="1">
              <a:spLocks noChangeArrowheads="1"/>
            </p:cNvSpPr>
            <p:nvPr/>
          </p:nvSpPr>
          <p:spPr bwMode="auto">
            <a:xfrm>
              <a:off x="970122" y="213122"/>
              <a:ext cx="40638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H</a:t>
              </a:r>
              <a:r>
                <a:rPr lang="en-US" altLang="zh-CN" sz="1600" b="1" kern="0" baseline="-25000">
                  <a:solidFill>
                    <a:srgbClr val="000099"/>
                  </a:solidFill>
                  <a:latin typeface="+mn-lt"/>
                  <a:ea typeface="黑体" panose="02010609060101010101" pitchFamily="2" charset="-122"/>
                </a:rPr>
                <a:t>1</a:t>
              </a:r>
            </a:p>
          </p:txBody>
        </p:sp>
        <p:sp>
          <p:nvSpPr>
            <p:cNvPr id="226" name="Text Box 224"/>
            <p:cNvSpPr txBox="1">
              <a:spLocks noChangeArrowheads="1"/>
            </p:cNvSpPr>
            <p:nvPr/>
          </p:nvSpPr>
          <p:spPr bwMode="auto">
            <a:xfrm>
              <a:off x="4649763" y="4197747"/>
              <a:ext cx="461939"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5</a:t>
              </a:r>
            </a:p>
          </p:txBody>
        </p:sp>
        <p:sp>
          <p:nvSpPr>
            <p:cNvPr id="227" name="Text Box 225"/>
            <p:cNvSpPr txBox="1">
              <a:spLocks noChangeArrowheads="1"/>
            </p:cNvSpPr>
            <p:nvPr/>
          </p:nvSpPr>
          <p:spPr bwMode="auto">
            <a:xfrm>
              <a:off x="3354428" y="4894659"/>
              <a:ext cx="465114"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H</a:t>
              </a:r>
              <a:r>
                <a:rPr lang="en-US" altLang="zh-CN" sz="1600" b="1" kern="0" baseline="-25000">
                  <a:solidFill>
                    <a:srgbClr val="000099"/>
                  </a:solidFill>
                  <a:latin typeface="+mn-lt"/>
                  <a:ea typeface="黑体" panose="02010609060101010101" pitchFamily="2" charset="-122"/>
                </a:rPr>
                <a:t>2</a:t>
              </a:r>
            </a:p>
          </p:txBody>
        </p:sp>
        <p:grpSp>
          <p:nvGrpSpPr>
            <p:cNvPr id="716002" name="Group 226"/>
            <p:cNvGrpSpPr>
              <a:grpSpLocks/>
            </p:cNvGrpSpPr>
            <p:nvPr/>
          </p:nvGrpSpPr>
          <p:grpSpPr bwMode="auto">
            <a:xfrm>
              <a:off x="7241926" y="2668984"/>
              <a:ext cx="1439863" cy="863600"/>
              <a:chOff x="385" y="2795"/>
              <a:chExt cx="1769" cy="816"/>
            </a:xfrm>
          </p:grpSpPr>
          <p:sp>
            <p:nvSpPr>
              <p:cNvPr id="229" name="Oval 227"/>
              <p:cNvSpPr>
                <a:spLocks noChangeArrowheads="1"/>
              </p:cNvSpPr>
              <p:nvPr/>
            </p:nvSpPr>
            <p:spPr bwMode="auto">
              <a:xfrm>
                <a:off x="1588" y="306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0" name="Oval 228"/>
              <p:cNvSpPr>
                <a:spLocks noChangeArrowheads="1"/>
              </p:cNvSpPr>
              <p:nvPr/>
            </p:nvSpPr>
            <p:spPr bwMode="auto">
              <a:xfrm>
                <a:off x="927" y="3274"/>
                <a:ext cx="885"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1" name="Oval 229"/>
              <p:cNvSpPr>
                <a:spLocks noChangeArrowheads="1"/>
              </p:cNvSpPr>
              <p:nvPr/>
            </p:nvSpPr>
            <p:spPr bwMode="auto">
              <a:xfrm>
                <a:off x="502" y="3205"/>
                <a:ext cx="585" cy="28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2" name="Oval 230"/>
              <p:cNvSpPr>
                <a:spLocks noChangeArrowheads="1"/>
              </p:cNvSpPr>
              <p:nvPr/>
            </p:nvSpPr>
            <p:spPr bwMode="auto">
              <a:xfrm>
                <a:off x="385" y="3085"/>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3" name="Oval 231"/>
              <p:cNvSpPr>
                <a:spLocks noChangeArrowheads="1"/>
              </p:cNvSpPr>
              <p:nvPr/>
            </p:nvSpPr>
            <p:spPr bwMode="auto">
              <a:xfrm>
                <a:off x="566" y="2884"/>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4" name="Oval 232"/>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5" name="Oval 233"/>
              <p:cNvSpPr>
                <a:spLocks noChangeArrowheads="1"/>
              </p:cNvSpPr>
              <p:nvPr/>
            </p:nvSpPr>
            <p:spPr bwMode="auto">
              <a:xfrm>
                <a:off x="1505"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6" name="Oval 234"/>
              <p:cNvSpPr>
                <a:spLocks noChangeArrowheads="1"/>
              </p:cNvSpPr>
              <p:nvPr/>
            </p:nvSpPr>
            <p:spPr bwMode="auto">
              <a:xfrm>
                <a:off x="705" y="2987"/>
                <a:ext cx="1141" cy="41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7" name="Oval 235"/>
              <p:cNvSpPr>
                <a:spLocks noChangeArrowheads="1"/>
              </p:cNvSpPr>
              <p:nvPr/>
            </p:nvSpPr>
            <p:spPr bwMode="auto">
              <a:xfrm rot="1336630">
                <a:off x="1473" y="3067"/>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8" name="Oval 236"/>
              <p:cNvSpPr>
                <a:spLocks noChangeArrowheads="1"/>
              </p:cNvSpPr>
              <p:nvPr/>
            </p:nvSpPr>
            <p:spPr bwMode="auto">
              <a:xfrm>
                <a:off x="1003" y="2812"/>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9" name="Oval 237"/>
              <p:cNvSpPr>
                <a:spLocks noChangeArrowheads="1"/>
              </p:cNvSpPr>
              <p:nvPr/>
            </p:nvSpPr>
            <p:spPr bwMode="auto">
              <a:xfrm>
                <a:off x="576" y="2899"/>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0" name="Oval 238"/>
              <p:cNvSpPr>
                <a:spLocks noChangeArrowheads="1"/>
              </p:cNvSpPr>
              <p:nvPr/>
            </p:nvSpPr>
            <p:spPr bwMode="auto">
              <a:xfrm>
                <a:off x="397" y="3100"/>
                <a:ext cx="382"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1" name="Oval 239"/>
              <p:cNvSpPr>
                <a:spLocks noChangeArrowheads="1"/>
              </p:cNvSpPr>
              <p:nvPr/>
            </p:nvSpPr>
            <p:spPr bwMode="auto">
              <a:xfrm>
                <a:off x="1514" y="2908"/>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2" name="Oval 240"/>
              <p:cNvSpPr>
                <a:spLocks noChangeArrowheads="1"/>
              </p:cNvSpPr>
              <p:nvPr/>
            </p:nvSpPr>
            <p:spPr bwMode="auto">
              <a:xfrm>
                <a:off x="1598" y="3076"/>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3" name="Oval 241"/>
              <p:cNvSpPr>
                <a:spLocks noChangeArrowheads="1"/>
              </p:cNvSpPr>
              <p:nvPr/>
            </p:nvSpPr>
            <p:spPr bwMode="auto">
              <a:xfrm>
                <a:off x="715" y="3004"/>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4" name="Oval 242"/>
              <p:cNvSpPr>
                <a:spLocks noChangeArrowheads="1"/>
              </p:cNvSpPr>
              <p:nvPr/>
            </p:nvSpPr>
            <p:spPr bwMode="auto">
              <a:xfrm>
                <a:off x="514" y="3220"/>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5" name="Freeform 243"/>
              <p:cNvSpPr/>
              <p:nvPr/>
            </p:nvSpPr>
            <p:spPr bwMode="auto">
              <a:xfrm>
                <a:off x="566"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246" name="Text Box 244"/>
            <p:cNvSpPr txBox="1">
              <a:spLocks noChangeArrowheads="1"/>
            </p:cNvSpPr>
            <p:nvPr/>
          </p:nvSpPr>
          <p:spPr bwMode="auto">
            <a:xfrm>
              <a:off x="7673799" y="3670697"/>
              <a:ext cx="46194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4</a:t>
              </a:r>
            </a:p>
          </p:txBody>
        </p:sp>
        <p:sp>
          <p:nvSpPr>
            <p:cNvPr id="247" name="AutoShape 245"/>
            <p:cNvSpPr>
              <a:spLocks noChangeArrowheads="1"/>
            </p:cNvSpPr>
            <p:nvPr/>
          </p:nvSpPr>
          <p:spPr bwMode="auto">
            <a:xfrm>
              <a:off x="3932249" y="2237184"/>
              <a:ext cx="1366769" cy="381000"/>
            </a:xfrm>
            <a:prstGeom prst="rightArrow">
              <a:avLst>
                <a:gd name="adj1" fmla="val 59778"/>
                <a:gd name="adj2" fmla="val 96979"/>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48" name="AutoShape 246"/>
            <p:cNvSpPr>
              <a:spLocks noChangeArrowheads="1"/>
            </p:cNvSpPr>
            <p:nvPr/>
          </p:nvSpPr>
          <p:spPr bwMode="auto">
            <a:xfrm>
              <a:off x="6234009" y="2281634"/>
              <a:ext cx="1584246" cy="387350"/>
            </a:xfrm>
            <a:prstGeom prst="rightArrow">
              <a:avLst>
                <a:gd name="adj1" fmla="val 59778"/>
                <a:gd name="adj2" fmla="val 110567"/>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49" name="AutoShape 247"/>
            <p:cNvSpPr>
              <a:spLocks noChangeArrowheads="1"/>
            </p:cNvSpPr>
            <p:nvPr/>
          </p:nvSpPr>
          <p:spPr bwMode="auto">
            <a:xfrm>
              <a:off x="1481272" y="2019697"/>
              <a:ext cx="1227076" cy="360362"/>
            </a:xfrm>
            <a:prstGeom prst="rightArrow">
              <a:avLst>
                <a:gd name="adj1" fmla="val 59778"/>
                <a:gd name="adj2" fmla="val 92053"/>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50" name="AutoShape 248"/>
            <p:cNvSpPr>
              <a:spLocks noChangeArrowheads="1"/>
            </p:cNvSpPr>
            <p:nvPr/>
          </p:nvSpPr>
          <p:spPr bwMode="auto">
            <a:xfrm rot="6744589" flipV="1">
              <a:off x="7817426" y="2812662"/>
              <a:ext cx="1368425" cy="360345"/>
            </a:xfrm>
            <a:prstGeom prst="rightArrow">
              <a:avLst>
                <a:gd name="adj1" fmla="val 59778"/>
                <a:gd name="adj2" fmla="val 102652"/>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51" name="AutoShape 249"/>
            <p:cNvSpPr>
              <a:spLocks noChangeArrowheads="1"/>
            </p:cNvSpPr>
            <p:nvPr/>
          </p:nvSpPr>
          <p:spPr bwMode="auto">
            <a:xfrm flipH="1">
              <a:off x="5514907" y="3892947"/>
              <a:ext cx="2016024" cy="358775"/>
            </a:xfrm>
            <a:prstGeom prst="rightArrow">
              <a:avLst>
                <a:gd name="adj1" fmla="val 59778"/>
                <a:gd name="adj2" fmla="val 151908"/>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52" name="AutoShape 250"/>
            <p:cNvSpPr>
              <a:spLocks noChangeArrowheads="1"/>
            </p:cNvSpPr>
            <p:nvPr/>
          </p:nvSpPr>
          <p:spPr bwMode="auto">
            <a:xfrm rot="20314671" flipH="1">
              <a:off x="2922650" y="4396184"/>
              <a:ext cx="1511224" cy="358775"/>
            </a:xfrm>
            <a:prstGeom prst="rightArrow">
              <a:avLst>
                <a:gd name="adj1" fmla="val 59778"/>
                <a:gd name="adj2" fmla="val 113871"/>
              </a:avLst>
            </a:prstGeom>
            <a:solidFill>
              <a:srgbClr val="FFCCCC"/>
            </a:solidFill>
            <a:ln w="38100" cmpd="dbl">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直接交付</a:t>
              </a:r>
            </a:p>
          </p:txBody>
        </p:sp>
        <p:grpSp>
          <p:nvGrpSpPr>
            <p:cNvPr id="716027" name="Group 251"/>
            <p:cNvGrpSpPr>
              <a:grpSpLocks/>
            </p:cNvGrpSpPr>
            <p:nvPr/>
          </p:nvGrpSpPr>
          <p:grpSpPr bwMode="auto">
            <a:xfrm>
              <a:off x="2954089" y="989410"/>
              <a:ext cx="760412" cy="830263"/>
              <a:chOff x="1721" y="558"/>
              <a:chExt cx="479" cy="523"/>
            </a:xfrm>
          </p:grpSpPr>
          <p:sp>
            <p:nvSpPr>
              <p:cNvPr id="254" name="Rectangle 252"/>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5" name="Rectangle 253"/>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6" name="Line 254"/>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7" name="Line 255"/>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8" name="Line 256"/>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9" name="Text Box 257"/>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grpSp>
          <p:nvGrpSpPr>
            <p:cNvPr id="716034" name="Group 258"/>
            <p:cNvGrpSpPr>
              <a:grpSpLocks/>
            </p:cNvGrpSpPr>
            <p:nvPr/>
          </p:nvGrpSpPr>
          <p:grpSpPr bwMode="auto">
            <a:xfrm>
              <a:off x="5473451" y="989410"/>
              <a:ext cx="760413" cy="830263"/>
              <a:chOff x="1721" y="558"/>
              <a:chExt cx="479" cy="523"/>
            </a:xfrm>
          </p:grpSpPr>
          <p:sp>
            <p:nvSpPr>
              <p:cNvPr id="261" name="Rectangle 259"/>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2" name="Rectangle 260"/>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3" name="Line 261"/>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4" name="Line 262"/>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5" name="Line 263"/>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6" name="Text Box 264"/>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grpSp>
          <p:nvGrpSpPr>
            <p:cNvPr id="716041" name="Group 265"/>
            <p:cNvGrpSpPr>
              <a:grpSpLocks/>
            </p:cNvGrpSpPr>
            <p:nvPr/>
          </p:nvGrpSpPr>
          <p:grpSpPr bwMode="auto">
            <a:xfrm>
              <a:off x="8034089" y="989410"/>
              <a:ext cx="760412" cy="830263"/>
              <a:chOff x="1721" y="558"/>
              <a:chExt cx="479" cy="523"/>
            </a:xfrm>
          </p:grpSpPr>
          <p:sp>
            <p:nvSpPr>
              <p:cNvPr id="268" name="Rectangle 266"/>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9" name="Rectangle 267"/>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0" name="Line 268"/>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1" name="Line 269"/>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2" name="Line 270"/>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3" name="Text Box 271"/>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grpSp>
          <p:nvGrpSpPr>
            <p:cNvPr id="716048" name="Group 272"/>
            <p:cNvGrpSpPr>
              <a:grpSpLocks/>
            </p:cNvGrpSpPr>
            <p:nvPr/>
          </p:nvGrpSpPr>
          <p:grpSpPr bwMode="auto">
            <a:xfrm>
              <a:off x="4465389" y="4500960"/>
              <a:ext cx="760412" cy="830263"/>
              <a:chOff x="1721" y="558"/>
              <a:chExt cx="479" cy="523"/>
            </a:xfrm>
          </p:grpSpPr>
          <p:sp>
            <p:nvSpPr>
              <p:cNvPr id="275" name="Rectangle 273"/>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6" name="Rectangle 274"/>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7" name="Line 275"/>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8" name="Line 276"/>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9" name="Line 277"/>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0" name="Text Box 278"/>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grpSp>
          <p:nvGrpSpPr>
            <p:cNvPr id="716055" name="Group 279"/>
            <p:cNvGrpSpPr>
              <a:grpSpLocks/>
            </p:cNvGrpSpPr>
            <p:nvPr/>
          </p:nvGrpSpPr>
          <p:grpSpPr bwMode="auto">
            <a:xfrm>
              <a:off x="7849939" y="4500960"/>
              <a:ext cx="760412" cy="830263"/>
              <a:chOff x="1721" y="558"/>
              <a:chExt cx="479" cy="523"/>
            </a:xfrm>
          </p:grpSpPr>
          <p:sp>
            <p:nvSpPr>
              <p:cNvPr id="282" name="Rectangle 280"/>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3" name="Rectangle 281"/>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4" name="Line 282"/>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5" name="Line 283"/>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6" name="Line 284"/>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7" name="Text Box 285"/>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sp>
          <p:nvSpPr>
            <p:cNvPr id="288" name="Freeform 286"/>
            <p:cNvSpPr/>
            <p:nvPr/>
          </p:nvSpPr>
          <p:spPr bwMode="auto">
            <a:xfrm>
              <a:off x="1338404" y="652859"/>
              <a:ext cx="7791060" cy="5788025"/>
            </a:xfrm>
            <a:custGeom>
              <a:avLst/>
              <a:gdLst>
                <a:gd name="T0" fmla="*/ 4 w 4908"/>
                <a:gd name="T1" fmla="*/ 0 h 3646"/>
                <a:gd name="T2" fmla="*/ 4 w 4908"/>
                <a:gd name="T3" fmla="*/ 453 h 3646"/>
                <a:gd name="T4" fmla="*/ 13 w 4908"/>
                <a:gd name="T5" fmla="*/ 736 h 3646"/>
                <a:gd name="T6" fmla="*/ 69 w 4908"/>
                <a:gd name="T7" fmla="*/ 794 h 3646"/>
                <a:gd name="T8" fmla="*/ 279 w 4908"/>
                <a:gd name="T9" fmla="*/ 812 h 3646"/>
                <a:gd name="T10" fmla="*/ 579 w 4908"/>
                <a:gd name="T11" fmla="*/ 815 h 3646"/>
                <a:gd name="T12" fmla="*/ 924 w 4908"/>
                <a:gd name="T13" fmla="*/ 809 h 3646"/>
                <a:gd name="T14" fmla="*/ 1083 w 4908"/>
                <a:gd name="T15" fmla="*/ 737 h 3646"/>
                <a:gd name="T16" fmla="*/ 1098 w 4908"/>
                <a:gd name="T17" fmla="*/ 398 h 3646"/>
                <a:gd name="T18" fmla="*/ 1175 w 4908"/>
                <a:gd name="T19" fmla="*/ 269 h 3646"/>
                <a:gd name="T20" fmla="*/ 1406 w 4908"/>
                <a:gd name="T21" fmla="*/ 290 h 3646"/>
                <a:gd name="T22" fmla="*/ 1442 w 4908"/>
                <a:gd name="T23" fmla="*/ 551 h 3646"/>
                <a:gd name="T24" fmla="*/ 1466 w 4908"/>
                <a:gd name="T25" fmla="*/ 773 h 3646"/>
                <a:gd name="T26" fmla="*/ 1676 w 4908"/>
                <a:gd name="T27" fmla="*/ 809 h 3646"/>
                <a:gd name="T28" fmla="*/ 1859 w 4908"/>
                <a:gd name="T29" fmla="*/ 803 h 3646"/>
                <a:gd name="T30" fmla="*/ 2349 w 4908"/>
                <a:gd name="T31" fmla="*/ 803 h 3646"/>
                <a:gd name="T32" fmla="*/ 2514 w 4908"/>
                <a:gd name="T33" fmla="*/ 779 h 3646"/>
                <a:gd name="T34" fmla="*/ 2636 w 4908"/>
                <a:gd name="T35" fmla="*/ 680 h 3646"/>
                <a:gd name="T36" fmla="*/ 2660 w 4908"/>
                <a:gd name="T37" fmla="*/ 392 h 3646"/>
                <a:gd name="T38" fmla="*/ 2726 w 4908"/>
                <a:gd name="T39" fmla="*/ 275 h 3646"/>
                <a:gd name="T40" fmla="*/ 2975 w 4908"/>
                <a:gd name="T41" fmla="*/ 287 h 3646"/>
                <a:gd name="T42" fmla="*/ 3026 w 4908"/>
                <a:gd name="T43" fmla="*/ 464 h 3646"/>
                <a:gd name="T44" fmla="*/ 3053 w 4908"/>
                <a:gd name="T45" fmla="*/ 695 h 3646"/>
                <a:gd name="T46" fmla="*/ 3185 w 4908"/>
                <a:gd name="T47" fmla="*/ 806 h 3646"/>
                <a:gd name="T48" fmla="*/ 3479 w 4908"/>
                <a:gd name="T49" fmla="*/ 815 h 3646"/>
                <a:gd name="T50" fmla="*/ 3875 w 4908"/>
                <a:gd name="T51" fmla="*/ 818 h 3646"/>
                <a:gd name="T52" fmla="*/ 4208 w 4908"/>
                <a:gd name="T53" fmla="*/ 791 h 3646"/>
                <a:gd name="T54" fmla="*/ 4265 w 4908"/>
                <a:gd name="T55" fmla="*/ 629 h 3646"/>
                <a:gd name="T56" fmla="*/ 4274 w 4908"/>
                <a:gd name="T57" fmla="*/ 410 h 3646"/>
                <a:gd name="T58" fmla="*/ 4358 w 4908"/>
                <a:gd name="T59" fmla="*/ 272 h 3646"/>
                <a:gd name="T60" fmla="*/ 4598 w 4908"/>
                <a:gd name="T61" fmla="*/ 299 h 3646"/>
                <a:gd name="T62" fmla="*/ 4652 w 4908"/>
                <a:gd name="T63" fmla="*/ 608 h 3646"/>
                <a:gd name="T64" fmla="*/ 4681 w 4908"/>
                <a:gd name="T65" fmla="*/ 814 h 3646"/>
                <a:gd name="T66" fmla="*/ 4873 w 4908"/>
                <a:gd name="T67" fmla="*/ 1094 h 3646"/>
                <a:gd name="T68" fmla="*/ 4889 w 4908"/>
                <a:gd name="T69" fmla="*/ 1798 h 3646"/>
                <a:gd name="T70" fmla="*/ 4873 w 4908"/>
                <a:gd name="T71" fmla="*/ 2478 h 3646"/>
                <a:gd name="T72" fmla="*/ 4829 w 4908"/>
                <a:gd name="T73" fmla="*/ 2962 h 3646"/>
                <a:gd name="T74" fmla="*/ 4661 w 4908"/>
                <a:gd name="T75" fmla="*/ 3026 h 3646"/>
                <a:gd name="T76" fmla="*/ 4545 w 4908"/>
                <a:gd name="T77" fmla="*/ 2982 h 3646"/>
                <a:gd name="T78" fmla="*/ 4521 w 4908"/>
                <a:gd name="T79" fmla="*/ 2838 h 3646"/>
                <a:gd name="T80" fmla="*/ 4517 w 4908"/>
                <a:gd name="T81" fmla="*/ 2626 h 3646"/>
                <a:gd name="T82" fmla="*/ 4469 w 4908"/>
                <a:gd name="T83" fmla="*/ 2494 h 3646"/>
                <a:gd name="T84" fmla="*/ 4209 w 4908"/>
                <a:gd name="T85" fmla="*/ 2494 h 3646"/>
                <a:gd name="T86" fmla="*/ 4141 w 4908"/>
                <a:gd name="T87" fmla="*/ 2650 h 3646"/>
                <a:gd name="T88" fmla="*/ 4125 w 4908"/>
                <a:gd name="T89" fmla="*/ 2978 h 3646"/>
                <a:gd name="T90" fmla="*/ 3881 w 4908"/>
                <a:gd name="T91" fmla="*/ 3053 h 3646"/>
                <a:gd name="T92" fmla="*/ 3213 w 4908"/>
                <a:gd name="T93" fmla="*/ 3046 h 3646"/>
                <a:gd name="T94" fmla="*/ 2893 w 4908"/>
                <a:gd name="T95" fmla="*/ 3042 h 3646"/>
                <a:gd name="T96" fmla="*/ 2617 w 4908"/>
                <a:gd name="T97" fmla="*/ 3026 h 3646"/>
                <a:gd name="T98" fmla="*/ 2417 w 4908"/>
                <a:gd name="T99" fmla="*/ 2950 h 3646"/>
                <a:gd name="T100" fmla="*/ 2393 w 4908"/>
                <a:gd name="T101" fmla="*/ 2666 h 3646"/>
                <a:gd name="T102" fmla="*/ 2309 w 4908"/>
                <a:gd name="T103" fmla="*/ 2490 h 3646"/>
                <a:gd name="T104" fmla="*/ 2085 w 4908"/>
                <a:gd name="T105" fmla="*/ 2514 h 3646"/>
                <a:gd name="T106" fmla="*/ 2017 w 4908"/>
                <a:gd name="T107" fmla="*/ 2862 h 3646"/>
                <a:gd name="T108" fmla="*/ 2001 w 4908"/>
                <a:gd name="T109" fmla="*/ 3226 h 3646"/>
                <a:gd name="T110" fmla="*/ 1961 w 4908"/>
                <a:gd name="T111" fmla="*/ 3522 h 3646"/>
                <a:gd name="T112" fmla="*/ 1837 w 4908"/>
                <a:gd name="T113" fmla="*/ 3626 h 3646"/>
                <a:gd name="T114" fmla="*/ 1637 w 4908"/>
                <a:gd name="T115" fmla="*/ 3642 h 3646"/>
                <a:gd name="T116" fmla="*/ 1415 w 4908"/>
                <a:gd name="T117" fmla="*/ 3632 h 3646"/>
                <a:gd name="T118" fmla="*/ 1247 w 4908"/>
                <a:gd name="T119" fmla="*/ 3563 h 3646"/>
                <a:gd name="T120" fmla="*/ 1229 w 4908"/>
                <a:gd name="T121" fmla="*/ 3191 h 3646"/>
                <a:gd name="T122" fmla="*/ 1229 w 4908"/>
                <a:gd name="T123" fmla="*/ 2826 h 3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8" h="3646">
                  <a:moveTo>
                    <a:pt x="4" y="0"/>
                  </a:moveTo>
                  <a:cubicBezTo>
                    <a:pt x="0" y="162"/>
                    <a:pt x="3" y="330"/>
                    <a:pt x="4" y="453"/>
                  </a:cubicBezTo>
                  <a:cubicBezTo>
                    <a:pt x="5" y="576"/>
                    <a:pt x="2" y="679"/>
                    <a:pt x="13" y="736"/>
                  </a:cubicBezTo>
                  <a:cubicBezTo>
                    <a:pt x="24" y="793"/>
                    <a:pt x="25" y="781"/>
                    <a:pt x="69" y="794"/>
                  </a:cubicBezTo>
                  <a:cubicBezTo>
                    <a:pt x="113" y="807"/>
                    <a:pt x="194" y="808"/>
                    <a:pt x="279" y="812"/>
                  </a:cubicBezTo>
                  <a:cubicBezTo>
                    <a:pt x="364" y="816"/>
                    <a:pt x="472" y="815"/>
                    <a:pt x="579" y="815"/>
                  </a:cubicBezTo>
                  <a:cubicBezTo>
                    <a:pt x="686" y="815"/>
                    <a:pt x="840" y="822"/>
                    <a:pt x="924" y="809"/>
                  </a:cubicBezTo>
                  <a:cubicBezTo>
                    <a:pt x="1008" y="796"/>
                    <a:pt x="1054" y="806"/>
                    <a:pt x="1083" y="737"/>
                  </a:cubicBezTo>
                  <a:cubicBezTo>
                    <a:pt x="1112" y="668"/>
                    <a:pt x="1083" y="476"/>
                    <a:pt x="1098" y="398"/>
                  </a:cubicBezTo>
                  <a:cubicBezTo>
                    <a:pt x="1113" y="320"/>
                    <a:pt x="1124" y="287"/>
                    <a:pt x="1175" y="269"/>
                  </a:cubicBezTo>
                  <a:cubicBezTo>
                    <a:pt x="1226" y="251"/>
                    <a:pt x="1361" y="243"/>
                    <a:pt x="1406" y="290"/>
                  </a:cubicBezTo>
                  <a:cubicBezTo>
                    <a:pt x="1451" y="337"/>
                    <a:pt x="1432" y="471"/>
                    <a:pt x="1442" y="551"/>
                  </a:cubicBezTo>
                  <a:cubicBezTo>
                    <a:pt x="1452" y="631"/>
                    <a:pt x="1427" y="730"/>
                    <a:pt x="1466" y="773"/>
                  </a:cubicBezTo>
                  <a:cubicBezTo>
                    <a:pt x="1505" y="816"/>
                    <a:pt x="1611" y="804"/>
                    <a:pt x="1676" y="809"/>
                  </a:cubicBezTo>
                  <a:cubicBezTo>
                    <a:pt x="1741" y="814"/>
                    <a:pt x="1747" y="804"/>
                    <a:pt x="1859" y="803"/>
                  </a:cubicBezTo>
                  <a:cubicBezTo>
                    <a:pt x="1971" y="802"/>
                    <a:pt x="2240" y="807"/>
                    <a:pt x="2349" y="803"/>
                  </a:cubicBezTo>
                  <a:cubicBezTo>
                    <a:pt x="2458" y="799"/>
                    <a:pt x="2466" y="800"/>
                    <a:pt x="2514" y="779"/>
                  </a:cubicBezTo>
                  <a:cubicBezTo>
                    <a:pt x="2562" y="758"/>
                    <a:pt x="2612" y="744"/>
                    <a:pt x="2636" y="680"/>
                  </a:cubicBezTo>
                  <a:cubicBezTo>
                    <a:pt x="2660" y="616"/>
                    <a:pt x="2645" y="459"/>
                    <a:pt x="2660" y="392"/>
                  </a:cubicBezTo>
                  <a:cubicBezTo>
                    <a:pt x="2675" y="325"/>
                    <a:pt x="2674" y="292"/>
                    <a:pt x="2726" y="275"/>
                  </a:cubicBezTo>
                  <a:cubicBezTo>
                    <a:pt x="2778" y="258"/>
                    <a:pt x="2925" y="256"/>
                    <a:pt x="2975" y="287"/>
                  </a:cubicBezTo>
                  <a:cubicBezTo>
                    <a:pt x="3025" y="318"/>
                    <a:pt x="3013" y="396"/>
                    <a:pt x="3026" y="464"/>
                  </a:cubicBezTo>
                  <a:cubicBezTo>
                    <a:pt x="3039" y="532"/>
                    <a:pt x="3027" y="638"/>
                    <a:pt x="3053" y="695"/>
                  </a:cubicBezTo>
                  <a:cubicBezTo>
                    <a:pt x="3079" y="752"/>
                    <a:pt x="3114" y="786"/>
                    <a:pt x="3185" y="806"/>
                  </a:cubicBezTo>
                  <a:cubicBezTo>
                    <a:pt x="3256" y="826"/>
                    <a:pt x="3364" y="813"/>
                    <a:pt x="3479" y="815"/>
                  </a:cubicBezTo>
                  <a:cubicBezTo>
                    <a:pt x="3594" y="817"/>
                    <a:pt x="3754" y="822"/>
                    <a:pt x="3875" y="818"/>
                  </a:cubicBezTo>
                  <a:cubicBezTo>
                    <a:pt x="3996" y="814"/>
                    <a:pt x="4143" y="822"/>
                    <a:pt x="4208" y="791"/>
                  </a:cubicBezTo>
                  <a:cubicBezTo>
                    <a:pt x="4273" y="760"/>
                    <a:pt x="4254" y="692"/>
                    <a:pt x="4265" y="629"/>
                  </a:cubicBezTo>
                  <a:cubicBezTo>
                    <a:pt x="4276" y="566"/>
                    <a:pt x="4259" y="469"/>
                    <a:pt x="4274" y="410"/>
                  </a:cubicBezTo>
                  <a:cubicBezTo>
                    <a:pt x="4289" y="351"/>
                    <a:pt x="4304" y="290"/>
                    <a:pt x="4358" y="272"/>
                  </a:cubicBezTo>
                  <a:cubicBezTo>
                    <a:pt x="4412" y="254"/>
                    <a:pt x="4549" y="243"/>
                    <a:pt x="4598" y="299"/>
                  </a:cubicBezTo>
                  <a:cubicBezTo>
                    <a:pt x="4647" y="355"/>
                    <a:pt x="4638" y="522"/>
                    <a:pt x="4652" y="608"/>
                  </a:cubicBezTo>
                  <a:cubicBezTo>
                    <a:pt x="4666" y="694"/>
                    <a:pt x="4644" y="733"/>
                    <a:pt x="4681" y="814"/>
                  </a:cubicBezTo>
                  <a:cubicBezTo>
                    <a:pt x="4718" y="895"/>
                    <a:pt x="4838" y="930"/>
                    <a:pt x="4873" y="1094"/>
                  </a:cubicBezTo>
                  <a:cubicBezTo>
                    <a:pt x="4908" y="1258"/>
                    <a:pt x="4889" y="1567"/>
                    <a:pt x="4889" y="1798"/>
                  </a:cubicBezTo>
                  <a:cubicBezTo>
                    <a:pt x="4889" y="2029"/>
                    <a:pt x="4883" y="2284"/>
                    <a:pt x="4873" y="2478"/>
                  </a:cubicBezTo>
                  <a:cubicBezTo>
                    <a:pt x="4863" y="2672"/>
                    <a:pt x="4864" y="2871"/>
                    <a:pt x="4829" y="2962"/>
                  </a:cubicBezTo>
                  <a:cubicBezTo>
                    <a:pt x="4794" y="3053"/>
                    <a:pt x="4708" y="3023"/>
                    <a:pt x="4661" y="3026"/>
                  </a:cubicBezTo>
                  <a:cubicBezTo>
                    <a:pt x="4614" y="3029"/>
                    <a:pt x="4568" y="3013"/>
                    <a:pt x="4545" y="2982"/>
                  </a:cubicBezTo>
                  <a:cubicBezTo>
                    <a:pt x="4522" y="2951"/>
                    <a:pt x="4526" y="2897"/>
                    <a:pt x="4521" y="2838"/>
                  </a:cubicBezTo>
                  <a:cubicBezTo>
                    <a:pt x="4516" y="2779"/>
                    <a:pt x="4526" y="2683"/>
                    <a:pt x="4517" y="2626"/>
                  </a:cubicBezTo>
                  <a:cubicBezTo>
                    <a:pt x="4508" y="2569"/>
                    <a:pt x="4520" y="2516"/>
                    <a:pt x="4469" y="2494"/>
                  </a:cubicBezTo>
                  <a:cubicBezTo>
                    <a:pt x="4418" y="2472"/>
                    <a:pt x="4264" y="2468"/>
                    <a:pt x="4209" y="2494"/>
                  </a:cubicBezTo>
                  <a:cubicBezTo>
                    <a:pt x="4154" y="2520"/>
                    <a:pt x="4155" y="2569"/>
                    <a:pt x="4141" y="2650"/>
                  </a:cubicBezTo>
                  <a:cubicBezTo>
                    <a:pt x="4127" y="2731"/>
                    <a:pt x="4168" y="2911"/>
                    <a:pt x="4125" y="2978"/>
                  </a:cubicBezTo>
                  <a:cubicBezTo>
                    <a:pt x="4082" y="3045"/>
                    <a:pt x="4033" y="3042"/>
                    <a:pt x="3881" y="3053"/>
                  </a:cubicBezTo>
                  <a:cubicBezTo>
                    <a:pt x="3729" y="3064"/>
                    <a:pt x="3378" y="3048"/>
                    <a:pt x="3213" y="3046"/>
                  </a:cubicBezTo>
                  <a:cubicBezTo>
                    <a:pt x="3048" y="3044"/>
                    <a:pt x="2992" y="3045"/>
                    <a:pt x="2893" y="3042"/>
                  </a:cubicBezTo>
                  <a:cubicBezTo>
                    <a:pt x="2794" y="3039"/>
                    <a:pt x="2696" y="3041"/>
                    <a:pt x="2617" y="3026"/>
                  </a:cubicBezTo>
                  <a:cubicBezTo>
                    <a:pt x="2538" y="3011"/>
                    <a:pt x="2454" y="3010"/>
                    <a:pt x="2417" y="2950"/>
                  </a:cubicBezTo>
                  <a:cubicBezTo>
                    <a:pt x="2380" y="2890"/>
                    <a:pt x="2411" y="2743"/>
                    <a:pt x="2393" y="2666"/>
                  </a:cubicBezTo>
                  <a:cubicBezTo>
                    <a:pt x="2375" y="2589"/>
                    <a:pt x="2360" y="2515"/>
                    <a:pt x="2309" y="2490"/>
                  </a:cubicBezTo>
                  <a:cubicBezTo>
                    <a:pt x="2258" y="2465"/>
                    <a:pt x="2134" y="2452"/>
                    <a:pt x="2085" y="2514"/>
                  </a:cubicBezTo>
                  <a:cubicBezTo>
                    <a:pt x="2036" y="2576"/>
                    <a:pt x="2031" y="2743"/>
                    <a:pt x="2017" y="2862"/>
                  </a:cubicBezTo>
                  <a:cubicBezTo>
                    <a:pt x="2003" y="2981"/>
                    <a:pt x="2010" y="3116"/>
                    <a:pt x="2001" y="3226"/>
                  </a:cubicBezTo>
                  <a:cubicBezTo>
                    <a:pt x="1992" y="3336"/>
                    <a:pt x="1988" y="3455"/>
                    <a:pt x="1961" y="3522"/>
                  </a:cubicBezTo>
                  <a:cubicBezTo>
                    <a:pt x="1934" y="3589"/>
                    <a:pt x="1891" y="3606"/>
                    <a:pt x="1837" y="3626"/>
                  </a:cubicBezTo>
                  <a:cubicBezTo>
                    <a:pt x="1783" y="3646"/>
                    <a:pt x="1707" y="3641"/>
                    <a:pt x="1637" y="3642"/>
                  </a:cubicBezTo>
                  <a:cubicBezTo>
                    <a:pt x="1567" y="3643"/>
                    <a:pt x="1480" y="3645"/>
                    <a:pt x="1415" y="3632"/>
                  </a:cubicBezTo>
                  <a:cubicBezTo>
                    <a:pt x="1350" y="3619"/>
                    <a:pt x="1278" y="3636"/>
                    <a:pt x="1247" y="3563"/>
                  </a:cubicBezTo>
                  <a:cubicBezTo>
                    <a:pt x="1216" y="3490"/>
                    <a:pt x="1232" y="3314"/>
                    <a:pt x="1229" y="3191"/>
                  </a:cubicBezTo>
                  <a:cubicBezTo>
                    <a:pt x="1226" y="3068"/>
                    <a:pt x="1229" y="2902"/>
                    <a:pt x="1229" y="2826"/>
                  </a:cubicBezTo>
                </a:path>
              </a:pathLst>
            </a:custGeom>
            <a:noFill/>
            <a:ln w="57150" cmpd="sng">
              <a:solidFill>
                <a:srgbClr val="FF0000"/>
              </a:solidFill>
              <a:round/>
              <a:headEnd type="non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9" name="Text Box 287"/>
            <p:cNvSpPr txBox="1">
              <a:spLocks noChangeArrowheads="1"/>
            </p:cNvSpPr>
            <p:nvPr/>
          </p:nvSpPr>
          <p:spPr bwMode="auto">
            <a:xfrm>
              <a:off x="2648025" y="148034"/>
              <a:ext cx="3890768" cy="523875"/>
            </a:xfrm>
            <a:prstGeom prst="rect">
              <a:avLst/>
            </a:prstGeom>
            <a:solidFill>
              <a:srgbClr val="CCECFF"/>
            </a:solidFill>
            <a:ln w="9525">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800" b="1" kern="0" dirty="0">
                  <a:solidFill>
                    <a:srgbClr val="000099"/>
                  </a:solidFill>
                  <a:latin typeface="+mn-lt"/>
                  <a:ea typeface="黑体" panose="02010609060101010101" pitchFamily="2" charset="-122"/>
                </a:rPr>
                <a:t>分组在互联网中的传送 </a:t>
              </a:r>
            </a:p>
          </p:txBody>
        </p:sp>
      </p:grpSp>
      <p:sp>
        <p:nvSpPr>
          <p:cNvPr id="716064" name="矩形 291"/>
          <p:cNvSpPr>
            <a:spLocks noChangeArrowheads="1"/>
          </p:cNvSpPr>
          <p:nvPr/>
        </p:nvSpPr>
        <p:spPr bwMode="auto">
          <a:xfrm>
            <a:off x="328613" y="3641725"/>
            <a:ext cx="1276350" cy="2308225"/>
          </a:xfrm>
          <a:prstGeom prst="rect">
            <a:avLst/>
          </a:prstGeom>
          <a:solidFill>
            <a:srgbClr val="99FF66"/>
          </a:solidFill>
          <a:ln w="9525">
            <a:solidFill>
              <a:srgbClr val="000099"/>
            </a:solidFill>
            <a:round/>
            <a:headEnd/>
            <a:tailEnd/>
          </a:ln>
        </p:spPr>
        <p:txBody>
          <a:bodyPr>
            <a:spAutoFit/>
          </a:bodyPr>
          <a:lstStyle/>
          <a:p>
            <a:pPr eaLnBrk="0" hangingPunct="0"/>
            <a:r>
              <a:rPr lang="zh-CN" altLang="zh-CN" sz="2400" b="1">
                <a:solidFill>
                  <a:srgbClr val="000099"/>
                </a:solidFill>
                <a:ea typeface="黑体" panose="02010609060101010101" pitchFamily="49" charset="-122"/>
              </a:rPr>
              <a:t>互联网可以由多种异构网络互连组成。</a:t>
            </a:r>
            <a:endParaRPr lang="zh-CN" altLang="en-US" sz="2400" b="1">
              <a:solidFill>
                <a:srgbClr val="000099"/>
              </a:solidFill>
              <a:ea typeface="黑体" panose="02010609060101010101" pitchFamily="49" charset="-122"/>
            </a:endParaRPr>
          </a:p>
        </p:txBody>
      </p:sp>
      <p:sp>
        <p:nvSpPr>
          <p:cNvPr id="716065" name="灯片编号占位符 290"/>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CAD8A95-C7BE-4CAB-843F-803BB953A07C}" type="slidenum">
              <a:rPr lang="zh-CN" altLang="en-US" smtClean="0"/>
              <a:pPr/>
              <a:t>19</a:t>
            </a:fld>
            <a:endParaRPr lang="en-US" altLang="zh-CN" smtClean="0"/>
          </a:p>
        </p:txBody>
      </p:sp>
      <p:sp>
        <p:nvSpPr>
          <p:cNvPr id="716066" name="页脚占位符 29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1"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从网络层看 </a:t>
            </a:r>
            <a:r>
              <a:rPr lang="en-US" altLang="zh-CN" sz="4000" smtClean="0">
                <a:ea typeface="黑体" panose="02010609060101010101" pitchFamily="49" charset="-122"/>
              </a:rPr>
              <a:t>IP </a:t>
            </a:r>
            <a:r>
              <a:rPr lang="zh-CN" altLang="en-US" sz="4000" smtClean="0">
                <a:ea typeface="黑体" panose="02010609060101010101" pitchFamily="49" charset="-122"/>
              </a:rPr>
              <a:t>数据报的传送 </a:t>
            </a:r>
          </a:p>
        </p:txBody>
      </p:sp>
      <p:sp>
        <p:nvSpPr>
          <p:cNvPr id="71680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如果我们只从网络层考虑问题，那么 </a:t>
            </a:r>
            <a:r>
              <a:rPr lang="en-US" altLang="zh-CN" smtClean="0">
                <a:ea typeface="黑体" panose="02010609060101010101" pitchFamily="49" charset="-122"/>
              </a:rPr>
              <a:t>IP </a:t>
            </a:r>
            <a:r>
              <a:rPr lang="zh-CN" altLang="en-US" smtClean="0">
                <a:ea typeface="黑体" panose="02010609060101010101" pitchFamily="49" charset="-122"/>
              </a:rPr>
              <a:t>数据报就可以想象是在网络层中传送。</a:t>
            </a:r>
          </a:p>
        </p:txBody>
      </p:sp>
      <p:grpSp>
        <p:nvGrpSpPr>
          <p:cNvPr id="716803" name="组合 1"/>
          <p:cNvGrpSpPr>
            <a:grpSpLocks/>
          </p:cNvGrpSpPr>
          <p:nvPr/>
        </p:nvGrpSpPr>
        <p:grpSpPr bwMode="auto">
          <a:xfrm>
            <a:off x="701675" y="2620963"/>
            <a:ext cx="8788400" cy="1384300"/>
            <a:chOff x="701104" y="2620704"/>
            <a:chExt cx="8788400" cy="1384360"/>
          </a:xfrm>
        </p:grpSpPr>
        <p:sp>
          <p:nvSpPr>
            <p:cNvPr id="40" name="Line 4"/>
            <p:cNvSpPr>
              <a:spLocks noChangeShapeType="1"/>
            </p:cNvSpPr>
            <p:nvPr/>
          </p:nvSpPr>
          <p:spPr bwMode="auto">
            <a:xfrm>
              <a:off x="1277367" y="3485928"/>
              <a:ext cx="770413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1" name="Rectangle 5"/>
            <p:cNvSpPr>
              <a:spLocks noChangeArrowheads="1"/>
            </p:cNvSpPr>
            <p:nvPr/>
          </p:nvSpPr>
          <p:spPr bwMode="auto">
            <a:xfrm>
              <a:off x="701104" y="3270019"/>
              <a:ext cx="792163"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2" name="Rectangle 6"/>
            <p:cNvSpPr>
              <a:spLocks noChangeArrowheads="1"/>
            </p:cNvSpPr>
            <p:nvPr/>
          </p:nvSpPr>
          <p:spPr bwMode="auto">
            <a:xfrm>
              <a:off x="2033017" y="3270019"/>
              <a:ext cx="792162"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3" name="Rectangle 7"/>
            <p:cNvSpPr>
              <a:spLocks noChangeArrowheads="1"/>
            </p:cNvSpPr>
            <p:nvPr/>
          </p:nvSpPr>
          <p:spPr bwMode="auto">
            <a:xfrm>
              <a:off x="4698429" y="3270019"/>
              <a:ext cx="792163"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4" name="Rectangle 8"/>
            <p:cNvSpPr>
              <a:spLocks noChangeArrowheads="1"/>
            </p:cNvSpPr>
            <p:nvPr/>
          </p:nvSpPr>
          <p:spPr bwMode="auto">
            <a:xfrm>
              <a:off x="6031929" y="3270019"/>
              <a:ext cx="792163"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5" name="Rectangle 9"/>
            <p:cNvSpPr>
              <a:spLocks noChangeArrowheads="1"/>
            </p:cNvSpPr>
            <p:nvPr/>
          </p:nvSpPr>
          <p:spPr bwMode="auto">
            <a:xfrm>
              <a:off x="7363842" y="3270019"/>
              <a:ext cx="792162"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6" name="Rectangle 10"/>
            <p:cNvSpPr>
              <a:spLocks noChangeArrowheads="1"/>
            </p:cNvSpPr>
            <p:nvPr/>
          </p:nvSpPr>
          <p:spPr bwMode="auto">
            <a:xfrm>
              <a:off x="8697342" y="3270019"/>
              <a:ext cx="792162"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7" name="Rectangle 11"/>
            <p:cNvSpPr>
              <a:spLocks noChangeArrowheads="1"/>
            </p:cNvSpPr>
            <p:nvPr/>
          </p:nvSpPr>
          <p:spPr bwMode="auto">
            <a:xfrm>
              <a:off x="3366517" y="3270019"/>
              <a:ext cx="792162"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8" name="Text Box 12"/>
            <p:cNvSpPr txBox="1">
              <a:spLocks noChangeArrowheads="1"/>
            </p:cNvSpPr>
            <p:nvPr/>
          </p:nvSpPr>
          <p:spPr bwMode="auto">
            <a:xfrm>
              <a:off x="1085279" y="2620704"/>
              <a:ext cx="127158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dirty="0">
                  <a:solidFill>
                    <a:srgbClr val="000099"/>
                  </a:solidFill>
                  <a:latin typeface="+mn-lt"/>
                  <a:ea typeface="黑体" panose="02010609060101010101" pitchFamily="2" charset="-122"/>
                </a:rPr>
                <a:t>IP </a:t>
              </a:r>
              <a:r>
                <a:rPr lang="zh-CN" altLang="en-US" sz="2000" b="1" kern="0" dirty="0">
                  <a:solidFill>
                    <a:srgbClr val="000099"/>
                  </a:solidFill>
                  <a:latin typeface="+mn-lt"/>
                  <a:ea typeface="黑体" panose="02010609060101010101" pitchFamily="2" charset="-122"/>
                </a:rPr>
                <a:t>数据报</a:t>
              </a:r>
            </a:p>
          </p:txBody>
        </p:sp>
        <p:sp>
          <p:nvSpPr>
            <p:cNvPr id="49" name="Text Box 13"/>
            <p:cNvSpPr txBox="1">
              <a:spLocks noChangeArrowheads="1"/>
            </p:cNvSpPr>
            <p:nvPr/>
          </p:nvSpPr>
          <p:spPr bwMode="auto">
            <a:xfrm>
              <a:off x="877317" y="3604997"/>
              <a:ext cx="465137"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dirty="0">
                  <a:solidFill>
                    <a:srgbClr val="C00000"/>
                  </a:solidFill>
                  <a:latin typeface="+mn-lt"/>
                  <a:ea typeface="黑体" panose="02010609060101010101" pitchFamily="2" charset="-122"/>
                </a:rPr>
                <a:t>H</a:t>
              </a:r>
              <a:r>
                <a:rPr lang="en-US" altLang="zh-CN" sz="2000" b="1" kern="0" baseline="-25000" dirty="0">
                  <a:solidFill>
                    <a:srgbClr val="C00000"/>
                  </a:solidFill>
                  <a:latin typeface="+mn-lt"/>
                  <a:ea typeface="黑体" panose="02010609060101010101" pitchFamily="2" charset="-122"/>
                </a:rPr>
                <a:t>1</a:t>
              </a:r>
            </a:p>
          </p:txBody>
        </p:sp>
        <p:sp>
          <p:nvSpPr>
            <p:cNvPr id="50" name="Text Box 14"/>
            <p:cNvSpPr txBox="1">
              <a:spLocks noChangeArrowheads="1"/>
            </p:cNvSpPr>
            <p:nvPr/>
          </p:nvSpPr>
          <p:spPr bwMode="auto">
            <a:xfrm>
              <a:off x="2225104"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R</a:t>
              </a:r>
              <a:r>
                <a:rPr lang="en-US" altLang="zh-CN" sz="2000" b="1" kern="0" baseline="-25000">
                  <a:solidFill>
                    <a:srgbClr val="000099"/>
                  </a:solidFill>
                  <a:latin typeface="+mn-lt"/>
                  <a:ea typeface="黑体" panose="02010609060101010101" pitchFamily="2" charset="-122"/>
                </a:rPr>
                <a:t>1</a:t>
              </a:r>
            </a:p>
          </p:txBody>
        </p:sp>
        <p:sp>
          <p:nvSpPr>
            <p:cNvPr id="51" name="Text Box 15"/>
            <p:cNvSpPr txBox="1">
              <a:spLocks noChangeArrowheads="1"/>
            </p:cNvSpPr>
            <p:nvPr/>
          </p:nvSpPr>
          <p:spPr bwMode="auto">
            <a:xfrm>
              <a:off x="3561779"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R</a:t>
              </a:r>
              <a:r>
                <a:rPr lang="en-US" altLang="zh-CN" sz="2000" b="1" kern="0" baseline="-25000">
                  <a:solidFill>
                    <a:srgbClr val="000099"/>
                  </a:solidFill>
                  <a:latin typeface="+mn-lt"/>
                  <a:ea typeface="黑体" panose="02010609060101010101" pitchFamily="2" charset="-122"/>
                </a:rPr>
                <a:t>2</a:t>
              </a:r>
            </a:p>
          </p:txBody>
        </p:sp>
        <p:sp>
          <p:nvSpPr>
            <p:cNvPr id="52" name="Text Box 16"/>
            <p:cNvSpPr txBox="1">
              <a:spLocks noChangeArrowheads="1"/>
            </p:cNvSpPr>
            <p:nvPr/>
          </p:nvSpPr>
          <p:spPr bwMode="auto">
            <a:xfrm>
              <a:off x="4898454"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dirty="0">
                  <a:solidFill>
                    <a:srgbClr val="000099"/>
                  </a:solidFill>
                  <a:latin typeface="+mn-lt"/>
                  <a:ea typeface="黑体" panose="02010609060101010101" pitchFamily="2" charset="-122"/>
                </a:rPr>
                <a:t>R</a:t>
              </a:r>
              <a:r>
                <a:rPr lang="en-US" altLang="zh-CN" sz="2000" b="1" kern="0" baseline="-25000" dirty="0">
                  <a:solidFill>
                    <a:srgbClr val="000099"/>
                  </a:solidFill>
                  <a:latin typeface="+mn-lt"/>
                  <a:ea typeface="黑体" panose="02010609060101010101" pitchFamily="2" charset="-122"/>
                </a:rPr>
                <a:t>3</a:t>
              </a:r>
            </a:p>
          </p:txBody>
        </p:sp>
        <p:sp>
          <p:nvSpPr>
            <p:cNvPr id="53" name="Text Box 17"/>
            <p:cNvSpPr txBox="1">
              <a:spLocks noChangeArrowheads="1"/>
            </p:cNvSpPr>
            <p:nvPr/>
          </p:nvSpPr>
          <p:spPr bwMode="auto">
            <a:xfrm>
              <a:off x="6235129"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R</a:t>
              </a:r>
              <a:r>
                <a:rPr lang="en-US" altLang="zh-CN" sz="2000" b="1" kern="0" baseline="-25000">
                  <a:solidFill>
                    <a:srgbClr val="000099"/>
                  </a:solidFill>
                  <a:latin typeface="+mn-lt"/>
                  <a:ea typeface="黑体" panose="02010609060101010101" pitchFamily="2" charset="-122"/>
                </a:rPr>
                <a:t>4</a:t>
              </a:r>
            </a:p>
          </p:txBody>
        </p:sp>
        <p:sp>
          <p:nvSpPr>
            <p:cNvPr id="54" name="Text Box 18"/>
            <p:cNvSpPr txBox="1">
              <a:spLocks noChangeArrowheads="1"/>
            </p:cNvSpPr>
            <p:nvPr/>
          </p:nvSpPr>
          <p:spPr bwMode="auto">
            <a:xfrm>
              <a:off x="7571804"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R</a:t>
              </a:r>
              <a:r>
                <a:rPr lang="en-US" altLang="zh-CN" sz="2000" b="1" kern="0" baseline="-25000">
                  <a:solidFill>
                    <a:srgbClr val="000099"/>
                  </a:solidFill>
                  <a:latin typeface="+mn-lt"/>
                  <a:ea typeface="黑体" panose="02010609060101010101" pitchFamily="2" charset="-122"/>
                </a:rPr>
                <a:t>5</a:t>
              </a:r>
            </a:p>
          </p:txBody>
        </p:sp>
        <p:sp>
          <p:nvSpPr>
            <p:cNvPr id="55" name="Text Box 19"/>
            <p:cNvSpPr txBox="1">
              <a:spLocks noChangeArrowheads="1"/>
            </p:cNvSpPr>
            <p:nvPr/>
          </p:nvSpPr>
          <p:spPr bwMode="auto">
            <a:xfrm>
              <a:off x="8910067" y="3604997"/>
              <a:ext cx="465137"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dirty="0">
                  <a:solidFill>
                    <a:srgbClr val="C00000"/>
                  </a:solidFill>
                  <a:latin typeface="+mn-lt"/>
                  <a:ea typeface="黑体" panose="02010609060101010101" pitchFamily="2" charset="-122"/>
                </a:rPr>
                <a:t>H</a:t>
              </a:r>
              <a:r>
                <a:rPr lang="en-US" altLang="zh-CN" sz="2000" b="1" kern="0" baseline="-25000" dirty="0">
                  <a:solidFill>
                    <a:srgbClr val="C00000"/>
                  </a:solidFill>
                  <a:latin typeface="+mn-lt"/>
                  <a:ea typeface="黑体" panose="02010609060101010101" pitchFamily="2" charset="-122"/>
                </a:rPr>
                <a:t>2</a:t>
              </a:r>
            </a:p>
          </p:txBody>
        </p:sp>
        <p:grpSp>
          <p:nvGrpSpPr>
            <p:cNvPr id="716820" name="Group 20"/>
            <p:cNvGrpSpPr>
              <a:grpSpLocks/>
            </p:cNvGrpSpPr>
            <p:nvPr/>
          </p:nvGrpSpPr>
          <p:grpSpPr bwMode="auto">
            <a:xfrm>
              <a:off x="1493266" y="2982654"/>
              <a:ext cx="720725" cy="215900"/>
              <a:chOff x="1156" y="2432"/>
              <a:chExt cx="454" cy="136"/>
            </a:xfrm>
          </p:grpSpPr>
          <p:sp>
            <p:nvSpPr>
              <p:cNvPr id="57" name="Rectangle 21"/>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8" name="Line 22"/>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23" name="Group 23"/>
            <p:cNvGrpSpPr>
              <a:grpSpLocks/>
            </p:cNvGrpSpPr>
            <p:nvPr/>
          </p:nvGrpSpPr>
          <p:grpSpPr bwMode="auto">
            <a:xfrm>
              <a:off x="2831529" y="2982654"/>
              <a:ext cx="720725" cy="215900"/>
              <a:chOff x="1156" y="2432"/>
              <a:chExt cx="454" cy="136"/>
            </a:xfrm>
          </p:grpSpPr>
          <p:sp>
            <p:nvSpPr>
              <p:cNvPr id="60" name="Rectangle 24"/>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1" name="Line 25"/>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26" name="Group 26"/>
            <p:cNvGrpSpPr>
              <a:grpSpLocks/>
            </p:cNvGrpSpPr>
            <p:nvPr/>
          </p:nvGrpSpPr>
          <p:grpSpPr bwMode="auto">
            <a:xfrm>
              <a:off x="4171379" y="2982654"/>
              <a:ext cx="720725" cy="215900"/>
              <a:chOff x="1156" y="2432"/>
              <a:chExt cx="454" cy="136"/>
            </a:xfrm>
          </p:grpSpPr>
          <p:sp>
            <p:nvSpPr>
              <p:cNvPr id="63" name="Rectangle 27"/>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4" name="Line 28"/>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29" name="Group 29"/>
            <p:cNvGrpSpPr>
              <a:grpSpLocks/>
            </p:cNvGrpSpPr>
            <p:nvPr/>
          </p:nvGrpSpPr>
          <p:grpSpPr bwMode="auto">
            <a:xfrm>
              <a:off x="5509641" y="2982654"/>
              <a:ext cx="720725" cy="215900"/>
              <a:chOff x="1156" y="2432"/>
              <a:chExt cx="454" cy="136"/>
            </a:xfrm>
          </p:grpSpPr>
          <p:sp>
            <p:nvSpPr>
              <p:cNvPr id="66" name="Rectangle 30"/>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7" name="Line 31"/>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32" name="Group 32"/>
            <p:cNvGrpSpPr>
              <a:grpSpLocks/>
            </p:cNvGrpSpPr>
            <p:nvPr/>
          </p:nvGrpSpPr>
          <p:grpSpPr bwMode="auto">
            <a:xfrm>
              <a:off x="6849491" y="2982654"/>
              <a:ext cx="720725" cy="215900"/>
              <a:chOff x="1156" y="2432"/>
              <a:chExt cx="454" cy="136"/>
            </a:xfrm>
          </p:grpSpPr>
          <p:sp>
            <p:nvSpPr>
              <p:cNvPr id="69" name="Rectangle 33"/>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0" name="Line 34"/>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35" name="Group 35"/>
            <p:cNvGrpSpPr>
              <a:grpSpLocks/>
            </p:cNvGrpSpPr>
            <p:nvPr/>
          </p:nvGrpSpPr>
          <p:grpSpPr bwMode="auto">
            <a:xfrm>
              <a:off x="8189341" y="2982654"/>
              <a:ext cx="720725" cy="215900"/>
              <a:chOff x="1156" y="2432"/>
              <a:chExt cx="454" cy="136"/>
            </a:xfrm>
          </p:grpSpPr>
          <p:sp>
            <p:nvSpPr>
              <p:cNvPr id="72" name="Rectangle 36"/>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3" name="Line 37"/>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71683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5A13AB-9AE9-4CBC-AE04-35857252F230}" type="slidenum">
              <a:rPr lang="zh-CN" altLang="en-US" smtClean="0"/>
              <a:pPr eaLnBrk="1" hangingPunct="1"/>
              <a:t>20</a:t>
            </a:fld>
            <a:endParaRPr lang="en-US" altLang="zh-CN" smtClean="0"/>
          </a:p>
        </p:txBody>
      </p:sp>
      <p:sp>
        <p:nvSpPr>
          <p:cNvPr id="71683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4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4.2.2  </a:t>
            </a:r>
            <a:r>
              <a:rPr lang="zh-CN" altLang="en-US" smtClean="0">
                <a:ea typeface="黑体" panose="02010609060101010101" pitchFamily="49" charset="-122"/>
              </a:rPr>
              <a:t>分类的 </a:t>
            </a:r>
            <a:r>
              <a:rPr lang="en-US" altLang="zh-CN" smtClean="0">
                <a:ea typeface="黑体" panose="02010609060101010101" pitchFamily="49" charset="-122"/>
              </a:rPr>
              <a:t>IP </a:t>
            </a:r>
            <a:r>
              <a:rPr lang="zh-CN" altLang="en-US" smtClean="0">
                <a:ea typeface="黑体" panose="02010609060101010101" pitchFamily="49" charset="-122"/>
              </a:rPr>
              <a:t>地址</a:t>
            </a:r>
          </a:p>
        </p:txBody>
      </p:sp>
      <p:sp>
        <p:nvSpPr>
          <p:cNvPr id="718850"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在</a:t>
            </a:r>
            <a:r>
              <a:rPr lang="en-US" altLang="zh-CN" smtClean="0">
                <a:ea typeface="黑体" panose="02010609060101010101" pitchFamily="49" charset="-122"/>
              </a:rPr>
              <a:t> TCP/IP </a:t>
            </a:r>
            <a:r>
              <a:rPr lang="zh-CN" altLang="zh-CN" smtClean="0">
                <a:ea typeface="黑体" panose="02010609060101010101" pitchFamily="49" charset="-122"/>
              </a:rPr>
              <a:t>体系中，</a:t>
            </a:r>
            <a:r>
              <a:rPr lang="en-US" altLang="zh-CN" smtClean="0">
                <a:ea typeface="黑体" panose="02010609060101010101" pitchFamily="49" charset="-122"/>
              </a:rPr>
              <a:t>IP </a:t>
            </a:r>
            <a:r>
              <a:rPr lang="zh-CN" altLang="zh-CN" smtClean="0">
                <a:ea typeface="黑体" panose="02010609060101010101" pitchFamily="49" charset="-122"/>
              </a:rPr>
              <a:t>地址是一个最基本的概念</a:t>
            </a:r>
            <a:r>
              <a:rPr lang="zh-CN" altLang="en-US" smtClean="0">
                <a:ea typeface="黑体" panose="02010609060101010101" pitchFamily="49" charset="-122"/>
              </a:rPr>
              <a:t>。</a:t>
            </a:r>
            <a:endParaRPr lang="en-US" altLang="zh-CN" smtClean="0">
              <a:ea typeface="黑体" panose="02010609060101010101" pitchFamily="49" charset="-122"/>
            </a:endParaRPr>
          </a:p>
          <a:p>
            <a:pPr algn="just"/>
            <a:r>
              <a:rPr lang="zh-CN" altLang="en-US" smtClean="0">
                <a:ea typeface="黑体" panose="02010609060101010101" pitchFamily="49" charset="-122"/>
              </a:rPr>
              <a:t>本部分重点学习：</a:t>
            </a:r>
            <a:endParaRPr lang="en-US" altLang="zh-CN" smtClean="0">
              <a:ea typeface="黑体" panose="02010609060101010101" pitchFamily="49" charset="-122"/>
            </a:endParaRPr>
          </a:p>
          <a:p>
            <a:pPr lvl="1" algn="just"/>
            <a:r>
              <a:rPr lang="en-US" altLang="zh-CN" smtClean="0">
                <a:solidFill>
                  <a:srgbClr val="0000FF"/>
                </a:solidFill>
                <a:ea typeface="黑体" panose="02010609060101010101" pitchFamily="49" charset="-122"/>
              </a:rPr>
              <a:t>1. IP </a:t>
            </a:r>
            <a:r>
              <a:rPr lang="zh-CN" altLang="zh-CN" smtClean="0">
                <a:solidFill>
                  <a:srgbClr val="0000FF"/>
                </a:solidFill>
                <a:ea typeface="黑体" panose="02010609060101010101" pitchFamily="49" charset="-122"/>
              </a:rPr>
              <a:t>地址及其表示方法</a:t>
            </a:r>
            <a:endParaRPr lang="en-US" altLang="zh-CN" smtClean="0">
              <a:solidFill>
                <a:srgbClr val="0000FF"/>
              </a:solidFill>
              <a:ea typeface="黑体" panose="02010609060101010101" pitchFamily="49" charset="-122"/>
            </a:endParaRPr>
          </a:p>
          <a:p>
            <a:pPr lvl="1" algn="just"/>
            <a:r>
              <a:rPr lang="en-US" altLang="zh-CN" smtClean="0">
                <a:solidFill>
                  <a:srgbClr val="0000FF"/>
                </a:solidFill>
                <a:ea typeface="黑体" panose="02010609060101010101" pitchFamily="49" charset="-122"/>
              </a:rPr>
              <a:t>2. </a:t>
            </a:r>
            <a:r>
              <a:rPr lang="zh-CN" altLang="zh-CN" smtClean="0">
                <a:solidFill>
                  <a:srgbClr val="0000FF"/>
                </a:solidFill>
                <a:ea typeface="黑体" panose="02010609060101010101" pitchFamily="49" charset="-122"/>
              </a:rPr>
              <a:t>常用的三种类别的</a:t>
            </a:r>
            <a:r>
              <a:rPr lang="en-US" altLang="zh-CN" smtClean="0">
                <a:solidFill>
                  <a:srgbClr val="0000FF"/>
                </a:solidFill>
                <a:ea typeface="黑体" panose="02010609060101010101" pitchFamily="49" charset="-122"/>
              </a:rPr>
              <a:t> IP </a:t>
            </a:r>
            <a:r>
              <a:rPr lang="zh-CN" altLang="zh-CN" smtClean="0">
                <a:solidFill>
                  <a:srgbClr val="0000FF"/>
                </a:solidFill>
                <a:ea typeface="黑体" panose="02010609060101010101" pitchFamily="49" charset="-122"/>
              </a:rPr>
              <a:t>地址</a:t>
            </a:r>
            <a:endParaRPr lang="en-US" altLang="zh-CN" smtClean="0">
              <a:solidFill>
                <a:srgbClr val="0000FF"/>
              </a:solidFill>
              <a:ea typeface="黑体" panose="02010609060101010101" pitchFamily="49" charset="-122"/>
            </a:endParaRPr>
          </a:p>
          <a:p>
            <a:pPr algn="just"/>
            <a:endParaRPr lang="zh-CN" altLang="en-US" smtClean="0">
              <a:ea typeface="黑体" panose="02010609060101010101" pitchFamily="49" charset="-122"/>
            </a:endParaRPr>
          </a:p>
        </p:txBody>
      </p:sp>
      <p:sp>
        <p:nvSpPr>
          <p:cNvPr id="718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688DB8-496F-4026-B8FB-E3FEF4B1508B}" type="slidenum">
              <a:rPr lang="zh-CN" altLang="en-US" smtClean="0"/>
              <a:pPr eaLnBrk="1" hangingPunct="1"/>
              <a:t>21</a:t>
            </a:fld>
            <a:endParaRPr lang="en-US" altLang="zh-CN" smtClean="0"/>
          </a:p>
        </p:txBody>
      </p:sp>
      <p:sp>
        <p:nvSpPr>
          <p:cNvPr id="718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IP </a:t>
            </a:r>
            <a:r>
              <a:rPr lang="zh-CN" altLang="en-US" smtClean="0">
                <a:ea typeface="黑体" panose="02010609060101010101" pitchFamily="49" charset="-122"/>
              </a:rPr>
              <a:t>地址及其表示方法 </a:t>
            </a:r>
          </a:p>
        </p:txBody>
      </p:sp>
      <p:sp>
        <p:nvSpPr>
          <p:cNvPr id="141315"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我们把整个因特网看成为一个单一的、抽象的网络。</a:t>
            </a:r>
            <a:endParaRPr lang="en-US" altLang="zh-CN" dirty="0" smtClean="0">
              <a:ea typeface="黑体" panose="02010609060101010101" pitchFamily="49" charset="-122"/>
            </a:endParaRPr>
          </a:p>
          <a:p>
            <a:r>
              <a:rPr lang="en-US" altLang="zh-CN" dirty="0" smtClean="0">
                <a:solidFill>
                  <a:srgbClr val="FF0000"/>
                </a:solidFill>
                <a:ea typeface="黑体" panose="02010609060101010101" pitchFamily="49" charset="-122"/>
              </a:rPr>
              <a:t>IP </a:t>
            </a:r>
            <a:r>
              <a:rPr lang="zh-CN" altLang="en-US" dirty="0" smtClean="0">
                <a:solidFill>
                  <a:srgbClr val="FF0000"/>
                </a:solidFill>
                <a:ea typeface="黑体" panose="02010609060101010101" pitchFamily="49" charset="-122"/>
              </a:rPr>
              <a:t>地址</a:t>
            </a:r>
            <a:r>
              <a:rPr lang="zh-CN" altLang="en-US" dirty="0" smtClean="0">
                <a:ea typeface="黑体" panose="02010609060101010101" pitchFamily="49" charset="-122"/>
              </a:rPr>
              <a:t>就是给每个连接在互联网上的主机（或路由器）分配一个</a:t>
            </a:r>
            <a:r>
              <a:rPr lang="zh-CN" altLang="en-US" dirty="0" smtClean="0">
                <a:solidFill>
                  <a:srgbClr val="FF0000"/>
                </a:solidFill>
                <a:ea typeface="黑体" panose="02010609060101010101" pitchFamily="49" charset="-122"/>
              </a:rPr>
              <a:t>在全世界范围是唯一的 </a:t>
            </a:r>
            <a:r>
              <a:rPr lang="en-US" altLang="zh-CN" dirty="0" smtClean="0">
                <a:solidFill>
                  <a:srgbClr val="FF0000"/>
                </a:solidFill>
                <a:ea typeface="黑体" panose="02010609060101010101" pitchFamily="49" charset="-122"/>
              </a:rPr>
              <a:t>32 </a:t>
            </a:r>
            <a:r>
              <a:rPr lang="zh-CN" altLang="en-US" dirty="0" smtClean="0">
                <a:solidFill>
                  <a:srgbClr val="FF0000"/>
                </a:solidFill>
                <a:ea typeface="黑体" panose="02010609060101010101" pitchFamily="49" charset="-122"/>
              </a:rPr>
              <a:t>位的标识符</a:t>
            </a:r>
            <a:r>
              <a:rPr lang="zh-CN" altLang="en-US" dirty="0" smtClean="0">
                <a:ea typeface="黑体" panose="02010609060101010101" pitchFamily="49" charset="-122"/>
              </a:rPr>
              <a:t>。</a:t>
            </a:r>
          </a:p>
          <a:p>
            <a:r>
              <a:rPr lang="en-US" altLang="zh-CN" dirty="0" smtClean="0">
                <a:ea typeface="黑体" panose="02010609060101010101" pitchFamily="49" charset="-122"/>
              </a:rPr>
              <a:t>IP </a:t>
            </a:r>
            <a:r>
              <a:rPr lang="zh-CN" altLang="en-US" dirty="0" smtClean="0">
                <a:ea typeface="黑体" panose="02010609060101010101" pitchFamily="49" charset="-122"/>
              </a:rPr>
              <a:t>地址现在由</a:t>
            </a:r>
            <a:r>
              <a:rPr lang="zh-CN" altLang="zh-CN" dirty="0" smtClean="0">
                <a:solidFill>
                  <a:srgbClr val="FF0000"/>
                </a:solidFill>
                <a:ea typeface="黑体" panose="02010609060101010101" pitchFamily="49" charset="-122"/>
              </a:rPr>
              <a:t>互联网名字和数字分配机构</a:t>
            </a:r>
            <a:r>
              <a:rPr lang="en-US" altLang="zh-CN" dirty="0" smtClean="0">
                <a:ea typeface="黑体" panose="02010609060101010101" pitchFamily="49" charset="-122"/>
              </a:rPr>
              <a:t>ICANN (Internet Corporation for Assigned Names and Numbers)</a:t>
            </a:r>
            <a:r>
              <a:rPr lang="zh-CN" altLang="en-US" dirty="0" smtClean="0">
                <a:ea typeface="黑体" panose="02010609060101010101" pitchFamily="49" charset="-122"/>
              </a:rPr>
              <a:t>进行分配。 </a:t>
            </a:r>
          </a:p>
        </p:txBody>
      </p:sp>
      <p:sp>
        <p:nvSpPr>
          <p:cNvPr id="7208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F9D8F6-29F4-4AD6-91E9-831FFE70B078}" type="slidenum">
              <a:rPr lang="zh-CN" altLang="en-US" smtClean="0"/>
              <a:pPr eaLnBrk="1" hangingPunct="1"/>
              <a:t>22</a:t>
            </a:fld>
            <a:endParaRPr lang="en-US" altLang="zh-CN" smtClean="0"/>
          </a:p>
        </p:txBody>
      </p:sp>
      <p:sp>
        <p:nvSpPr>
          <p:cNvPr id="7209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94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地址的编址方法 </a:t>
            </a:r>
          </a:p>
        </p:txBody>
      </p:sp>
      <p:sp>
        <p:nvSpPr>
          <p:cNvPr id="143363"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分类的 </a:t>
            </a:r>
            <a:r>
              <a:rPr lang="en-US" altLang="zh-CN" smtClean="0">
                <a:solidFill>
                  <a:srgbClr val="FF0000"/>
                </a:solidFill>
                <a:ea typeface="黑体" panose="02010609060101010101" pitchFamily="49" charset="-122"/>
              </a:rPr>
              <a:t>IP </a:t>
            </a:r>
            <a:r>
              <a:rPr lang="zh-CN" altLang="en-US" smtClean="0">
                <a:solidFill>
                  <a:srgbClr val="FF0000"/>
                </a:solidFill>
                <a:ea typeface="黑体" panose="02010609060101010101" pitchFamily="49" charset="-122"/>
              </a:rPr>
              <a:t>地址。</a:t>
            </a:r>
            <a:r>
              <a:rPr lang="zh-CN" altLang="en-US" smtClean="0">
                <a:ea typeface="黑体" panose="02010609060101010101" pitchFamily="49" charset="-122"/>
              </a:rPr>
              <a:t>这是</a:t>
            </a:r>
            <a:r>
              <a:rPr lang="zh-CN" altLang="en-US" smtClean="0">
                <a:solidFill>
                  <a:srgbClr val="0000FF"/>
                </a:solidFill>
                <a:ea typeface="黑体" panose="02010609060101010101" pitchFamily="49" charset="-122"/>
              </a:rPr>
              <a:t>最基本的编址方法，</a:t>
            </a:r>
            <a:r>
              <a:rPr lang="zh-CN" altLang="en-US" smtClean="0">
                <a:ea typeface="黑体" panose="02010609060101010101" pitchFamily="49" charset="-122"/>
              </a:rPr>
              <a:t>在 </a:t>
            </a:r>
            <a:r>
              <a:rPr lang="en-US" altLang="zh-CN" smtClean="0">
                <a:ea typeface="黑体" panose="02010609060101010101" pitchFamily="49" charset="-122"/>
              </a:rPr>
              <a:t>1981 </a:t>
            </a:r>
            <a:r>
              <a:rPr lang="zh-CN" altLang="en-US" smtClean="0">
                <a:ea typeface="黑体" panose="02010609060101010101" pitchFamily="49" charset="-122"/>
              </a:rPr>
              <a:t>年就通过了相应的标准协议。</a:t>
            </a:r>
          </a:p>
          <a:p>
            <a:r>
              <a:rPr lang="zh-CN" altLang="en-US" smtClean="0">
                <a:solidFill>
                  <a:srgbClr val="FF0000"/>
                </a:solidFill>
                <a:ea typeface="黑体" panose="02010609060101010101" pitchFamily="49" charset="-122"/>
              </a:rPr>
              <a:t>子网的划分。</a:t>
            </a:r>
            <a:r>
              <a:rPr lang="zh-CN" altLang="en-US" smtClean="0">
                <a:ea typeface="黑体" panose="02010609060101010101" pitchFamily="49" charset="-122"/>
              </a:rPr>
              <a:t>这是对最基本的编址方法的</a:t>
            </a:r>
            <a:r>
              <a:rPr lang="zh-CN" altLang="en-US" smtClean="0">
                <a:solidFill>
                  <a:srgbClr val="0000FF"/>
                </a:solidFill>
                <a:ea typeface="黑体" panose="02010609060101010101" pitchFamily="49" charset="-122"/>
              </a:rPr>
              <a:t>改进，</a:t>
            </a:r>
            <a:r>
              <a:rPr lang="zh-CN" altLang="en-US" smtClean="0">
                <a:ea typeface="黑体" panose="02010609060101010101" pitchFamily="49" charset="-122"/>
              </a:rPr>
              <a:t>其标准</a:t>
            </a:r>
            <a:r>
              <a:rPr lang="en-US" altLang="zh-CN" smtClean="0">
                <a:ea typeface="黑体" panose="02010609060101010101" pitchFamily="49" charset="-122"/>
              </a:rPr>
              <a:t>[RFC 950] </a:t>
            </a:r>
            <a:r>
              <a:rPr lang="zh-CN" altLang="en-US" smtClean="0">
                <a:ea typeface="黑体" panose="02010609060101010101" pitchFamily="49" charset="-122"/>
              </a:rPr>
              <a:t>在 </a:t>
            </a:r>
            <a:r>
              <a:rPr lang="en-US" altLang="zh-CN" smtClean="0">
                <a:ea typeface="黑体" panose="02010609060101010101" pitchFamily="49" charset="-122"/>
              </a:rPr>
              <a:t>1985 </a:t>
            </a:r>
            <a:r>
              <a:rPr lang="zh-CN" altLang="en-US" smtClean="0">
                <a:ea typeface="黑体" panose="02010609060101010101" pitchFamily="49" charset="-122"/>
              </a:rPr>
              <a:t>年通过。</a:t>
            </a:r>
          </a:p>
          <a:p>
            <a:r>
              <a:rPr lang="zh-CN" altLang="en-US" smtClean="0">
                <a:solidFill>
                  <a:srgbClr val="FF0000"/>
                </a:solidFill>
                <a:ea typeface="黑体" panose="02010609060101010101" pitchFamily="49" charset="-122"/>
              </a:rPr>
              <a:t>构成超网。</a:t>
            </a:r>
            <a:r>
              <a:rPr lang="zh-CN" altLang="en-US" smtClean="0">
                <a:ea typeface="黑体" panose="02010609060101010101" pitchFamily="49" charset="-122"/>
              </a:rPr>
              <a:t>这是比较新的</a:t>
            </a:r>
            <a:r>
              <a:rPr lang="zh-CN" altLang="en-US" smtClean="0">
                <a:solidFill>
                  <a:srgbClr val="0000FF"/>
                </a:solidFill>
                <a:ea typeface="黑体" panose="02010609060101010101" pitchFamily="49" charset="-122"/>
              </a:rPr>
              <a:t>无分类编址方法。</a:t>
            </a:r>
            <a:r>
              <a:rPr lang="en-US" altLang="zh-CN" smtClean="0">
                <a:ea typeface="黑体" panose="02010609060101010101" pitchFamily="49" charset="-122"/>
              </a:rPr>
              <a:t>1993 </a:t>
            </a:r>
            <a:r>
              <a:rPr lang="zh-CN" altLang="en-US" smtClean="0">
                <a:ea typeface="黑体" panose="02010609060101010101" pitchFamily="49" charset="-122"/>
              </a:rPr>
              <a:t>年提出后很快就得到推广应用。</a:t>
            </a:r>
          </a:p>
        </p:txBody>
      </p:sp>
      <p:sp>
        <p:nvSpPr>
          <p:cNvPr id="722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CAAA8B-9AB6-46E3-BAFE-2231262C3483}" type="slidenum">
              <a:rPr lang="zh-CN" altLang="en-US" smtClean="0"/>
              <a:pPr eaLnBrk="1" hangingPunct="1"/>
              <a:t>23</a:t>
            </a:fld>
            <a:endParaRPr lang="en-US" altLang="zh-CN" smtClean="0"/>
          </a:p>
        </p:txBody>
      </p:sp>
      <p:sp>
        <p:nvSpPr>
          <p:cNvPr id="722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3" name="Rectangle 2"/>
          <p:cNvSpPr>
            <a:spLocks noGrp="1" noChangeArrowheads="1"/>
          </p:cNvSpPr>
          <p:nvPr>
            <p:ph type="title"/>
          </p:nvPr>
        </p:nvSpPr>
        <p:spPr>
          <a:xfrm>
            <a:off x="495300" y="188913"/>
            <a:ext cx="9066213" cy="792162"/>
          </a:xfrm>
        </p:spPr>
        <p:txBody>
          <a:bodyPr/>
          <a:lstStyle/>
          <a:p>
            <a:pPr marL="838200" indent="-838200" algn="ctr"/>
            <a:r>
              <a:rPr lang="zh-CN" altLang="en-US" dirty="0" smtClean="0">
                <a:ea typeface="黑体" panose="02010609060101010101" pitchFamily="49" charset="-122"/>
              </a:rPr>
              <a:t>分类 </a:t>
            </a:r>
            <a:r>
              <a:rPr lang="en-US" altLang="zh-CN" dirty="0" smtClean="0">
                <a:ea typeface="黑体" panose="02010609060101010101" pitchFamily="49" charset="-122"/>
              </a:rPr>
              <a:t>IP </a:t>
            </a:r>
            <a:r>
              <a:rPr lang="zh-CN" altLang="en-US" dirty="0" smtClean="0">
                <a:ea typeface="黑体" panose="02010609060101010101" pitchFamily="49" charset="-122"/>
              </a:rPr>
              <a:t>地址 </a:t>
            </a:r>
          </a:p>
        </p:txBody>
      </p:sp>
      <p:sp>
        <p:nvSpPr>
          <p:cNvPr id="724994"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将</a:t>
            </a:r>
            <a:r>
              <a:rPr lang="en-US" altLang="zh-CN" dirty="0" smtClean="0">
                <a:ea typeface="黑体" panose="02010609060101010101" pitchFamily="49" charset="-122"/>
              </a:rPr>
              <a:t>IP</a:t>
            </a:r>
            <a:r>
              <a:rPr lang="zh-CN" altLang="zh-CN" dirty="0" smtClean="0">
                <a:ea typeface="黑体" panose="02010609060101010101" pitchFamily="49" charset="-122"/>
              </a:rPr>
              <a:t>地址划分为若干个固定类</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每一类地址都由</a:t>
            </a:r>
            <a:r>
              <a:rPr lang="zh-CN" altLang="en-US" dirty="0" smtClean="0">
                <a:solidFill>
                  <a:srgbClr val="FF0000"/>
                </a:solidFill>
                <a:ea typeface="黑体" panose="02010609060101010101" pitchFamily="49" charset="-122"/>
              </a:rPr>
              <a:t>两个固定</a:t>
            </a:r>
            <a:r>
              <a:rPr lang="zh-CN" altLang="en-US" dirty="0" smtClean="0">
                <a:ea typeface="黑体" panose="02010609060101010101" pitchFamily="49" charset="-122"/>
              </a:rPr>
              <a:t>长度的</a:t>
            </a:r>
            <a:r>
              <a:rPr lang="zh-CN" altLang="en-US" dirty="0" smtClean="0">
                <a:solidFill>
                  <a:srgbClr val="FF0000"/>
                </a:solidFill>
                <a:ea typeface="黑体" panose="02010609060101010101" pitchFamily="49" charset="-122"/>
              </a:rPr>
              <a:t>字段</a:t>
            </a:r>
            <a:r>
              <a:rPr lang="zh-CN" altLang="en-US" dirty="0" smtClean="0">
                <a:ea typeface="黑体" panose="02010609060101010101" pitchFamily="49" charset="-122"/>
              </a:rPr>
              <a:t>组成，其中一个字段是</a:t>
            </a:r>
            <a:r>
              <a:rPr lang="zh-CN" altLang="en-US" dirty="0" smtClean="0">
                <a:solidFill>
                  <a:srgbClr val="FF0000"/>
                </a:solidFill>
                <a:ea typeface="黑体" panose="02010609060101010101" pitchFamily="49" charset="-122"/>
              </a:rPr>
              <a:t>网络号 </a:t>
            </a:r>
            <a:r>
              <a:rPr lang="en-US" altLang="zh-CN" dirty="0" smtClean="0">
                <a:solidFill>
                  <a:srgbClr val="FF0000"/>
                </a:solidFill>
                <a:ea typeface="黑体" panose="02010609060101010101" pitchFamily="49" charset="-122"/>
              </a:rPr>
              <a:t>net-id</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它标志主机（或路由器）所连接到的网络，而另一个字段则是</a:t>
            </a:r>
            <a:r>
              <a:rPr lang="zh-CN" altLang="en-US" dirty="0" smtClean="0">
                <a:solidFill>
                  <a:srgbClr val="FF0000"/>
                </a:solidFill>
                <a:ea typeface="黑体" panose="02010609060101010101" pitchFamily="49" charset="-122"/>
              </a:rPr>
              <a:t>主机号 </a:t>
            </a:r>
            <a:r>
              <a:rPr lang="en-US" altLang="zh-CN" dirty="0" smtClean="0">
                <a:solidFill>
                  <a:srgbClr val="FF0000"/>
                </a:solidFill>
                <a:ea typeface="黑体" panose="02010609060101010101" pitchFamily="49" charset="-122"/>
              </a:rPr>
              <a:t>host-id</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它标志该主机（或路由器）。</a:t>
            </a:r>
            <a:endParaRPr lang="en-US" altLang="zh-CN" dirty="0" smtClean="0">
              <a:ea typeface="黑体" panose="02010609060101010101" pitchFamily="49" charset="-122"/>
            </a:endParaRPr>
          </a:p>
          <a:p>
            <a:r>
              <a:rPr lang="zh-CN" altLang="zh-CN" dirty="0" smtClean="0">
                <a:ea typeface="黑体" panose="02010609060101010101" pitchFamily="49" charset="-122"/>
              </a:rPr>
              <a:t>主机号在它前面的网络号所指明的网络范围内必须是唯一的。</a:t>
            </a:r>
            <a:endParaRPr lang="en-US" altLang="zh-CN" dirty="0" smtClean="0">
              <a:ea typeface="黑体" panose="02010609060101010101" pitchFamily="49" charset="-122"/>
            </a:endParaRPr>
          </a:p>
          <a:p>
            <a:r>
              <a:rPr lang="zh-CN" altLang="zh-CN" dirty="0" smtClean="0">
                <a:ea typeface="黑体" panose="02010609060101010101" pitchFamily="49" charset="-122"/>
              </a:rPr>
              <a:t>由此可见，</a:t>
            </a:r>
            <a:r>
              <a:rPr lang="zh-CN" altLang="zh-CN" dirty="0" smtClean="0">
                <a:solidFill>
                  <a:srgbClr val="FF0000"/>
                </a:solidFill>
                <a:ea typeface="黑体" panose="02010609060101010101" pitchFamily="49" charset="-122"/>
              </a:rPr>
              <a:t>一个</a:t>
            </a:r>
            <a:r>
              <a:rPr lang="en-US" altLang="zh-CN" dirty="0" smtClean="0">
                <a:solidFill>
                  <a:srgbClr val="FF0000"/>
                </a:solidFill>
                <a:ea typeface="黑体" panose="02010609060101010101" pitchFamily="49" charset="-122"/>
              </a:rPr>
              <a:t> IP </a:t>
            </a:r>
            <a:r>
              <a:rPr lang="zh-CN" altLang="zh-CN" dirty="0" smtClean="0">
                <a:solidFill>
                  <a:srgbClr val="FF0000"/>
                </a:solidFill>
                <a:ea typeface="黑体" panose="02010609060101010101" pitchFamily="49" charset="-122"/>
              </a:rPr>
              <a:t>地址在整个互联网范围内是唯一的。</a:t>
            </a:r>
            <a:endParaRPr lang="zh-CN" altLang="en-US" dirty="0" smtClean="0">
              <a:solidFill>
                <a:srgbClr val="FF0000"/>
              </a:solidFill>
              <a:ea typeface="黑体" panose="02010609060101010101" pitchFamily="49" charset="-122"/>
            </a:endParaRPr>
          </a:p>
        </p:txBody>
      </p:sp>
      <p:sp>
        <p:nvSpPr>
          <p:cNvPr id="7249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65C01D-760D-4FFE-964B-127A3D10DF52}" type="slidenum">
              <a:rPr lang="zh-CN" altLang="en-US" smtClean="0"/>
              <a:pPr eaLnBrk="1" hangingPunct="1"/>
              <a:t>24</a:t>
            </a:fld>
            <a:endParaRPr lang="en-US" altLang="zh-CN" smtClean="0"/>
          </a:p>
        </p:txBody>
      </p:sp>
      <p:sp>
        <p:nvSpPr>
          <p:cNvPr id="7249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1" name="Rectangle 2"/>
          <p:cNvSpPr>
            <a:spLocks noGrp="1" noChangeArrowheads="1"/>
          </p:cNvSpPr>
          <p:nvPr>
            <p:ph type="title"/>
          </p:nvPr>
        </p:nvSpPr>
        <p:spPr>
          <a:xfrm>
            <a:off x="495300" y="188913"/>
            <a:ext cx="9066213" cy="792162"/>
          </a:xfrm>
        </p:spPr>
        <p:txBody>
          <a:bodyPr/>
          <a:lstStyle/>
          <a:p>
            <a:pPr marL="838200" indent="-838200" algn="ctr"/>
            <a:r>
              <a:rPr lang="zh-CN" altLang="en-US" smtClean="0">
                <a:ea typeface="黑体" panose="02010609060101010101" pitchFamily="49" charset="-122"/>
              </a:rPr>
              <a:t>分类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727042"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这种两级的 </a:t>
            </a:r>
            <a:r>
              <a:rPr lang="en-US" altLang="zh-CN" smtClean="0">
                <a:ea typeface="黑体" panose="02010609060101010101" pitchFamily="49" charset="-122"/>
              </a:rPr>
              <a:t>IP </a:t>
            </a:r>
            <a:r>
              <a:rPr lang="zh-CN" altLang="en-US" smtClean="0">
                <a:ea typeface="黑体" panose="02010609060101010101" pitchFamily="49" charset="-122"/>
              </a:rPr>
              <a:t>地址结构如下：</a:t>
            </a:r>
            <a:endParaRPr lang="en-US" altLang="zh-CN" smtClean="0">
              <a:ea typeface="黑体" panose="02010609060101010101" pitchFamily="49" charset="-122"/>
            </a:endParaRPr>
          </a:p>
          <a:p>
            <a:pPr algn="just"/>
            <a:endParaRPr lang="en-US" altLang="zh-CN" smtClean="0">
              <a:ea typeface="黑体" panose="02010609060101010101" pitchFamily="49" charset="-122"/>
            </a:endParaRPr>
          </a:p>
          <a:p>
            <a:pPr algn="just"/>
            <a:endParaRPr lang="en-US" altLang="zh-CN" smtClean="0">
              <a:ea typeface="黑体" panose="02010609060101010101" pitchFamily="49" charset="-122"/>
            </a:endParaRPr>
          </a:p>
          <a:p>
            <a:pPr algn="just"/>
            <a:endParaRPr lang="en-US" altLang="zh-CN" smtClean="0">
              <a:ea typeface="黑体" panose="02010609060101010101" pitchFamily="49" charset="-122"/>
            </a:endParaRPr>
          </a:p>
          <a:p>
            <a:pPr algn="just"/>
            <a:r>
              <a:rPr lang="zh-CN" altLang="en-US" smtClean="0">
                <a:ea typeface="黑体" panose="02010609060101010101" pitchFamily="49" charset="-122"/>
              </a:rPr>
              <a:t>这种两级的 </a:t>
            </a:r>
            <a:r>
              <a:rPr lang="en-US" altLang="zh-CN" smtClean="0">
                <a:ea typeface="黑体" panose="02010609060101010101" pitchFamily="49" charset="-122"/>
              </a:rPr>
              <a:t>IP </a:t>
            </a:r>
            <a:r>
              <a:rPr lang="zh-CN" altLang="en-US" smtClean="0">
                <a:ea typeface="黑体" panose="02010609060101010101" pitchFamily="49" charset="-122"/>
              </a:rPr>
              <a:t>地址可以记为：</a:t>
            </a:r>
          </a:p>
        </p:txBody>
      </p:sp>
      <p:sp>
        <p:nvSpPr>
          <p:cNvPr id="20" name="Rectangle 2"/>
          <p:cNvSpPr>
            <a:spLocks noChangeArrowheads="1"/>
          </p:cNvSpPr>
          <p:nvPr/>
        </p:nvSpPr>
        <p:spPr bwMode="auto">
          <a:xfrm>
            <a:off x="846138" y="4437063"/>
            <a:ext cx="8355012" cy="685800"/>
          </a:xfrm>
          <a:prstGeom prst="rect">
            <a:avLst/>
          </a:prstGeom>
          <a:solidFill>
            <a:srgbClr val="66FF66"/>
          </a:solidFill>
          <a:ln w="19050">
            <a:solidFill>
              <a:srgbClr val="000000"/>
            </a:solidFill>
            <a:miter lim="800000"/>
          </a:ln>
          <a:effectLst>
            <a:outerShdw dist="107763" dir="2700000" algn="ctr" rotWithShape="0">
              <a:srgbClr val="1C1C1C">
                <a:alpha val="50000"/>
              </a:srgbClr>
            </a:outerShdw>
          </a:effectLst>
        </p:spPr>
        <p:txBody>
          <a:bodyPr wrap="none" anchor="ctr"/>
          <a:lstStyle/>
          <a:p>
            <a:pPr algn="ctr" fontAlgn="auto">
              <a:spcBef>
                <a:spcPct val="50000"/>
              </a:spcBef>
              <a:spcAft>
                <a:spcPts val="0"/>
              </a:spcAft>
              <a:buClr>
                <a:srgbClr val="3333CC"/>
              </a:buClr>
              <a:buSzPct val="60000"/>
              <a:buFont typeface="Wingdings" panose="05000000000000000000" pitchFamily="2" charset="2"/>
              <a:buNone/>
              <a:defRPr/>
            </a:pPr>
            <a:r>
              <a:rPr lang="en-US" altLang="zh-CN" sz="2800" b="1" kern="0" dirty="0">
                <a:solidFill>
                  <a:srgbClr val="0000CC"/>
                </a:solidFill>
                <a:latin typeface="+mn-lt"/>
                <a:ea typeface="黑体" panose="02010609060101010101" pitchFamily="2" charset="-122"/>
              </a:rPr>
              <a:t>IP </a:t>
            </a:r>
            <a:r>
              <a:rPr lang="zh-CN" altLang="en-US" sz="2800" b="1" kern="0" dirty="0">
                <a:solidFill>
                  <a:srgbClr val="0000CC"/>
                </a:solidFill>
                <a:latin typeface="+mn-lt"/>
                <a:ea typeface="黑体" panose="02010609060101010101" pitchFamily="2" charset="-122"/>
              </a:rPr>
              <a:t>地址 </a:t>
            </a:r>
            <a:r>
              <a:rPr lang="en-US" altLang="zh-CN" sz="2800" b="1" kern="0" dirty="0">
                <a:solidFill>
                  <a:srgbClr val="0000CC"/>
                </a:solidFill>
                <a:latin typeface="+mn-lt"/>
                <a:ea typeface="黑体" panose="02010609060101010101" pitchFamily="2" charset="-122"/>
              </a:rPr>
              <a:t>::= { &lt;</a:t>
            </a:r>
            <a:r>
              <a:rPr lang="zh-CN" altLang="en-US" sz="2800" b="1" kern="0" dirty="0">
                <a:solidFill>
                  <a:srgbClr val="0000CC"/>
                </a:solidFill>
                <a:latin typeface="+mn-lt"/>
                <a:ea typeface="黑体" panose="02010609060101010101" pitchFamily="2" charset="-122"/>
              </a:rPr>
              <a:t>网络号</a:t>
            </a:r>
            <a:r>
              <a:rPr lang="en-US" altLang="zh-CN" sz="2800" b="1" kern="0" dirty="0">
                <a:solidFill>
                  <a:srgbClr val="0000CC"/>
                </a:solidFill>
                <a:latin typeface="+mn-lt"/>
                <a:ea typeface="黑体" panose="02010609060101010101" pitchFamily="2" charset="-122"/>
              </a:rPr>
              <a:t>&gt;, &lt;</a:t>
            </a:r>
            <a:r>
              <a:rPr lang="zh-CN" altLang="en-US" sz="2800" b="1" kern="0" dirty="0">
                <a:solidFill>
                  <a:srgbClr val="0000CC"/>
                </a:solidFill>
                <a:latin typeface="+mn-lt"/>
                <a:ea typeface="黑体" panose="02010609060101010101" pitchFamily="2" charset="-122"/>
              </a:rPr>
              <a:t>主机号</a:t>
            </a:r>
            <a:r>
              <a:rPr lang="en-US" altLang="zh-CN" sz="2800" b="1" kern="0" dirty="0">
                <a:solidFill>
                  <a:srgbClr val="0000CC"/>
                </a:solidFill>
                <a:latin typeface="+mn-lt"/>
                <a:ea typeface="黑体" panose="02010609060101010101" pitchFamily="2" charset="-122"/>
              </a:rPr>
              <a:t>&gt;}        (4-1)</a:t>
            </a:r>
          </a:p>
        </p:txBody>
      </p:sp>
      <p:sp>
        <p:nvSpPr>
          <p:cNvPr id="21" name="Text Box 5"/>
          <p:cNvSpPr txBox="1">
            <a:spLocks noChangeArrowheads="1"/>
          </p:cNvSpPr>
          <p:nvPr/>
        </p:nvSpPr>
        <p:spPr bwMode="auto">
          <a:xfrm>
            <a:off x="3235325" y="5300663"/>
            <a:ext cx="33575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dirty="0">
                <a:solidFill>
                  <a:srgbClr val="0000CC"/>
                </a:solidFill>
                <a:latin typeface="+mn-lt"/>
                <a:ea typeface="黑体" panose="02010609060101010101" pitchFamily="2" charset="-122"/>
              </a:rPr>
              <a:t>::=  </a:t>
            </a:r>
            <a:r>
              <a:rPr lang="zh-CN" altLang="en-US" sz="2800" b="1" kern="0" dirty="0">
                <a:solidFill>
                  <a:srgbClr val="0000CC"/>
                </a:solidFill>
                <a:latin typeface="+mn-lt"/>
                <a:ea typeface="黑体" panose="02010609060101010101" pitchFamily="2" charset="-122"/>
              </a:rPr>
              <a:t>代表“</a:t>
            </a:r>
            <a:r>
              <a:rPr lang="zh-CN" altLang="en-US" sz="2800" b="1" kern="0" dirty="0">
                <a:solidFill>
                  <a:srgbClr val="FF0000"/>
                </a:solidFill>
                <a:latin typeface="+mn-lt"/>
                <a:ea typeface="黑体" panose="02010609060101010101" pitchFamily="2" charset="-122"/>
              </a:rPr>
              <a:t>定义为</a:t>
            </a:r>
            <a:r>
              <a:rPr lang="zh-CN" altLang="en-US" sz="2800" b="1" kern="0" dirty="0">
                <a:solidFill>
                  <a:srgbClr val="0000CC"/>
                </a:solidFill>
                <a:latin typeface="+mn-lt"/>
                <a:ea typeface="黑体" panose="02010609060101010101" pitchFamily="2" charset="-122"/>
              </a:rPr>
              <a:t>”</a:t>
            </a:r>
          </a:p>
        </p:txBody>
      </p:sp>
      <p:grpSp>
        <p:nvGrpSpPr>
          <p:cNvPr id="727045" name="Group 14"/>
          <p:cNvGrpSpPr>
            <a:grpSpLocks/>
          </p:cNvGrpSpPr>
          <p:nvPr/>
        </p:nvGrpSpPr>
        <p:grpSpPr bwMode="auto">
          <a:xfrm>
            <a:off x="2178050" y="1989138"/>
            <a:ext cx="5222875" cy="1152525"/>
            <a:chOff x="1107" y="2388"/>
            <a:chExt cx="3405" cy="845"/>
          </a:xfrm>
        </p:grpSpPr>
        <p:sp>
          <p:nvSpPr>
            <p:cNvPr id="23" name="Line 10"/>
            <p:cNvSpPr>
              <a:spLocks noChangeShapeType="1"/>
            </p:cNvSpPr>
            <p:nvPr/>
          </p:nvSpPr>
          <p:spPr bwMode="auto">
            <a:xfrm>
              <a:off x="1109" y="2736"/>
              <a:ext cx="0" cy="48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400" kern="0">
                <a:solidFill>
                  <a:sysClr val="windowText" lastClr="000000"/>
                </a:solidFill>
              </a:endParaRPr>
            </a:p>
          </p:txBody>
        </p:sp>
        <p:sp>
          <p:nvSpPr>
            <p:cNvPr id="24" name="Line 11"/>
            <p:cNvSpPr>
              <a:spLocks noChangeShapeType="1"/>
            </p:cNvSpPr>
            <p:nvPr/>
          </p:nvSpPr>
          <p:spPr bwMode="auto">
            <a:xfrm>
              <a:off x="4512" y="2753"/>
              <a:ext cx="0" cy="48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400" kern="0">
                <a:solidFill>
                  <a:sysClr val="windowText" lastClr="000000"/>
                </a:solidFill>
              </a:endParaRPr>
            </a:p>
          </p:txBody>
        </p:sp>
        <p:sp>
          <p:nvSpPr>
            <p:cNvPr id="25" name="Line 12"/>
            <p:cNvSpPr>
              <a:spLocks noChangeShapeType="1"/>
            </p:cNvSpPr>
            <p:nvPr/>
          </p:nvSpPr>
          <p:spPr bwMode="auto">
            <a:xfrm>
              <a:off x="1126" y="3006"/>
              <a:ext cx="337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400" kern="0">
                <a:solidFill>
                  <a:sysClr val="windowText" lastClr="000000"/>
                </a:solidFill>
              </a:endParaRPr>
            </a:p>
          </p:txBody>
        </p:sp>
        <p:sp>
          <p:nvSpPr>
            <p:cNvPr id="26" name="Text Box 13"/>
            <p:cNvSpPr txBox="1">
              <a:spLocks noChangeArrowheads="1"/>
            </p:cNvSpPr>
            <p:nvPr/>
          </p:nvSpPr>
          <p:spPr bwMode="auto">
            <a:xfrm>
              <a:off x="2473" y="2864"/>
              <a:ext cx="474" cy="2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00"/>
                  </a:solidFill>
                  <a:ea typeface="宋体" panose="02010600030101010101" pitchFamily="2" charset="-122"/>
                </a:rPr>
                <a:t>32</a:t>
              </a:r>
              <a:r>
                <a:rPr lang="zh-CN" altLang="en-US" sz="2000" b="1">
                  <a:solidFill>
                    <a:srgbClr val="000000"/>
                  </a:solidFill>
                  <a:ea typeface="宋体" panose="02010600030101010101" pitchFamily="2" charset="-122"/>
                </a:rPr>
                <a:t>位</a:t>
              </a:r>
            </a:p>
          </p:txBody>
        </p:sp>
        <p:grpSp>
          <p:nvGrpSpPr>
            <p:cNvPr id="727050" name="Group 7"/>
            <p:cNvGrpSpPr>
              <a:grpSpLocks/>
            </p:cNvGrpSpPr>
            <p:nvPr/>
          </p:nvGrpSpPr>
          <p:grpSpPr bwMode="auto">
            <a:xfrm>
              <a:off x="1107" y="2388"/>
              <a:ext cx="3404" cy="396"/>
              <a:chOff x="1205" y="3011"/>
              <a:chExt cx="3072" cy="437"/>
            </a:xfrm>
          </p:grpSpPr>
          <p:sp>
            <p:nvSpPr>
              <p:cNvPr id="28" name="Rectangle 8"/>
              <p:cNvSpPr>
                <a:spLocks noChangeArrowheads="1"/>
              </p:cNvSpPr>
              <p:nvPr/>
            </p:nvSpPr>
            <p:spPr bwMode="auto">
              <a:xfrm>
                <a:off x="1205" y="3011"/>
                <a:ext cx="1536" cy="435"/>
              </a:xfrm>
              <a:prstGeom prst="rect">
                <a:avLst/>
              </a:prstGeom>
              <a:solidFill>
                <a:srgbClr val="FF66FF"/>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800" b="1" kern="0" dirty="0">
                    <a:solidFill>
                      <a:sysClr val="windowText" lastClr="000000"/>
                    </a:solidFill>
                    <a:latin typeface="+mn-lt"/>
                    <a:ea typeface="黑体" panose="02010609060101010101" pitchFamily="2" charset="-122"/>
                  </a:rPr>
                  <a:t>网络号</a:t>
                </a:r>
                <a:endParaRPr lang="en-US" altLang="zh-CN" sz="2800" b="1" kern="0" dirty="0">
                  <a:solidFill>
                    <a:sysClr val="windowText" lastClr="000000"/>
                  </a:solidFill>
                  <a:latin typeface="+mn-lt"/>
                  <a:ea typeface="黑体" panose="02010609060101010101" pitchFamily="2" charset="-122"/>
                </a:endParaRPr>
              </a:p>
            </p:txBody>
          </p:sp>
          <p:sp>
            <p:nvSpPr>
              <p:cNvPr id="29" name="Rectangle 9"/>
              <p:cNvSpPr>
                <a:spLocks noChangeArrowheads="1"/>
              </p:cNvSpPr>
              <p:nvPr/>
            </p:nvSpPr>
            <p:spPr bwMode="auto">
              <a:xfrm>
                <a:off x="2741" y="3012"/>
                <a:ext cx="1536" cy="435"/>
              </a:xfrm>
              <a:prstGeom prst="rect">
                <a:avLst/>
              </a:prstGeom>
              <a:solidFill>
                <a:srgbClr val="FFFF66"/>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800" b="1" kern="0" dirty="0">
                    <a:solidFill>
                      <a:sysClr val="windowText" lastClr="000000"/>
                    </a:solidFill>
                    <a:latin typeface="+mn-lt"/>
                    <a:ea typeface="黑体" panose="02010609060101010101" pitchFamily="2" charset="-122"/>
                  </a:rPr>
                  <a:t>主机号</a:t>
                </a:r>
                <a:endParaRPr lang="en-US" altLang="zh-CN" sz="2800" b="1" kern="0" dirty="0">
                  <a:solidFill>
                    <a:sysClr val="windowText" lastClr="000000"/>
                  </a:solidFill>
                  <a:latin typeface="+mn-lt"/>
                  <a:ea typeface="黑体" panose="02010609060101010101" pitchFamily="2" charset="-122"/>
                </a:endParaRPr>
              </a:p>
            </p:txBody>
          </p:sp>
        </p:grpSp>
      </p:grpSp>
      <p:sp>
        <p:nvSpPr>
          <p:cNvPr id="72705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CFB622-1F90-4D42-8DC2-AF01F4100D54}" type="slidenum">
              <a:rPr lang="zh-CN" altLang="en-US" smtClean="0"/>
              <a:pPr eaLnBrk="1" hangingPunct="1"/>
              <a:t>25</a:t>
            </a:fld>
            <a:endParaRPr lang="en-US" altLang="zh-CN" smtClean="0"/>
          </a:p>
        </p:txBody>
      </p:sp>
      <p:sp>
        <p:nvSpPr>
          <p:cNvPr id="72705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89"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29090" name="组合 1"/>
          <p:cNvGrpSpPr>
            <a:grpSpLocks/>
          </p:cNvGrpSpPr>
          <p:nvPr/>
        </p:nvGrpSpPr>
        <p:grpSpPr bwMode="auto">
          <a:xfrm>
            <a:off x="415925" y="927100"/>
            <a:ext cx="8966200" cy="5089525"/>
            <a:chOff x="416496" y="927100"/>
            <a:chExt cx="8965275" cy="5089129"/>
          </a:xfrm>
        </p:grpSpPr>
        <p:sp>
          <p:nvSpPr>
            <p:cNvPr id="729091"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092"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29093"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094"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095"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29096"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097"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29098"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099"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29100"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1"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2"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3"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4"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5"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29106"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29107"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29108"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9"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29110"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1"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2"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3"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29114"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29115"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6"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7"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29118"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19"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29120"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29121"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29122"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29123"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24"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25"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29126" name="Group 38"/>
            <p:cNvGrpSpPr>
              <a:grpSpLocks/>
            </p:cNvGrpSpPr>
            <p:nvPr/>
          </p:nvGrpSpPr>
          <p:grpSpPr bwMode="auto">
            <a:xfrm>
              <a:off x="7940583" y="3820568"/>
              <a:ext cx="1073762" cy="643240"/>
              <a:chOff x="2832" y="3024"/>
              <a:chExt cx="430" cy="381"/>
            </a:xfrm>
          </p:grpSpPr>
          <p:sp>
            <p:nvSpPr>
              <p:cNvPr id="729127"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28"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29129"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29130"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31"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32"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33"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29134"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35"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29136"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29137"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38"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29139"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29140"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41"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29142"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29143"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29144"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291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CD14343-8ADC-4280-A7F0-BB775CC6F251}" type="slidenum">
              <a:rPr lang="zh-CN" altLang="en-US" smtClean="0"/>
              <a:pPr/>
              <a:t>26</a:t>
            </a:fld>
            <a:endParaRPr lang="en-US" altLang="zh-CN" smtClean="0"/>
          </a:p>
        </p:txBody>
      </p:sp>
      <p:sp>
        <p:nvSpPr>
          <p:cNvPr id="7291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7"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1138" name="组合 1"/>
          <p:cNvGrpSpPr>
            <a:grpSpLocks/>
          </p:cNvGrpSpPr>
          <p:nvPr/>
        </p:nvGrpSpPr>
        <p:grpSpPr bwMode="auto">
          <a:xfrm>
            <a:off x="415925" y="927100"/>
            <a:ext cx="8966200" cy="5089525"/>
            <a:chOff x="416496" y="927100"/>
            <a:chExt cx="8965275" cy="5089129"/>
          </a:xfrm>
        </p:grpSpPr>
        <p:sp>
          <p:nvSpPr>
            <p:cNvPr id="731139"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40"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1141"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42"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43"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1144"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45"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1146"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47"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1148"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49"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0"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1"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2"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3"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1154"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1155"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1156"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7"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1158"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59"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60"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61"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1162"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1163"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64"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65"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1166"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67"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1168"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1169"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1170"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1171"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72"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73"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1174" name="Group 38"/>
            <p:cNvGrpSpPr>
              <a:grpSpLocks/>
            </p:cNvGrpSpPr>
            <p:nvPr/>
          </p:nvGrpSpPr>
          <p:grpSpPr bwMode="auto">
            <a:xfrm>
              <a:off x="7940583" y="3820568"/>
              <a:ext cx="1073762" cy="643240"/>
              <a:chOff x="2832" y="3024"/>
              <a:chExt cx="430" cy="381"/>
            </a:xfrm>
          </p:grpSpPr>
          <p:sp>
            <p:nvSpPr>
              <p:cNvPr id="731175"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76"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1177"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1178"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79"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80"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81"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1182"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83"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1184"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1185"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86"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1187"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1188"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89"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1190"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1191"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1192"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1193" name="AutoShape 61"/>
          <p:cNvSpPr>
            <a:spLocks noChangeArrowheads="1"/>
          </p:cNvSpPr>
          <p:nvPr/>
        </p:nvSpPr>
        <p:spPr bwMode="auto">
          <a:xfrm>
            <a:off x="1676400" y="4868863"/>
            <a:ext cx="7410450" cy="706437"/>
          </a:xfrm>
          <a:prstGeom prst="wedgeRoundRectCallout">
            <a:avLst>
              <a:gd name="adj1" fmla="val -29949"/>
              <a:gd name="adj2" fmla="val -587616"/>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A </a:t>
            </a:r>
            <a:r>
              <a:rPr lang="zh-CN" altLang="en-US" sz="2400" b="1">
                <a:solidFill>
                  <a:srgbClr val="000066"/>
                </a:solidFill>
                <a:ea typeface="黑体" panose="02010609060101010101" pitchFamily="49" charset="-122"/>
              </a:rPr>
              <a:t>类地址的网络号字段 </a:t>
            </a:r>
            <a:r>
              <a:rPr lang="en-US" altLang="zh-CN" sz="2400" b="1">
                <a:solidFill>
                  <a:srgbClr val="000066"/>
                </a:solidFill>
                <a:ea typeface="黑体" panose="02010609060101010101" pitchFamily="49" charset="-122"/>
              </a:rPr>
              <a:t>net-id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1 </a:t>
            </a:r>
            <a:r>
              <a:rPr lang="zh-CN" altLang="en-US" sz="2400" b="1">
                <a:solidFill>
                  <a:srgbClr val="000066"/>
                </a:solidFill>
                <a:ea typeface="黑体" panose="02010609060101010101" pitchFamily="49" charset="-122"/>
              </a:rPr>
              <a:t>字节</a:t>
            </a:r>
          </a:p>
        </p:txBody>
      </p:sp>
      <p:sp>
        <p:nvSpPr>
          <p:cNvPr id="73119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84DC61B-2DD9-481F-A2E2-D90EC2064A9E}" type="slidenum">
              <a:rPr lang="zh-CN" altLang="en-US" smtClean="0"/>
              <a:pPr/>
              <a:t>27</a:t>
            </a:fld>
            <a:endParaRPr lang="en-US" altLang="zh-CN" smtClean="0"/>
          </a:p>
        </p:txBody>
      </p:sp>
      <p:sp>
        <p:nvSpPr>
          <p:cNvPr id="73119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5"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3186" name="组合 1"/>
          <p:cNvGrpSpPr>
            <a:grpSpLocks/>
          </p:cNvGrpSpPr>
          <p:nvPr/>
        </p:nvGrpSpPr>
        <p:grpSpPr bwMode="auto">
          <a:xfrm>
            <a:off x="415925" y="927100"/>
            <a:ext cx="8966200" cy="5089525"/>
            <a:chOff x="416496" y="927100"/>
            <a:chExt cx="8965275" cy="5089129"/>
          </a:xfrm>
        </p:grpSpPr>
        <p:sp>
          <p:nvSpPr>
            <p:cNvPr id="733187"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188"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3189"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190"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191"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3192"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193"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3194"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195"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3196"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197"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198"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199"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00"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01"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3202"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3203"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3204"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05"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3206"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07"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08"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09"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3210"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3211"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12"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13"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3214"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15"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3216"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3217"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3218"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3219"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20"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21"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3222" name="Group 38"/>
            <p:cNvGrpSpPr>
              <a:grpSpLocks/>
            </p:cNvGrpSpPr>
            <p:nvPr/>
          </p:nvGrpSpPr>
          <p:grpSpPr bwMode="auto">
            <a:xfrm>
              <a:off x="7940583" y="3820568"/>
              <a:ext cx="1073762" cy="643240"/>
              <a:chOff x="2832" y="3024"/>
              <a:chExt cx="430" cy="381"/>
            </a:xfrm>
          </p:grpSpPr>
          <p:sp>
            <p:nvSpPr>
              <p:cNvPr id="733223"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24"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3225"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3226"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27"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28"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29"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3230"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31"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3232"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3233"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34"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3235"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3236"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37"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3238"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3239"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3240"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3241" name="AutoShape 61"/>
          <p:cNvSpPr>
            <a:spLocks noChangeArrowheads="1"/>
          </p:cNvSpPr>
          <p:nvPr/>
        </p:nvSpPr>
        <p:spPr bwMode="auto">
          <a:xfrm>
            <a:off x="1676400" y="4868863"/>
            <a:ext cx="7410450" cy="706437"/>
          </a:xfrm>
          <a:prstGeom prst="wedgeRoundRectCallout">
            <a:avLst>
              <a:gd name="adj1" fmla="val -7495"/>
              <a:gd name="adj2" fmla="val -407074"/>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B </a:t>
            </a:r>
            <a:r>
              <a:rPr lang="zh-CN" altLang="en-US" sz="2400" b="1">
                <a:solidFill>
                  <a:srgbClr val="000066"/>
                </a:solidFill>
                <a:ea typeface="黑体" panose="02010609060101010101" pitchFamily="49" charset="-122"/>
              </a:rPr>
              <a:t>类地址的网络号字段 </a:t>
            </a:r>
            <a:r>
              <a:rPr lang="en-US" altLang="zh-CN" sz="2400" b="1">
                <a:solidFill>
                  <a:srgbClr val="000066"/>
                </a:solidFill>
                <a:ea typeface="黑体" panose="02010609060101010101" pitchFamily="49" charset="-122"/>
              </a:rPr>
              <a:t>net-id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2 </a:t>
            </a:r>
            <a:r>
              <a:rPr lang="zh-CN" altLang="en-US" sz="2400" b="1">
                <a:solidFill>
                  <a:srgbClr val="000066"/>
                </a:solidFill>
                <a:ea typeface="黑体" panose="02010609060101010101" pitchFamily="49" charset="-122"/>
              </a:rPr>
              <a:t>字节</a:t>
            </a:r>
          </a:p>
        </p:txBody>
      </p:sp>
      <p:sp>
        <p:nvSpPr>
          <p:cNvPr id="73324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7144673-3C8E-4844-B9FD-243DBE919EF7}" type="slidenum">
              <a:rPr lang="zh-CN" altLang="en-US" smtClean="0"/>
              <a:pPr/>
              <a:t>28</a:t>
            </a:fld>
            <a:endParaRPr lang="en-US" altLang="zh-CN" smtClean="0"/>
          </a:p>
        </p:txBody>
      </p:sp>
      <p:sp>
        <p:nvSpPr>
          <p:cNvPr id="73324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3"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5234" name="组合 1"/>
          <p:cNvGrpSpPr>
            <a:grpSpLocks/>
          </p:cNvGrpSpPr>
          <p:nvPr/>
        </p:nvGrpSpPr>
        <p:grpSpPr bwMode="auto">
          <a:xfrm>
            <a:off x="415925" y="927100"/>
            <a:ext cx="8966200" cy="5089525"/>
            <a:chOff x="416496" y="927100"/>
            <a:chExt cx="8965275" cy="5089129"/>
          </a:xfrm>
        </p:grpSpPr>
        <p:sp>
          <p:nvSpPr>
            <p:cNvPr id="735235"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36"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5237"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38"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39"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5240"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41"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5242"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43"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5244"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5"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6"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7"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8"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9"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5250"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5251"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5252"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53"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5254"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55"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56"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57"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5258"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5259"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60"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61"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5262"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63"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5264"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5265"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5266"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5267"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68"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69"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5270" name="Group 38"/>
            <p:cNvGrpSpPr>
              <a:grpSpLocks/>
            </p:cNvGrpSpPr>
            <p:nvPr/>
          </p:nvGrpSpPr>
          <p:grpSpPr bwMode="auto">
            <a:xfrm>
              <a:off x="7940583" y="3820568"/>
              <a:ext cx="1073762" cy="643240"/>
              <a:chOff x="2832" y="3024"/>
              <a:chExt cx="430" cy="381"/>
            </a:xfrm>
          </p:grpSpPr>
          <p:sp>
            <p:nvSpPr>
              <p:cNvPr id="735271"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72"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5273"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5274"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75"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76"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77"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5278"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79"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5280"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5281"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82"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5283"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5284"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85"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5286"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5287"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5288"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5289" name="AutoShape 61"/>
          <p:cNvSpPr>
            <a:spLocks noChangeArrowheads="1"/>
          </p:cNvSpPr>
          <p:nvPr/>
        </p:nvSpPr>
        <p:spPr bwMode="auto">
          <a:xfrm>
            <a:off x="1676400" y="4868863"/>
            <a:ext cx="7410450" cy="706437"/>
          </a:xfrm>
          <a:prstGeom prst="wedgeRoundRectCallout">
            <a:avLst>
              <a:gd name="adj1" fmla="val 6662"/>
              <a:gd name="adj2" fmla="val -235028"/>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C </a:t>
            </a:r>
            <a:r>
              <a:rPr lang="zh-CN" altLang="en-US" sz="2400" b="1">
                <a:solidFill>
                  <a:srgbClr val="000066"/>
                </a:solidFill>
                <a:ea typeface="黑体" panose="02010609060101010101" pitchFamily="49" charset="-122"/>
              </a:rPr>
              <a:t>类地址的网络号字段 </a:t>
            </a:r>
            <a:r>
              <a:rPr lang="en-US" altLang="zh-CN" sz="2400" b="1">
                <a:solidFill>
                  <a:srgbClr val="000066"/>
                </a:solidFill>
                <a:ea typeface="黑体" panose="02010609060101010101" pitchFamily="49" charset="-122"/>
              </a:rPr>
              <a:t>net-id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3 </a:t>
            </a:r>
            <a:r>
              <a:rPr lang="zh-CN" altLang="en-US" sz="2400" b="1">
                <a:solidFill>
                  <a:srgbClr val="000066"/>
                </a:solidFill>
                <a:ea typeface="黑体" panose="02010609060101010101" pitchFamily="49" charset="-122"/>
              </a:rPr>
              <a:t>字节</a:t>
            </a:r>
          </a:p>
        </p:txBody>
      </p:sp>
      <p:sp>
        <p:nvSpPr>
          <p:cNvPr id="73529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4CF78C8-7886-45A0-9825-20CDF7743F5D}" type="slidenum">
              <a:rPr lang="zh-CN" altLang="en-US" smtClean="0"/>
              <a:pPr/>
              <a:t>29</a:t>
            </a:fld>
            <a:endParaRPr lang="en-US" altLang="zh-CN" smtClean="0"/>
          </a:p>
        </p:txBody>
      </p:sp>
      <p:sp>
        <p:nvSpPr>
          <p:cNvPr id="73529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1"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7282" name="组合 1"/>
          <p:cNvGrpSpPr>
            <a:grpSpLocks/>
          </p:cNvGrpSpPr>
          <p:nvPr/>
        </p:nvGrpSpPr>
        <p:grpSpPr bwMode="auto">
          <a:xfrm>
            <a:off x="415925" y="927100"/>
            <a:ext cx="8966200" cy="5089525"/>
            <a:chOff x="416496" y="927100"/>
            <a:chExt cx="8965275" cy="5089129"/>
          </a:xfrm>
        </p:grpSpPr>
        <p:sp>
          <p:nvSpPr>
            <p:cNvPr id="737283"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284"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7285"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86"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287"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7288"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289"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7290"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291"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7292"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3"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4"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5"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6"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7"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7298"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7299"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7300"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01"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7302"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3"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4"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5"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7306"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7307"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8"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9"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7310"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11"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7312"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7313"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7314"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7315"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16"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17"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7318" name="Group 38"/>
            <p:cNvGrpSpPr>
              <a:grpSpLocks/>
            </p:cNvGrpSpPr>
            <p:nvPr/>
          </p:nvGrpSpPr>
          <p:grpSpPr bwMode="auto">
            <a:xfrm>
              <a:off x="7940583" y="3820568"/>
              <a:ext cx="1073762" cy="643240"/>
              <a:chOff x="2832" y="3024"/>
              <a:chExt cx="430" cy="381"/>
            </a:xfrm>
          </p:grpSpPr>
          <p:sp>
            <p:nvSpPr>
              <p:cNvPr id="737319"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20"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7321"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7322"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23"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24"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25"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7326"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27"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7328"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7329"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30"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7331"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7332"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33"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7334"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7335"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7336"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7337" name="AutoShape 61"/>
          <p:cNvSpPr>
            <a:spLocks noChangeArrowheads="1"/>
          </p:cNvSpPr>
          <p:nvPr/>
        </p:nvSpPr>
        <p:spPr bwMode="auto">
          <a:xfrm>
            <a:off x="1676400" y="4868863"/>
            <a:ext cx="7410450" cy="706437"/>
          </a:xfrm>
          <a:prstGeom prst="wedgeRoundRectCallout">
            <a:avLst>
              <a:gd name="adj1" fmla="val -4259"/>
              <a:gd name="adj2" fmla="val -576995"/>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A </a:t>
            </a:r>
            <a:r>
              <a:rPr lang="zh-CN" altLang="en-US" sz="2400" b="1">
                <a:solidFill>
                  <a:srgbClr val="000066"/>
                </a:solidFill>
                <a:ea typeface="黑体" panose="02010609060101010101" pitchFamily="49" charset="-122"/>
              </a:rPr>
              <a:t>类地址的主机号字段 </a:t>
            </a:r>
            <a:r>
              <a:rPr lang="en-US" altLang="zh-CN" sz="2400" b="1">
                <a:solidFill>
                  <a:srgbClr val="000066"/>
                </a:solidFill>
                <a:ea typeface="黑体" panose="02010609060101010101" pitchFamily="49" charset="-122"/>
              </a:rPr>
              <a:t>host-id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3 </a:t>
            </a:r>
            <a:r>
              <a:rPr lang="zh-CN" altLang="en-US" sz="2400" b="1">
                <a:solidFill>
                  <a:srgbClr val="000066"/>
                </a:solidFill>
                <a:ea typeface="黑体" panose="02010609060101010101" pitchFamily="49" charset="-122"/>
              </a:rPr>
              <a:t>字节</a:t>
            </a:r>
          </a:p>
        </p:txBody>
      </p:sp>
      <p:sp>
        <p:nvSpPr>
          <p:cNvPr id="73733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A57DB2F-AB27-41BE-83CC-7F7CD232007A}" type="slidenum">
              <a:rPr lang="zh-CN" altLang="en-US" smtClean="0"/>
              <a:pPr/>
              <a:t>30</a:t>
            </a:fld>
            <a:endParaRPr lang="en-US" altLang="zh-CN" smtClean="0"/>
          </a:p>
        </p:txBody>
      </p:sp>
      <p:sp>
        <p:nvSpPr>
          <p:cNvPr id="73733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29"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9330" name="组合 1"/>
          <p:cNvGrpSpPr>
            <a:grpSpLocks/>
          </p:cNvGrpSpPr>
          <p:nvPr/>
        </p:nvGrpSpPr>
        <p:grpSpPr bwMode="auto">
          <a:xfrm>
            <a:off x="415925" y="927100"/>
            <a:ext cx="8966200" cy="5089525"/>
            <a:chOff x="416496" y="927100"/>
            <a:chExt cx="8965275" cy="5089129"/>
          </a:xfrm>
        </p:grpSpPr>
        <p:sp>
          <p:nvSpPr>
            <p:cNvPr id="739331"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32"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9333"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34"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35"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9336"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37"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9338"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39"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9340"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1"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2"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3"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4"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5"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9346"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9347"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9348"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9"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9350"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1"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2"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3"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9354"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9355"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6"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7"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9358"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59"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9360"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9361"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9362"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9363"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64"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65"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9366" name="Group 38"/>
            <p:cNvGrpSpPr>
              <a:grpSpLocks/>
            </p:cNvGrpSpPr>
            <p:nvPr/>
          </p:nvGrpSpPr>
          <p:grpSpPr bwMode="auto">
            <a:xfrm>
              <a:off x="7940583" y="3820568"/>
              <a:ext cx="1073762" cy="643240"/>
              <a:chOff x="2832" y="3024"/>
              <a:chExt cx="430" cy="381"/>
            </a:xfrm>
          </p:grpSpPr>
          <p:sp>
            <p:nvSpPr>
              <p:cNvPr id="739367"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68"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9369"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9370"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71"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72"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73"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9374"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75"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9376"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9377"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78"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9379"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9380"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81"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9382"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9383"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9384"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9385" name="AutoShape 61"/>
          <p:cNvSpPr>
            <a:spLocks noChangeArrowheads="1"/>
          </p:cNvSpPr>
          <p:nvPr/>
        </p:nvSpPr>
        <p:spPr bwMode="auto">
          <a:xfrm>
            <a:off x="1676400" y="4868863"/>
            <a:ext cx="7410450" cy="706437"/>
          </a:xfrm>
          <a:prstGeom prst="wedgeRoundRectCallout">
            <a:avLst>
              <a:gd name="adj1" fmla="val 14551"/>
              <a:gd name="adj2" fmla="val -411324"/>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B </a:t>
            </a:r>
            <a:r>
              <a:rPr lang="zh-CN" altLang="en-US" sz="2400" b="1">
                <a:solidFill>
                  <a:srgbClr val="000066"/>
                </a:solidFill>
                <a:ea typeface="黑体" panose="02010609060101010101" pitchFamily="49" charset="-122"/>
              </a:rPr>
              <a:t>类地址的主机号字段 </a:t>
            </a:r>
            <a:r>
              <a:rPr lang="en-US" altLang="zh-CN" sz="2400" b="1">
                <a:solidFill>
                  <a:srgbClr val="000066"/>
                </a:solidFill>
                <a:ea typeface="黑体" panose="02010609060101010101" pitchFamily="49" charset="-122"/>
              </a:rPr>
              <a:t>host-id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2 </a:t>
            </a:r>
            <a:r>
              <a:rPr lang="zh-CN" altLang="en-US" sz="2400" b="1">
                <a:solidFill>
                  <a:srgbClr val="000066"/>
                </a:solidFill>
                <a:ea typeface="黑体" panose="02010609060101010101" pitchFamily="49" charset="-122"/>
              </a:rPr>
              <a:t>字节</a:t>
            </a:r>
          </a:p>
        </p:txBody>
      </p:sp>
      <p:sp>
        <p:nvSpPr>
          <p:cNvPr id="73938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73A869F-3EF7-4026-ABFC-1A2FE8C1E94E}" type="slidenum">
              <a:rPr lang="zh-CN" altLang="en-US" smtClean="0"/>
              <a:pPr/>
              <a:t>31</a:t>
            </a:fld>
            <a:endParaRPr lang="en-US" altLang="zh-CN" smtClean="0"/>
          </a:p>
        </p:txBody>
      </p:sp>
      <p:sp>
        <p:nvSpPr>
          <p:cNvPr id="73938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7"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41378" name="组合 1"/>
          <p:cNvGrpSpPr>
            <a:grpSpLocks/>
          </p:cNvGrpSpPr>
          <p:nvPr/>
        </p:nvGrpSpPr>
        <p:grpSpPr bwMode="auto">
          <a:xfrm>
            <a:off x="415925" y="927100"/>
            <a:ext cx="8966200" cy="5089525"/>
            <a:chOff x="416496" y="927100"/>
            <a:chExt cx="8965275" cy="5089129"/>
          </a:xfrm>
        </p:grpSpPr>
        <p:sp>
          <p:nvSpPr>
            <p:cNvPr id="741379"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80"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1381"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82"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83"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1384"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85"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1386"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87"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41388"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89"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0"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1"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2"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3"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41394"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41395"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41396"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7"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1398"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99"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00"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01"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1402"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1403"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04"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05"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41406"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07"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41408"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1409"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1410"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1411"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12"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13"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41414" name="Group 38"/>
            <p:cNvGrpSpPr>
              <a:grpSpLocks/>
            </p:cNvGrpSpPr>
            <p:nvPr/>
          </p:nvGrpSpPr>
          <p:grpSpPr bwMode="auto">
            <a:xfrm>
              <a:off x="7940583" y="3820568"/>
              <a:ext cx="1073762" cy="643240"/>
              <a:chOff x="2832" y="3024"/>
              <a:chExt cx="430" cy="381"/>
            </a:xfrm>
          </p:grpSpPr>
          <p:sp>
            <p:nvSpPr>
              <p:cNvPr id="741415"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16"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41417"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1418"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19"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20"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21"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41422"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23"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41424"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41425"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26"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41427"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41428"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29"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41430"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1431"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1432"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41433" name="AutoShape 61"/>
          <p:cNvSpPr>
            <a:spLocks noChangeArrowheads="1"/>
          </p:cNvSpPr>
          <p:nvPr/>
        </p:nvSpPr>
        <p:spPr bwMode="auto">
          <a:xfrm>
            <a:off x="1676400" y="4868863"/>
            <a:ext cx="7410450" cy="706437"/>
          </a:xfrm>
          <a:prstGeom prst="wedgeRoundRectCallout">
            <a:avLst>
              <a:gd name="adj1" fmla="val 36801"/>
              <a:gd name="adj2" fmla="val -230778"/>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C </a:t>
            </a:r>
            <a:r>
              <a:rPr lang="zh-CN" altLang="en-US" sz="2400" b="1">
                <a:solidFill>
                  <a:srgbClr val="000066"/>
                </a:solidFill>
                <a:ea typeface="黑体" panose="02010609060101010101" pitchFamily="49" charset="-122"/>
              </a:rPr>
              <a:t>类地址的主机号字段 </a:t>
            </a:r>
            <a:r>
              <a:rPr lang="en-US" altLang="zh-CN" sz="2400" b="1">
                <a:solidFill>
                  <a:srgbClr val="000066"/>
                </a:solidFill>
                <a:ea typeface="黑体" panose="02010609060101010101" pitchFamily="49" charset="-122"/>
              </a:rPr>
              <a:t>host-id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1 </a:t>
            </a:r>
            <a:r>
              <a:rPr lang="zh-CN" altLang="en-US" sz="2400" b="1">
                <a:solidFill>
                  <a:srgbClr val="000066"/>
                </a:solidFill>
                <a:ea typeface="黑体" panose="02010609060101010101" pitchFamily="49" charset="-122"/>
              </a:rPr>
              <a:t>字节</a:t>
            </a:r>
          </a:p>
        </p:txBody>
      </p:sp>
      <p:sp>
        <p:nvSpPr>
          <p:cNvPr id="74143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747536A-D3C2-4282-81A9-FB47764F2051}" type="slidenum">
              <a:rPr lang="zh-CN" altLang="en-US" smtClean="0"/>
              <a:pPr/>
              <a:t>32</a:t>
            </a:fld>
            <a:endParaRPr lang="en-US" altLang="zh-CN" smtClean="0"/>
          </a:p>
        </p:txBody>
      </p:sp>
      <p:sp>
        <p:nvSpPr>
          <p:cNvPr id="74143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5"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43426" name="组合 1"/>
          <p:cNvGrpSpPr>
            <a:grpSpLocks/>
          </p:cNvGrpSpPr>
          <p:nvPr/>
        </p:nvGrpSpPr>
        <p:grpSpPr bwMode="auto">
          <a:xfrm>
            <a:off x="415925" y="927100"/>
            <a:ext cx="8966200" cy="5089525"/>
            <a:chOff x="416496" y="927100"/>
            <a:chExt cx="8965275" cy="5089129"/>
          </a:xfrm>
        </p:grpSpPr>
        <p:sp>
          <p:nvSpPr>
            <p:cNvPr id="743427"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28"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3429"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30"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31"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3432"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33"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3434"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35"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43436"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37"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38"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39"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40"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41"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43442"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43443"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43444"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45"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3446"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47"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48"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49"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3450"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3451"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52"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53"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43454"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55"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43456"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3457"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3458"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3459"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60"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61"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43462" name="Group 38"/>
            <p:cNvGrpSpPr>
              <a:grpSpLocks/>
            </p:cNvGrpSpPr>
            <p:nvPr/>
          </p:nvGrpSpPr>
          <p:grpSpPr bwMode="auto">
            <a:xfrm>
              <a:off x="7940583" y="3820568"/>
              <a:ext cx="1073762" cy="643240"/>
              <a:chOff x="2832" y="3024"/>
              <a:chExt cx="430" cy="381"/>
            </a:xfrm>
          </p:grpSpPr>
          <p:sp>
            <p:nvSpPr>
              <p:cNvPr id="743463"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64"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43465"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3466"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67"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68"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69"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43470"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71"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43472"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43473"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74"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43475"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43476"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77"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43478"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3479"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3480"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43481" name="AutoShape 61"/>
          <p:cNvSpPr>
            <a:spLocks noChangeArrowheads="1"/>
          </p:cNvSpPr>
          <p:nvPr/>
        </p:nvSpPr>
        <p:spPr bwMode="auto">
          <a:xfrm>
            <a:off x="1676400" y="2889250"/>
            <a:ext cx="7410450" cy="706438"/>
          </a:xfrm>
          <a:prstGeom prst="wedgeRoundRectCallout">
            <a:avLst>
              <a:gd name="adj1" fmla="val 31949"/>
              <a:gd name="adj2" fmla="val 223759"/>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D </a:t>
            </a:r>
            <a:r>
              <a:rPr lang="zh-CN" altLang="en-US" sz="2400" b="1">
                <a:solidFill>
                  <a:srgbClr val="000066"/>
                </a:solidFill>
                <a:ea typeface="黑体" panose="02010609060101010101" pitchFamily="49" charset="-122"/>
              </a:rPr>
              <a:t>类地址是多播地址</a:t>
            </a:r>
          </a:p>
        </p:txBody>
      </p:sp>
      <p:sp>
        <p:nvSpPr>
          <p:cNvPr id="74348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173FB87-494C-44D3-AF06-89CA6ADA1D06}" type="slidenum">
              <a:rPr lang="zh-CN" altLang="en-US" smtClean="0"/>
              <a:pPr/>
              <a:t>33</a:t>
            </a:fld>
            <a:endParaRPr lang="en-US" altLang="zh-CN" smtClean="0"/>
          </a:p>
        </p:txBody>
      </p:sp>
      <p:sp>
        <p:nvSpPr>
          <p:cNvPr id="74348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3"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45474" name="组合 1"/>
          <p:cNvGrpSpPr>
            <a:grpSpLocks/>
          </p:cNvGrpSpPr>
          <p:nvPr/>
        </p:nvGrpSpPr>
        <p:grpSpPr bwMode="auto">
          <a:xfrm>
            <a:off x="415925" y="927100"/>
            <a:ext cx="8966200" cy="5089525"/>
            <a:chOff x="416496" y="927100"/>
            <a:chExt cx="8965275" cy="5089129"/>
          </a:xfrm>
        </p:grpSpPr>
        <p:sp>
          <p:nvSpPr>
            <p:cNvPr id="745475"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76"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5477"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78"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79"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5480"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81"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5482"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83"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45484"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5"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6"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7"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8"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9"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45490"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45491"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45492"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93"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5494"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95"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96"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97"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5498"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5499"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500"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501"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45502"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03"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45504"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5505"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5506"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5507"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08"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09"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45510" name="Group 38"/>
            <p:cNvGrpSpPr>
              <a:grpSpLocks/>
            </p:cNvGrpSpPr>
            <p:nvPr/>
          </p:nvGrpSpPr>
          <p:grpSpPr bwMode="auto">
            <a:xfrm>
              <a:off x="7940583" y="3820568"/>
              <a:ext cx="1073762" cy="643240"/>
              <a:chOff x="2832" y="3024"/>
              <a:chExt cx="430" cy="381"/>
            </a:xfrm>
          </p:grpSpPr>
          <p:sp>
            <p:nvSpPr>
              <p:cNvPr id="745511"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12"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45513"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5514"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515"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516"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17"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45518"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19"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45520"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45521"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22"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45523"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45524"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25"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45526"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5527"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5528"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45529" name="AutoShape 61"/>
          <p:cNvSpPr>
            <a:spLocks noChangeArrowheads="1"/>
          </p:cNvSpPr>
          <p:nvPr/>
        </p:nvSpPr>
        <p:spPr bwMode="auto">
          <a:xfrm>
            <a:off x="1676400" y="2889250"/>
            <a:ext cx="7410450" cy="706438"/>
          </a:xfrm>
          <a:prstGeom prst="wedgeRoundRectCallout">
            <a:avLst>
              <a:gd name="adj1" fmla="val 32352"/>
              <a:gd name="adj2" fmla="val 363949"/>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E </a:t>
            </a:r>
            <a:r>
              <a:rPr lang="zh-CN" altLang="en-US" sz="2400" b="1">
                <a:solidFill>
                  <a:srgbClr val="000066"/>
                </a:solidFill>
                <a:ea typeface="黑体" panose="02010609060101010101" pitchFamily="49" charset="-122"/>
              </a:rPr>
              <a:t>类地址保留为今后使用</a:t>
            </a:r>
          </a:p>
        </p:txBody>
      </p:sp>
      <p:sp>
        <p:nvSpPr>
          <p:cNvPr id="74553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9FEA9B9-A7A7-4651-8134-94BCCFF401C4}" type="slidenum">
              <a:rPr lang="zh-CN" altLang="en-US" smtClean="0"/>
              <a:pPr/>
              <a:t>34</a:t>
            </a:fld>
            <a:endParaRPr lang="en-US" altLang="zh-CN" smtClean="0"/>
          </a:p>
        </p:txBody>
      </p:sp>
      <p:sp>
        <p:nvSpPr>
          <p:cNvPr id="74553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1" name="Rectangle 2"/>
          <p:cNvSpPr>
            <a:spLocks noGrp="1" noChangeArrowheads="1"/>
          </p:cNvSpPr>
          <p:nvPr>
            <p:ph type="title"/>
          </p:nvPr>
        </p:nvSpPr>
        <p:spPr/>
        <p:txBody>
          <a:bodyPr/>
          <a:lstStyle/>
          <a:p>
            <a:pPr algn="ctr"/>
            <a:r>
              <a:rPr lang="zh-CN" altLang="en-US" smtClean="0">
                <a:ea typeface="黑体" panose="02010609060101010101" pitchFamily="49" charset="-122"/>
              </a:rPr>
              <a:t>点分十进制记法 </a:t>
            </a:r>
          </a:p>
        </p:txBody>
      </p:sp>
      <p:grpSp>
        <p:nvGrpSpPr>
          <p:cNvPr id="31" name="Group 3"/>
          <p:cNvGrpSpPr>
            <a:grpSpLocks/>
          </p:cNvGrpSpPr>
          <p:nvPr/>
        </p:nvGrpSpPr>
        <p:grpSpPr bwMode="auto">
          <a:xfrm>
            <a:off x="414338" y="1371600"/>
            <a:ext cx="8770937" cy="830263"/>
            <a:chOff x="122" y="1142"/>
            <a:chExt cx="5525" cy="523"/>
          </a:xfrm>
        </p:grpSpPr>
        <p:sp>
          <p:nvSpPr>
            <p:cNvPr id="32" name="Rectangle 4"/>
            <p:cNvSpPr>
              <a:spLocks noChangeArrowheads="1"/>
            </p:cNvSpPr>
            <p:nvPr/>
          </p:nvSpPr>
          <p:spPr bwMode="auto">
            <a:xfrm>
              <a:off x="2134" y="1217"/>
              <a:ext cx="3513" cy="410"/>
            </a:xfrm>
            <a:prstGeom prst="rect">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r>
                <a:rPr lang="en-US" altLang="zh-CN" sz="2400" b="1" kern="0" dirty="0">
                  <a:solidFill>
                    <a:sysClr val="windowText" lastClr="000000"/>
                  </a:solidFill>
                  <a:latin typeface="+mn-lt"/>
                  <a:ea typeface="黑体" panose="02010609060101010101" pitchFamily="2" charset="-122"/>
                </a:rPr>
                <a:t>10000000000010110000001100011111 </a:t>
              </a:r>
            </a:p>
          </p:txBody>
        </p:sp>
        <p:sp>
          <p:nvSpPr>
            <p:cNvPr id="33" name="Text Box 5"/>
            <p:cNvSpPr txBox="1">
              <a:spLocks noChangeArrowheads="1"/>
            </p:cNvSpPr>
            <p:nvPr/>
          </p:nvSpPr>
          <p:spPr bwMode="auto">
            <a:xfrm>
              <a:off x="122" y="1142"/>
              <a:ext cx="196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zh-CN" altLang="en-US" sz="2400" b="1" kern="0" dirty="0">
                  <a:solidFill>
                    <a:sysClr val="windowText" lastClr="000000"/>
                  </a:solidFill>
                  <a:latin typeface="+mn-lt"/>
                  <a:ea typeface="黑体" panose="02010609060101010101" pitchFamily="2" charset="-122"/>
                </a:rPr>
                <a:t>机器中存放的 </a:t>
              </a:r>
              <a:r>
                <a:rPr lang="en-US" altLang="zh-CN" sz="2400" b="1" kern="0" dirty="0">
                  <a:solidFill>
                    <a:sysClr val="windowText" lastClr="000000"/>
                  </a:solidFill>
                  <a:latin typeface="+mn-lt"/>
                  <a:ea typeface="黑体" panose="02010609060101010101" pitchFamily="2" charset="-122"/>
                </a:rPr>
                <a:t>IP </a:t>
              </a:r>
              <a:r>
                <a:rPr lang="zh-CN" altLang="en-US" sz="2400" b="1" kern="0" dirty="0">
                  <a:solidFill>
                    <a:sysClr val="windowText" lastClr="000000"/>
                  </a:solidFill>
                  <a:latin typeface="+mn-lt"/>
                  <a:ea typeface="黑体" panose="02010609060101010101" pitchFamily="2" charset="-122"/>
                </a:rPr>
                <a:t>地址</a:t>
              </a:r>
            </a:p>
            <a:p>
              <a:pPr algn="ctr" fontAlgn="auto">
                <a:spcBef>
                  <a:spcPts val="0"/>
                </a:spcBef>
                <a:spcAft>
                  <a:spcPts val="0"/>
                </a:spcAft>
                <a:defRPr/>
              </a:pPr>
              <a:r>
                <a:rPr lang="zh-CN" altLang="en-US" sz="2400" b="1" kern="0" dirty="0">
                  <a:solidFill>
                    <a:sysClr val="windowText" lastClr="000000"/>
                  </a:solidFill>
                  <a:latin typeface="+mn-lt"/>
                  <a:ea typeface="黑体" panose="02010609060101010101" pitchFamily="2" charset="-122"/>
                </a:rPr>
                <a:t>是 </a:t>
              </a:r>
              <a:r>
                <a:rPr lang="en-US" altLang="zh-CN" sz="2400" b="1" kern="0" dirty="0">
                  <a:solidFill>
                    <a:sysClr val="windowText" lastClr="000000"/>
                  </a:solidFill>
                  <a:latin typeface="+mn-lt"/>
                  <a:ea typeface="黑体" panose="02010609060101010101" pitchFamily="2" charset="-122"/>
                </a:rPr>
                <a:t>32 </a:t>
              </a:r>
              <a:r>
                <a:rPr lang="zh-CN" altLang="en-US" sz="2400" b="1" kern="0" dirty="0">
                  <a:solidFill>
                    <a:sysClr val="windowText" lastClr="000000"/>
                  </a:solidFill>
                  <a:latin typeface="+mn-lt"/>
                  <a:ea typeface="黑体" panose="02010609060101010101" pitchFamily="2" charset="-122"/>
                </a:rPr>
                <a:t>位二进制代码</a:t>
              </a:r>
            </a:p>
          </p:txBody>
        </p:sp>
      </p:grpSp>
      <p:grpSp>
        <p:nvGrpSpPr>
          <p:cNvPr id="34" name="Group 6"/>
          <p:cNvGrpSpPr>
            <a:grpSpLocks/>
          </p:cNvGrpSpPr>
          <p:nvPr/>
        </p:nvGrpSpPr>
        <p:grpSpPr bwMode="auto">
          <a:xfrm>
            <a:off x="473075" y="2759075"/>
            <a:ext cx="9056688" cy="593725"/>
            <a:chOff x="128" y="1738"/>
            <a:chExt cx="5705" cy="374"/>
          </a:xfrm>
        </p:grpSpPr>
        <p:sp>
          <p:nvSpPr>
            <p:cNvPr id="747526" name="Text Box 7"/>
            <p:cNvSpPr txBox="1">
              <a:spLocks noChangeArrowheads="1"/>
            </p:cNvSpPr>
            <p:nvPr/>
          </p:nvSpPr>
          <p:spPr bwMode="auto">
            <a:xfrm>
              <a:off x="2056" y="1738"/>
              <a:ext cx="377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黑体" panose="02010609060101010101" pitchFamily="49" charset="-122"/>
                </a:rPr>
                <a:t>10000000 00001011 00000011  00011111 </a:t>
              </a:r>
            </a:p>
          </p:txBody>
        </p:sp>
        <p:sp>
          <p:nvSpPr>
            <p:cNvPr id="747527" name="Text Box 8"/>
            <p:cNvSpPr txBox="1">
              <a:spLocks noChangeArrowheads="1"/>
            </p:cNvSpPr>
            <p:nvPr/>
          </p:nvSpPr>
          <p:spPr bwMode="auto">
            <a:xfrm>
              <a:off x="128" y="1744"/>
              <a:ext cx="170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3200" b="1">
                  <a:solidFill>
                    <a:srgbClr val="0000FF"/>
                  </a:solidFill>
                  <a:ea typeface="黑体" panose="02010609060101010101" pitchFamily="49" charset="-122"/>
                </a:rPr>
                <a:t>每 </a:t>
              </a:r>
              <a:r>
                <a:rPr lang="en-US" altLang="zh-CN" sz="3200" b="1">
                  <a:solidFill>
                    <a:srgbClr val="0000FF"/>
                  </a:solidFill>
                  <a:ea typeface="黑体" panose="02010609060101010101" pitchFamily="49" charset="-122"/>
                </a:rPr>
                <a:t>8 </a:t>
              </a:r>
              <a:r>
                <a:rPr lang="zh-CN" altLang="en-US" sz="3200" b="1">
                  <a:solidFill>
                    <a:srgbClr val="0000FF"/>
                  </a:solidFill>
                  <a:ea typeface="黑体" panose="02010609060101010101" pitchFamily="49" charset="-122"/>
                </a:rPr>
                <a:t>位为一组</a:t>
              </a:r>
            </a:p>
          </p:txBody>
        </p:sp>
      </p:grpSp>
      <p:sp>
        <p:nvSpPr>
          <p:cNvPr id="37" name="Text Box 9"/>
          <p:cNvSpPr txBox="1">
            <a:spLocks noChangeArrowheads="1"/>
          </p:cNvSpPr>
          <p:nvPr/>
        </p:nvSpPr>
        <p:spPr bwMode="auto">
          <a:xfrm>
            <a:off x="390525" y="4889500"/>
            <a:ext cx="29686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ea typeface="黑体" panose="02010609060101010101" pitchFamily="49" charset="-122"/>
              </a:rPr>
              <a:t>采用点分十进制记法</a:t>
            </a:r>
          </a:p>
          <a:p>
            <a:pPr eaLnBrk="0" hangingPunct="0"/>
            <a:r>
              <a:rPr lang="zh-CN" altLang="en-US" sz="2400" b="1">
                <a:ea typeface="黑体" panose="02010609060101010101" pitchFamily="49" charset="-122"/>
              </a:rPr>
              <a:t>则进一步提高可读性</a:t>
            </a:r>
          </a:p>
        </p:txBody>
      </p:sp>
      <p:sp>
        <p:nvSpPr>
          <p:cNvPr id="38" name="Text Box 10"/>
          <p:cNvSpPr txBox="1">
            <a:spLocks noChangeArrowheads="1"/>
          </p:cNvSpPr>
          <p:nvPr/>
        </p:nvSpPr>
        <p:spPr bwMode="auto">
          <a:xfrm>
            <a:off x="5146675" y="5029200"/>
            <a:ext cx="2749550" cy="646113"/>
          </a:xfrm>
          <a:prstGeom prst="rect">
            <a:avLst/>
          </a:prstGeom>
          <a:solidFill>
            <a:srgbClr val="FF66CC"/>
          </a:solidFill>
          <a:ln w="19050">
            <a:solidFill>
              <a:srgbClr val="000000"/>
            </a:solidFill>
            <a:miter lim="800000"/>
          </a:ln>
          <a:effectLst/>
        </p:spPr>
        <p:txBody>
          <a:bodyPr wrap="none">
            <a:spAutoFit/>
          </a:bodyPr>
          <a:lstStyle/>
          <a:p>
            <a:pPr fontAlgn="auto">
              <a:spcBef>
                <a:spcPts val="0"/>
              </a:spcBef>
              <a:spcAft>
                <a:spcPts val="0"/>
              </a:spcAft>
              <a:defRPr/>
            </a:pPr>
            <a:r>
              <a:rPr lang="en-US" altLang="zh-CN" sz="3600" b="1" kern="0">
                <a:solidFill>
                  <a:sysClr val="windowText" lastClr="000000"/>
                </a:solidFill>
                <a:latin typeface="+mn-lt"/>
                <a:ea typeface="黑体" panose="02010609060101010101" pitchFamily="2" charset="-122"/>
              </a:rPr>
              <a:t>128.11.3.31 </a:t>
            </a:r>
          </a:p>
        </p:txBody>
      </p:sp>
      <p:sp>
        <p:nvSpPr>
          <p:cNvPr id="39" name="AutoShape 11"/>
          <p:cNvSpPr/>
          <p:nvPr/>
        </p:nvSpPr>
        <p:spPr bwMode="auto">
          <a:xfrm rot="-5400000">
            <a:off x="4164806" y="2683670"/>
            <a:ext cx="244475" cy="1198562"/>
          </a:xfrm>
          <a:prstGeom prst="leftBrace">
            <a:avLst>
              <a:gd name="adj1" fmla="val 40855"/>
              <a:gd name="adj2" fmla="val 50000"/>
            </a:avLst>
          </a:prstGeom>
          <a:noFill/>
          <a:ln w="28575">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0" name="AutoShape 12"/>
          <p:cNvSpPr/>
          <p:nvPr/>
        </p:nvSpPr>
        <p:spPr bwMode="auto">
          <a:xfrm rot="-5400000">
            <a:off x="5594350" y="2668588"/>
            <a:ext cx="274637" cy="1258888"/>
          </a:xfrm>
          <a:prstGeom prst="leftBrace">
            <a:avLst>
              <a:gd name="adj1" fmla="val 38199"/>
              <a:gd name="adj2" fmla="val 50000"/>
            </a:avLst>
          </a:prstGeom>
          <a:noFill/>
          <a:ln w="28575">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1" name="AutoShape 13"/>
          <p:cNvSpPr/>
          <p:nvPr/>
        </p:nvSpPr>
        <p:spPr bwMode="auto">
          <a:xfrm rot="-5400000">
            <a:off x="7040562" y="2700338"/>
            <a:ext cx="244475" cy="1250950"/>
          </a:xfrm>
          <a:prstGeom prst="leftBrace">
            <a:avLst>
              <a:gd name="adj1" fmla="val 42641"/>
              <a:gd name="adj2" fmla="val 50000"/>
            </a:avLst>
          </a:prstGeom>
          <a:noFill/>
          <a:ln w="28575">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2" name="AutoShape 14"/>
          <p:cNvSpPr/>
          <p:nvPr/>
        </p:nvSpPr>
        <p:spPr bwMode="auto">
          <a:xfrm rot="-5400000">
            <a:off x="8511382" y="2661444"/>
            <a:ext cx="228600" cy="1341437"/>
          </a:xfrm>
          <a:prstGeom prst="leftBrace">
            <a:avLst>
              <a:gd name="adj1" fmla="val 48900"/>
              <a:gd name="adj2" fmla="val 50000"/>
            </a:avLst>
          </a:prstGeom>
          <a:noFill/>
          <a:ln w="28575">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3" name="Text Box 15"/>
          <p:cNvSpPr txBox="1">
            <a:spLocks noChangeArrowheads="1"/>
          </p:cNvSpPr>
          <p:nvPr/>
        </p:nvSpPr>
        <p:spPr bwMode="auto">
          <a:xfrm>
            <a:off x="3800475" y="3636963"/>
            <a:ext cx="55451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b="1">
                <a:ea typeface="黑体" panose="02010609060101010101" pitchFamily="49" charset="-122"/>
              </a:rPr>
              <a:t>128 </a:t>
            </a:r>
            <a:r>
              <a:rPr lang="en-US" altLang="zh-CN" b="1">
                <a:ea typeface="黑体" panose="02010609060101010101" pitchFamily="49" charset="-122"/>
              </a:rPr>
              <a:t>      </a:t>
            </a:r>
            <a:r>
              <a:rPr lang="en-US" altLang="zh-CN" sz="3600" b="1">
                <a:ea typeface="黑体" panose="02010609060101010101" pitchFamily="49" charset="-122"/>
              </a:rPr>
              <a:t>  11         3         31 </a:t>
            </a:r>
          </a:p>
        </p:txBody>
      </p:sp>
      <p:grpSp>
        <p:nvGrpSpPr>
          <p:cNvPr id="44" name="Group 16"/>
          <p:cNvGrpSpPr>
            <a:grpSpLocks/>
          </p:cNvGrpSpPr>
          <p:nvPr/>
        </p:nvGrpSpPr>
        <p:grpSpPr bwMode="auto">
          <a:xfrm>
            <a:off x="4383088" y="4154488"/>
            <a:ext cx="4141787" cy="876300"/>
            <a:chOff x="2665" y="2895"/>
            <a:chExt cx="2609" cy="552"/>
          </a:xfrm>
        </p:grpSpPr>
        <p:sp>
          <p:nvSpPr>
            <p:cNvPr id="45" name="Line 17"/>
            <p:cNvSpPr>
              <a:spLocks noChangeShapeType="1"/>
            </p:cNvSpPr>
            <p:nvPr/>
          </p:nvSpPr>
          <p:spPr bwMode="auto">
            <a:xfrm>
              <a:off x="2665" y="2922"/>
              <a:ext cx="756" cy="508"/>
            </a:xfrm>
            <a:prstGeom prst="line">
              <a:avLst/>
            </a:prstGeom>
            <a:noFill/>
            <a:ln w="28575">
              <a:solidFill>
                <a:srgbClr val="00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6" name="Line 18"/>
            <p:cNvSpPr>
              <a:spLocks noChangeShapeType="1"/>
            </p:cNvSpPr>
            <p:nvPr/>
          </p:nvSpPr>
          <p:spPr bwMode="auto">
            <a:xfrm flipH="1">
              <a:off x="4393" y="2904"/>
              <a:ext cx="881" cy="543"/>
            </a:xfrm>
            <a:prstGeom prst="line">
              <a:avLst/>
            </a:prstGeom>
            <a:noFill/>
            <a:ln w="28575">
              <a:solidFill>
                <a:srgbClr val="00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7" name="Line 19"/>
            <p:cNvSpPr>
              <a:spLocks noChangeShapeType="1"/>
            </p:cNvSpPr>
            <p:nvPr/>
          </p:nvSpPr>
          <p:spPr bwMode="auto">
            <a:xfrm>
              <a:off x="3496" y="2895"/>
              <a:ext cx="276" cy="543"/>
            </a:xfrm>
            <a:prstGeom prst="line">
              <a:avLst/>
            </a:prstGeom>
            <a:noFill/>
            <a:ln w="28575">
              <a:solidFill>
                <a:srgbClr val="00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8" name="Line 20"/>
            <p:cNvSpPr>
              <a:spLocks noChangeShapeType="1"/>
            </p:cNvSpPr>
            <p:nvPr/>
          </p:nvSpPr>
          <p:spPr bwMode="auto">
            <a:xfrm flipH="1">
              <a:off x="4080" y="2900"/>
              <a:ext cx="319" cy="541"/>
            </a:xfrm>
            <a:prstGeom prst="line">
              <a:avLst/>
            </a:prstGeom>
            <a:noFill/>
            <a:ln w="28575">
              <a:solidFill>
                <a:srgbClr val="00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grpSp>
      <p:sp>
        <p:nvSpPr>
          <p:cNvPr id="49" name="Text Box 21"/>
          <p:cNvSpPr txBox="1">
            <a:spLocks noChangeArrowheads="1"/>
          </p:cNvSpPr>
          <p:nvPr/>
        </p:nvSpPr>
        <p:spPr bwMode="auto">
          <a:xfrm>
            <a:off x="341313" y="3629025"/>
            <a:ext cx="30003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ea typeface="黑体" panose="02010609060101010101" pitchFamily="49" charset="-122"/>
              </a:rPr>
              <a:t>将每 </a:t>
            </a:r>
            <a:r>
              <a:rPr lang="en-US" altLang="zh-CN" sz="2400" b="1">
                <a:ea typeface="黑体" panose="02010609060101010101" pitchFamily="49" charset="-122"/>
              </a:rPr>
              <a:t>8 </a:t>
            </a:r>
            <a:r>
              <a:rPr lang="zh-CN" altLang="en-US" sz="2400" b="1">
                <a:ea typeface="黑体" panose="02010609060101010101" pitchFamily="49" charset="-122"/>
              </a:rPr>
              <a:t>位的二进制数</a:t>
            </a:r>
          </a:p>
          <a:p>
            <a:pPr algn="ctr" eaLnBrk="0" hangingPunct="0"/>
            <a:r>
              <a:rPr lang="zh-CN" altLang="en-US" sz="2400" b="1">
                <a:ea typeface="黑体" panose="02010609060101010101" pitchFamily="49" charset="-122"/>
              </a:rPr>
              <a:t>转换为十进制数</a:t>
            </a:r>
          </a:p>
        </p:txBody>
      </p:sp>
      <p:sp>
        <p:nvSpPr>
          <p:cNvPr id="50" name="Line 22"/>
          <p:cNvSpPr>
            <a:spLocks noChangeShapeType="1"/>
          </p:cNvSpPr>
          <p:nvPr/>
        </p:nvSpPr>
        <p:spPr bwMode="auto">
          <a:xfrm>
            <a:off x="3440113" y="5303838"/>
            <a:ext cx="1568450" cy="0"/>
          </a:xfrm>
          <a:prstGeom prst="line">
            <a:avLst/>
          </a:prstGeom>
          <a:noFill/>
          <a:ln w="76200">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74754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A8882E-662D-4E2E-BA45-ADC30D7E15C6}" type="slidenum">
              <a:rPr lang="zh-CN" altLang="en-US" smtClean="0"/>
              <a:pPr eaLnBrk="1" hangingPunct="1"/>
              <a:t>35</a:t>
            </a:fld>
            <a:endParaRPr lang="en-US" altLang="zh-CN" smtClean="0"/>
          </a:p>
        </p:txBody>
      </p:sp>
      <p:sp>
        <p:nvSpPr>
          <p:cNvPr id="74754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wipe(up)">
                                      <p:cBhvr>
                                        <p:cTn id="29" dur="500"/>
                                        <p:tgtEl>
                                          <p:spTgt spid="44"/>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childTnLst>
                                </p:cTn>
                              </p:par>
                              <p:par>
                                <p:cTn id="32" presetID="22" presetClass="entr" presetSubtype="8" fill="hold" grpId="0" nodeType="with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500"/>
                                        <p:tgtEl>
                                          <p:spTgt spid="50"/>
                                        </p:tgtEl>
                                      </p:cBhvr>
                                    </p:animEffect>
                                  </p:childTnLst>
                                </p:cTn>
                              </p:par>
                            </p:childTnLst>
                          </p:cTn>
                        </p:par>
                        <p:par>
                          <p:cTn id="35" fill="hold" nodeType="afterGroup">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animBg="1"/>
      <p:bldP spid="39" grpId="0" animBg="1"/>
      <p:bldP spid="40" grpId="0" animBg="1"/>
      <p:bldP spid="41" grpId="0" animBg="1"/>
      <p:bldP spid="42" grpId="0" animBg="1"/>
      <p:bldP spid="43" grpId="0"/>
      <p:bldP spid="49" grpId="0"/>
      <p:bldP spid="5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69" name="Rectangle 2"/>
          <p:cNvSpPr>
            <a:spLocks noGrp="1" noChangeArrowheads="1"/>
          </p:cNvSpPr>
          <p:nvPr>
            <p:ph type="title"/>
          </p:nvPr>
        </p:nvSpPr>
        <p:spPr/>
        <p:txBody>
          <a:bodyPr/>
          <a:lstStyle/>
          <a:p>
            <a:pPr algn="ctr"/>
            <a:r>
              <a:rPr lang="zh-CN" altLang="en-US" smtClean="0">
                <a:ea typeface="黑体" panose="02010609060101010101" pitchFamily="49" charset="-122"/>
              </a:rPr>
              <a:t>点分十进制记法举例</a:t>
            </a:r>
          </a:p>
        </p:txBody>
      </p:sp>
      <p:sp>
        <p:nvSpPr>
          <p:cNvPr id="749570" name="Text Box 3"/>
          <p:cNvSpPr txBox="1">
            <a:spLocks noChangeArrowheads="1"/>
          </p:cNvSpPr>
          <p:nvPr/>
        </p:nvSpPr>
        <p:spPr bwMode="auto">
          <a:xfrm>
            <a:off x="2563813" y="1531938"/>
            <a:ext cx="248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32 </a:t>
            </a:r>
            <a:r>
              <a:rPr lang="zh-CN" altLang="en-US" sz="2800" b="1">
                <a:ea typeface="黑体" panose="02010609060101010101" pitchFamily="49" charset="-122"/>
              </a:rPr>
              <a:t>位二进制数</a:t>
            </a:r>
          </a:p>
        </p:txBody>
      </p:sp>
      <p:sp>
        <p:nvSpPr>
          <p:cNvPr id="749571" name="Text Box 4"/>
          <p:cNvSpPr txBox="1">
            <a:spLocks noChangeArrowheads="1"/>
          </p:cNvSpPr>
          <p:nvPr/>
        </p:nvSpPr>
        <p:spPr bwMode="auto">
          <a:xfrm>
            <a:off x="7192963" y="1101725"/>
            <a:ext cx="234791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等价的</a:t>
            </a:r>
          </a:p>
          <a:p>
            <a:pPr algn="ctr" eaLnBrk="0" hangingPunct="0"/>
            <a:r>
              <a:rPr lang="zh-CN" altLang="en-US" sz="2800" b="1">
                <a:ea typeface="黑体" panose="02010609060101010101" pitchFamily="49" charset="-122"/>
              </a:rPr>
              <a:t>点分十进制数</a:t>
            </a:r>
          </a:p>
        </p:txBody>
      </p:sp>
      <p:sp>
        <p:nvSpPr>
          <p:cNvPr id="749572" name="Line 5"/>
          <p:cNvSpPr>
            <a:spLocks noChangeShapeType="1"/>
          </p:cNvSpPr>
          <p:nvPr/>
        </p:nvSpPr>
        <p:spPr bwMode="auto">
          <a:xfrm>
            <a:off x="87313" y="2159000"/>
            <a:ext cx="9531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b="1">
              <a:ea typeface="黑体" panose="02010609060101010101" pitchFamily="49" charset="-122"/>
            </a:endParaRPr>
          </a:p>
        </p:txBody>
      </p:sp>
      <p:sp>
        <p:nvSpPr>
          <p:cNvPr id="749573" name="Text Box 6"/>
          <p:cNvSpPr txBox="1">
            <a:spLocks noChangeArrowheads="1"/>
          </p:cNvSpPr>
          <p:nvPr/>
        </p:nvSpPr>
        <p:spPr bwMode="auto">
          <a:xfrm>
            <a:off x="311150" y="2246313"/>
            <a:ext cx="685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10000001 00110100 00000110 00000000</a:t>
            </a:r>
          </a:p>
        </p:txBody>
      </p:sp>
      <p:sp>
        <p:nvSpPr>
          <p:cNvPr id="749574" name="Text Box 7"/>
          <p:cNvSpPr txBox="1">
            <a:spLocks noChangeArrowheads="1"/>
          </p:cNvSpPr>
          <p:nvPr/>
        </p:nvSpPr>
        <p:spPr bwMode="auto">
          <a:xfrm>
            <a:off x="7329488" y="2228850"/>
            <a:ext cx="188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129.52.6.0</a:t>
            </a:r>
          </a:p>
        </p:txBody>
      </p:sp>
      <p:sp>
        <p:nvSpPr>
          <p:cNvPr id="749575" name="Text Box 8"/>
          <p:cNvSpPr txBox="1">
            <a:spLocks noChangeArrowheads="1"/>
          </p:cNvSpPr>
          <p:nvPr/>
        </p:nvSpPr>
        <p:spPr bwMode="auto">
          <a:xfrm>
            <a:off x="298450" y="2968625"/>
            <a:ext cx="6835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11000000 00000101 00110000 00000011</a:t>
            </a:r>
          </a:p>
        </p:txBody>
      </p:sp>
      <p:sp>
        <p:nvSpPr>
          <p:cNvPr id="749576" name="Text Box 9"/>
          <p:cNvSpPr txBox="1">
            <a:spLocks noChangeArrowheads="1"/>
          </p:cNvSpPr>
          <p:nvPr/>
        </p:nvSpPr>
        <p:spPr bwMode="auto">
          <a:xfrm>
            <a:off x="7329488" y="2951163"/>
            <a:ext cx="188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192.5.48.3</a:t>
            </a:r>
          </a:p>
        </p:txBody>
      </p:sp>
      <p:sp>
        <p:nvSpPr>
          <p:cNvPr id="749577" name="Text Box 10"/>
          <p:cNvSpPr txBox="1">
            <a:spLocks noChangeArrowheads="1"/>
          </p:cNvSpPr>
          <p:nvPr/>
        </p:nvSpPr>
        <p:spPr bwMode="auto">
          <a:xfrm>
            <a:off x="298450" y="3743325"/>
            <a:ext cx="6896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00001010 00000010 00000000 00100101</a:t>
            </a:r>
          </a:p>
        </p:txBody>
      </p:sp>
      <p:sp>
        <p:nvSpPr>
          <p:cNvPr id="749578" name="Text Box 11"/>
          <p:cNvSpPr txBox="1">
            <a:spLocks noChangeArrowheads="1"/>
          </p:cNvSpPr>
          <p:nvPr/>
        </p:nvSpPr>
        <p:spPr bwMode="auto">
          <a:xfrm>
            <a:off x="7329488" y="3725863"/>
            <a:ext cx="16843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10.2.0.37</a:t>
            </a:r>
          </a:p>
        </p:txBody>
      </p:sp>
      <p:sp>
        <p:nvSpPr>
          <p:cNvPr id="749579" name="Text Box 12"/>
          <p:cNvSpPr txBox="1">
            <a:spLocks noChangeArrowheads="1"/>
          </p:cNvSpPr>
          <p:nvPr/>
        </p:nvSpPr>
        <p:spPr bwMode="auto">
          <a:xfrm>
            <a:off x="284163" y="4476750"/>
            <a:ext cx="6873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10000000 00001010 00000010 00000011</a:t>
            </a:r>
          </a:p>
        </p:txBody>
      </p:sp>
      <p:sp>
        <p:nvSpPr>
          <p:cNvPr id="749580" name="Text Box 13"/>
          <p:cNvSpPr txBox="1">
            <a:spLocks noChangeArrowheads="1"/>
          </p:cNvSpPr>
          <p:nvPr/>
        </p:nvSpPr>
        <p:spPr bwMode="auto">
          <a:xfrm>
            <a:off x="7329488" y="4459288"/>
            <a:ext cx="188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128.10.2.3</a:t>
            </a:r>
          </a:p>
        </p:txBody>
      </p:sp>
      <p:sp>
        <p:nvSpPr>
          <p:cNvPr id="749581" name="Text Box 14"/>
          <p:cNvSpPr txBox="1">
            <a:spLocks noChangeArrowheads="1"/>
          </p:cNvSpPr>
          <p:nvPr/>
        </p:nvSpPr>
        <p:spPr bwMode="auto">
          <a:xfrm>
            <a:off x="298450" y="5197475"/>
            <a:ext cx="6856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10000000 10000000 11111111  00000000</a:t>
            </a:r>
          </a:p>
        </p:txBody>
      </p:sp>
      <p:sp>
        <p:nvSpPr>
          <p:cNvPr id="749582" name="Text Box 15"/>
          <p:cNvSpPr txBox="1">
            <a:spLocks noChangeArrowheads="1"/>
          </p:cNvSpPr>
          <p:nvPr/>
        </p:nvSpPr>
        <p:spPr bwMode="auto">
          <a:xfrm>
            <a:off x="7329488" y="5180013"/>
            <a:ext cx="2486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128.128.255.0</a:t>
            </a:r>
          </a:p>
        </p:txBody>
      </p:sp>
      <p:sp>
        <p:nvSpPr>
          <p:cNvPr id="7495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AEF83D-E895-448D-9BF4-D77728ED669A}" type="slidenum">
              <a:rPr lang="zh-CN" altLang="en-US" smtClean="0"/>
              <a:pPr eaLnBrk="1" hangingPunct="1"/>
              <a:t>36</a:t>
            </a:fld>
            <a:endParaRPr lang="en-US" altLang="zh-CN" smtClean="0"/>
          </a:p>
        </p:txBody>
      </p:sp>
      <p:sp>
        <p:nvSpPr>
          <p:cNvPr id="7495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3" name="Rectangle 2"/>
          <p:cNvSpPr>
            <a:spLocks noGrp="1" noChangeArrowheads="1"/>
          </p:cNvSpPr>
          <p:nvPr>
            <p:ph type="title"/>
          </p:nvPr>
        </p:nvSpPr>
        <p:spPr/>
        <p:txBody>
          <a:bodyPr/>
          <a:lstStyle/>
          <a:p>
            <a:r>
              <a:rPr lang="en-US" altLang="zh-CN" smtClean="0">
                <a:ea typeface="黑体" panose="02010609060101010101" pitchFamily="49" charset="-122"/>
              </a:rPr>
              <a:t>2. </a:t>
            </a:r>
            <a:r>
              <a:rPr lang="zh-CN" altLang="en-US" smtClean="0">
                <a:ea typeface="黑体" panose="02010609060101010101" pitchFamily="49" charset="-122"/>
              </a:rPr>
              <a:t>常用的三种类别的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aphicFrame>
        <p:nvGraphicFramePr>
          <p:cNvPr id="2" name="表格 1"/>
          <p:cNvGraphicFramePr>
            <a:graphicFrameLocks noGrp="1"/>
          </p:cNvGraphicFramePr>
          <p:nvPr/>
        </p:nvGraphicFramePr>
        <p:xfrm>
          <a:off x="415925" y="1989138"/>
          <a:ext cx="9361487" cy="2951161"/>
        </p:xfrm>
        <a:graphic>
          <a:graphicData uri="http://schemas.openxmlformats.org/drawingml/2006/table">
            <a:tbl>
              <a:tblPr>
                <a:tableStyleId>{5C22544A-7EE6-4342-B048-85BDC9FD1C3A}</a:tableStyleId>
              </a:tblPr>
              <a:tblGrid>
                <a:gridCol w="801018">
                  <a:extLst>
                    <a:ext uri="{9D8B030D-6E8A-4147-A177-3AD203B41FA5}">
                      <a16:colId xmlns:a16="http://schemas.microsoft.com/office/drawing/2014/main" val="20000"/>
                    </a:ext>
                  </a:extLst>
                </a:gridCol>
                <a:gridCol w="2943577">
                  <a:extLst>
                    <a:ext uri="{9D8B030D-6E8A-4147-A177-3AD203B41FA5}">
                      <a16:colId xmlns:a16="http://schemas.microsoft.com/office/drawing/2014/main" val="20001"/>
                    </a:ext>
                  </a:extLst>
                </a:gridCol>
                <a:gridCol w="1656263">
                  <a:extLst>
                    <a:ext uri="{9D8B030D-6E8A-4147-A177-3AD203B41FA5}">
                      <a16:colId xmlns:a16="http://schemas.microsoft.com/office/drawing/2014/main" val="20002"/>
                    </a:ext>
                  </a:extLst>
                </a:gridCol>
                <a:gridCol w="1944309">
                  <a:extLst>
                    <a:ext uri="{9D8B030D-6E8A-4147-A177-3AD203B41FA5}">
                      <a16:colId xmlns:a16="http://schemas.microsoft.com/office/drawing/2014/main" val="20003"/>
                    </a:ext>
                  </a:extLst>
                </a:gridCol>
                <a:gridCol w="2016320">
                  <a:extLst>
                    <a:ext uri="{9D8B030D-6E8A-4147-A177-3AD203B41FA5}">
                      <a16:colId xmlns:a16="http://schemas.microsoft.com/office/drawing/2014/main" val="20004"/>
                    </a:ext>
                  </a:extLst>
                </a:gridCol>
              </a:tblGrid>
              <a:tr h="1223653">
                <a:tc>
                  <a:txBody>
                    <a:bodyPr/>
                    <a:lstStyle/>
                    <a:p>
                      <a:pPr algn="ctr">
                        <a:lnSpc>
                          <a:spcPct val="100000"/>
                        </a:lnSpc>
                        <a:spcAft>
                          <a:spcPts val="0"/>
                        </a:spcAft>
                      </a:pPr>
                      <a:r>
                        <a:rPr lang="zh-CN" sz="2400" b="1" dirty="0">
                          <a:effectLst/>
                          <a:latin typeface="+mn-lt"/>
                          <a:ea typeface="黑体" panose="02010609060101010101" pitchFamily="2" charset="-122"/>
                        </a:rPr>
                        <a:t>网络</a:t>
                      </a:r>
                    </a:p>
                    <a:p>
                      <a:pPr algn="ctr">
                        <a:lnSpc>
                          <a:spcPct val="100000"/>
                        </a:lnSpc>
                        <a:spcAft>
                          <a:spcPts val="0"/>
                        </a:spcAft>
                      </a:pPr>
                      <a:r>
                        <a:rPr lang="zh-CN" sz="2400" b="1" dirty="0">
                          <a:effectLst/>
                          <a:latin typeface="+mn-lt"/>
                          <a:ea typeface="黑体" panose="02010609060101010101" pitchFamily="2" charset="-122"/>
                        </a:rPr>
                        <a:t>类别</a:t>
                      </a:r>
                    </a:p>
                  </a:txBody>
                  <a:tcPr marL="68583" marR="68583"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anose="02010609060101010101" pitchFamily="2" charset="-122"/>
                        </a:rPr>
                        <a:t>最大可指派</a:t>
                      </a:r>
                      <a:endParaRPr lang="en-US" altLang="zh-CN" sz="2400" b="1" dirty="0">
                        <a:effectLst/>
                        <a:latin typeface="+mn-lt"/>
                        <a:ea typeface="黑体" panose="02010609060101010101" pitchFamily="2" charset="-122"/>
                      </a:endParaRPr>
                    </a:p>
                    <a:p>
                      <a:pPr algn="ctr">
                        <a:lnSpc>
                          <a:spcPct val="100000"/>
                        </a:lnSpc>
                        <a:spcAft>
                          <a:spcPts val="0"/>
                        </a:spcAft>
                      </a:pPr>
                      <a:r>
                        <a:rPr lang="zh-CN" sz="2400" b="1" dirty="0">
                          <a:effectLst/>
                          <a:latin typeface="+mn-lt"/>
                          <a:ea typeface="黑体" panose="02010609060101010101" pitchFamily="2" charset="-122"/>
                        </a:rPr>
                        <a:t>的网络数</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anose="02010609060101010101" pitchFamily="2" charset="-122"/>
                        </a:rPr>
                        <a:t>第一个可指派的</a:t>
                      </a:r>
                      <a:endParaRPr lang="en-US" altLang="zh-CN" sz="2400" b="1" dirty="0">
                        <a:effectLst/>
                        <a:latin typeface="+mn-lt"/>
                        <a:ea typeface="黑体" panose="02010609060101010101" pitchFamily="2" charset="-122"/>
                      </a:endParaRPr>
                    </a:p>
                    <a:p>
                      <a:pPr algn="ctr">
                        <a:lnSpc>
                          <a:spcPct val="100000"/>
                        </a:lnSpc>
                        <a:spcAft>
                          <a:spcPts val="0"/>
                        </a:spcAft>
                      </a:pPr>
                      <a:r>
                        <a:rPr lang="zh-CN" sz="2400" b="1" dirty="0">
                          <a:effectLst/>
                          <a:latin typeface="+mn-lt"/>
                          <a:ea typeface="黑体" panose="02010609060101010101" pitchFamily="2" charset="-122"/>
                        </a:rPr>
                        <a:t>网络号</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anose="02010609060101010101" pitchFamily="2" charset="-122"/>
                        </a:rPr>
                        <a:t>最后一个可指派的</a:t>
                      </a:r>
                      <a:endParaRPr lang="en-US" altLang="zh-CN" sz="2400" b="1" dirty="0">
                        <a:effectLst/>
                        <a:latin typeface="+mn-lt"/>
                        <a:ea typeface="黑体" panose="02010609060101010101" pitchFamily="2" charset="-122"/>
                      </a:endParaRPr>
                    </a:p>
                    <a:p>
                      <a:pPr algn="ctr">
                        <a:lnSpc>
                          <a:spcPct val="100000"/>
                        </a:lnSpc>
                        <a:spcAft>
                          <a:spcPts val="0"/>
                        </a:spcAft>
                      </a:pPr>
                      <a:r>
                        <a:rPr lang="zh-CN" sz="2400" b="1" dirty="0">
                          <a:effectLst/>
                          <a:latin typeface="+mn-lt"/>
                          <a:ea typeface="黑体" panose="02010609060101010101" pitchFamily="2" charset="-122"/>
                        </a:rPr>
                        <a:t>网络号</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anose="02010609060101010101" pitchFamily="2" charset="-122"/>
                        </a:rPr>
                        <a:t>每个网络中</a:t>
                      </a:r>
                      <a:endParaRPr lang="en-US" altLang="zh-CN" sz="2400" b="1" dirty="0">
                        <a:effectLst/>
                        <a:latin typeface="+mn-lt"/>
                        <a:ea typeface="黑体" panose="02010609060101010101" pitchFamily="2" charset="-122"/>
                      </a:endParaRPr>
                    </a:p>
                    <a:p>
                      <a:pPr algn="ctr">
                        <a:lnSpc>
                          <a:spcPct val="100000"/>
                        </a:lnSpc>
                        <a:spcAft>
                          <a:spcPts val="0"/>
                        </a:spcAft>
                      </a:pPr>
                      <a:r>
                        <a:rPr lang="zh-CN" sz="2400" b="1" dirty="0">
                          <a:effectLst/>
                          <a:latin typeface="+mn-lt"/>
                          <a:ea typeface="黑体" panose="02010609060101010101" pitchFamily="2" charset="-122"/>
                        </a:rPr>
                        <a:t>最大主机数</a:t>
                      </a:r>
                    </a:p>
                  </a:txBody>
                  <a:tcPr marL="68583" marR="68583"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75836">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A</a:t>
                      </a:r>
                      <a:endParaRPr lang="zh-CN" sz="2400" b="1" dirty="0">
                        <a:solidFill>
                          <a:srgbClr val="0000CC"/>
                        </a:solidFill>
                        <a:effectLst/>
                        <a:latin typeface="+mn-lt"/>
                        <a:ea typeface="黑体" panose="02010609060101010101" pitchFamily="2" charset="-122"/>
                      </a:endParaRPr>
                    </a:p>
                  </a:txBody>
                  <a:tcPr marL="68583" marR="68583"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126 (2</a:t>
                      </a:r>
                      <a:r>
                        <a:rPr lang="en-US" sz="2400" b="1" baseline="30000" dirty="0">
                          <a:solidFill>
                            <a:srgbClr val="0000CC"/>
                          </a:solidFill>
                          <a:effectLst/>
                          <a:latin typeface="+mn-lt"/>
                          <a:ea typeface="黑体" panose="02010609060101010101" pitchFamily="2" charset="-122"/>
                        </a:rPr>
                        <a:t>7</a:t>
                      </a:r>
                      <a:r>
                        <a:rPr lang="en-US" sz="2400" b="1" dirty="0">
                          <a:solidFill>
                            <a:srgbClr val="0000CC"/>
                          </a:solidFill>
                          <a:effectLst/>
                          <a:latin typeface="+mn-lt"/>
                          <a:ea typeface="黑体" panose="02010609060101010101" pitchFamily="2" charset="-122"/>
                        </a:rPr>
                        <a:t> – 2)</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1</a:t>
                      </a:r>
                      <a:endParaRPr lang="zh-CN" sz="2400" b="1">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126</a:t>
                      </a:r>
                      <a:endParaRPr lang="zh-CN" sz="2400" b="1">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16777214</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75836">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B</a:t>
                      </a:r>
                      <a:endParaRPr lang="zh-CN" sz="2400" b="1">
                        <a:solidFill>
                          <a:srgbClr val="0000CC"/>
                        </a:solidFill>
                        <a:effectLst/>
                        <a:latin typeface="+mn-lt"/>
                        <a:ea typeface="黑体" panose="02010609060101010101" pitchFamily="2" charset="-122"/>
                      </a:endParaRPr>
                    </a:p>
                  </a:txBody>
                  <a:tcPr marL="68583" marR="68583"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16383 (2</a:t>
                      </a:r>
                      <a:r>
                        <a:rPr lang="en-US" sz="2400" b="1" baseline="30000" dirty="0">
                          <a:solidFill>
                            <a:srgbClr val="0000CC"/>
                          </a:solidFill>
                          <a:effectLst/>
                          <a:latin typeface="+mn-lt"/>
                          <a:ea typeface="黑体" panose="02010609060101010101" pitchFamily="2" charset="-122"/>
                        </a:rPr>
                        <a:t>14</a:t>
                      </a:r>
                      <a:r>
                        <a:rPr lang="en-US" sz="2400" b="1" dirty="0">
                          <a:solidFill>
                            <a:srgbClr val="0000CC"/>
                          </a:solidFill>
                          <a:effectLst/>
                          <a:latin typeface="+mn-lt"/>
                          <a:ea typeface="黑体" panose="02010609060101010101" pitchFamily="2" charset="-122"/>
                        </a:rPr>
                        <a:t> – 1)</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128.1</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191.255</a:t>
                      </a:r>
                      <a:endParaRPr lang="zh-CN" sz="2400" b="1">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65534</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75836">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C</a:t>
                      </a:r>
                      <a:endParaRPr lang="zh-CN" sz="2400" b="1">
                        <a:solidFill>
                          <a:srgbClr val="0000CC"/>
                        </a:solidFill>
                        <a:effectLst/>
                        <a:latin typeface="+mn-lt"/>
                        <a:ea typeface="黑体" panose="02010609060101010101" pitchFamily="2" charset="-122"/>
                      </a:endParaRPr>
                    </a:p>
                  </a:txBody>
                  <a:tcPr marL="68583" marR="68583"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2097151 (2</a:t>
                      </a:r>
                      <a:r>
                        <a:rPr lang="en-US" sz="2400" b="1" baseline="30000" dirty="0">
                          <a:solidFill>
                            <a:srgbClr val="0000CC"/>
                          </a:solidFill>
                          <a:effectLst/>
                          <a:latin typeface="+mn-lt"/>
                          <a:ea typeface="黑体" panose="02010609060101010101" pitchFamily="2" charset="-122"/>
                        </a:rPr>
                        <a:t>21</a:t>
                      </a:r>
                      <a:r>
                        <a:rPr lang="en-US" sz="2400" b="1" dirty="0">
                          <a:solidFill>
                            <a:srgbClr val="0000CC"/>
                          </a:solidFill>
                          <a:effectLst/>
                          <a:latin typeface="+mn-lt"/>
                          <a:ea typeface="黑体" panose="02010609060101010101" pitchFamily="2" charset="-122"/>
                        </a:rPr>
                        <a:t> – 1)</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192.0.1</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223.255.255</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254</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750626" name="矩形 2"/>
          <p:cNvSpPr>
            <a:spLocks noChangeArrowheads="1"/>
          </p:cNvSpPr>
          <p:nvPr/>
        </p:nvSpPr>
        <p:spPr bwMode="auto">
          <a:xfrm>
            <a:off x="3152775" y="1412875"/>
            <a:ext cx="3873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800" b="1" dirty="0">
                <a:ea typeface="黑体" panose="02010609060101010101" pitchFamily="49" charset="-122"/>
              </a:rPr>
              <a:t>IP </a:t>
            </a:r>
            <a:r>
              <a:rPr lang="zh-CN" altLang="en-US" sz="2800" b="1" dirty="0">
                <a:ea typeface="黑体" panose="02010609060101010101" pitchFamily="49" charset="-122"/>
              </a:rPr>
              <a:t>地址的指派范围 </a:t>
            </a:r>
          </a:p>
        </p:txBody>
      </p:sp>
      <p:sp>
        <p:nvSpPr>
          <p:cNvPr id="7506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A69CAB-5DD5-41B6-9816-86AD50A22701}" type="slidenum">
              <a:rPr lang="zh-CN" altLang="en-US" smtClean="0"/>
              <a:pPr eaLnBrk="1" hangingPunct="1"/>
              <a:t>37</a:t>
            </a:fld>
            <a:endParaRPr lang="en-US" altLang="zh-CN" smtClean="0"/>
          </a:p>
        </p:txBody>
      </p:sp>
      <p:sp>
        <p:nvSpPr>
          <p:cNvPr id="75062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3" name="Rectangle 2"/>
          <p:cNvSpPr>
            <a:spLocks noGrp="1" noChangeArrowheads="1"/>
          </p:cNvSpPr>
          <p:nvPr>
            <p:ph type="title"/>
          </p:nvPr>
        </p:nvSpPr>
        <p:spPr/>
        <p:txBody>
          <a:bodyPr/>
          <a:lstStyle/>
          <a:p>
            <a:r>
              <a:rPr lang="en-US" altLang="zh-CN" smtClean="0">
                <a:ea typeface="黑体" panose="02010609060101010101" pitchFamily="49" charset="-122"/>
              </a:rPr>
              <a:t>2. </a:t>
            </a:r>
            <a:r>
              <a:rPr lang="zh-CN" altLang="en-US" smtClean="0">
                <a:ea typeface="黑体" panose="02010609060101010101" pitchFamily="49" charset="-122"/>
              </a:rPr>
              <a:t>常用的三种类别的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750626" name="矩形 2"/>
          <p:cNvSpPr>
            <a:spLocks noChangeArrowheads="1"/>
          </p:cNvSpPr>
          <p:nvPr/>
        </p:nvSpPr>
        <p:spPr bwMode="auto">
          <a:xfrm>
            <a:off x="495300" y="1412875"/>
            <a:ext cx="9210096"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en-US" altLang="zh-CN" sz="2800" b="1" dirty="0">
                <a:ea typeface="黑体" panose="02010609060101010101" pitchFamily="49" charset="-122"/>
              </a:rPr>
              <a:t>IP </a:t>
            </a:r>
            <a:r>
              <a:rPr lang="zh-CN" altLang="en-US" sz="2800" b="1" dirty="0">
                <a:ea typeface="黑体" panose="02010609060101010101" pitchFamily="49" charset="-122"/>
              </a:rPr>
              <a:t>地址的指派</a:t>
            </a:r>
            <a:r>
              <a:rPr lang="zh-CN" altLang="en-US" sz="2800" b="1" dirty="0" smtClean="0">
                <a:ea typeface="黑体" panose="02010609060101010101" pitchFamily="49" charset="-122"/>
              </a:rPr>
              <a:t>范围</a:t>
            </a:r>
            <a:endParaRPr lang="en-US" altLang="zh-CN" sz="2800" b="1" dirty="0" smtClean="0">
              <a:ea typeface="黑体" panose="02010609060101010101" pitchFamily="49" charset="-122"/>
            </a:endParaRPr>
          </a:p>
          <a:p>
            <a:pPr algn="just" eaLnBrk="0" hangingPunct="0"/>
            <a:r>
              <a:rPr lang="en-US" altLang="zh-CN" sz="2800" b="1" dirty="0" smtClean="0">
                <a:solidFill>
                  <a:srgbClr val="FF0000"/>
                </a:solidFill>
                <a:ea typeface="黑体" panose="02010609060101010101" pitchFamily="49" charset="-122"/>
              </a:rPr>
              <a:t>A</a:t>
            </a:r>
            <a:r>
              <a:rPr lang="en-US" altLang="zh-CN" sz="2800" b="1" dirty="0" smtClean="0">
                <a:ea typeface="黑体" panose="02010609060101010101" pitchFamily="49" charset="-122"/>
              </a:rPr>
              <a:t>: </a:t>
            </a:r>
            <a:r>
              <a:rPr lang="en-US" altLang="zh-CN" sz="2800" b="1" dirty="0" smtClean="0">
                <a:solidFill>
                  <a:srgbClr val="FF0000"/>
                </a:solidFill>
                <a:ea typeface="黑体" panose="02010609060101010101" pitchFamily="49" charset="-122"/>
              </a:rPr>
              <a:t>0</a:t>
            </a:r>
            <a:r>
              <a:rPr lang="en-US" altLang="zh-CN" sz="2800" b="1" dirty="0" smtClean="0">
                <a:ea typeface="黑体" panose="02010609060101010101" pitchFamily="49" charset="-122"/>
              </a:rPr>
              <a:t>0000001 ~ </a:t>
            </a:r>
            <a:r>
              <a:rPr lang="en-US" altLang="zh-CN" sz="2800" b="1" dirty="0" smtClean="0">
                <a:solidFill>
                  <a:srgbClr val="FF0000"/>
                </a:solidFill>
                <a:ea typeface="黑体" panose="02010609060101010101" pitchFamily="49" charset="-122"/>
              </a:rPr>
              <a:t>0</a:t>
            </a:r>
            <a:r>
              <a:rPr lang="en-US" altLang="zh-CN" sz="2800" b="1" dirty="0" smtClean="0">
                <a:ea typeface="黑体" panose="02010609060101010101" pitchFamily="49" charset="-122"/>
              </a:rPr>
              <a:t>1111110                     2</a:t>
            </a:r>
            <a:r>
              <a:rPr lang="en-US" altLang="zh-CN" sz="2800" b="1" baseline="30000" dirty="0" smtClean="0">
                <a:ea typeface="黑体" panose="02010609060101010101" pitchFamily="49" charset="-122"/>
              </a:rPr>
              <a:t>24</a:t>
            </a:r>
            <a:r>
              <a:rPr lang="en-US" altLang="zh-CN" sz="2800" b="1" dirty="0" smtClean="0">
                <a:ea typeface="黑体" panose="02010609060101010101" pitchFamily="49" charset="-122"/>
              </a:rPr>
              <a:t>-2</a:t>
            </a: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        1                   126</a:t>
            </a:r>
          </a:p>
          <a:p>
            <a:pPr algn="just" eaLnBrk="0" hangingPunct="0"/>
            <a:r>
              <a:rPr lang="en-US" altLang="zh-CN" sz="2800" b="1" dirty="0" smtClean="0">
                <a:solidFill>
                  <a:srgbClr val="FF0000"/>
                </a:solidFill>
                <a:ea typeface="黑体" panose="02010609060101010101" pitchFamily="49" charset="-122"/>
              </a:rPr>
              <a:t>B</a:t>
            </a:r>
            <a:r>
              <a:rPr lang="en-US" altLang="zh-CN" sz="2800" b="1" dirty="0" smtClean="0">
                <a:ea typeface="黑体" panose="02010609060101010101" pitchFamily="49" charset="-122"/>
              </a:rPr>
              <a:t>: </a:t>
            </a:r>
            <a:r>
              <a:rPr lang="en-US" altLang="zh-CN" sz="2800" b="1" dirty="0" smtClean="0">
                <a:solidFill>
                  <a:srgbClr val="FF0000"/>
                </a:solidFill>
                <a:ea typeface="黑体" panose="02010609060101010101" pitchFamily="49" charset="-122"/>
              </a:rPr>
              <a:t>10</a:t>
            </a:r>
            <a:r>
              <a:rPr lang="en-US" altLang="zh-CN" sz="2800" b="1" dirty="0" smtClean="0">
                <a:ea typeface="黑体" panose="02010609060101010101" pitchFamily="49" charset="-122"/>
              </a:rPr>
              <a:t>000000 0000001 </a:t>
            </a:r>
            <a:r>
              <a:rPr lang="en-US" altLang="zh-CN" sz="2800" b="1" dirty="0">
                <a:ea typeface="黑体" panose="02010609060101010101" pitchFamily="49" charset="-122"/>
              </a:rPr>
              <a:t>~ </a:t>
            </a:r>
            <a:r>
              <a:rPr lang="en-US" altLang="zh-CN" sz="2800" b="1" dirty="0" smtClean="0">
                <a:solidFill>
                  <a:srgbClr val="FF0000"/>
                </a:solidFill>
                <a:ea typeface="黑体" panose="02010609060101010101" pitchFamily="49" charset="-122"/>
              </a:rPr>
              <a:t>10</a:t>
            </a:r>
            <a:r>
              <a:rPr lang="en-US" altLang="zh-CN" sz="2800" b="1" dirty="0" smtClean="0">
                <a:ea typeface="黑体" panose="02010609060101010101" pitchFamily="49" charset="-122"/>
              </a:rPr>
              <a:t>111111 11111111    2</a:t>
            </a:r>
            <a:r>
              <a:rPr lang="en-US" altLang="zh-CN" sz="2800" b="1" baseline="30000" dirty="0" smtClean="0">
                <a:ea typeface="黑体" panose="02010609060101010101" pitchFamily="49" charset="-122"/>
              </a:rPr>
              <a:t>16</a:t>
            </a:r>
            <a:r>
              <a:rPr lang="en-US" altLang="zh-CN" sz="2800" b="1" dirty="0" smtClean="0">
                <a:ea typeface="黑体" panose="02010609060101010101" pitchFamily="49" charset="-122"/>
              </a:rPr>
              <a:t>-2</a:t>
            </a:r>
            <a:endParaRPr lang="en-US" altLang="zh-CN" sz="2800" b="1" dirty="0">
              <a:ea typeface="黑体" panose="02010609060101010101" pitchFamily="49" charset="-122"/>
            </a:endParaRP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128                 1            191           255     </a:t>
            </a:r>
            <a:endParaRPr lang="en-US" altLang="zh-CN" sz="2800" b="1" dirty="0">
              <a:ea typeface="黑体" panose="02010609060101010101" pitchFamily="49" charset="-122"/>
            </a:endParaRPr>
          </a:p>
          <a:p>
            <a:pPr algn="just" eaLnBrk="0" hangingPunct="0"/>
            <a:r>
              <a:rPr lang="en-US" altLang="zh-CN" sz="2800" b="1" dirty="0" smtClean="0">
                <a:solidFill>
                  <a:srgbClr val="FF0000"/>
                </a:solidFill>
                <a:ea typeface="黑体" panose="02010609060101010101" pitchFamily="49" charset="-122"/>
              </a:rPr>
              <a:t>C</a:t>
            </a:r>
            <a:r>
              <a:rPr lang="en-US" altLang="zh-CN" sz="2800" b="1" dirty="0" smtClean="0">
                <a:ea typeface="黑体" panose="02010609060101010101" pitchFamily="49" charset="-122"/>
              </a:rPr>
              <a:t>: </a:t>
            </a:r>
            <a:r>
              <a:rPr lang="en-US" altLang="zh-CN" sz="2800" b="1" dirty="0" smtClean="0">
                <a:solidFill>
                  <a:srgbClr val="FF0000"/>
                </a:solidFill>
                <a:ea typeface="黑体" panose="02010609060101010101" pitchFamily="49" charset="-122"/>
              </a:rPr>
              <a:t>110</a:t>
            </a:r>
            <a:r>
              <a:rPr lang="en-US" altLang="zh-CN" sz="2800" b="1" dirty="0" smtClean="0">
                <a:ea typeface="黑体" panose="02010609060101010101" pitchFamily="49" charset="-122"/>
              </a:rPr>
              <a:t>00000 00000000 </a:t>
            </a:r>
            <a:r>
              <a:rPr lang="en-US" altLang="zh-CN" sz="2800" b="1" dirty="0">
                <a:ea typeface="黑体" panose="02010609060101010101" pitchFamily="49" charset="-122"/>
              </a:rPr>
              <a:t>0000001 ~ </a:t>
            </a:r>
            <a:endParaRPr lang="en-US" altLang="zh-CN" sz="2800" b="1" dirty="0" smtClean="0">
              <a:ea typeface="黑体" panose="02010609060101010101" pitchFamily="49" charset="-122"/>
            </a:endParaRP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        192                 0              1</a:t>
            </a:r>
          </a:p>
          <a:p>
            <a:pPr algn="just" eaLnBrk="0" hangingPunct="0"/>
            <a:r>
              <a:rPr lang="en-US" altLang="zh-CN" sz="2800" b="1" dirty="0">
                <a:solidFill>
                  <a:srgbClr val="FF0000"/>
                </a:solidFill>
                <a:ea typeface="黑体" panose="02010609060101010101" pitchFamily="49" charset="-122"/>
              </a:rPr>
              <a:t> </a:t>
            </a:r>
            <a:r>
              <a:rPr lang="en-US" altLang="zh-CN" sz="2800" b="1" dirty="0" smtClean="0">
                <a:solidFill>
                  <a:srgbClr val="FF0000"/>
                </a:solidFill>
                <a:ea typeface="黑体" panose="02010609060101010101" pitchFamily="49" charset="-122"/>
              </a:rPr>
              <a:t>    110</a:t>
            </a:r>
            <a:r>
              <a:rPr lang="en-US" altLang="zh-CN" sz="2800" b="1" dirty="0" smtClean="0">
                <a:ea typeface="黑体" panose="02010609060101010101" pitchFamily="49" charset="-122"/>
              </a:rPr>
              <a:t>11111 11111111 </a:t>
            </a:r>
            <a:r>
              <a:rPr lang="en-US" altLang="zh-CN" sz="2800" b="1" dirty="0">
                <a:ea typeface="黑体" panose="02010609060101010101" pitchFamily="49" charset="-122"/>
              </a:rPr>
              <a:t>11111111 </a:t>
            </a:r>
            <a:endParaRPr lang="en-US" altLang="zh-CN" sz="2800" b="1" dirty="0" smtClean="0">
              <a:ea typeface="黑体" panose="02010609060101010101" pitchFamily="49" charset="-122"/>
            </a:endParaRP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        223                 255         255           </a:t>
            </a: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      2</a:t>
            </a:r>
            <a:r>
              <a:rPr lang="en-US" altLang="zh-CN" sz="2800" b="1" baseline="30000" dirty="0" smtClean="0">
                <a:ea typeface="黑体" panose="02010609060101010101" pitchFamily="49" charset="-122"/>
              </a:rPr>
              <a:t>8</a:t>
            </a:r>
            <a:r>
              <a:rPr lang="en-US" altLang="zh-CN" sz="2800" b="1" dirty="0" smtClean="0">
                <a:ea typeface="黑体" panose="02010609060101010101" pitchFamily="49" charset="-122"/>
              </a:rPr>
              <a:t>-2                  </a:t>
            </a:r>
            <a:endParaRPr lang="en-US" altLang="zh-CN" sz="2800" b="1" dirty="0">
              <a:ea typeface="黑体" panose="02010609060101010101" pitchFamily="49" charset="-122"/>
            </a:endParaRPr>
          </a:p>
          <a:p>
            <a:pPr eaLnBrk="0" hangingPunct="0"/>
            <a:r>
              <a:rPr lang="zh-CN" altLang="en-US" sz="2800" b="1" dirty="0" smtClean="0">
                <a:ea typeface="黑体" panose="02010609060101010101" pitchFamily="49" charset="-122"/>
              </a:rPr>
              <a:t> </a:t>
            </a:r>
            <a:endParaRPr lang="zh-CN" altLang="en-US" sz="2800" b="1" dirty="0">
              <a:ea typeface="黑体" panose="02010609060101010101" pitchFamily="49" charset="-122"/>
            </a:endParaRPr>
          </a:p>
        </p:txBody>
      </p:sp>
      <p:sp>
        <p:nvSpPr>
          <p:cNvPr id="7506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A69CAB-5DD5-41B6-9816-86AD50A22701}" type="slidenum">
              <a:rPr lang="zh-CN" altLang="en-US" smtClean="0"/>
              <a:pPr eaLnBrk="1" hangingPunct="1"/>
              <a:t>38</a:t>
            </a:fld>
            <a:endParaRPr lang="en-US" altLang="zh-CN" smtClean="0"/>
          </a:p>
        </p:txBody>
      </p:sp>
      <p:sp>
        <p:nvSpPr>
          <p:cNvPr id="75062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4401984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一般不使用的特殊的 </a:t>
            </a:r>
            <a:r>
              <a:rPr lang="en-US" altLang="zh-CN" smtClean="0">
                <a:ea typeface="黑体" panose="02010609060101010101" pitchFamily="49" charset="-122"/>
              </a:rPr>
              <a:t>IP </a:t>
            </a:r>
            <a:r>
              <a:rPr lang="zh-CN" altLang="en-US" smtClean="0">
                <a:ea typeface="黑体" panose="02010609060101010101" pitchFamily="49" charset="-122"/>
              </a:rPr>
              <a:t>地址</a:t>
            </a:r>
          </a:p>
        </p:txBody>
      </p:sp>
      <p:graphicFrame>
        <p:nvGraphicFramePr>
          <p:cNvPr id="3" name="内容占位符 2"/>
          <p:cNvGraphicFramePr>
            <a:graphicFrameLocks noGrp="1"/>
          </p:cNvGraphicFramePr>
          <p:nvPr>
            <p:ph idx="1"/>
          </p:nvPr>
        </p:nvGraphicFramePr>
        <p:xfrm>
          <a:off x="488950" y="1412875"/>
          <a:ext cx="9145589" cy="4389438"/>
        </p:xfrm>
        <a:graphic>
          <a:graphicData uri="http://schemas.openxmlformats.org/drawingml/2006/table">
            <a:tbl>
              <a:tblPr>
                <a:tableStyleId>{5C22544A-7EE6-4342-B048-85BDC9FD1C3A}</a:tableStyleId>
              </a:tblPr>
              <a:tblGrid>
                <a:gridCol w="1080188">
                  <a:extLst>
                    <a:ext uri="{9D8B030D-6E8A-4147-A177-3AD203B41FA5}">
                      <a16:colId xmlns:a16="http://schemas.microsoft.com/office/drawing/2014/main" val="20000"/>
                    </a:ext>
                  </a:extLst>
                </a:gridCol>
                <a:gridCol w="1584275">
                  <a:extLst>
                    <a:ext uri="{9D8B030D-6E8A-4147-A177-3AD203B41FA5}">
                      <a16:colId xmlns:a16="http://schemas.microsoft.com/office/drawing/2014/main" val="20001"/>
                    </a:ext>
                  </a:extLst>
                </a:gridCol>
                <a:gridCol w="1224213">
                  <a:extLst>
                    <a:ext uri="{9D8B030D-6E8A-4147-A177-3AD203B41FA5}">
                      <a16:colId xmlns:a16="http://schemas.microsoft.com/office/drawing/2014/main" val="20002"/>
                    </a:ext>
                  </a:extLst>
                </a:gridCol>
                <a:gridCol w="1440250">
                  <a:extLst>
                    <a:ext uri="{9D8B030D-6E8A-4147-A177-3AD203B41FA5}">
                      <a16:colId xmlns:a16="http://schemas.microsoft.com/office/drawing/2014/main" val="20003"/>
                    </a:ext>
                  </a:extLst>
                </a:gridCol>
                <a:gridCol w="3816663">
                  <a:extLst>
                    <a:ext uri="{9D8B030D-6E8A-4147-A177-3AD203B41FA5}">
                      <a16:colId xmlns:a16="http://schemas.microsoft.com/office/drawing/2014/main" val="20004"/>
                    </a:ext>
                  </a:extLst>
                </a:gridCol>
              </a:tblGrid>
              <a:tr h="731573">
                <a:tc>
                  <a:txBody>
                    <a:bodyPr/>
                    <a:lstStyle/>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网络号</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pPr>
                      <a:r>
                        <a:rPr lang="zh-CN" sz="2400" b="1" kern="1200">
                          <a:solidFill>
                            <a:schemeClr val="tx1"/>
                          </a:solidFill>
                          <a:effectLst/>
                          <a:latin typeface="+mn-lt"/>
                          <a:ea typeface="黑体" panose="02010609060101010101" pitchFamily="2" charset="-122"/>
                          <a:cs typeface="+mn-cs"/>
                        </a:rPr>
                        <a:t>主机号</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源地址</a:t>
                      </a:r>
                      <a:endParaRPr lang="en-US" altLang="zh-CN" sz="2400" b="1" kern="1200" dirty="0">
                        <a:solidFill>
                          <a:schemeClr val="tx1"/>
                        </a:solidFill>
                        <a:effectLst/>
                        <a:latin typeface="+mn-lt"/>
                        <a:ea typeface="黑体" panose="02010609060101010101" pitchFamily="2" charset="-122"/>
                        <a:cs typeface="+mn-cs"/>
                      </a:endParaRPr>
                    </a:p>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使用</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目的地址</a:t>
                      </a:r>
                      <a:endParaRPr lang="en-US" altLang="zh-CN" sz="2400" b="1" kern="1200" dirty="0">
                        <a:solidFill>
                          <a:schemeClr val="tx1"/>
                        </a:solidFill>
                        <a:effectLst/>
                        <a:latin typeface="+mn-lt"/>
                        <a:ea typeface="黑体" panose="02010609060101010101" pitchFamily="2" charset="-122"/>
                        <a:cs typeface="+mn-cs"/>
                      </a:endParaRPr>
                    </a:p>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使用</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tabLst>
                          <a:tab pos="2637155" algn="ctr"/>
                          <a:tab pos="5274310" algn="r"/>
                          <a:tab pos="266700" algn="l"/>
                        </a:tabLst>
                      </a:pPr>
                      <a:r>
                        <a:rPr lang="zh-CN" sz="2400" b="1" kern="1200" dirty="0">
                          <a:solidFill>
                            <a:schemeClr val="tx1"/>
                          </a:solidFill>
                          <a:effectLst/>
                          <a:latin typeface="+mn-lt"/>
                          <a:ea typeface="黑体" panose="02010609060101010101" pitchFamily="2" charset="-122"/>
                          <a:cs typeface="+mn-cs"/>
                        </a:rPr>
                        <a:t>代表的意思</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31573">
                <a:tc>
                  <a:txBody>
                    <a:bodyPr/>
                    <a:lstStyle/>
                    <a:p>
                      <a:pPr marL="0" algn="ctr" defTabSz="914400" rtl="0" eaLnBrk="1" latinLnBrk="0" hangingPunct="1">
                        <a:lnSpc>
                          <a:spcPct val="100000"/>
                        </a:lnSpc>
                        <a:spcAft>
                          <a:spcPts val="0"/>
                        </a:spcAft>
                      </a:pPr>
                      <a:r>
                        <a:rPr lang="en-US" sz="2400" b="1" kern="1200" dirty="0">
                          <a:solidFill>
                            <a:srgbClr val="0000CC"/>
                          </a:solidFill>
                          <a:effectLst/>
                          <a:latin typeface="+mn-lt"/>
                          <a:ea typeface="黑体" panose="02010609060101010101" pitchFamily="2" charset="-122"/>
                          <a:cs typeface="+mn-cs"/>
                        </a:rPr>
                        <a:t>0</a:t>
                      </a:r>
                      <a:endParaRPr lang="zh-CN" sz="2400" b="1" kern="1200" dirty="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en-US" sz="2400" b="1" kern="1200" dirty="0">
                          <a:solidFill>
                            <a:srgbClr val="0000CC"/>
                          </a:solidFill>
                          <a:effectLst/>
                          <a:latin typeface="+mn-lt"/>
                          <a:ea typeface="黑体" panose="02010609060101010101" pitchFamily="2" charset="-122"/>
                          <a:cs typeface="+mn-cs"/>
                        </a:rPr>
                        <a:t>0</a:t>
                      </a:r>
                      <a:endParaRPr lang="zh-CN" sz="2400" b="1" kern="1200" dirty="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不可</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在本网络上的本主机（见</a:t>
                      </a:r>
                      <a:r>
                        <a:rPr lang="en-US" sz="2400" b="1" kern="1200" dirty="0">
                          <a:solidFill>
                            <a:srgbClr val="0000CC"/>
                          </a:solidFill>
                          <a:effectLst/>
                          <a:latin typeface="+mn-lt"/>
                          <a:ea typeface="黑体" panose="02010609060101010101" pitchFamily="2" charset="-122"/>
                          <a:cs typeface="+mn-cs"/>
                        </a:rPr>
                        <a:t>6.6</a:t>
                      </a:r>
                      <a:r>
                        <a:rPr lang="zh-CN" sz="2400" b="1" kern="1200" dirty="0">
                          <a:solidFill>
                            <a:srgbClr val="0000CC"/>
                          </a:solidFill>
                          <a:effectLst/>
                          <a:latin typeface="+mn-lt"/>
                          <a:ea typeface="黑体" panose="02010609060101010101" pitchFamily="2" charset="-122"/>
                          <a:cs typeface="+mn-cs"/>
                        </a:rPr>
                        <a:t>节</a:t>
                      </a:r>
                      <a:r>
                        <a:rPr lang="en-US" sz="2400" b="1" kern="1200" dirty="0">
                          <a:solidFill>
                            <a:srgbClr val="0000CC"/>
                          </a:solidFill>
                          <a:effectLst/>
                          <a:latin typeface="+mn-lt"/>
                          <a:ea typeface="黑体" panose="02010609060101010101" pitchFamily="2" charset="-122"/>
                          <a:cs typeface="+mn-cs"/>
                        </a:rPr>
                        <a:t>DHCP</a:t>
                      </a:r>
                      <a:r>
                        <a:rPr lang="zh-CN" sz="2400" b="1" kern="1200" dirty="0">
                          <a:solidFill>
                            <a:srgbClr val="0000CC"/>
                          </a:solidFill>
                          <a:effectLst/>
                          <a:latin typeface="+mn-lt"/>
                          <a:ea typeface="黑体" panose="02010609060101010101" pitchFamily="2" charset="-122"/>
                          <a:cs typeface="+mn-cs"/>
                        </a:rPr>
                        <a:t>协议）</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31573">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anose="02010609060101010101" pitchFamily="2" charset="-122"/>
                          <a:cs typeface="+mn-cs"/>
                        </a:rPr>
                        <a:t>0</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anose="02010609060101010101" pitchFamily="2" charset="-122"/>
                          <a:cs typeface="+mn-cs"/>
                        </a:rPr>
                        <a:t>host-id</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不可</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在本网络上的某台主机</a:t>
                      </a:r>
                      <a:r>
                        <a:rPr lang="en-US" sz="2400" b="1" kern="1200" dirty="0">
                          <a:solidFill>
                            <a:srgbClr val="0000CC"/>
                          </a:solidFill>
                          <a:effectLst/>
                          <a:latin typeface="+mn-lt"/>
                          <a:ea typeface="黑体" panose="02010609060101010101" pitchFamily="2" charset="-122"/>
                          <a:cs typeface="+mn-cs"/>
                        </a:rPr>
                        <a:t>host-id</a:t>
                      </a:r>
                      <a:endParaRPr lang="zh-CN" sz="2400" b="1" kern="1200" dirty="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731573">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全</a:t>
                      </a:r>
                      <a:r>
                        <a:rPr lang="en-US" sz="2400" b="1" kern="1200">
                          <a:solidFill>
                            <a:srgbClr val="0000CC"/>
                          </a:solidFill>
                          <a:effectLst/>
                          <a:latin typeface="+mn-lt"/>
                          <a:ea typeface="黑体" panose="02010609060101010101" pitchFamily="2" charset="-122"/>
                          <a:cs typeface="+mn-cs"/>
                        </a:rPr>
                        <a:t>1</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全</a:t>
                      </a:r>
                      <a:r>
                        <a:rPr lang="en-US" sz="2400" b="1" kern="1200">
                          <a:solidFill>
                            <a:srgbClr val="0000CC"/>
                          </a:solidFill>
                          <a:effectLst/>
                          <a:latin typeface="+mn-lt"/>
                          <a:ea typeface="黑体" panose="02010609060101010101" pitchFamily="2" charset="-122"/>
                          <a:cs typeface="+mn-cs"/>
                        </a:rPr>
                        <a:t>1</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不可</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只在本网络上进行广播（各路由器均不转发）</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31573">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anose="02010609060101010101" pitchFamily="2" charset="-122"/>
                          <a:cs typeface="+mn-cs"/>
                        </a:rPr>
                        <a:t>net-id</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全</a:t>
                      </a:r>
                      <a:r>
                        <a:rPr lang="en-US" sz="2400" b="1" kern="1200">
                          <a:solidFill>
                            <a:srgbClr val="0000CC"/>
                          </a:solidFill>
                          <a:effectLst/>
                          <a:latin typeface="+mn-lt"/>
                          <a:ea typeface="黑体" panose="02010609060101010101" pitchFamily="2" charset="-122"/>
                          <a:cs typeface="+mn-cs"/>
                        </a:rPr>
                        <a:t>1</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不可</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对</a:t>
                      </a:r>
                      <a:r>
                        <a:rPr lang="en-US" sz="2400" b="1" kern="1200" dirty="0">
                          <a:solidFill>
                            <a:srgbClr val="0000CC"/>
                          </a:solidFill>
                          <a:effectLst/>
                          <a:latin typeface="+mn-lt"/>
                          <a:ea typeface="黑体" panose="02010609060101010101" pitchFamily="2" charset="-122"/>
                          <a:cs typeface="+mn-cs"/>
                        </a:rPr>
                        <a:t>net-id</a:t>
                      </a:r>
                      <a:r>
                        <a:rPr lang="zh-CN" sz="2400" b="1" kern="1200" dirty="0">
                          <a:solidFill>
                            <a:srgbClr val="0000CC"/>
                          </a:solidFill>
                          <a:effectLst/>
                          <a:latin typeface="+mn-lt"/>
                          <a:ea typeface="黑体" panose="02010609060101010101" pitchFamily="2" charset="-122"/>
                          <a:cs typeface="+mn-cs"/>
                        </a:rPr>
                        <a:t>上的所有主机进行广播</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31573">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anose="02010609060101010101" pitchFamily="2" charset="-122"/>
                          <a:cs typeface="+mn-cs"/>
                        </a:rPr>
                        <a:t>127</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非全</a:t>
                      </a:r>
                      <a:r>
                        <a:rPr lang="en-US" sz="2400" b="1" kern="1200" dirty="0">
                          <a:solidFill>
                            <a:srgbClr val="0000CC"/>
                          </a:solidFill>
                          <a:effectLst/>
                          <a:latin typeface="+mn-lt"/>
                          <a:ea typeface="黑体" panose="02010609060101010101" pitchFamily="2" charset="-122"/>
                          <a:cs typeface="+mn-cs"/>
                        </a:rPr>
                        <a:t>0</a:t>
                      </a:r>
                      <a:r>
                        <a:rPr lang="zh-CN" sz="2400" b="1" kern="1200" dirty="0">
                          <a:solidFill>
                            <a:srgbClr val="0000CC"/>
                          </a:solidFill>
                          <a:effectLst/>
                          <a:latin typeface="+mn-lt"/>
                          <a:ea typeface="黑体" panose="02010609060101010101" pitchFamily="2" charset="-122"/>
                          <a:cs typeface="+mn-cs"/>
                        </a:rPr>
                        <a:t>或全</a:t>
                      </a:r>
                      <a:r>
                        <a:rPr lang="en-US" sz="2400" b="1" kern="1200" dirty="0">
                          <a:solidFill>
                            <a:srgbClr val="0000CC"/>
                          </a:solidFill>
                          <a:effectLst/>
                          <a:latin typeface="+mn-lt"/>
                          <a:ea typeface="黑体" panose="02010609060101010101" pitchFamily="2" charset="-122"/>
                          <a:cs typeface="+mn-cs"/>
                        </a:rPr>
                        <a:t>1</a:t>
                      </a:r>
                      <a:r>
                        <a:rPr lang="zh-CN" sz="2400" b="1" kern="1200" dirty="0">
                          <a:solidFill>
                            <a:srgbClr val="0000CC"/>
                          </a:solidFill>
                          <a:effectLst/>
                          <a:latin typeface="+mn-lt"/>
                          <a:ea typeface="黑体" panose="02010609060101010101" pitchFamily="2" charset="-122"/>
                          <a:cs typeface="+mn-cs"/>
                        </a:rPr>
                        <a:t>的任何数</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用作本地软件环回测试之用</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75268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A3745B-C0FB-47CD-BC9B-8DE26A74F943}" type="slidenum">
              <a:rPr lang="zh-CN" altLang="en-US" smtClean="0"/>
              <a:pPr eaLnBrk="1" hangingPunct="1"/>
              <a:t>39</a:t>
            </a:fld>
            <a:endParaRPr lang="en-US" altLang="zh-CN" smtClean="0"/>
          </a:p>
        </p:txBody>
      </p:sp>
      <p:sp>
        <p:nvSpPr>
          <p:cNvPr id="75268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地址的一些重要特点 </a:t>
            </a:r>
          </a:p>
        </p:txBody>
      </p:sp>
      <p:sp>
        <p:nvSpPr>
          <p:cNvPr id="753666" name="Rectangle 3"/>
          <p:cNvSpPr>
            <a:spLocks noGrp="1" noChangeArrowheads="1"/>
          </p:cNvSpPr>
          <p:nvPr>
            <p:ph idx="1"/>
          </p:nvPr>
        </p:nvSpPr>
        <p:spPr>
          <a:xfrm>
            <a:off x="495300" y="1196975"/>
            <a:ext cx="9066213" cy="4933950"/>
          </a:xfrm>
        </p:spPr>
        <p:txBody>
          <a:bodyPr/>
          <a:lstStyle/>
          <a:p>
            <a:r>
              <a:rPr lang="en-US" altLang="zh-CN" smtClean="0">
                <a:solidFill>
                  <a:srgbClr val="FF0000"/>
                </a:solidFill>
                <a:ea typeface="黑体" panose="02010609060101010101" pitchFamily="49" charset="-122"/>
              </a:rPr>
              <a:t>(1) IP </a:t>
            </a:r>
            <a:r>
              <a:rPr lang="zh-CN" altLang="en-US" smtClean="0">
                <a:solidFill>
                  <a:srgbClr val="FF0000"/>
                </a:solidFill>
                <a:ea typeface="黑体" panose="02010609060101010101" pitchFamily="49" charset="-122"/>
              </a:rPr>
              <a:t>地址是一种分等级的地址结构。</a:t>
            </a:r>
            <a:r>
              <a:rPr lang="zh-CN" altLang="en-US" smtClean="0">
                <a:ea typeface="黑体" panose="02010609060101010101" pitchFamily="49" charset="-122"/>
              </a:rPr>
              <a:t>分两个等级的好处是：</a:t>
            </a:r>
            <a:endParaRPr lang="en-US" altLang="zh-CN" smtClean="0">
              <a:ea typeface="黑体" panose="02010609060101010101" pitchFamily="49" charset="-122"/>
            </a:endParaRPr>
          </a:p>
          <a:p>
            <a:pPr lvl="1"/>
            <a:r>
              <a:rPr lang="zh-CN" altLang="en-US" smtClean="0">
                <a:ea typeface="黑体" panose="02010609060101010101" pitchFamily="49" charset="-122"/>
              </a:rPr>
              <a:t>第一，</a:t>
            </a:r>
            <a:r>
              <a:rPr lang="en-US" altLang="zh-CN" smtClean="0">
                <a:ea typeface="黑体" panose="02010609060101010101" pitchFamily="49" charset="-122"/>
              </a:rPr>
              <a:t>IP </a:t>
            </a:r>
            <a:r>
              <a:rPr lang="zh-CN" altLang="en-US" smtClean="0">
                <a:ea typeface="黑体" panose="02010609060101010101" pitchFamily="49" charset="-122"/>
              </a:rPr>
              <a:t>地址管理机构在分配 </a:t>
            </a:r>
            <a:r>
              <a:rPr lang="en-US" altLang="zh-CN" smtClean="0">
                <a:ea typeface="黑体" panose="02010609060101010101" pitchFamily="49" charset="-122"/>
              </a:rPr>
              <a:t>IP </a:t>
            </a:r>
            <a:r>
              <a:rPr lang="zh-CN" altLang="en-US" smtClean="0">
                <a:ea typeface="黑体" panose="02010609060101010101" pitchFamily="49" charset="-122"/>
              </a:rPr>
              <a:t>地址时只分配网络号，而剩下的主机号则由得到该网络号的单位自行分配。这样就方便了 </a:t>
            </a:r>
            <a:r>
              <a:rPr lang="en-US" altLang="zh-CN" smtClean="0">
                <a:ea typeface="黑体" panose="02010609060101010101" pitchFamily="49" charset="-122"/>
              </a:rPr>
              <a:t>IP </a:t>
            </a:r>
            <a:r>
              <a:rPr lang="zh-CN" altLang="en-US" smtClean="0">
                <a:ea typeface="黑体" panose="02010609060101010101" pitchFamily="49" charset="-122"/>
              </a:rPr>
              <a:t>地址的管理</a:t>
            </a:r>
            <a:endParaRPr lang="en-US" altLang="zh-CN" smtClean="0">
              <a:ea typeface="黑体" panose="02010609060101010101" pitchFamily="49" charset="-122"/>
            </a:endParaRPr>
          </a:p>
          <a:p>
            <a:pPr lvl="1"/>
            <a:r>
              <a:rPr lang="zh-CN" altLang="en-US" smtClean="0">
                <a:ea typeface="黑体" panose="02010609060101010101" pitchFamily="49" charset="-122"/>
              </a:rPr>
              <a:t>第二，路由器仅根据目的主机所连接的网络号来转发分组（而不考虑目的主机号），这样就可以使路由表中的项目数大幅度减少，从而减小了路由表所占的存储空间。 </a:t>
            </a:r>
          </a:p>
        </p:txBody>
      </p:sp>
      <p:sp>
        <p:nvSpPr>
          <p:cNvPr id="7536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4F8954-C23F-46E8-96CB-498FDF5D50EE}" type="slidenum">
              <a:rPr lang="zh-CN" altLang="en-US" smtClean="0"/>
              <a:pPr eaLnBrk="1" hangingPunct="1"/>
              <a:t>40</a:t>
            </a:fld>
            <a:endParaRPr lang="en-US" altLang="zh-CN" smtClean="0"/>
          </a:p>
        </p:txBody>
      </p:sp>
      <p:sp>
        <p:nvSpPr>
          <p:cNvPr id="7536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地址的一些重要特点 </a:t>
            </a:r>
          </a:p>
        </p:txBody>
      </p:sp>
      <p:sp>
        <p:nvSpPr>
          <p:cNvPr id="209923" name="Rectangle 3"/>
          <p:cNvSpPr>
            <a:spLocks noGrp="1" noChangeArrowheads="1"/>
          </p:cNvSpPr>
          <p:nvPr>
            <p:ph idx="1"/>
          </p:nvPr>
        </p:nvSpPr>
        <p:spPr>
          <a:xfrm>
            <a:off x="495300" y="1196975"/>
            <a:ext cx="9066213" cy="4933950"/>
          </a:xfrm>
        </p:spPr>
        <p:txBody>
          <a:bodyPr/>
          <a:lstStyle/>
          <a:p>
            <a:r>
              <a:rPr lang="en-US" altLang="zh-CN" smtClean="0">
                <a:solidFill>
                  <a:srgbClr val="FF0000"/>
                </a:solidFill>
                <a:ea typeface="黑体" panose="02010609060101010101" pitchFamily="49" charset="-122"/>
              </a:rPr>
              <a:t>(2) </a:t>
            </a:r>
            <a:r>
              <a:rPr lang="zh-CN" altLang="en-US" smtClean="0">
                <a:solidFill>
                  <a:srgbClr val="FF0000"/>
                </a:solidFill>
                <a:ea typeface="黑体" panose="02010609060101010101" pitchFamily="49" charset="-122"/>
              </a:rPr>
              <a:t>实际上 </a:t>
            </a:r>
            <a:r>
              <a:rPr lang="en-US" altLang="zh-CN" smtClean="0">
                <a:solidFill>
                  <a:srgbClr val="FF0000"/>
                </a:solidFill>
                <a:ea typeface="黑体" panose="02010609060101010101" pitchFamily="49" charset="-122"/>
              </a:rPr>
              <a:t>IP </a:t>
            </a:r>
            <a:r>
              <a:rPr lang="zh-CN" altLang="en-US" smtClean="0">
                <a:solidFill>
                  <a:srgbClr val="FF0000"/>
                </a:solidFill>
                <a:ea typeface="黑体" panose="02010609060101010101" pitchFamily="49" charset="-122"/>
              </a:rPr>
              <a:t>地址是标志一个主机（或路由器）和一条链路的接口。</a:t>
            </a:r>
          </a:p>
          <a:p>
            <a:pPr lvl="1"/>
            <a:r>
              <a:rPr lang="zh-CN" altLang="en-US" smtClean="0">
                <a:ea typeface="黑体" panose="02010609060101010101" pitchFamily="49" charset="-122"/>
              </a:rPr>
              <a:t>当一个主机同时连接到两个网络上时，该主机就必须同时具有两个相应的 </a:t>
            </a:r>
            <a:r>
              <a:rPr lang="en-US" altLang="zh-CN" smtClean="0">
                <a:ea typeface="黑体" panose="02010609060101010101" pitchFamily="49" charset="-122"/>
              </a:rPr>
              <a:t>IP </a:t>
            </a:r>
            <a:r>
              <a:rPr lang="zh-CN" altLang="en-US" smtClean="0">
                <a:ea typeface="黑体" panose="02010609060101010101" pitchFamily="49" charset="-122"/>
              </a:rPr>
              <a:t>地址，其网络号 </a:t>
            </a:r>
            <a:r>
              <a:rPr lang="en-US" altLang="zh-CN" smtClean="0">
                <a:ea typeface="黑体" panose="02010609060101010101" pitchFamily="49" charset="-122"/>
              </a:rPr>
              <a:t>net-id </a:t>
            </a:r>
            <a:r>
              <a:rPr lang="zh-CN" altLang="en-US" smtClean="0">
                <a:ea typeface="黑体" panose="02010609060101010101" pitchFamily="49" charset="-122"/>
              </a:rPr>
              <a:t>必须是不同的。这种主机称为</a:t>
            </a:r>
            <a:r>
              <a:rPr lang="zh-CN" altLang="en-US" smtClean="0">
                <a:solidFill>
                  <a:srgbClr val="FF0000"/>
                </a:solidFill>
                <a:ea typeface="黑体" panose="02010609060101010101" pitchFamily="49" charset="-122"/>
              </a:rPr>
              <a:t>多归属主机 </a:t>
            </a:r>
            <a:r>
              <a:rPr lang="en-US" altLang="zh-CN" smtClean="0">
                <a:ea typeface="黑体" panose="02010609060101010101" pitchFamily="49" charset="-122"/>
              </a:rPr>
              <a:t>(multihomed host)</a:t>
            </a:r>
            <a:r>
              <a:rPr lang="zh-CN" altLang="en-US" smtClean="0">
                <a:ea typeface="黑体" panose="02010609060101010101" pitchFamily="49" charset="-122"/>
              </a:rPr>
              <a:t>。</a:t>
            </a:r>
          </a:p>
          <a:p>
            <a:pPr lvl="1"/>
            <a:r>
              <a:rPr lang="zh-CN" altLang="en-US" smtClean="0">
                <a:ea typeface="黑体" panose="02010609060101010101" pitchFamily="49" charset="-122"/>
              </a:rPr>
              <a:t>由于一个路由器至少应当连接到两个网络（这样它才能将 </a:t>
            </a:r>
            <a:r>
              <a:rPr lang="en-US" altLang="zh-CN" smtClean="0">
                <a:ea typeface="黑体" panose="02010609060101010101" pitchFamily="49" charset="-122"/>
              </a:rPr>
              <a:t>IP </a:t>
            </a:r>
            <a:r>
              <a:rPr lang="zh-CN" altLang="en-US" smtClean="0">
                <a:ea typeface="黑体" panose="02010609060101010101" pitchFamily="49" charset="-122"/>
              </a:rPr>
              <a:t>数据报从一个网络转发到另一个网络），因此</a:t>
            </a:r>
            <a:r>
              <a:rPr lang="zh-CN" altLang="en-US" smtClean="0">
                <a:solidFill>
                  <a:srgbClr val="0000CC"/>
                </a:solidFill>
                <a:ea typeface="黑体" panose="02010609060101010101" pitchFamily="49" charset="-122"/>
              </a:rPr>
              <a:t>一个路由器至少应当有两个不同的 </a:t>
            </a:r>
            <a:r>
              <a:rPr lang="en-US" altLang="zh-CN" smtClean="0">
                <a:solidFill>
                  <a:srgbClr val="0000CC"/>
                </a:solidFill>
                <a:ea typeface="黑体" panose="02010609060101010101" pitchFamily="49" charset="-122"/>
              </a:rPr>
              <a:t>IP </a:t>
            </a:r>
            <a:r>
              <a:rPr lang="zh-CN" altLang="en-US" smtClean="0">
                <a:solidFill>
                  <a:srgbClr val="0000CC"/>
                </a:solidFill>
                <a:ea typeface="黑体" panose="02010609060101010101" pitchFamily="49" charset="-122"/>
              </a:rPr>
              <a:t>地址。 </a:t>
            </a:r>
          </a:p>
        </p:txBody>
      </p:sp>
      <p:sp>
        <p:nvSpPr>
          <p:cNvPr id="7557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965BC9-C996-4FCE-BB3D-2AE912B75B67}" type="slidenum">
              <a:rPr lang="zh-CN" altLang="en-US" smtClean="0"/>
              <a:pPr eaLnBrk="1" hangingPunct="1"/>
              <a:t>41</a:t>
            </a:fld>
            <a:endParaRPr lang="en-US" altLang="zh-CN" smtClean="0"/>
          </a:p>
        </p:txBody>
      </p:sp>
      <p:sp>
        <p:nvSpPr>
          <p:cNvPr id="7557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92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99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地址的一些重要特点 </a:t>
            </a:r>
          </a:p>
        </p:txBody>
      </p:sp>
      <p:sp>
        <p:nvSpPr>
          <p:cNvPr id="445443" name="Rectangle 3"/>
          <p:cNvSpPr>
            <a:spLocks noGrp="1" noChangeArrowheads="1"/>
          </p:cNvSpPr>
          <p:nvPr>
            <p:ph idx="1"/>
          </p:nvPr>
        </p:nvSpPr>
        <p:spPr>
          <a:xfrm>
            <a:off x="495300" y="1196975"/>
            <a:ext cx="9066213" cy="4933950"/>
          </a:xfrm>
        </p:spPr>
        <p:txBody>
          <a:bodyPr/>
          <a:lstStyle/>
          <a:p>
            <a:pPr>
              <a:spcBef>
                <a:spcPts val="1200"/>
              </a:spcBef>
            </a:pPr>
            <a:r>
              <a:rPr lang="en-US" altLang="zh-CN" smtClean="0">
                <a:solidFill>
                  <a:srgbClr val="FF0000"/>
                </a:solidFill>
                <a:ea typeface="黑体" panose="02010609060101010101" pitchFamily="49" charset="-122"/>
              </a:rPr>
              <a:t>(3) </a:t>
            </a:r>
            <a:r>
              <a:rPr lang="zh-CN" altLang="en-US" smtClean="0">
                <a:solidFill>
                  <a:srgbClr val="FF0000"/>
                </a:solidFill>
                <a:ea typeface="黑体" panose="02010609060101010101" pitchFamily="49" charset="-122"/>
              </a:rPr>
              <a:t>用转发器或网桥连接起来的若干个局域网</a:t>
            </a:r>
            <a:r>
              <a:rPr lang="zh-CN" altLang="en-US" smtClean="0">
                <a:solidFill>
                  <a:srgbClr val="0000FF"/>
                </a:solidFill>
                <a:ea typeface="黑体" panose="02010609060101010101" pitchFamily="49" charset="-122"/>
              </a:rPr>
              <a:t>仍为一个网络，因此这些局域网都具有同样的网络号 </a:t>
            </a:r>
            <a:r>
              <a:rPr lang="en-US" altLang="zh-CN" smtClean="0">
                <a:solidFill>
                  <a:srgbClr val="0000FF"/>
                </a:solidFill>
                <a:ea typeface="黑体" panose="02010609060101010101" pitchFamily="49" charset="-122"/>
              </a:rPr>
              <a:t>net-id</a:t>
            </a:r>
            <a:r>
              <a:rPr lang="zh-CN" altLang="en-US" smtClean="0">
                <a:solidFill>
                  <a:srgbClr val="0000FF"/>
                </a:solidFill>
                <a:ea typeface="黑体" panose="02010609060101010101" pitchFamily="49" charset="-122"/>
              </a:rPr>
              <a:t>。</a:t>
            </a:r>
          </a:p>
          <a:p>
            <a:pPr>
              <a:spcBef>
                <a:spcPts val="1200"/>
              </a:spcBef>
            </a:pPr>
            <a:r>
              <a:rPr lang="en-US" altLang="zh-CN" smtClean="0">
                <a:solidFill>
                  <a:srgbClr val="FF0000"/>
                </a:solidFill>
                <a:ea typeface="黑体" panose="02010609060101010101" pitchFamily="49" charset="-122"/>
              </a:rPr>
              <a:t>(4) </a:t>
            </a:r>
            <a:r>
              <a:rPr lang="zh-CN" altLang="en-US" smtClean="0">
                <a:solidFill>
                  <a:srgbClr val="FF0000"/>
                </a:solidFill>
                <a:ea typeface="黑体" panose="02010609060101010101" pitchFamily="49" charset="-122"/>
              </a:rPr>
              <a:t>所有分配到网络号 </a:t>
            </a:r>
            <a:r>
              <a:rPr lang="en-US" altLang="zh-CN" smtClean="0">
                <a:solidFill>
                  <a:srgbClr val="FF0000"/>
                </a:solidFill>
                <a:ea typeface="黑体" panose="02010609060101010101" pitchFamily="49" charset="-122"/>
              </a:rPr>
              <a:t>net-id </a:t>
            </a:r>
            <a:r>
              <a:rPr lang="zh-CN" altLang="en-US" smtClean="0">
                <a:solidFill>
                  <a:srgbClr val="FF0000"/>
                </a:solidFill>
                <a:ea typeface="黑体" panose="02010609060101010101" pitchFamily="49" charset="-122"/>
              </a:rPr>
              <a:t>的网络，无论是范围很小的局域网，还是可能覆盖很大地理范围的广域网，都是平等的。</a:t>
            </a:r>
          </a:p>
        </p:txBody>
      </p:sp>
      <p:sp>
        <p:nvSpPr>
          <p:cNvPr id="7577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49EC88-64A9-439D-9016-ACAFED55093E}" type="slidenum">
              <a:rPr lang="zh-CN" altLang="en-US" smtClean="0"/>
              <a:pPr eaLnBrk="1" hangingPunct="1"/>
              <a:t>42</a:t>
            </a:fld>
            <a:endParaRPr lang="en-US" altLang="zh-CN" smtClean="0"/>
          </a:p>
        </p:txBody>
      </p:sp>
      <p:sp>
        <p:nvSpPr>
          <p:cNvPr id="7577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54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09" name="Rectangle 3"/>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59810" name="组合 1"/>
          <p:cNvGrpSpPr>
            <a:grpSpLocks/>
          </p:cNvGrpSpPr>
          <p:nvPr/>
        </p:nvGrpSpPr>
        <p:grpSpPr bwMode="auto">
          <a:xfrm>
            <a:off x="592138" y="1198563"/>
            <a:ext cx="9113837" cy="5399087"/>
            <a:chOff x="272480" y="898525"/>
            <a:chExt cx="9545961" cy="5699126"/>
          </a:xfrm>
        </p:grpSpPr>
        <p:sp>
          <p:nvSpPr>
            <p:cNvPr id="759811"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59812"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13"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59814"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59815"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59816"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17"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59818"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19"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0"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1"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22"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3"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24"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59825"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6"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7"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28"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29"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59830"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59831" name="Group 23"/>
            <p:cNvGrpSpPr>
              <a:grpSpLocks/>
            </p:cNvGrpSpPr>
            <p:nvPr/>
          </p:nvGrpSpPr>
          <p:grpSpPr bwMode="auto">
            <a:xfrm>
              <a:off x="627725" y="3616325"/>
              <a:ext cx="546894" cy="515938"/>
              <a:chOff x="101" y="2294"/>
              <a:chExt cx="343" cy="353"/>
            </a:xfrm>
          </p:grpSpPr>
          <p:grpSp>
            <p:nvGrpSpPr>
              <p:cNvPr id="759832" name="Group 24"/>
              <p:cNvGrpSpPr>
                <a:grpSpLocks/>
              </p:cNvGrpSpPr>
              <p:nvPr/>
            </p:nvGrpSpPr>
            <p:grpSpPr bwMode="auto">
              <a:xfrm>
                <a:off x="109" y="2301"/>
                <a:ext cx="335" cy="346"/>
                <a:chOff x="109" y="2301"/>
                <a:chExt cx="335" cy="346"/>
              </a:xfrm>
            </p:grpSpPr>
            <p:sp>
              <p:nvSpPr>
                <p:cNvPr id="759833"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34"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35"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36"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37"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38"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39"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40"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41" name="Group 33"/>
                <p:cNvGrpSpPr>
                  <a:grpSpLocks/>
                </p:cNvGrpSpPr>
                <p:nvPr/>
              </p:nvGrpSpPr>
              <p:grpSpPr bwMode="auto">
                <a:xfrm>
                  <a:off x="109" y="2596"/>
                  <a:ext cx="335" cy="51"/>
                  <a:chOff x="109" y="2596"/>
                  <a:chExt cx="335" cy="51"/>
                </a:xfrm>
              </p:grpSpPr>
              <p:sp>
                <p:nvSpPr>
                  <p:cNvPr id="759842"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3"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4"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845" name="Group 37"/>
              <p:cNvGrpSpPr>
                <a:grpSpLocks/>
              </p:cNvGrpSpPr>
              <p:nvPr/>
            </p:nvGrpSpPr>
            <p:grpSpPr bwMode="auto">
              <a:xfrm>
                <a:off x="101" y="2294"/>
                <a:ext cx="335" cy="347"/>
                <a:chOff x="101" y="2294"/>
                <a:chExt cx="335" cy="347"/>
              </a:xfrm>
            </p:grpSpPr>
            <p:sp>
              <p:nvSpPr>
                <p:cNvPr id="759846"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7"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8"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9"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50"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51"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52"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53"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54" name="Group 46"/>
                <p:cNvGrpSpPr>
                  <a:grpSpLocks/>
                </p:cNvGrpSpPr>
                <p:nvPr/>
              </p:nvGrpSpPr>
              <p:grpSpPr bwMode="auto">
                <a:xfrm>
                  <a:off x="101" y="2590"/>
                  <a:ext cx="335" cy="51"/>
                  <a:chOff x="101" y="2590"/>
                  <a:chExt cx="335" cy="51"/>
                </a:xfrm>
              </p:grpSpPr>
              <p:sp>
                <p:nvSpPr>
                  <p:cNvPr id="759855"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56"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57"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858" name="Group 50"/>
            <p:cNvGrpSpPr>
              <a:grpSpLocks/>
            </p:cNvGrpSpPr>
            <p:nvPr/>
          </p:nvGrpSpPr>
          <p:grpSpPr bwMode="auto">
            <a:xfrm>
              <a:off x="3637361" y="6081714"/>
              <a:ext cx="545173" cy="515937"/>
              <a:chOff x="3891" y="3616"/>
              <a:chExt cx="342" cy="353"/>
            </a:xfrm>
          </p:grpSpPr>
          <p:grpSp>
            <p:nvGrpSpPr>
              <p:cNvPr id="759859" name="Group 51"/>
              <p:cNvGrpSpPr>
                <a:grpSpLocks/>
              </p:cNvGrpSpPr>
              <p:nvPr/>
            </p:nvGrpSpPr>
            <p:grpSpPr bwMode="auto">
              <a:xfrm>
                <a:off x="3899" y="3622"/>
                <a:ext cx="334" cy="347"/>
                <a:chOff x="3899" y="3622"/>
                <a:chExt cx="334" cy="347"/>
              </a:xfrm>
            </p:grpSpPr>
            <p:sp>
              <p:nvSpPr>
                <p:cNvPr id="759860"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61"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62"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63"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64"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65"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66"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67"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68" name="Group 60"/>
                <p:cNvGrpSpPr>
                  <a:grpSpLocks/>
                </p:cNvGrpSpPr>
                <p:nvPr/>
              </p:nvGrpSpPr>
              <p:grpSpPr bwMode="auto">
                <a:xfrm>
                  <a:off x="3899" y="3918"/>
                  <a:ext cx="334" cy="51"/>
                  <a:chOff x="3899" y="3918"/>
                  <a:chExt cx="334" cy="51"/>
                </a:xfrm>
              </p:grpSpPr>
              <p:sp>
                <p:nvSpPr>
                  <p:cNvPr id="759869"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0"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1"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872" name="Group 64"/>
              <p:cNvGrpSpPr>
                <a:grpSpLocks/>
              </p:cNvGrpSpPr>
              <p:nvPr/>
            </p:nvGrpSpPr>
            <p:grpSpPr bwMode="auto">
              <a:xfrm>
                <a:off x="3891" y="3616"/>
                <a:ext cx="334" cy="346"/>
                <a:chOff x="3891" y="3616"/>
                <a:chExt cx="334" cy="346"/>
              </a:xfrm>
            </p:grpSpPr>
            <p:sp>
              <p:nvSpPr>
                <p:cNvPr id="759873"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4"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5"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6"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7"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78"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79"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80"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81" name="Group 73"/>
                <p:cNvGrpSpPr>
                  <a:grpSpLocks/>
                </p:cNvGrpSpPr>
                <p:nvPr/>
              </p:nvGrpSpPr>
              <p:grpSpPr bwMode="auto">
                <a:xfrm>
                  <a:off x="3891" y="3912"/>
                  <a:ext cx="334" cy="50"/>
                  <a:chOff x="3891" y="3912"/>
                  <a:chExt cx="334" cy="50"/>
                </a:xfrm>
              </p:grpSpPr>
              <p:sp>
                <p:nvSpPr>
                  <p:cNvPr id="759882"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83"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84"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885" name="Group 77"/>
            <p:cNvGrpSpPr>
              <a:grpSpLocks/>
            </p:cNvGrpSpPr>
            <p:nvPr/>
          </p:nvGrpSpPr>
          <p:grpSpPr bwMode="auto">
            <a:xfrm>
              <a:off x="5013194" y="6065839"/>
              <a:ext cx="546894" cy="515937"/>
              <a:chOff x="4752" y="3605"/>
              <a:chExt cx="343" cy="353"/>
            </a:xfrm>
          </p:grpSpPr>
          <p:grpSp>
            <p:nvGrpSpPr>
              <p:cNvPr id="759886" name="Group 78"/>
              <p:cNvGrpSpPr>
                <a:grpSpLocks/>
              </p:cNvGrpSpPr>
              <p:nvPr/>
            </p:nvGrpSpPr>
            <p:grpSpPr bwMode="auto">
              <a:xfrm>
                <a:off x="4760" y="3612"/>
                <a:ext cx="335" cy="346"/>
                <a:chOff x="4760" y="3612"/>
                <a:chExt cx="335" cy="346"/>
              </a:xfrm>
            </p:grpSpPr>
            <p:sp>
              <p:nvSpPr>
                <p:cNvPr id="759887"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88"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89"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90"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91"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92"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93"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94"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95" name="Group 87"/>
                <p:cNvGrpSpPr>
                  <a:grpSpLocks/>
                </p:cNvGrpSpPr>
                <p:nvPr/>
              </p:nvGrpSpPr>
              <p:grpSpPr bwMode="auto">
                <a:xfrm>
                  <a:off x="4760" y="3907"/>
                  <a:ext cx="335" cy="51"/>
                  <a:chOff x="4760" y="3907"/>
                  <a:chExt cx="335" cy="51"/>
                </a:xfrm>
              </p:grpSpPr>
              <p:sp>
                <p:nvSpPr>
                  <p:cNvPr id="759896"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97"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98"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899" name="Group 91"/>
              <p:cNvGrpSpPr>
                <a:grpSpLocks/>
              </p:cNvGrpSpPr>
              <p:nvPr/>
            </p:nvGrpSpPr>
            <p:grpSpPr bwMode="auto">
              <a:xfrm>
                <a:off x="4752" y="3605"/>
                <a:ext cx="334" cy="347"/>
                <a:chOff x="4752" y="3605"/>
                <a:chExt cx="334" cy="347"/>
              </a:xfrm>
            </p:grpSpPr>
            <p:sp>
              <p:nvSpPr>
                <p:cNvPr id="759900"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01"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02"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03"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04"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05"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06"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07"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08" name="Group 100"/>
                <p:cNvGrpSpPr>
                  <a:grpSpLocks/>
                </p:cNvGrpSpPr>
                <p:nvPr/>
              </p:nvGrpSpPr>
              <p:grpSpPr bwMode="auto">
                <a:xfrm>
                  <a:off x="4752" y="3901"/>
                  <a:ext cx="334" cy="51"/>
                  <a:chOff x="4752" y="3901"/>
                  <a:chExt cx="334" cy="51"/>
                </a:xfrm>
              </p:grpSpPr>
              <p:sp>
                <p:nvSpPr>
                  <p:cNvPr id="759909"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0"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1"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912" name="Group 104"/>
            <p:cNvGrpSpPr>
              <a:grpSpLocks/>
            </p:cNvGrpSpPr>
            <p:nvPr/>
          </p:nvGrpSpPr>
          <p:grpSpPr bwMode="auto">
            <a:xfrm>
              <a:off x="627725" y="2509839"/>
              <a:ext cx="546894" cy="517525"/>
              <a:chOff x="101" y="1539"/>
              <a:chExt cx="343" cy="352"/>
            </a:xfrm>
          </p:grpSpPr>
          <p:grpSp>
            <p:nvGrpSpPr>
              <p:cNvPr id="759913" name="Group 105"/>
              <p:cNvGrpSpPr>
                <a:grpSpLocks/>
              </p:cNvGrpSpPr>
              <p:nvPr/>
            </p:nvGrpSpPr>
            <p:grpSpPr bwMode="auto">
              <a:xfrm>
                <a:off x="109" y="1545"/>
                <a:ext cx="335" cy="346"/>
                <a:chOff x="109" y="1545"/>
                <a:chExt cx="335" cy="346"/>
              </a:xfrm>
            </p:grpSpPr>
            <p:sp>
              <p:nvSpPr>
                <p:cNvPr id="759914"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5"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6"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7"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8"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19"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20"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21"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22" name="Group 114"/>
                <p:cNvGrpSpPr>
                  <a:grpSpLocks/>
                </p:cNvGrpSpPr>
                <p:nvPr/>
              </p:nvGrpSpPr>
              <p:grpSpPr bwMode="auto">
                <a:xfrm>
                  <a:off x="109" y="1841"/>
                  <a:ext cx="335" cy="50"/>
                  <a:chOff x="109" y="1841"/>
                  <a:chExt cx="335" cy="50"/>
                </a:xfrm>
              </p:grpSpPr>
              <p:sp>
                <p:nvSpPr>
                  <p:cNvPr id="759923"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24"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25"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926" name="Group 118"/>
              <p:cNvGrpSpPr>
                <a:grpSpLocks/>
              </p:cNvGrpSpPr>
              <p:nvPr/>
            </p:nvGrpSpPr>
            <p:grpSpPr bwMode="auto">
              <a:xfrm>
                <a:off x="101" y="1539"/>
                <a:ext cx="335" cy="346"/>
                <a:chOff x="101" y="1539"/>
                <a:chExt cx="335" cy="346"/>
              </a:xfrm>
            </p:grpSpPr>
            <p:sp>
              <p:nvSpPr>
                <p:cNvPr id="759927"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28"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29"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30"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31"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32"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33"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34"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35" name="Group 127"/>
                <p:cNvGrpSpPr>
                  <a:grpSpLocks/>
                </p:cNvGrpSpPr>
                <p:nvPr/>
              </p:nvGrpSpPr>
              <p:grpSpPr bwMode="auto">
                <a:xfrm>
                  <a:off x="101" y="1834"/>
                  <a:ext cx="335" cy="51"/>
                  <a:chOff x="101" y="1834"/>
                  <a:chExt cx="335" cy="51"/>
                </a:xfrm>
              </p:grpSpPr>
              <p:sp>
                <p:nvSpPr>
                  <p:cNvPr id="759936"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37"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38"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939" name="Group 131"/>
            <p:cNvGrpSpPr>
              <a:grpSpLocks/>
            </p:cNvGrpSpPr>
            <p:nvPr/>
          </p:nvGrpSpPr>
          <p:grpSpPr bwMode="auto">
            <a:xfrm>
              <a:off x="8838010" y="3657600"/>
              <a:ext cx="548613" cy="514350"/>
              <a:chOff x="5237" y="2322"/>
              <a:chExt cx="343" cy="352"/>
            </a:xfrm>
          </p:grpSpPr>
          <p:grpSp>
            <p:nvGrpSpPr>
              <p:cNvPr id="759940" name="Group 132"/>
              <p:cNvGrpSpPr>
                <a:grpSpLocks/>
              </p:cNvGrpSpPr>
              <p:nvPr/>
            </p:nvGrpSpPr>
            <p:grpSpPr bwMode="auto">
              <a:xfrm>
                <a:off x="5245" y="2328"/>
                <a:ext cx="335" cy="346"/>
                <a:chOff x="5245" y="2328"/>
                <a:chExt cx="335" cy="346"/>
              </a:xfrm>
            </p:grpSpPr>
            <p:sp>
              <p:nvSpPr>
                <p:cNvPr id="759941"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42"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43"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44"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45"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46"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47"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48"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49" name="Group 141"/>
                <p:cNvGrpSpPr>
                  <a:grpSpLocks/>
                </p:cNvGrpSpPr>
                <p:nvPr/>
              </p:nvGrpSpPr>
              <p:grpSpPr bwMode="auto">
                <a:xfrm>
                  <a:off x="5245" y="2624"/>
                  <a:ext cx="335" cy="50"/>
                  <a:chOff x="5245" y="2624"/>
                  <a:chExt cx="335" cy="50"/>
                </a:xfrm>
              </p:grpSpPr>
              <p:sp>
                <p:nvSpPr>
                  <p:cNvPr id="759950"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1"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2"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953" name="Group 145"/>
              <p:cNvGrpSpPr>
                <a:grpSpLocks/>
              </p:cNvGrpSpPr>
              <p:nvPr/>
            </p:nvGrpSpPr>
            <p:grpSpPr bwMode="auto">
              <a:xfrm>
                <a:off x="5237" y="2322"/>
                <a:ext cx="335" cy="346"/>
                <a:chOff x="5237" y="2322"/>
                <a:chExt cx="335" cy="346"/>
              </a:xfrm>
            </p:grpSpPr>
            <p:sp>
              <p:nvSpPr>
                <p:cNvPr id="759954"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5"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6"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7"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8"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59"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60"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61"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62" name="Group 154"/>
                <p:cNvGrpSpPr>
                  <a:grpSpLocks/>
                </p:cNvGrpSpPr>
                <p:nvPr/>
              </p:nvGrpSpPr>
              <p:grpSpPr bwMode="auto">
                <a:xfrm>
                  <a:off x="5237" y="2617"/>
                  <a:ext cx="335" cy="51"/>
                  <a:chOff x="5237" y="2617"/>
                  <a:chExt cx="335" cy="51"/>
                </a:xfrm>
              </p:grpSpPr>
              <p:sp>
                <p:nvSpPr>
                  <p:cNvPr id="759963"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64"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65"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966" name="Group 158"/>
            <p:cNvGrpSpPr>
              <a:grpSpLocks/>
            </p:cNvGrpSpPr>
            <p:nvPr/>
          </p:nvGrpSpPr>
          <p:grpSpPr bwMode="auto">
            <a:xfrm>
              <a:off x="8838010" y="2581275"/>
              <a:ext cx="548613" cy="515938"/>
              <a:chOff x="5237" y="1587"/>
              <a:chExt cx="343" cy="353"/>
            </a:xfrm>
          </p:grpSpPr>
          <p:grpSp>
            <p:nvGrpSpPr>
              <p:cNvPr id="759967" name="Group 159"/>
              <p:cNvGrpSpPr>
                <a:grpSpLocks/>
              </p:cNvGrpSpPr>
              <p:nvPr/>
            </p:nvGrpSpPr>
            <p:grpSpPr bwMode="auto">
              <a:xfrm>
                <a:off x="5245" y="1594"/>
                <a:ext cx="335" cy="346"/>
                <a:chOff x="5245" y="1594"/>
                <a:chExt cx="335" cy="346"/>
              </a:xfrm>
            </p:grpSpPr>
            <p:sp>
              <p:nvSpPr>
                <p:cNvPr id="759968"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69"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0"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1"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2"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73"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74"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75"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76" name="Group 168"/>
                <p:cNvGrpSpPr>
                  <a:grpSpLocks/>
                </p:cNvGrpSpPr>
                <p:nvPr/>
              </p:nvGrpSpPr>
              <p:grpSpPr bwMode="auto">
                <a:xfrm>
                  <a:off x="5245" y="1889"/>
                  <a:ext cx="335" cy="51"/>
                  <a:chOff x="5245" y="1889"/>
                  <a:chExt cx="335" cy="51"/>
                </a:xfrm>
              </p:grpSpPr>
              <p:sp>
                <p:nvSpPr>
                  <p:cNvPr id="759977"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8"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9"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980" name="Group 172"/>
              <p:cNvGrpSpPr>
                <a:grpSpLocks/>
              </p:cNvGrpSpPr>
              <p:nvPr/>
            </p:nvGrpSpPr>
            <p:grpSpPr bwMode="auto">
              <a:xfrm>
                <a:off x="5237" y="1587"/>
                <a:ext cx="335" cy="346"/>
                <a:chOff x="5237" y="1587"/>
                <a:chExt cx="335" cy="346"/>
              </a:xfrm>
            </p:grpSpPr>
            <p:sp>
              <p:nvSpPr>
                <p:cNvPr id="759981"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82"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83"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84"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85"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86"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87"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88"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89" name="Group 181"/>
                <p:cNvGrpSpPr>
                  <a:grpSpLocks/>
                </p:cNvGrpSpPr>
                <p:nvPr/>
              </p:nvGrpSpPr>
              <p:grpSpPr bwMode="auto">
                <a:xfrm>
                  <a:off x="5237" y="1883"/>
                  <a:ext cx="335" cy="50"/>
                  <a:chOff x="5237" y="1883"/>
                  <a:chExt cx="335" cy="50"/>
                </a:xfrm>
              </p:grpSpPr>
              <p:sp>
                <p:nvSpPr>
                  <p:cNvPr id="759990"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91"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92"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59993"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94"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59995"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96"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59997"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98"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59999"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00"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0001"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0002" name="Group 194"/>
            <p:cNvGrpSpPr>
              <a:grpSpLocks/>
            </p:cNvGrpSpPr>
            <p:nvPr/>
          </p:nvGrpSpPr>
          <p:grpSpPr bwMode="auto">
            <a:xfrm>
              <a:off x="4141258" y="2630488"/>
              <a:ext cx="701675" cy="385762"/>
              <a:chOff x="2299" y="1622"/>
              <a:chExt cx="439" cy="262"/>
            </a:xfrm>
          </p:grpSpPr>
          <p:sp>
            <p:nvSpPr>
              <p:cNvPr id="760003"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0004"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05"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06"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0007" name="Group 199"/>
              <p:cNvGrpSpPr>
                <a:grpSpLocks/>
              </p:cNvGrpSpPr>
              <p:nvPr/>
            </p:nvGrpSpPr>
            <p:grpSpPr bwMode="auto">
              <a:xfrm>
                <a:off x="2365" y="1640"/>
                <a:ext cx="304" cy="117"/>
                <a:chOff x="2365" y="1640"/>
                <a:chExt cx="304" cy="117"/>
              </a:xfrm>
            </p:grpSpPr>
            <p:grpSp>
              <p:nvGrpSpPr>
                <p:cNvPr id="760008" name="Group 200"/>
                <p:cNvGrpSpPr>
                  <a:grpSpLocks/>
                </p:cNvGrpSpPr>
                <p:nvPr/>
              </p:nvGrpSpPr>
              <p:grpSpPr bwMode="auto">
                <a:xfrm>
                  <a:off x="2365" y="1640"/>
                  <a:ext cx="302" cy="115"/>
                  <a:chOff x="2365" y="1640"/>
                  <a:chExt cx="302" cy="115"/>
                </a:xfrm>
              </p:grpSpPr>
              <p:sp>
                <p:nvSpPr>
                  <p:cNvPr id="760009"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0"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1"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2"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3"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4"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5"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6"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0017" name="Group 209"/>
                <p:cNvGrpSpPr>
                  <a:grpSpLocks/>
                </p:cNvGrpSpPr>
                <p:nvPr/>
              </p:nvGrpSpPr>
              <p:grpSpPr bwMode="auto">
                <a:xfrm>
                  <a:off x="2368" y="1643"/>
                  <a:ext cx="301" cy="114"/>
                  <a:chOff x="2368" y="1643"/>
                  <a:chExt cx="301" cy="114"/>
                </a:xfrm>
              </p:grpSpPr>
              <p:sp>
                <p:nvSpPr>
                  <p:cNvPr id="760018"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9"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0"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1"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2"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3"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4"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5"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0026"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027"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0028"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29"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0030"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31"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0032"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033"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34"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035"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036"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37"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0038"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39"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0040"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41"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0042"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0043"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44"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0045"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046"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47"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0048"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0049" name="Group 242"/>
            <p:cNvGrpSpPr>
              <a:grpSpLocks/>
            </p:cNvGrpSpPr>
            <p:nvPr/>
          </p:nvGrpSpPr>
          <p:grpSpPr bwMode="auto">
            <a:xfrm>
              <a:off x="2407709" y="4386264"/>
              <a:ext cx="703395" cy="384175"/>
              <a:chOff x="1304" y="2569"/>
              <a:chExt cx="439" cy="262"/>
            </a:xfrm>
          </p:grpSpPr>
          <p:sp>
            <p:nvSpPr>
              <p:cNvPr id="760050"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0051"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52"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53"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0054" name="Group 247"/>
              <p:cNvGrpSpPr>
                <a:grpSpLocks/>
              </p:cNvGrpSpPr>
              <p:nvPr/>
            </p:nvGrpSpPr>
            <p:grpSpPr bwMode="auto">
              <a:xfrm>
                <a:off x="1371" y="2587"/>
                <a:ext cx="304" cy="117"/>
                <a:chOff x="1371" y="2587"/>
                <a:chExt cx="304" cy="117"/>
              </a:xfrm>
            </p:grpSpPr>
            <p:grpSp>
              <p:nvGrpSpPr>
                <p:cNvPr id="760055" name="Group 248"/>
                <p:cNvGrpSpPr>
                  <a:grpSpLocks/>
                </p:cNvGrpSpPr>
                <p:nvPr/>
              </p:nvGrpSpPr>
              <p:grpSpPr bwMode="auto">
                <a:xfrm>
                  <a:off x="1371" y="2587"/>
                  <a:ext cx="301" cy="115"/>
                  <a:chOff x="1371" y="2587"/>
                  <a:chExt cx="301" cy="115"/>
                </a:xfrm>
              </p:grpSpPr>
              <p:sp>
                <p:nvSpPr>
                  <p:cNvPr id="760056"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57"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58"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59"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0"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1"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2"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3"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0064" name="Group 257"/>
                <p:cNvGrpSpPr>
                  <a:grpSpLocks/>
                </p:cNvGrpSpPr>
                <p:nvPr/>
              </p:nvGrpSpPr>
              <p:grpSpPr bwMode="auto">
                <a:xfrm>
                  <a:off x="1373" y="2590"/>
                  <a:ext cx="302" cy="114"/>
                  <a:chOff x="1373" y="2590"/>
                  <a:chExt cx="302" cy="114"/>
                </a:xfrm>
              </p:grpSpPr>
              <p:sp>
                <p:nvSpPr>
                  <p:cNvPr id="760065"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6"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7"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8"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9"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70"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71"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72"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0073"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074"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0075" name="Group 268"/>
            <p:cNvGrpSpPr>
              <a:grpSpLocks/>
            </p:cNvGrpSpPr>
            <p:nvPr/>
          </p:nvGrpSpPr>
          <p:grpSpPr bwMode="auto">
            <a:xfrm>
              <a:off x="5553209" y="4386264"/>
              <a:ext cx="703394" cy="384175"/>
              <a:chOff x="3488" y="2569"/>
              <a:chExt cx="439" cy="262"/>
            </a:xfrm>
          </p:grpSpPr>
          <p:sp>
            <p:nvSpPr>
              <p:cNvPr id="760076"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0077"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78"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79"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0080" name="Group 273"/>
              <p:cNvGrpSpPr>
                <a:grpSpLocks/>
              </p:cNvGrpSpPr>
              <p:nvPr/>
            </p:nvGrpSpPr>
            <p:grpSpPr bwMode="auto">
              <a:xfrm>
                <a:off x="3555" y="2587"/>
                <a:ext cx="304" cy="117"/>
                <a:chOff x="3555" y="2587"/>
                <a:chExt cx="304" cy="117"/>
              </a:xfrm>
            </p:grpSpPr>
            <p:grpSp>
              <p:nvGrpSpPr>
                <p:cNvPr id="760081" name="Group 274"/>
                <p:cNvGrpSpPr>
                  <a:grpSpLocks/>
                </p:cNvGrpSpPr>
                <p:nvPr/>
              </p:nvGrpSpPr>
              <p:grpSpPr bwMode="auto">
                <a:xfrm>
                  <a:off x="3555" y="2587"/>
                  <a:ext cx="301" cy="115"/>
                  <a:chOff x="3555" y="2587"/>
                  <a:chExt cx="301" cy="115"/>
                </a:xfrm>
              </p:grpSpPr>
              <p:sp>
                <p:nvSpPr>
                  <p:cNvPr id="760082"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3"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4"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5"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6"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7"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8"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9"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0090" name="Group 283"/>
                <p:cNvGrpSpPr>
                  <a:grpSpLocks/>
                </p:cNvGrpSpPr>
                <p:nvPr/>
              </p:nvGrpSpPr>
              <p:grpSpPr bwMode="auto">
                <a:xfrm>
                  <a:off x="3557" y="2590"/>
                  <a:ext cx="302" cy="114"/>
                  <a:chOff x="3557" y="2590"/>
                  <a:chExt cx="302" cy="114"/>
                </a:xfrm>
              </p:grpSpPr>
              <p:sp>
                <p:nvSpPr>
                  <p:cNvPr id="760091"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2"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3"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4"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5"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6"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7"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8"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0099"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00"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0101"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2"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3"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4"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5"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6"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7"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08"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0109"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0"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0111"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2"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0113"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4"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0115"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6"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0117"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8"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0119"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20" name="Rectangle 313"/>
            <p:cNvSpPr>
              <a:spLocks noChangeArrowheads="1"/>
            </p:cNvSpPr>
            <p:nvPr/>
          </p:nvSpPr>
          <p:spPr bwMode="auto">
            <a:xfrm>
              <a:off x="272480"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0121"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22"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0123"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24" name="Rectangle 317"/>
            <p:cNvSpPr>
              <a:spLocks noChangeArrowheads="1"/>
            </p:cNvSpPr>
            <p:nvPr/>
          </p:nvSpPr>
          <p:spPr bwMode="auto">
            <a:xfrm>
              <a:off x="272480"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0125"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26"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27"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28"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29"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0130"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1"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0132"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3"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0134"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5"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0136"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7"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8"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0139"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40"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0141"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0142"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43"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0144"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45"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0146"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47"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0148"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0149"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0"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1"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2"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53"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0154"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0155"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6"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0157"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8"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9"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0160" name="Group 353"/>
            <p:cNvGrpSpPr>
              <a:grpSpLocks/>
            </p:cNvGrpSpPr>
            <p:nvPr/>
          </p:nvGrpSpPr>
          <p:grpSpPr bwMode="auto">
            <a:xfrm>
              <a:off x="3363913" y="898525"/>
              <a:ext cx="548614" cy="514350"/>
              <a:chOff x="1813" y="593"/>
              <a:chExt cx="343" cy="352"/>
            </a:xfrm>
          </p:grpSpPr>
          <p:grpSp>
            <p:nvGrpSpPr>
              <p:cNvPr id="760161" name="Group 354"/>
              <p:cNvGrpSpPr>
                <a:grpSpLocks/>
              </p:cNvGrpSpPr>
              <p:nvPr/>
            </p:nvGrpSpPr>
            <p:grpSpPr bwMode="auto">
              <a:xfrm>
                <a:off x="1821" y="599"/>
                <a:ext cx="335" cy="346"/>
                <a:chOff x="1821" y="599"/>
                <a:chExt cx="335" cy="346"/>
              </a:xfrm>
            </p:grpSpPr>
            <p:sp>
              <p:nvSpPr>
                <p:cNvPr id="760162"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63"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64"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65"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66"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67"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68"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69"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170" name="Group 363"/>
                <p:cNvGrpSpPr>
                  <a:grpSpLocks/>
                </p:cNvGrpSpPr>
                <p:nvPr/>
              </p:nvGrpSpPr>
              <p:grpSpPr bwMode="auto">
                <a:xfrm>
                  <a:off x="1821" y="895"/>
                  <a:ext cx="335" cy="50"/>
                  <a:chOff x="1821" y="895"/>
                  <a:chExt cx="335" cy="50"/>
                </a:xfrm>
              </p:grpSpPr>
              <p:sp>
                <p:nvSpPr>
                  <p:cNvPr id="760171"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2"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3"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174" name="Group 367"/>
              <p:cNvGrpSpPr>
                <a:grpSpLocks/>
              </p:cNvGrpSpPr>
              <p:nvPr/>
            </p:nvGrpSpPr>
            <p:grpSpPr bwMode="auto">
              <a:xfrm>
                <a:off x="1813" y="593"/>
                <a:ext cx="335" cy="346"/>
                <a:chOff x="1813" y="593"/>
                <a:chExt cx="335" cy="346"/>
              </a:xfrm>
            </p:grpSpPr>
            <p:sp>
              <p:nvSpPr>
                <p:cNvPr id="760175"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6"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7"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8"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9"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80"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81"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82"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183" name="Group 376"/>
                <p:cNvGrpSpPr>
                  <a:grpSpLocks/>
                </p:cNvGrpSpPr>
                <p:nvPr/>
              </p:nvGrpSpPr>
              <p:grpSpPr bwMode="auto">
                <a:xfrm>
                  <a:off x="1813" y="888"/>
                  <a:ext cx="335" cy="51"/>
                  <a:chOff x="1813" y="888"/>
                  <a:chExt cx="335" cy="51"/>
                </a:xfrm>
              </p:grpSpPr>
              <p:sp>
                <p:nvSpPr>
                  <p:cNvPr id="760184"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85"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86"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0187"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88"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89"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0190" name="Group 383"/>
            <p:cNvGrpSpPr>
              <a:grpSpLocks/>
            </p:cNvGrpSpPr>
            <p:nvPr/>
          </p:nvGrpSpPr>
          <p:grpSpPr bwMode="auto">
            <a:xfrm>
              <a:off x="5051029" y="898525"/>
              <a:ext cx="548613" cy="514350"/>
              <a:chOff x="2868" y="593"/>
              <a:chExt cx="343" cy="352"/>
            </a:xfrm>
          </p:grpSpPr>
          <p:grpSp>
            <p:nvGrpSpPr>
              <p:cNvPr id="760191" name="Group 384"/>
              <p:cNvGrpSpPr>
                <a:grpSpLocks/>
              </p:cNvGrpSpPr>
              <p:nvPr/>
            </p:nvGrpSpPr>
            <p:grpSpPr bwMode="auto">
              <a:xfrm>
                <a:off x="2877" y="599"/>
                <a:ext cx="334" cy="346"/>
                <a:chOff x="2877" y="599"/>
                <a:chExt cx="334" cy="346"/>
              </a:xfrm>
            </p:grpSpPr>
            <p:sp>
              <p:nvSpPr>
                <p:cNvPr id="760192"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93"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94"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95"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96"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97"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98"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99"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200" name="Group 393"/>
                <p:cNvGrpSpPr>
                  <a:grpSpLocks/>
                </p:cNvGrpSpPr>
                <p:nvPr/>
              </p:nvGrpSpPr>
              <p:grpSpPr bwMode="auto">
                <a:xfrm>
                  <a:off x="2877" y="895"/>
                  <a:ext cx="334" cy="50"/>
                  <a:chOff x="2877" y="895"/>
                  <a:chExt cx="334" cy="50"/>
                </a:xfrm>
              </p:grpSpPr>
              <p:sp>
                <p:nvSpPr>
                  <p:cNvPr id="760201"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2"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3"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204" name="Group 397"/>
              <p:cNvGrpSpPr>
                <a:grpSpLocks/>
              </p:cNvGrpSpPr>
              <p:nvPr/>
            </p:nvGrpSpPr>
            <p:grpSpPr bwMode="auto">
              <a:xfrm>
                <a:off x="2868" y="593"/>
                <a:ext cx="335" cy="346"/>
                <a:chOff x="2868" y="593"/>
                <a:chExt cx="335" cy="346"/>
              </a:xfrm>
            </p:grpSpPr>
            <p:sp>
              <p:nvSpPr>
                <p:cNvPr id="760205"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6"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7"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8"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9"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10"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11"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12"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213" name="Group 406"/>
                <p:cNvGrpSpPr>
                  <a:grpSpLocks/>
                </p:cNvGrpSpPr>
                <p:nvPr/>
              </p:nvGrpSpPr>
              <p:grpSpPr bwMode="auto">
                <a:xfrm>
                  <a:off x="2868" y="888"/>
                  <a:ext cx="335" cy="51"/>
                  <a:chOff x="2868" y="888"/>
                  <a:chExt cx="335" cy="51"/>
                </a:xfrm>
              </p:grpSpPr>
              <p:sp>
                <p:nvSpPr>
                  <p:cNvPr id="760214"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15"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16"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0217"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0218" name="Group 411"/>
            <p:cNvGrpSpPr>
              <a:grpSpLocks/>
            </p:cNvGrpSpPr>
            <p:nvPr/>
          </p:nvGrpSpPr>
          <p:grpSpPr bwMode="auto">
            <a:xfrm>
              <a:off x="6724386" y="898525"/>
              <a:ext cx="548614" cy="514350"/>
              <a:chOff x="3915" y="593"/>
              <a:chExt cx="343" cy="352"/>
            </a:xfrm>
          </p:grpSpPr>
          <p:grpSp>
            <p:nvGrpSpPr>
              <p:cNvPr id="760219" name="Group 412"/>
              <p:cNvGrpSpPr>
                <a:grpSpLocks/>
              </p:cNvGrpSpPr>
              <p:nvPr/>
            </p:nvGrpSpPr>
            <p:grpSpPr bwMode="auto">
              <a:xfrm>
                <a:off x="3924" y="599"/>
                <a:ext cx="334" cy="346"/>
                <a:chOff x="3924" y="599"/>
                <a:chExt cx="334" cy="346"/>
              </a:xfrm>
            </p:grpSpPr>
            <p:sp>
              <p:nvSpPr>
                <p:cNvPr id="760220"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21"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22"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23"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24"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25"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26"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27"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228" name="Group 421"/>
                <p:cNvGrpSpPr>
                  <a:grpSpLocks/>
                </p:cNvGrpSpPr>
                <p:nvPr/>
              </p:nvGrpSpPr>
              <p:grpSpPr bwMode="auto">
                <a:xfrm>
                  <a:off x="3924" y="895"/>
                  <a:ext cx="334" cy="50"/>
                  <a:chOff x="3924" y="895"/>
                  <a:chExt cx="334" cy="50"/>
                </a:xfrm>
              </p:grpSpPr>
              <p:sp>
                <p:nvSpPr>
                  <p:cNvPr id="760229"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0"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1"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232" name="Group 425"/>
              <p:cNvGrpSpPr>
                <a:grpSpLocks/>
              </p:cNvGrpSpPr>
              <p:nvPr/>
            </p:nvGrpSpPr>
            <p:grpSpPr bwMode="auto">
              <a:xfrm>
                <a:off x="3915" y="593"/>
                <a:ext cx="335" cy="346"/>
                <a:chOff x="3915" y="593"/>
                <a:chExt cx="335" cy="346"/>
              </a:xfrm>
            </p:grpSpPr>
            <p:sp>
              <p:nvSpPr>
                <p:cNvPr id="760233"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4"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5"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6"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7"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38"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39"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40"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241" name="Group 434"/>
                <p:cNvGrpSpPr>
                  <a:grpSpLocks/>
                </p:cNvGrpSpPr>
                <p:nvPr/>
              </p:nvGrpSpPr>
              <p:grpSpPr bwMode="auto">
                <a:xfrm>
                  <a:off x="3915" y="888"/>
                  <a:ext cx="335" cy="51"/>
                  <a:chOff x="3915" y="888"/>
                  <a:chExt cx="335" cy="51"/>
                </a:xfrm>
              </p:grpSpPr>
              <p:sp>
                <p:nvSpPr>
                  <p:cNvPr id="760242"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43"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44"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02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E388D9-BC62-4F89-BA09-F45AC3605157}" type="slidenum">
              <a:rPr lang="zh-CN" altLang="en-US" smtClean="0"/>
              <a:pPr eaLnBrk="1" hangingPunct="1"/>
              <a:t>43</a:t>
            </a:fld>
            <a:endParaRPr lang="en-US" altLang="zh-CN" smtClean="0"/>
          </a:p>
        </p:txBody>
      </p:sp>
      <p:sp>
        <p:nvSpPr>
          <p:cNvPr id="7602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3"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0834" name="组合 447"/>
          <p:cNvGrpSpPr>
            <a:grpSpLocks/>
          </p:cNvGrpSpPr>
          <p:nvPr/>
        </p:nvGrpSpPr>
        <p:grpSpPr bwMode="auto">
          <a:xfrm>
            <a:off x="592138" y="1198563"/>
            <a:ext cx="9113837" cy="5399087"/>
            <a:chOff x="272480" y="898525"/>
            <a:chExt cx="9545961" cy="5699126"/>
          </a:xfrm>
        </p:grpSpPr>
        <p:sp>
          <p:nvSpPr>
            <p:cNvPr id="760835"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0836"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37"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838"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839"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0840"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1"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842"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3"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4"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5"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46"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7"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48"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0849"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50"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51"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52"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53"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0854"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0855" name="Group 23"/>
            <p:cNvGrpSpPr>
              <a:grpSpLocks/>
            </p:cNvGrpSpPr>
            <p:nvPr/>
          </p:nvGrpSpPr>
          <p:grpSpPr bwMode="auto">
            <a:xfrm>
              <a:off x="627725" y="3616325"/>
              <a:ext cx="546894" cy="515938"/>
              <a:chOff x="101" y="2294"/>
              <a:chExt cx="343" cy="353"/>
            </a:xfrm>
          </p:grpSpPr>
          <p:grpSp>
            <p:nvGrpSpPr>
              <p:cNvPr id="760856" name="Group 24"/>
              <p:cNvGrpSpPr>
                <a:grpSpLocks/>
              </p:cNvGrpSpPr>
              <p:nvPr/>
            </p:nvGrpSpPr>
            <p:grpSpPr bwMode="auto">
              <a:xfrm>
                <a:off x="109" y="2301"/>
                <a:ext cx="335" cy="346"/>
                <a:chOff x="109" y="2301"/>
                <a:chExt cx="335" cy="346"/>
              </a:xfrm>
            </p:grpSpPr>
            <p:sp>
              <p:nvSpPr>
                <p:cNvPr id="760857"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58"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59"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60"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61"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62"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63"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64"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865" name="Group 33"/>
                <p:cNvGrpSpPr>
                  <a:grpSpLocks/>
                </p:cNvGrpSpPr>
                <p:nvPr/>
              </p:nvGrpSpPr>
              <p:grpSpPr bwMode="auto">
                <a:xfrm>
                  <a:off x="109" y="2596"/>
                  <a:ext cx="335" cy="51"/>
                  <a:chOff x="109" y="2596"/>
                  <a:chExt cx="335" cy="51"/>
                </a:xfrm>
              </p:grpSpPr>
              <p:sp>
                <p:nvSpPr>
                  <p:cNvPr id="760866"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67"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68"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869" name="Group 37"/>
              <p:cNvGrpSpPr>
                <a:grpSpLocks/>
              </p:cNvGrpSpPr>
              <p:nvPr/>
            </p:nvGrpSpPr>
            <p:grpSpPr bwMode="auto">
              <a:xfrm>
                <a:off x="101" y="2294"/>
                <a:ext cx="335" cy="347"/>
                <a:chOff x="101" y="2294"/>
                <a:chExt cx="335" cy="347"/>
              </a:xfrm>
            </p:grpSpPr>
            <p:sp>
              <p:nvSpPr>
                <p:cNvPr id="760870"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71"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72"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73"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74"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75"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76"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77"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878" name="Group 46"/>
                <p:cNvGrpSpPr>
                  <a:grpSpLocks/>
                </p:cNvGrpSpPr>
                <p:nvPr/>
              </p:nvGrpSpPr>
              <p:grpSpPr bwMode="auto">
                <a:xfrm>
                  <a:off x="101" y="2590"/>
                  <a:ext cx="335" cy="51"/>
                  <a:chOff x="101" y="2590"/>
                  <a:chExt cx="335" cy="51"/>
                </a:xfrm>
              </p:grpSpPr>
              <p:sp>
                <p:nvSpPr>
                  <p:cNvPr id="760879"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0"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1"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882" name="Group 50"/>
            <p:cNvGrpSpPr>
              <a:grpSpLocks/>
            </p:cNvGrpSpPr>
            <p:nvPr/>
          </p:nvGrpSpPr>
          <p:grpSpPr bwMode="auto">
            <a:xfrm>
              <a:off x="3637361" y="6081714"/>
              <a:ext cx="545173" cy="515937"/>
              <a:chOff x="3891" y="3616"/>
              <a:chExt cx="342" cy="353"/>
            </a:xfrm>
          </p:grpSpPr>
          <p:grpSp>
            <p:nvGrpSpPr>
              <p:cNvPr id="760883" name="Group 51"/>
              <p:cNvGrpSpPr>
                <a:grpSpLocks/>
              </p:cNvGrpSpPr>
              <p:nvPr/>
            </p:nvGrpSpPr>
            <p:grpSpPr bwMode="auto">
              <a:xfrm>
                <a:off x="3899" y="3622"/>
                <a:ext cx="334" cy="347"/>
                <a:chOff x="3899" y="3622"/>
                <a:chExt cx="334" cy="347"/>
              </a:xfrm>
            </p:grpSpPr>
            <p:sp>
              <p:nvSpPr>
                <p:cNvPr id="760884"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5"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6"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7"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8"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89"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90"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91"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892" name="Group 60"/>
                <p:cNvGrpSpPr>
                  <a:grpSpLocks/>
                </p:cNvGrpSpPr>
                <p:nvPr/>
              </p:nvGrpSpPr>
              <p:grpSpPr bwMode="auto">
                <a:xfrm>
                  <a:off x="3899" y="3918"/>
                  <a:ext cx="334" cy="51"/>
                  <a:chOff x="3899" y="3918"/>
                  <a:chExt cx="334" cy="51"/>
                </a:xfrm>
              </p:grpSpPr>
              <p:sp>
                <p:nvSpPr>
                  <p:cNvPr id="760893"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94"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95"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896" name="Group 64"/>
              <p:cNvGrpSpPr>
                <a:grpSpLocks/>
              </p:cNvGrpSpPr>
              <p:nvPr/>
            </p:nvGrpSpPr>
            <p:grpSpPr bwMode="auto">
              <a:xfrm>
                <a:off x="3891" y="3616"/>
                <a:ext cx="334" cy="346"/>
                <a:chOff x="3891" y="3616"/>
                <a:chExt cx="334" cy="346"/>
              </a:xfrm>
            </p:grpSpPr>
            <p:sp>
              <p:nvSpPr>
                <p:cNvPr id="760897"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98"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99"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00"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01"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02"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03"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04"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05" name="Group 73"/>
                <p:cNvGrpSpPr>
                  <a:grpSpLocks/>
                </p:cNvGrpSpPr>
                <p:nvPr/>
              </p:nvGrpSpPr>
              <p:grpSpPr bwMode="auto">
                <a:xfrm>
                  <a:off x="3891" y="3912"/>
                  <a:ext cx="334" cy="50"/>
                  <a:chOff x="3891" y="3912"/>
                  <a:chExt cx="334" cy="50"/>
                </a:xfrm>
              </p:grpSpPr>
              <p:sp>
                <p:nvSpPr>
                  <p:cNvPr id="760906"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07"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08"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909" name="Group 77"/>
            <p:cNvGrpSpPr>
              <a:grpSpLocks/>
            </p:cNvGrpSpPr>
            <p:nvPr/>
          </p:nvGrpSpPr>
          <p:grpSpPr bwMode="auto">
            <a:xfrm>
              <a:off x="5013194" y="6065839"/>
              <a:ext cx="546894" cy="515937"/>
              <a:chOff x="4752" y="3605"/>
              <a:chExt cx="343" cy="353"/>
            </a:xfrm>
          </p:grpSpPr>
          <p:grpSp>
            <p:nvGrpSpPr>
              <p:cNvPr id="760910" name="Group 78"/>
              <p:cNvGrpSpPr>
                <a:grpSpLocks/>
              </p:cNvGrpSpPr>
              <p:nvPr/>
            </p:nvGrpSpPr>
            <p:grpSpPr bwMode="auto">
              <a:xfrm>
                <a:off x="4760" y="3612"/>
                <a:ext cx="335" cy="346"/>
                <a:chOff x="4760" y="3612"/>
                <a:chExt cx="335" cy="346"/>
              </a:xfrm>
            </p:grpSpPr>
            <p:sp>
              <p:nvSpPr>
                <p:cNvPr id="760911"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12"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13"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14"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15"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16"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17"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18"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19" name="Group 87"/>
                <p:cNvGrpSpPr>
                  <a:grpSpLocks/>
                </p:cNvGrpSpPr>
                <p:nvPr/>
              </p:nvGrpSpPr>
              <p:grpSpPr bwMode="auto">
                <a:xfrm>
                  <a:off x="4760" y="3907"/>
                  <a:ext cx="335" cy="51"/>
                  <a:chOff x="4760" y="3907"/>
                  <a:chExt cx="335" cy="51"/>
                </a:xfrm>
              </p:grpSpPr>
              <p:sp>
                <p:nvSpPr>
                  <p:cNvPr id="760920"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1"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2"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923" name="Group 91"/>
              <p:cNvGrpSpPr>
                <a:grpSpLocks/>
              </p:cNvGrpSpPr>
              <p:nvPr/>
            </p:nvGrpSpPr>
            <p:grpSpPr bwMode="auto">
              <a:xfrm>
                <a:off x="4752" y="3605"/>
                <a:ext cx="334" cy="347"/>
                <a:chOff x="4752" y="3605"/>
                <a:chExt cx="334" cy="347"/>
              </a:xfrm>
            </p:grpSpPr>
            <p:sp>
              <p:nvSpPr>
                <p:cNvPr id="760924"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5"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6"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7"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8"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29"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30"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31"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32" name="Group 100"/>
                <p:cNvGrpSpPr>
                  <a:grpSpLocks/>
                </p:cNvGrpSpPr>
                <p:nvPr/>
              </p:nvGrpSpPr>
              <p:grpSpPr bwMode="auto">
                <a:xfrm>
                  <a:off x="4752" y="3901"/>
                  <a:ext cx="334" cy="51"/>
                  <a:chOff x="4752" y="3901"/>
                  <a:chExt cx="334" cy="51"/>
                </a:xfrm>
              </p:grpSpPr>
              <p:sp>
                <p:nvSpPr>
                  <p:cNvPr id="760933"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34"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35"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936" name="Group 104"/>
            <p:cNvGrpSpPr>
              <a:grpSpLocks/>
            </p:cNvGrpSpPr>
            <p:nvPr/>
          </p:nvGrpSpPr>
          <p:grpSpPr bwMode="auto">
            <a:xfrm>
              <a:off x="627725" y="2509839"/>
              <a:ext cx="546894" cy="517525"/>
              <a:chOff x="101" y="1539"/>
              <a:chExt cx="343" cy="352"/>
            </a:xfrm>
          </p:grpSpPr>
          <p:grpSp>
            <p:nvGrpSpPr>
              <p:cNvPr id="760937" name="Group 105"/>
              <p:cNvGrpSpPr>
                <a:grpSpLocks/>
              </p:cNvGrpSpPr>
              <p:nvPr/>
            </p:nvGrpSpPr>
            <p:grpSpPr bwMode="auto">
              <a:xfrm>
                <a:off x="109" y="1545"/>
                <a:ext cx="335" cy="346"/>
                <a:chOff x="109" y="1545"/>
                <a:chExt cx="335" cy="346"/>
              </a:xfrm>
            </p:grpSpPr>
            <p:sp>
              <p:nvSpPr>
                <p:cNvPr id="760938"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39"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0"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1"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2"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43"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44"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45"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46" name="Group 114"/>
                <p:cNvGrpSpPr>
                  <a:grpSpLocks/>
                </p:cNvGrpSpPr>
                <p:nvPr/>
              </p:nvGrpSpPr>
              <p:grpSpPr bwMode="auto">
                <a:xfrm>
                  <a:off x="109" y="1841"/>
                  <a:ext cx="335" cy="50"/>
                  <a:chOff x="109" y="1841"/>
                  <a:chExt cx="335" cy="50"/>
                </a:xfrm>
              </p:grpSpPr>
              <p:sp>
                <p:nvSpPr>
                  <p:cNvPr id="760947"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8"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9"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950" name="Group 118"/>
              <p:cNvGrpSpPr>
                <a:grpSpLocks/>
              </p:cNvGrpSpPr>
              <p:nvPr/>
            </p:nvGrpSpPr>
            <p:grpSpPr bwMode="auto">
              <a:xfrm>
                <a:off x="101" y="1539"/>
                <a:ext cx="335" cy="346"/>
                <a:chOff x="101" y="1539"/>
                <a:chExt cx="335" cy="346"/>
              </a:xfrm>
            </p:grpSpPr>
            <p:sp>
              <p:nvSpPr>
                <p:cNvPr id="760951"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52"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53"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54"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55"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56"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57"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58"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59" name="Group 127"/>
                <p:cNvGrpSpPr>
                  <a:grpSpLocks/>
                </p:cNvGrpSpPr>
                <p:nvPr/>
              </p:nvGrpSpPr>
              <p:grpSpPr bwMode="auto">
                <a:xfrm>
                  <a:off x="101" y="1834"/>
                  <a:ext cx="335" cy="51"/>
                  <a:chOff x="101" y="1834"/>
                  <a:chExt cx="335" cy="51"/>
                </a:xfrm>
              </p:grpSpPr>
              <p:sp>
                <p:nvSpPr>
                  <p:cNvPr id="760960"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1"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2"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963" name="Group 131"/>
            <p:cNvGrpSpPr>
              <a:grpSpLocks/>
            </p:cNvGrpSpPr>
            <p:nvPr/>
          </p:nvGrpSpPr>
          <p:grpSpPr bwMode="auto">
            <a:xfrm>
              <a:off x="8838010" y="3657600"/>
              <a:ext cx="548613" cy="514350"/>
              <a:chOff x="5237" y="2322"/>
              <a:chExt cx="343" cy="352"/>
            </a:xfrm>
          </p:grpSpPr>
          <p:grpSp>
            <p:nvGrpSpPr>
              <p:cNvPr id="760964" name="Group 132"/>
              <p:cNvGrpSpPr>
                <a:grpSpLocks/>
              </p:cNvGrpSpPr>
              <p:nvPr/>
            </p:nvGrpSpPr>
            <p:grpSpPr bwMode="auto">
              <a:xfrm>
                <a:off x="5245" y="2328"/>
                <a:ext cx="335" cy="346"/>
                <a:chOff x="5245" y="2328"/>
                <a:chExt cx="335" cy="346"/>
              </a:xfrm>
            </p:grpSpPr>
            <p:sp>
              <p:nvSpPr>
                <p:cNvPr id="760965"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6"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7"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8"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9"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70"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71"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72"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73" name="Group 141"/>
                <p:cNvGrpSpPr>
                  <a:grpSpLocks/>
                </p:cNvGrpSpPr>
                <p:nvPr/>
              </p:nvGrpSpPr>
              <p:grpSpPr bwMode="auto">
                <a:xfrm>
                  <a:off x="5245" y="2624"/>
                  <a:ext cx="335" cy="50"/>
                  <a:chOff x="5245" y="2624"/>
                  <a:chExt cx="335" cy="50"/>
                </a:xfrm>
              </p:grpSpPr>
              <p:sp>
                <p:nvSpPr>
                  <p:cNvPr id="760974"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75"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76"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977" name="Group 145"/>
              <p:cNvGrpSpPr>
                <a:grpSpLocks/>
              </p:cNvGrpSpPr>
              <p:nvPr/>
            </p:nvGrpSpPr>
            <p:grpSpPr bwMode="auto">
              <a:xfrm>
                <a:off x="5237" y="2322"/>
                <a:ext cx="335" cy="346"/>
                <a:chOff x="5237" y="2322"/>
                <a:chExt cx="335" cy="346"/>
              </a:xfrm>
            </p:grpSpPr>
            <p:sp>
              <p:nvSpPr>
                <p:cNvPr id="760978"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79"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0"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1"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2"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83"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84"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85"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86" name="Group 154"/>
                <p:cNvGrpSpPr>
                  <a:grpSpLocks/>
                </p:cNvGrpSpPr>
                <p:nvPr/>
              </p:nvGrpSpPr>
              <p:grpSpPr bwMode="auto">
                <a:xfrm>
                  <a:off x="5237" y="2617"/>
                  <a:ext cx="335" cy="51"/>
                  <a:chOff x="5237" y="2617"/>
                  <a:chExt cx="335" cy="51"/>
                </a:xfrm>
              </p:grpSpPr>
              <p:sp>
                <p:nvSpPr>
                  <p:cNvPr id="760987"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8"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9"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990" name="Group 158"/>
            <p:cNvGrpSpPr>
              <a:grpSpLocks/>
            </p:cNvGrpSpPr>
            <p:nvPr/>
          </p:nvGrpSpPr>
          <p:grpSpPr bwMode="auto">
            <a:xfrm>
              <a:off x="8838010" y="2581275"/>
              <a:ext cx="548613" cy="515938"/>
              <a:chOff x="5237" y="1587"/>
              <a:chExt cx="343" cy="353"/>
            </a:xfrm>
          </p:grpSpPr>
          <p:grpSp>
            <p:nvGrpSpPr>
              <p:cNvPr id="760991" name="Group 159"/>
              <p:cNvGrpSpPr>
                <a:grpSpLocks/>
              </p:cNvGrpSpPr>
              <p:nvPr/>
            </p:nvGrpSpPr>
            <p:grpSpPr bwMode="auto">
              <a:xfrm>
                <a:off x="5245" y="1594"/>
                <a:ext cx="335" cy="346"/>
                <a:chOff x="5245" y="1594"/>
                <a:chExt cx="335" cy="346"/>
              </a:xfrm>
            </p:grpSpPr>
            <p:sp>
              <p:nvSpPr>
                <p:cNvPr id="760992"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93"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94"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95"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96"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97"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98"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99"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000" name="Group 168"/>
                <p:cNvGrpSpPr>
                  <a:grpSpLocks/>
                </p:cNvGrpSpPr>
                <p:nvPr/>
              </p:nvGrpSpPr>
              <p:grpSpPr bwMode="auto">
                <a:xfrm>
                  <a:off x="5245" y="1889"/>
                  <a:ext cx="335" cy="51"/>
                  <a:chOff x="5245" y="1889"/>
                  <a:chExt cx="335" cy="51"/>
                </a:xfrm>
              </p:grpSpPr>
              <p:sp>
                <p:nvSpPr>
                  <p:cNvPr id="761001"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2"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3"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004" name="Group 172"/>
              <p:cNvGrpSpPr>
                <a:grpSpLocks/>
              </p:cNvGrpSpPr>
              <p:nvPr/>
            </p:nvGrpSpPr>
            <p:grpSpPr bwMode="auto">
              <a:xfrm>
                <a:off x="5237" y="1587"/>
                <a:ext cx="335" cy="346"/>
                <a:chOff x="5237" y="1587"/>
                <a:chExt cx="335" cy="346"/>
              </a:xfrm>
            </p:grpSpPr>
            <p:sp>
              <p:nvSpPr>
                <p:cNvPr id="761005"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6"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7"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8"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9"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10"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11"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12"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013" name="Group 181"/>
                <p:cNvGrpSpPr>
                  <a:grpSpLocks/>
                </p:cNvGrpSpPr>
                <p:nvPr/>
              </p:nvGrpSpPr>
              <p:grpSpPr bwMode="auto">
                <a:xfrm>
                  <a:off x="5237" y="1883"/>
                  <a:ext cx="335" cy="50"/>
                  <a:chOff x="5237" y="1883"/>
                  <a:chExt cx="335" cy="50"/>
                </a:xfrm>
              </p:grpSpPr>
              <p:sp>
                <p:nvSpPr>
                  <p:cNvPr id="761014"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15"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16"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1017"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18"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1019"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20"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1021"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22"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1023"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24"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1025"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1026" name="Group 194"/>
            <p:cNvGrpSpPr>
              <a:grpSpLocks/>
            </p:cNvGrpSpPr>
            <p:nvPr/>
          </p:nvGrpSpPr>
          <p:grpSpPr bwMode="auto">
            <a:xfrm>
              <a:off x="4141258" y="2630488"/>
              <a:ext cx="701675" cy="385762"/>
              <a:chOff x="2299" y="1622"/>
              <a:chExt cx="439" cy="262"/>
            </a:xfrm>
          </p:grpSpPr>
          <p:sp>
            <p:nvSpPr>
              <p:cNvPr id="761027"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1028"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29"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30"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1031" name="Group 199"/>
              <p:cNvGrpSpPr>
                <a:grpSpLocks/>
              </p:cNvGrpSpPr>
              <p:nvPr/>
            </p:nvGrpSpPr>
            <p:grpSpPr bwMode="auto">
              <a:xfrm>
                <a:off x="2365" y="1640"/>
                <a:ext cx="304" cy="117"/>
                <a:chOff x="2365" y="1640"/>
                <a:chExt cx="304" cy="117"/>
              </a:xfrm>
            </p:grpSpPr>
            <p:grpSp>
              <p:nvGrpSpPr>
                <p:cNvPr id="761032" name="Group 200"/>
                <p:cNvGrpSpPr>
                  <a:grpSpLocks/>
                </p:cNvGrpSpPr>
                <p:nvPr/>
              </p:nvGrpSpPr>
              <p:grpSpPr bwMode="auto">
                <a:xfrm>
                  <a:off x="2365" y="1640"/>
                  <a:ext cx="302" cy="115"/>
                  <a:chOff x="2365" y="1640"/>
                  <a:chExt cx="302" cy="115"/>
                </a:xfrm>
              </p:grpSpPr>
              <p:sp>
                <p:nvSpPr>
                  <p:cNvPr id="761033"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4"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5"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6"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7"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8"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9"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0"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1041" name="Group 209"/>
                <p:cNvGrpSpPr>
                  <a:grpSpLocks/>
                </p:cNvGrpSpPr>
                <p:nvPr/>
              </p:nvGrpSpPr>
              <p:grpSpPr bwMode="auto">
                <a:xfrm>
                  <a:off x="2368" y="1643"/>
                  <a:ext cx="301" cy="114"/>
                  <a:chOff x="2368" y="1643"/>
                  <a:chExt cx="301" cy="114"/>
                </a:xfrm>
              </p:grpSpPr>
              <p:sp>
                <p:nvSpPr>
                  <p:cNvPr id="761042"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3"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4"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5"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6"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7"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8"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9"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1050"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051"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1052"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53"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1054"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55"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1056"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057"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58"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059"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060"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61"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1062"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63"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1064"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65"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1066"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1067"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68"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1069"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070"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71"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1072"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1073" name="Group 242"/>
            <p:cNvGrpSpPr>
              <a:grpSpLocks/>
            </p:cNvGrpSpPr>
            <p:nvPr/>
          </p:nvGrpSpPr>
          <p:grpSpPr bwMode="auto">
            <a:xfrm>
              <a:off x="2407709" y="4386264"/>
              <a:ext cx="703395" cy="384175"/>
              <a:chOff x="1304" y="2569"/>
              <a:chExt cx="439" cy="262"/>
            </a:xfrm>
          </p:grpSpPr>
          <p:sp>
            <p:nvSpPr>
              <p:cNvPr id="761074"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1075"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76"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77"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1078" name="Group 247"/>
              <p:cNvGrpSpPr>
                <a:grpSpLocks/>
              </p:cNvGrpSpPr>
              <p:nvPr/>
            </p:nvGrpSpPr>
            <p:grpSpPr bwMode="auto">
              <a:xfrm>
                <a:off x="1371" y="2587"/>
                <a:ext cx="304" cy="117"/>
                <a:chOff x="1371" y="2587"/>
                <a:chExt cx="304" cy="117"/>
              </a:xfrm>
            </p:grpSpPr>
            <p:grpSp>
              <p:nvGrpSpPr>
                <p:cNvPr id="761079" name="Group 248"/>
                <p:cNvGrpSpPr>
                  <a:grpSpLocks/>
                </p:cNvGrpSpPr>
                <p:nvPr/>
              </p:nvGrpSpPr>
              <p:grpSpPr bwMode="auto">
                <a:xfrm>
                  <a:off x="1371" y="2587"/>
                  <a:ext cx="301" cy="115"/>
                  <a:chOff x="1371" y="2587"/>
                  <a:chExt cx="301" cy="115"/>
                </a:xfrm>
              </p:grpSpPr>
              <p:sp>
                <p:nvSpPr>
                  <p:cNvPr id="761080"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1"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2"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3"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4"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5"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6"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7"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1088" name="Group 257"/>
                <p:cNvGrpSpPr>
                  <a:grpSpLocks/>
                </p:cNvGrpSpPr>
                <p:nvPr/>
              </p:nvGrpSpPr>
              <p:grpSpPr bwMode="auto">
                <a:xfrm>
                  <a:off x="1373" y="2590"/>
                  <a:ext cx="302" cy="114"/>
                  <a:chOff x="1373" y="2590"/>
                  <a:chExt cx="302" cy="114"/>
                </a:xfrm>
              </p:grpSpPr>
              <p:sp>
                <p:nvSpPr>
                  <p:cNvPr id="761089"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0"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1"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2"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3"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4"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5"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6"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1097"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098"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1099" name="Group 268"/>
            <p:cNvGrpSpPr>
              <a:grpSpLocks/>
            </p:cNvGrpSpPr>
            <p:nvPr/>
          </p:nvGrpSpPr>
          <p:grpSpPr bwMode="auto">
            <a:xfrm>
              <a:off x="5553209" y="4386264"/>
              <a:ext cx="703394" cy="384175"/>
              <a:chOff x="3488" y="2569"/>
              <a:chExt cx="439" cy="262"/>
            </a:xfrm>
          </p:grpSpPr>
          <p:sp>
            <p:nvSpPr>
              <p:cNvPr id="761100"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1101"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02"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03"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1104" name="Group 273"/>
              <p:cNvGrpSpPr>
                <a:grpSpLocks/>
              </p:cNvGrpSpPr>
              <p:nvPr/>
            </p:nvGrpSpPr>
            <p:grpSpPr bwMode="auto">
              <a:xfrm>
                <a:off x="3555" y="2587"/>
                <a:ext cx="304" cy="117"/>
                <a:chOff x="3555" y="2587"/>
                <a:chExt cx="304" cy="117"/>
              </a:xfrm>
            </p:grpSpPr>
            <p:grpSp>
              <p:nvGrpSpPr>
                <p:cNvPr id="761105" name="Group 274"/>
                <p:cNvGrpSpPr>
                  <a:grpSpLocks/>
                </p:cNvGrpSpPr>
                <p:nvPr/>
              </p:nvGrpSpPr>
              <p:grpSpPr bwMode="auto">
                <a:xfrm>
                  <a:off x="3555" y="2587"/>
                  <a:ext cx="301" cy="115"/>
                  <a:chOff x="3555" y="2587"/>
                  <a:chExt cx="301" cy="115"/>
                </a:xfrm>
              </p:grpSpPr>
              <p:sp>
                <p:nvSpPr>
                  <p:cNvPr id="761106"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07"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08"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09"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0"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1"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2"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3"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1114" name="Group 283"/>
                <p:cNvGrpSpPr>
                  <a:grpSpLocks/>
                </p:cNvGrpSpPr>
                <p:nvPr/>
              </p:nvGrpSpPr>
              <p:grpSpPr bwMode="auto">
                <a:xfrm>
                  <a:off x="3557" y="2590"/>
                  <a:ext cx="302" cy="114"/>
                  <a:chOff x="3557" y="2590"/>
                  <a:chExt cx="302" cy="114"/>
                </a:xfrm>
              </p:grpSpPr>
              <p:sp>
                <p:nvSpPr>
                  <p:cNvPr id="761115"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6"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7"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8"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9"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20"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21"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22"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1123"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24"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1125"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26"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27"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28"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29"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30"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31"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32"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1133"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34"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1135"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36"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1137"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38"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1139"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0"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1141"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2"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1143"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4" name="Rectangle 313"/>
            <p:cNvSpPr>
              <a:spLocks noChangeArrowheads="1"/>
            </p:cNvSpPr>
            <p:nvPr/>
          </p:nvSpPr>
          <p:spPr bwMode="auto">
            <a:xfrm>
              <a:off x="272480"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1145"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6"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1147"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8" name="Rectangle 317"/>
            <p:cNvSpPr>
              <a:spLocks noChangeArrowheads="1"/>
            </p:cNvSpPr>
            <p:nvPr/>
          </p:nvSpPr>
          <p:spPr bwMode="auto">
            <a:xfrm>
              <a:off x="272480"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1149"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50"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51"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52"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53"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1154"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55"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1156"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57"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1158"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59"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1160"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1"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2"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1163"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4"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1165"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1166"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7"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1168"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9"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1170"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71"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1172"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1173"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74"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75"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76"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77"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1178"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1179"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80"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1181"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82"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83"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1184" name="Group 353"/>
            <p:cNvGrpSpPr>
              <a:grpSpLocks/>
            </p:cNvGrpSpPr>
            <p:nvPr/>
          </p:nvGrpSpPr>
          <p:grpSpPr bwMode="auto">
            <a:xfrm>
              <a:off x="3363913" y="898525"/>
              <a:ext cx="548614" cy="514350"/>
              <a:chOff x="1813" y="593"/>
              <a:chExt cx="343" cy="352"/>
            </a:xfrm>
          </p:grpSpPr>
          <p:grpSp>
            <p:nvGrpSpPr>
              <p:cNvPr id="761185" name="Group 354"/>
              <p:cNvGrpSpPr>
                <a:grpSpLocks/>
              </p:cNvGrpSpPr>
              <p:nvPr/>
            </p:nvGrpSpPr>
            <p:grpSpPr bwMode="auto">
              <a:xfrm>
                <a:off x="1821" y="599"/>
                <a:ext cx="335" cy="346"/>
                <a:chOff x="1821" y="599"/>
                <a:chExt cx="335" cy="346"/>
              </a:xfrm>
            </p:grpSpPr>
            <p:sp>
              <p:nvSpPr>
                <p:cNvPr id="761186"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87"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88"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89"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90"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91"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92"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93"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194" name="Group 363"/>
                <p:cNvGrpSpPr>
                  <a:grpSpLocks/>
                </p:cNvGrpSpPr>
                <p:nvPr/>
              </p:nvGrpSpPr>
              <p:grpSpPr bwMode="auto">
                <a:xfrm>
                  <a:off x="1821" y="895"/>
                  <a:ext cx="335" cy="50"/>
                  <a:chOff x="1821" y="895"/>
                  <a:chExt cx="335" cy="50"/>
                </a:xfrm>
              </p:grpSpPr>
              <p:sp>
                <p:nvSpPr>
                  <p:cNvPr id="761195"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96"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97"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198" name="Group 367"/>
              <p:cNvGrpSpPr>
                <a:grpSpLocks/>
              </p:cNvGrpSpPr>
              <p:nvPr/>
            </p:nvGrpSpPr>
            <p:grpSpPr bwMode="auto">
              <a:xfrm>
                <a:off x="1813" y="593"/>
                <a:ext cx="335" cy="346"/>
                <a:chOff x="1813" y="593"/>
                <a:chExt cx="335" cy="346"/>
              </a:xfrm>
            </p:grpSpPr>
            <p:sp>
              <p:nvSpPr>
                <p:cNvPr id="761199"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0"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1"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2"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3"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04"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05"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06"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07" name="Group 376"/>
                <p:cNvGrpSpPr>
                  <a:grpSpLocks/>
                </p:cNvGrpSpPr>
                <p:nvPr/>
              </p:nvGrpSpPr>
              <p:grpSpPr bwMode="auto">
                <a:xfrm>
                  <a:off x="1813" y="888"/>
                  <a:ext cx="335" cy="51"/>
                  <a:chOff x="1813" y="888"/>
                  <a:chExt cx="335" cy="51"/>
                </a:xfrm>
              </p:grpSpPr>
              <p:sp>
                <p:nvSpPr>
                  <p:cNvPr id="761208"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9"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10"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1211"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212"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213"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1214" name="Group 383"/>
            <p:cNvGrpSpPr>
              <a:grpSpLocks/>
            </p:cNvGrpSpPr>
            <p:nvPr/>
          </p:nvGrpSpPr>
          <p:grpSpPr bwMode="auto">
            <a:xfrm>
              <a:off x="5051029" y="898525"/>
              <a:ext cx="548613" cy="514350"/>
              <a:chOff x="2868" y="593"/>
              <a:chExt cx="343" cy="352"/>
            </a:xfrm>
          </p:grpSpPr>
          <p:grpSp>
            <p:nvGrpSpPr>
              <p:cNvPr id="761215" name="Group 384"/>
              <p:cNvGrpSpPr>
                <a:grpSpLocks/>
              </p:cNvGrpSpPr>
              <p:nvPr/>
            </p:nvGrpSpPr>
            <p:grpSpPr bwMode="auto">
              <a:xfrm>
                <a:off x="2877" y="599"/>
                <a:ext cx="334" cy="346"/>
                <a:chOff x="2877" y="599"/>
                <a:chExt cx="334" cy="346"/>
              </a:xfrm>
            </p:grpSpPr>
            <p:sp>
              <p:nvSpPr>
                <p:cNvPr id="761216"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17"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18"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19"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20"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21"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22"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23"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24" name="Group 393"/>
                <p:cNvGrpSpPr>
                  <a:grpSpLocks/>
                </p:cNvGrpSpPr>
                <p:nvPr/>
              </p:nvGrpSpPr>
              <p:grpSpPr bwMode="auto">
                <a:xfrm>
                  <a:off x="2877" y="895"/>
                  <a:ext cx="334" cy="50"/>
                  <a:chOff x="2877" y="895"/>
                  <a:chExt cx="334" cy="50"/>
                </a:xfrm>
              </p:grpSpPr>
              <p:sp>
                <p:nvSpPr>
                  <p:cNvPr id="761225"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26"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27"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228" name="Group 397"/>
              <p:cNvGrpSpPr>
                <a:grpSpLocks/>
              </p:cNvGrpSpPr>
              <p:nvPr/>
            </p:nvGrpSpPr>
            <p:grpSpPr bwMode="auto">
              <a:xfrm>
                <a:off x="2868" y="593"/>
                <a:ext cx="335" cy="346"/>
                <a:chOff x="2868" y="593"/>
                <a:chExt cx="335" cy="346"/>
              </a:xfrm>
            </p:grpSpPr>
            <p:sp>
              <p:nvSpPr>
                <p:cNvPr id="761229"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0"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1"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2"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3"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34"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35"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36"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37" name="Group 406"/>
                <p:cNvGrpSpPr>
                  <a:grpSpLocks/>
                </p:cNvGrpSpPr>
                <p:nvPr/>
              </p:nvGrpSpPr>
              <p:grpSpPr bwMode="auto">
                <a:xfrm>
                  <a:off x="2868" y="888"/>
                  <a:ext cx="335" cy="51"/>
                  <a:chOff x="2868" y="888"/>
                  <a:chExt cx="335" cy="51"/>
                </a:xfrm>
              </p:grpSpPr>
              <p:sp>
                <p:nvSpPr>
                  <p:cNvPr id="761238"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9"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0"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1241"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1242" name="Group 411"/>
            <p:cNvGrpSpPr>
              <a:grpSpLocks/>
            </p:cNvGrpSpPr>
            <p:nvPr/>
          </p:nvGrpSpPr>
          <p:grpSpPr bwMode="auto">
            <a:xfrm>
              <a:off x="6724386" y="898525"/>
              <a:ext cx="548614" cy="514350"/>
              <a:chOff x="3915" y="593"/>
              <a:chExt cx="343" cy="352"/>
            </a:xfrm>
          </p:grpSpPr>
          <p:grpSp>
            <p:nvGrpSpPr>
              <p:cNvPr id="761243" name="Group 412"/>
              <p:cNvGrpSpPr>
                <a:grpSpLocks/>
              </p:cNvGrpSpPr>
              <p:nvPr/>
            </p:nvGrpSpPr>
            <p:grpSpPr bwMode="auto">
              <a:xfrm>
                <a:off x="3924" y="599"/>
                <a:ext cx="334" cy="346"/>
                <a:chOff x="3924" y="599"/>
                <a:chExt cx="334" cy="346"/>
              </a:xfrm>
            </p:grpSpPr>
            <p:sp>
              <p:nvSpPr>
                <p:cNvPr id="761244"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5"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6"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7"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8"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49"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50"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51"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52" name="Group 421"/>
                <p:cNvGrpSpPr>
                  <a:grpSpLocks/>
                </p:cNvGrpSpPr>
                <p:nvPr/>
              </p:nvGrpSpPr>
              <p:grpSpPr bwMode="auto">
                <a:xfrm>
                  <a:off x="3924" y="895"/>
                  <a:ext cx="334" cy="50"/>
                  <a:chOff x="3924" y="895"/>
                  <a:chExt cx="334" cy="50"/>
                </a:xfrm>
              </p:grpSpPr>
              <p:sp>
                <p:nvSpPr>
                  <p:cNvPr id="761253"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54"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55"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256" name="Group 425"/>
              <p:cNvGrpSpPr>
                <a:grpSpLocks/>
              </p:cNvGrpSpPr>
              <p:nvPr/>
            </p:nvGrpSpPr>
            <p:grpSpPr bwMode="auto">
              <a:xfrm>
                <a:off x="3915" y="593"/>
                <a:ext cx="335" cy="346"/>
                <a:chOff x="3915" y="593"/>
                <a:chExt cx="335" cy="346"/>
              </a:xfrm>
            </p:grpSpPr>
            <p:sp>
              <p:nvSpPr>
                <p:cNvPr id="761257"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58"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59"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60"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61"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62"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63"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64"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65" name="Group 434"/>
                <p:cNvGrpSpPr>
                  <a:grpSpLocks/>
                </p:cNvGrpSpPr>
                <p:nvPr/>
              </p:nvGrpSpPr>
              <p:grpSpPr bwMode="auto">
                <a:xfrm>
                  <a:off x="3915" y="888"/>
                  <a:ext cx="335" cy="51"/>
                  <a:chOff x="3915" y="888"/>
                  <a:chExt cx="335" cy="51"/>
                </a:xfrm>
              </p:grpSpPr>
              <p:sp>
                <p:nvSpPr>
                  <p:cNvPr id="761266"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67"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68"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1263030" name="Text Box 438"/>
          <p:cNvSpPr txBox="1">
            <a:spLocks noChangeArrowheads="1"/>
          </p:cNvSpPr>
          <p:nvPr/>
        </p:nvSpPr>
        <p:spPr bwMode="auto">
          <a:xfrm>
            <a:off x="1138238" y="188913"/>
            <a:ext cx="7991475" cy="1514475"/>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在同一个局域网上的主机或路由器的</a:t>
            </a:r>
          </a:p>
          <a:p>
            <a:pPr algn="ctr" eaLnBrk="0" hangingPunct="0">
              <a:lnSpc>
                <a:spcPct val="110000"/>
              </a:lnSpc>
            </a:pP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地址中的网络号必须是一样的。</a:t>
            </a:r>
          </a:p>
          <a:p>
            <a:pPr algn="ctr" eaLnBrk="0" hangingPunct="0">
              <a:lnSpc>
                <a:spcPct val="110000"/>
              </a:lnSpc>
            </a:pPr>
            <a:r>
              <a:rPr lang="zh-CN" altLang="en-US" sz="2800" b="1">
                <a:solidFill>
                  <a:srgbClr val="000099"/>
                </a:solidFill>
                <a:ea typeface="黑体" panose="02010609060101010101" pitchFamily="49" charset="-122"/>
              </a:rPr>
              <a:t>图中的网络号就是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 </a:t>
            </a:r>
            <a:r>
              <a:rPr lang="en-US" altLang="zh-CN" sz="2800" b="1">
                <a:solidFill>
                  <a:srgbClr val="000099"/>
                </a:solidFill>
                <a:ea typeface="黑体" panose="02010609060101010101" pitchFamily="49" charset="-122"/>
              </a:rPr>
              <a:t>net-id</a:t>
            </a:r>
          </a:p>
        </p:txBody>
      </p:sp>
      <p:grpSp>
        <p:nvGrpSpPr>
          <p:cNvPr id="1263031" name="Group 439"/>
          <p:cNvGrpSpPr>
            <a:grpSpLocks/>
          </p:cNvGrpSpPr>
          <p:nvPr/>
        </p:nvGrpSpPr>
        <p:grpSpPr bwMode="auto">
          <a:xfrm>
            <a:off x="4176713" y="3644900"/>
            <a:ext cx="5529262" cy="2474913"/>
            <a:chOff x="2381" y="2250"/>
            <a:chExt cx="3141" cy="1559"/>
          </a:xfrm>
        </p:grpSpPr>
        <p:sp>
          <p:nvSpPr>
            <p:cNvPr id="761271" name="Line 440"/>
            <p:cNvSpPr>
              <a:spLocks noChangeShapeType="1"/>
            </p:cNvSpPr>
            <p:nvPr/>
          </p:nvSpPr>
          <p:spPr bwMode="auto">
            <a:xfrm>
              <a:off x="4977" y="2250"/>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1272" name="Line 441"/>
            <p:cNvSpPr>
              <a:spLocks noChangeShapeType="1"/>
            </p:cNvSpPr>
            <p:nvPr/>
          </p:nvSpPr>
          <p:spPr bwMode="auto">
            <a:xfrm>
              <a:off x="3177" y="3809"/>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1273" name="Line 442"/>
            <p:cNvSpPr>
              <a:spLocks noChangeShapeType="1"/>
            </p:cNvSpPr>
            <p:nvPr/>
          </p:nvSpPr>
          <p:spPr bwMode="auto">
            <a:xfrm>
              <a:off x="2381" y="3793"/>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1274" name="Line 443"/>
            <p:cNvSpPr>
              <a:spLocks noChangeShapeType="1"/>
            </p:cNvSpPr>
            <p:nvPr/>
          </p:nvSpPr>
          <p:spPr bwMode="auto">
            <a:xfrm>
              <a:off x="4977" y="2931"/>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1275" name="Line 444"/>
            <p:cNvSpPr>
              <a:spLocks noChangeShapeType="1"/>
            </p:cNvSpPr>
            <p:nvPr/>
          </p:nvSpPr>
          <p:spPr bwMode="auto">
            <a:xfrm>
              <a:off x="3678" y="2885"/>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127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727C13-9053-45B9-ACDA-17F0F39B9581}" type="slidenum">
              <a:rPr lang="zh-CN" altLang="en-US" smtClean="0"/>
              <a:pPr eaLnBrk="1" hangingPunct="1"/>
              <a:t>44</a:t>
            </a:fld>
            <a:endParaRPr lang="en-US" altLang="zh-CN" smtClean="0"/>
          </a:p>
        </p:txBody>
      </p:sp>
      <p:sp>
        <p:nvSpPr>
          <p:cNvPr id="76127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263030"/>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0"/>
                                  </p:stCondLst>
                                  <p:childTnLst>
                                    <p:set>
                                      <p:cBhvr>
                                        <p:cTn id="9" dur="1" fill="hold">
                                          <p:stCondLst>
                                            <p:cond delay="0"/>
                                          </p:stCondLst>
                                        </p:cTn>
                                        <p:tgtEl>
                                          <p:spTgt spid="1263031"/>
                                        </p:tgtEl>
                                        <p:attrNameLst>
                                          <p:attrName>style.visibility</p:attrName>
                                        </p:attrNameLst>
                                      </p:cBhvr>
                                      <p:to>
                                        <p:strVal val="visible"/>
                                      </p:to>
                                    </p:set>
                                  </p:childTnLst>
                                </p:cTn>
                              </p:par>
                            </p:childTnLst>
                          </p:cTn>
                        </p:par>
                        <p:par>
                          <p:cTn id="10" fill="hold" nodeType="afterGroup">
                            <p:stCondLst>
                              <p:cond delay="2"/>
                            </p:stCondLst>
                            <p:childTnLst>
                              <p:par>
                                <p:cTn id="11" presetID="35" presetClass="emph" presetSubtype="0" repeatCount="4000" fill="hold" nodeType="afterEffect">
                                  <p:stCondLst>
                                    <p:cond delay="500"/>
                                  </p:stCondLst>
                                  <p:childTnLst>
                                    <p:anim calcmode="discrete" valueType="str">
                                      <p:cBhvr>
                                        <p:cTn id="12" dur="1000" fill="hold"/>
                                        <p:tgtEl>
                                          <p:spTgt spid="12630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303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7"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1858" name="组合 447"/>
          <p:cNvGrpSpPr>
            <a:grpSpLocks/>
          </p:cNvGrpSpPr>
          <p:nvPr/>
        </p:nvGrpSpPr>
        <p:grpSpPr bwMode="auto">
          <a:xfrm>
            <a:off x="587375" y="1198563"/>
            <a:ext cx="9118600" cy="5399087"/>
            <a:chOff x="268651" y="898525"/>
            <a:chExt cx="9549790" cy="5699126"/>
          </a:xfrm>
        </p:grpSpPr>
        <p:sp>
          <p:nvSpPr>
            <p:cNvPr id="761859"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1860"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1"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862"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863"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1864"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5"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866"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7"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8"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9"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70"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71"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72"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1873"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74"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75"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76"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77"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1878"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1879" name="Group 23"/>
            <p:cNvGrpSpPr>
              <a:grpSpLocks/>
            </p:cNvGrpSpPr>
            <p:nvPr/>
          </p:nvGrpSpPr>
          <p:grpSpPr bwMode="auto">
            <a:xfrm>
              <a:off x="627725" y="3616325"/>
              <a:ext cx="546894" cy="515938"/>
              <a:chOff x="101" y="2294"/>
              <a:chExt cx="343" cy="353"/>
            </a:xfrm>
          </p:grpSpPr>
          <p:grpSp>
            <p:nvGrpSpPr>
              <p:cNvPr id="761880" name="Group 24"/>
              <p:cNvGrpSpPr>
                <a:grpSpLocks/>
              </p:cNvGrpSpPr>
              <p:nvPr/>
            </p:nvGrpSpPr>
            <p:grpSpPr bwMode="auto">
              <a:xfrm>
                <a:off x="109" y="2301"/>
                <a:ext cx="335" cy="346"/>
                <a:chOff x="109" y="2301"/>
                <a:chExt cx="335" cy="346"/>
              </a:xfrm>
            </p:grpSpPr>
            <p:sp>
              <p:nvSpPr>
                <p:cNvPr id="761881"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82"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83"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84"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85"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86"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87"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88"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889" name="Group 33"/>
                <p:cNvGrpSpPr>
                  <a:grpSpLocks/>
                </p:cNvGrpSpPr>
                <p:nvPr/>
              </p:nvGrpSpPr>
              <p:grpSpPr bwMode="auto">
                <a:xfrm>
                  <a:off x="109" y="2596"/>
                  <a:ext cx="335" cy="51"/>
                  <a:chOff x="109" y="2596"/>
                  <a:chExt cx="335" cy="51"/>
                </a:xfrm>
              </p:grpSpPr>
              <p:sp>
                <p:nvSpPr>
                  <p:cNvPr id="761890"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1"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2"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893" name="Group 37"/>
              <p:cNvGrpSpPr>
                <a:grpSpLocks/>
              </p:cNvGrpSpPr>
              <p:nvPr/>
            </p:nvGrpSpPr>
            <p:grpSpPr bwMode="auto">
              <a:xfrm>
                <a:off x="101" y="2294"/>
                <a:ext cx="335" cy="347"/>
                <a:chOff x="101" y="2294"/>
                <a:chExt cx="335" cy="347"/>
              </a:xfrm>
            </p:grpSpPr>
            <p:sp>
              <p:nvSpPr>
                <p:cNvPr id="761894"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5"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6"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7"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8"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99"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00"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01"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02" name="Group 46"/>
                <p:cNvGrpSpPr>
                  <a:grpSpLocks/>
                </p:cNvGrpSpPr>
                <p:nvPr/>
              </p:nvGrpSpPr>
              <p:grpSpPr bwMode="auto">
                <a:xfrm>
                  <a:off x="101" y="2590"/>
                  <a:ext cx="335" cy="51"/>
                  <a:chOff x="101" y="2590"/>
                  <a:chExt cx="335" cy="51"/>
                </a:xfrm>
              </p:grpSpPr>
              <p:sp>
                <p:nvSpPr>
                  <p:cNvPr id="761903"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04"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05"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1906" name="Group 50"/>
            <p:cNvGrpSpPr>
              <a:grpSpLocks/>
            </p:cNvGrpSpPr>
            <p:nvPr/>
          </p:nvGrpSpPr>
          <p:grpSpPr bwMode="auto">
            <a:xfrm>
              <a:off x="3637361" y="6081714"/>
              <a:ext cx="545173" cy="515937"/>
              <a:chOff x="3891" y="3616"/>
              <a:chExt cx="342" cy="353"/>
            </a:xfrm>
          </p:grpSpPr>
          <p:grpSp>
            <p:nvGrpSpPr>
              <p:cNvPr id="761907" name="Group 51"/>
              <p:cNvGrpSpPr>
                <a:grpSpLocks/>
              </p:cNvGrpSpPr>
              <p:nvPr/>
            </p:nvGrpSpPr>
            <p:grpSpPr bwMode="auto">
              <a:xfrm>
                <a:off x="3899" y="3622"/>
                <a:ext cx="334" cy="347"/>
                <a:chOff x="3899" y="3622"/>
                <a:chExt cx="334" cy="347"/>
              </a:xfrm>
            </p:grpSpPr>
            <p:sp>
              <p:nvSpPr>
                <p:cNvPr id="761908"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09"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0"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1"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2"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13"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14"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15"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16" name="Group 60"/>
                <p:cNvGrpSpPr>
                  <a:grpSpLocks/>
                </p:cNvGrpSpPr>
                <p:nvPr/>
              </p:nvGrpSpPr>
              <p:grpSpPr bwMode="auto">
                <a:xfrm>
                  <a:off x="3899" y="3918"/>
                  <a:ext cx="334" cy="51"/>
                  <a:chOff x="3899" y="3918"/>
                  <a:chExt cx="334" cy="51"/>
                </a:xfrm>
              </p:grpSpPr>
              <p:sp>
                <p:nvSpPr>
                  <p:cNvPr id="761917"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8"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9"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920" name="Group 64"/>
              <p:cNvGrpSpPr>
                <a:grpSpLocks/>
              </p:cNvGrpSpPr>
              <p:nvPr/>
            </p:nvGrpSpPr>
            <p:grpSpPr bwMode="auto">
              <a:xfrm>
                <a:off x="3891" y="3616"/>
                <a:ext cx="334" cy="346"/>
                <a:chOff x="3891" y="3616"/>
                <a:chExt cx="334" cy="346"/>
              </a:xfrm>
            </p:grpSpPr>
            <p:sp>
              <p:nvSpPr>
                <p:cNvPr id="761921"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22"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23"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24"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25"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26"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27"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28"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29" name="Group 73"/>
                <p:cNvGrpSpPr>
                  <a:grpSpLocks/>
                </p:cNvGrpSpPr>
                <p:nvPr/>
              </p:nvGrpSpPr>
              <p:grpSpPr bwMode="auto">
                <a:xfrm>
                  <a:off x="3891" y="3912"/>
                  <a:ext cx="334" cy="50"/>
                  <a:chOff x="3891" y="3912"/>
                  <a:chExt cx="334" cy="50"/>
                </a:xfrm>
              </p:grpSpPr>
              <p:sp>
                <p:nvSpPr>
                  <p:cNvPr id="761930"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1"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2"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1933" name="Group 77"/>
            <p:cNvGrpSpPr>
              <a:grpSpLocks/>
            </p:cNvGrpSpPr>
            <p:nvPr/>
          </p:nvGrpSpPr>
          <p:grpSpPr bwMode="auto">
            <a:xfrm>
              <a:off x="5013194" y="6065839"/>
              <a:ext cx="546894" cy="515937"/>
              <a:chOff x="4752" y="3605"/>
              <a:chExt cx="343" cy="353"/>
            </a:xfrm>
          </p:grpSpPr>
          <p:grpSp>
            <p:nvGrpSpPr>
              <p:cNvPr id="761934" name="Group 78"/>
              <p:cNvGrpSpPr>
                <a:grpSpLocks/>
              </p:cNvGrpSpPr>
              <p:nvPr/>
            </p:nvGrpSpPr>
            <p:grpSpPr bwMode="auto">
              <a:xfrm>
                <a:off x="4760" y="3612"/>
                <a:ext cx="335" cy="346"/>
                <a:chOff x="4760" y="3612"/>
                <a:chExt cx="335" cy="346"/>
              </a:xfrm>
            </p:grpSpPr>
            <p:sp>
              <p:nvSpPr>
                <p:cNvPr id="761935"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6"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7"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8"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9"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40"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41"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42"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43" name="Group 87"/>
                <p:cNvGrpSpPr>
                  <a:grpSpLocks/>
                </p:cNvGrpSpPr>
                <p:nvPr/>
              </p:nvGrpSpPr>
              <p:grpSpPr bwMode="auto">
                <a:xfrm>
                  <a:off x="4760" y="3907"/>
                  <a:ext cx="335" cy="51"/>
                  <a:chOff x="4760" y="3907"/>
                  <a:chExt cx="335" cy="51"/>
                </a:xfrm>
              </p:grpSpPr>
              <p:sp>
                <p:nvSpPr>
                  <p:cNvPr id="761944"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45"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46"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947" name="Group 91"/>
              <p:cNvGrpSpPr>
                <a:grpSpLocks/>
              </p:cNvGrpSpPr>
              <p:nvPr/>
            </p:nvGrpSpPr>
            <p:grpSpPr bwMode="auto">
              <a:xfrm>
                <a:off x="4752" y="3605"/>
                <a:ext cx="334" cy="347"/>
                <a:chOff x="4752" y="3605"/>
                <a:chExt cx="334" cy="347"/>
              </a:xfrm>
            </p:grpSpPr>
            <p:sp>
              <p:nvSpPr>
                <p:cNvPr id="761948"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49"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0"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1"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2"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53"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54"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55"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56" name="Group 100"/>
                <p:cNvGrpSpPr>
                  <a:grpSpLocks/>
                </p:cNvGrpSpPr>
                <p:nvPr/>
              </p:nvGrpSpPr>
              <p:grpSpPr bwMode="auto">
                <a:xfrm>
                  <a:off x="4752" y="3901"/>
                  <a:ext cx="334" cy="51"/>
                  <a:chOff x="4752" y="3901"/>
                  <a:chExt cx="334" cy="51"/>
                </a:xfrm>
              </p:grpSpPr>
              <p:sp>
                <p:nvSpPr>
                  <p:cNvPr id="761957"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8"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9"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1960" name="Group 104"/>
            <p:cNvGrpSpPr>
              <a:grpSpLocks/>
            </p:cNvGrpSpPr>
            <p:nvPr/>
          </p:nvGrpSpPr>
          <p:grpSpPr bwMode="auto">
            <a:xfrm>
              <a:off x="627725" y="2509839"/>
              <a:ext cx="546894" cy="517525"/>
              <a:chOff x="101" y="1539"/>
              <a:chExt cx="343" cy="352"/>
            </a:xfrm>
          </p:grpSpPr>
          <p:grpSp>
            <p:nvGrpSpPr>
              <p:cNvPr id="761961" name="Group 105"/>
              <p:cNvGrpSpPr>
                <a:grpSpLocks/>
              </p:cNvGrpSpPr>
              <p:nvPr/>
            </p:nvGrpSpPr>
            <p:grpSpPr bwMode="auto">
              <a:xfrm>
                <a:off x="109" y="1545"/>
                <a:ext cx="335" cy="346"/>
                <a:chOff x="109" y="1545"/>
                <a:chExt cx="335" cy="346"/>
              </a:xfrm>
            </p:grpSpPr>
            <p:sp>
              <p:nvSpPr>
                <p:cNvPr id="761962"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63"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64"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65"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66"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67"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68"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69"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70" name="Group 114"/>
                <p:cNvGrpSpPr>
                  <a:grpSpLocks/>
                </p:cNvGrpSpPr>
                <p:nvPr/>
              </p:nvGrpSpPr>
              <p:grpSpPr bwMode="auto">
                <a:xfrm>
                  <a:off x="109" y="1841"/>
                  <a:ext cx="335" cy="50"/>
                  <a:chOff x="109" y="1841"/>
                  <a:chExt cx="335" cy="50"/>
                </a:xfrm>
              </p:grpSpPr>
              <p:sp>
                <p:nvSpPr>
                  <p:cNvPr id="761971"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2"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3"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974" name="Group 118"/>
              <p:cNvGrpSpPr>
                <a:grpSpLocks/>
              </p:cNvGrpSpPr>
              <p:nvPr/>
            </p:nvGrpSpPr>
            <p:grpSpPr bwMode="auto">
              <a:xfrm>
                <a:off x="101" y="1539"/>
                <a:ext cx="335" cy="346"/>
                <a:chOff x="101" y="1539"/>
                <a:chExt cx="335" cy="346"/>
              </a:xfrm>
            </p:grpSpPr>
            <p:sp>
              <p:nvSpPr>
                <p:cNvPr id="761975"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6"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7"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8"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9"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80"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81"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82"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83" name="Group 127"/>
                <p:cNvGrpSpPr>
                  <a:grpSpLocks/>
                </p:cNvGrpSpPr>
                <p:nvPr/>
              </p:nvGrpSpPr>
              <p:grpSpPr bwMode="auto">
                <a:xfrm>
                  <a:off x="101" y="1834"/>
                  <a:ext cx="335" cy="51"/>
                  <a:chOff x="101" y="1834"/>
                  <a:chExt cx="335" cy="51"/>
                </a:xfrm>
              </p:grpSpPr>
              <p:sp>
                <p:nvSpPr>
                  <p:cNvPr id="761984"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85"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86"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1987" name="Group 131"/>
            <p:cNvGrpSpPr>
              <a:grpSpLocks/>
            </p:cNvGrpSpPr>
            <p:nvPr/>
          </p:nvGrpSpPr>
          <p:grpSpPr bwMode="auto">
            <a:xfrm>
              <a:off x="8838010" y="3657600"/>
              <a:ext cx="548613" cy="514350"/>
              <a:chOff x="5237" y="2322"/>
              <a:chExt cx="343" cy="352"/>
            </a:xfrm>
          </p:grpSpPr>
          <p:grpSp>
            <p:nvGrpSpPr>
              <p:cNvPr id="761988" name="Group 132"/>
              <p:cNvGrpSpPr>
                <a:grpSpLocks/>
              </p:cNvGrpSpPr>
              <p:nvPr/>
            </p:nvGrpSpPr>
            <p:grpSpPr bwMode="auto">
              <a:xfrm>
                <a:off x="5245" y="2328"/>
                <a:ext cx="335" cy="346"/>
                <a:chOff x="5245" y="2328"/>
                <a:chExt cx="335" cy="346"/>
              </a:xfrm>
            </p:grpSpPr>
            <p:sp>
              <p:nvSpPr>
                <p:cNvPr id="761989"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0"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1"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2"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3"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94"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95"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96"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97" name="Group 141"/>
                <p:cNvGrpSpPr>
                  <a:grpSpLocks/>
                </p:cNvGrpSpPr>
                <p:nvPr/>
              </p:nvGrpSpPr>
              <p:grpSpPr bwMode="auto">
                <a:xfrm>
                  <a:off x="5245" y="2624"/>
                  <a:ext cx="335" cy="50"/>
                  <a:chOff x="5245" y="2624"/>
                  <a:chExt cx="335" cy="50"/>
                </a:xfrm>
              </p:grpSpPr>
              <p:sp>
                <p:nvSpPr>
                  <p:cNvPr id="761998"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9"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0"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001" name="Group 145"/>
              <p:cNvGrpSpPr>
                <a:grpSpLocks/>
              </p:cNvGrpSpPr>
              <p:nvPr/>
            </p:nvGrpSpPr>
            <p:grpSpPr bwMode="auto">
              <a:xfrm>
                <a:off x="5237" y="2322"/>
                <a:ext cx="335" cy="346"/>
                <a:chOff x="5237" y="2322"/>
                <a:chExt cx="335" cy="346"/>
              </a:xfrm>
            </p:grpSpPr>
            <p:sp>
              <p:nvSpPr>
                <p:cNvPr id="762002"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3"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4"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5"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6"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07"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08"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09"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010" name="Group 154"/>
                <p:cNvGrpSpPr>
                  <a:grpSpLocks/>
                </p:cNvGrpSpPr>
                <p:nvPr/>
              </p:nvGrpSpPr>
              <p:grpSpPr bwMode="auto">
                <a:xfrm>
                  <a:off x="5237" y="2617"/>
                  <a:ext cx="335" cy="51"/>
                  <a:chOff x="5237" y="2617"/>
                  <a:chExt cx="335" cy="51"/>
                </a:xfrm>
              </p:grpSpPr>
              <p:sp>
                <p:nvSpPr>
                  <p:cNvPr id="762011"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2"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3"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2014" name="Group 158"/>
            <p:cNvGrpSpPr>
              <a:grpSpLocks/>
            </p:cNvGrpSpPr>
            <p:nvPr/>
          </p:nvGrpSpPr>
          <p:grpSpPr bwMode="auto">
            <a:xfrm>
              <a:off x="8838010" y="2581275"/>
              <a:ext cx="548613" cy="515938"/>
              <a:chOff x="5237" y="1587"/>
              <a:chExt cx="343" cy="353"/>
            </a:xfrm>
          </p:grpSpPr>
          <p:grpSp>
            <p:nvGrpSpPr>
              <p:cNvPr id="762015" name="Group 159"/>
              <p:cNvGrpSpPr>
                <a:grpSpLocks/>
              </p:cNvGrpSpPr>
              <p:nvPr/>
            </p:nvGrpSpPr>
            <p:grpSpPr bwMode="auto">
              <a:xfrm>
                <a:off x="5245" y="1594"/>
                <a:ext cx="335" cy="346"/>
                <a:chOff x="5245" y="1594"/>
                <a:chExt cx="335" cy="346"/>
              </a:xfrm>
            </p:grpSpPr>
            <p:sp>
              <p:nvSpPr>
                <p:cNvPr id="762016"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7"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8"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9"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20"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21"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22"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23"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024" name="Group 168"/>
                <p:cNvGrpSpPr>
                  <a:grpSpLocks/>
                </p:cNvGrpSpPr>
                <p:nvPr/>
              </p:nvGrpSpPr>
              <p:grpSpPr bwMode="auto">
                <a:xfrm>
                  <a:off x="5245" y="1889"/>
                  <a:ext cx="335" cy="51"/>
                  <a:chOff x="5245" y="1889"/>
                  <a:chExt cx="335" cy="51"/>
                </a:xfrm>
              </p:grpSpPr>
              <p:sp>
                <p:nvSpPr>
                  <p:cNvPr id="762025"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26"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27"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028" name="Group 172"/>
              <p:cNvGrpSpPr>
                <a:grpSpLocks/>
              </p:cNvGrpSpPr>
              <p:nvPr/>
            </p:nvGrpSpPr>
            <p:grpSpPr bwMode="auto">
              <a:xfrm>
                <a:off x="5237" y="1587"/>
                <a:ext cx="335" cy="346"/>
                <a:chOff x="5237" y="1587"/>
                <a:chExt cx="335" cy="346"/>
              </a:xfrm>
            </p:grpSpPr>
            <p:sp>
              <p:nvSpPr>
                <p:cNvPr id="762029"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0"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1"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2"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3"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34"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35"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36"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037" name="Group 181"/>
                <p:cNvGrpSpPr>
                  <a:grpSpLocks/>
                </p:cNvGrpSpPr>
                <p:nvPr/>
              </p:nvGrpSpPr>
              <p:grpSpPr bwMode="auto">
                <a:xfrm>
                  <a:off x="5237" y="1883"/>
                  <a:ext cx="335" cy="50"/>
                  <a:chOff x="5237" y="1883"/>
                  <a:chExt cx="335" cy="50"/>
                </a:xfrm>
              </p:grpSpPr>
              <p:sp>
                <p:nvSpPr>
                  <p:cNvPr id="762038"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9"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40"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2041"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42"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2043"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44"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2045"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46"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2047"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48"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2049"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2050" name="Group 194"/>
            <p:cNvGrpSpPr>
              <a:grpSpLocks/>
            </p:cNvGrpSpPr>
            <p:nvPr/>
          </p:nvGrpSpPr>
          <p:grpSpPr bwMode="auto">
            <a:xfrm>
              <a:off x="4141258" y="2630488"/>
              <a:ext cx="701675" cy="385762"/>
              <a:chOff x="2299" y="1622"/>
              <a:chExt cx="439" cy="262"/>
            </a:xfrm>
          </p:grpSpPr>
          <p:sp>
            <p:nvSpPr>
              <p:cNvPr id="762051"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2052"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53"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54"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2055" name="Group 199"/>
              <p:cNvGrpSpPr>
                <a:grpSpLocks/>
              </p:cNvGrpSpPr>
              <p:nvPr/>
            </p:nvGrpSpPr>
            <p:grpSpPr bwMode="auto">
              <a:xfrm>
                <a:off x="2365" y="1640"/>
                <a:ext cx="304" cy="117"/>
                <a:chOff x="2365" y="1640"/>
                <a:chExt cx="304" cy="117"/>
              </a:xfrm>
            </p:grpSpPr>
            <p:grpSp>
              <p:nvGrpSpPr>
                <p:cNvPr id="762056" name="Group 200"/>
                <p:cNvGrpSpPr>
                  <a:grpSpLocks/>
                </p:cNvGrpSpPr>
                <p:nvPr/>
              </p:nvGrpSpPr>
              <p:grpSpPr bwMode="auto">
                <a:xfrm>
                  <a:off x="2365" y="1640"/>
                  <a:ext cx="302" cy="115"/>
                  <a:chOff x="2365" y="1640"/>
                  <a:chExt cx="302" cy="115"/>
                </a:xfrm>
              </p:grpSpPr>
              <p:sp>
                <p:nvSpPr>
                  <p:cNvPr id="762057"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58"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59"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0"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1"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2"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3"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4"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2065" name="Group 209"/>
                <p:cNvGrpSpPr>
                  <a:grpSpLocks/>
                </p:cNvGrpSpPr>
                <p:nvPr/>
              </p:nvGrpSpPr>
              <p:grpSpPr bwMode="auto">
                <a:xfrm>
                  <a:off x="2368" y="1643"/>
                  <a:ext cx="301" cy="114"/>
                  <a:chOff x="2368" y="1643"/>
                  <a:chExt cx="301" cy="114"/>
                </a:xfrm>
              </p:grpSpPr>
              <p:sp>
                <p:nvSpPr>
                  <p:cNvPr id="762066"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7"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8"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9"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70"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71"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72"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73"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2074"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075"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2076"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77"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2078"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79"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2080"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081"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82"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083"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084"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85"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2086"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87"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2088"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89"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2090"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2091"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92"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2093"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094"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95"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2096"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2097" name="Group 242"/>
            <p:cNvGrpSpPr>
              <a:grpSpLocks/>
            </p:cNvGrpSpPr>
            <p:nvPr/>
          </p:nvGrpSpPr>
          <p:grpSpPr bwMode="auto">
            <a:xfrm>
              <a:off x="2407709" y="4386264"/>
              <a:ext cx="703395" cy="384175"/>
              <a:chOff x="1304" y="2569"/>
              <a:chExt cx="439" cy="262"/>
            </a:xfrm>
          </p:grpSpPr>
          <p:sp>
            <p:nvSpPr>
              <p:cNvPr id="762098"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2099"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00"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01"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2102" name="Group 247"/>
              <p:cNvGrpSpPr>
                <a:grpSpLocks/>
              </p:cNvGrpSpPr>
              <p:nvPr/>
            </p:nvGrpSpPr>
            <p:grpSpPr bwMode="auto">
              <a:xfrm>
                <a:off x="1371" y="2587"/>
                <a:ext cx="304" cy="117"/>
                <a:chOff x="1371" y="2587"/>
                <a:chExt cx="304" cy="117"/>
              </a:xfrm>
            </p:grpSpPr>
            <p:grpSp>
              <p:nvGrpSpPr>
                <p:cNvPr id="762103" name="Group 248"/>
                <p:cNvGrpSpPr>
                  <a:grpSpLocks/>
                </p:cNvGrpSpPr>
                <p:nvPr/>
              </p:nvGrpSpPr>
              <p:grpSpPr bwMode="auto">
                <a:xfrm>
                  <a:off x="1371" y="2587"/>
                  <a:ext cx="301" cy="115"/>
                  <a:chOff x="1371" y="2587"/>
                  <a:chExt cx="301" cy="115"/>
                </a:xfrm>
              </p:grpSpPr>
              <p:sp>
                <p:nvSpPr>
                  <p:cNvPr id="762104"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5"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6"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7"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8"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9"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0"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1"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2112" name="Group 257"/>
                <p:cNvGrpSpPr>
                  <a:grpSpLocks/>
                </p:cNvGrpSpPr>
                <p:nvPr/>
              </p:nvGrpSpPr>
              <p:grpSpPr bwMode="auto">
                <a:xfrm>
                  <a:off x="1373" y="2590"/>
                  <a:ext cx="302" cy="114"/>
                  <a:chOff x="1373" y="2590"/>
                  <a:chExt cx="302" cy="114"/>
                </a:xfrm>
              </p:grpSpPr>
              <p:sp>
                <p:nvSpPr>
                  <p:cNvPr id="762113"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4"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5"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6"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7"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8"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9"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20"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2121"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22"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2123" name="Group 268"/>
            <p:cNvGrpSpPr>
              <a:grpSpLocks/>
            </p:cNvGrpSpPr>
            <p:nvPr/>
          </p:nvGrpSpPr>
          <p:grpSpPr bwMode="auto">
            <a:xfrm>
              <a:off x="5553209" y="4386264"/>
              <a:ext cx="703394" cy="384175"/>
              <a:chOff x="3488" y="2569"/>
              <a:chExt cx="439" cy="262"/>
            </a:xfrm>
          </p:grpSpPr>
          <p:sp>
            <p:nvSpPr>
              <p:cNvPr id="762124"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2125"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26"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27"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2128" name="Group 273"/>
              <p:cNvGrpSpPr>
                <a:grpSpLocks/>
              </p:cNvGrpSpPr>
              <p:nvPr/>
            </p:nvGrpSpPr>
            <p:grpSpPr bwMode="auto">
              <a:xfrm>
                <a:off x="3555" y="2587"/>
                <a:ext cx="304" cy="117"/>
                <a:chOff x="3555" y="2587"/>
                <a:chExt cx="304" cy="117"/>
              </a:xfrm>
            </p:grpSpPr>
            <p:grpSp>
              <p:nvGrpSpPr>
                <p:cNvPr id="762129" name="Group 274"/>
                <p:cNvGrpSpPr>
                  <a:grpSpLocks/>
                </p:cNvGrpSpPr>
                <p:nvPr/>
              </p:nvGrpSpPr>
              <p:grpSpPr bwMode="auto">
                <a:xfrm>
                  <a:off x="3555" y="2587"/>
                  <a:ext cx="301" cy="115"/>
                  <a:chOff x="3555" y="2587"/>
                  <a:chExt cx="301" cy="115"/>
                </a:xfrm>
              </p:grpSpPr>
              <p:sp>
                <p:nvSpPr>
                  <p:cNvPr id="762130"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1"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2"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3"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4"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5"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6"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7"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2138" name="Group 283"/>
                <p:cNvGrpSpPr>
                  <a:grpSpLocks/>
                </p:cNvGrpSpPr>
                <p:nvPr/>
              </p:nvGrpSpPr>
              <p:grpSpPr bwMode="auto">
                <a:xfrm>
                  <a:off x="3557" y="2590"/>
                  <a:ext cx="302" cy="114"/>
                  <a:chOff x="3557" y="2590"/>
                  <a:chExt cx="302" cy="114"/>
                </a:xfrm>
              </p:grpSpPr>
              <p:sp>
                <p:nvSpPr>
                  <p:cNvPr id="762139"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0"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1"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2"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3"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4"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5"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6"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2147"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48"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2149"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0"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1"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2"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3"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4"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5"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56"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2157"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58"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2159"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0"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2161"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2"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2163"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4"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2165"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6"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2167"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8"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2169"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70"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2171"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72"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2173"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74"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75"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76"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77"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2178"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79"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2180"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1"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2182"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3"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2184"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5"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6"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2187"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8"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2189"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2190"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91"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2192"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93"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2194"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95"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2196"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2197"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98"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99"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00"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201"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2202"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2203"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04"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2205"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06"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07"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2208" name="Group 353"/>
            <p:cNvGrpSpPr>
              <a:grpSpLocks/>
            </p:cNvGrpSpPr>
            <p:nvPr/>
          </p:nvGrpSpPr>
          <p:grpSpPr bwMode="auto">
            <a:xfrm>
              <a:off x="3363913" y="898525"/>
              <a:ext cx="548614" cy="514350"/>
              <a:chOff x="1813" y="593"/>
              <a:chExt cx="343" cy="352"/>
            </a:xfrm>
          </p:grpSpPr>
          <p:grpSp>
            <p:nvGrpSpPr>
              <p:cNvPr id="762209" name="Group 354"/>
              <p:cNvGrpSpPr>
                <a:grpSpLocks/>
              </p:cNvGrpSpPr>
              <p:nvPr/>
            </p:nvGrpSpPr>
            <p:grpSpPr bwMode="auto">
              <a:xfrm>
                <a:off x="1821" y="599"/>
                <a:ext cx="335" cy="346"/>
                <a:chOff x="1821" y="599"/>
                <a:chExt cx="335" cy="346"/>
              </a:xfrm>
            </p:grpSpPr>
            <p:sp>
              <p:nvSpPr>
                <p:cNvPr id="762210"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11"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12"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13"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14"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15"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16"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17"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18" name="Group 363"/>
                <p:cNvGrpSpPr>
                  <a:grpSpLocks/>
                </p:cNvGrpSpPr>
                <p:nvPr/>
              </p:nvGrpSpPr>
              <p:grpSpPr bwMode="auto">
                <a:xfrm>
                  <a:off x="1821" y="895"/>
                  <a:ext cx="335" cy="50"/>
                  <a:chOff x="1821" y="895"/>
                  <a:chExt cx="335" cy="50"/>
                </a:xfrm>
              </p:grpSpPr>
              <p:sp>
                <p:nvSpPr>
                  <p:cNvPr id="762219"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0"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1"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222" name="Group 367"/>
              <p:cNvGrpSpPr>
                <a:grpSpLocks/>
              </p:cNvGrpSpPr>
              <p:nvPr/>
            </p:nvGrpSpPr>
            <p:grpSpPr bwMode="auto">
              <a:xfrm>
                <a:off x="1813" y="593"/>
                <a:ext cx="335" cy="346"/>
                <a:chOff x="1813" y="593"/>
                <a:chExt cx="335" cy="346"/>
              </a:xfrm>
            </p:grpSpPr>
            <p:sp>
              <p:nvSpPr>
                <p:cNvPr id="762223"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4"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5"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6"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7"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28"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29"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30"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31" name="Group 376"/>
                <p:cNvGrpSpPr>
                  <a:grpSpLocks/>
                </p:cNvGrpSpPr>
                <p:nvPr/>
              </p:nvGrpSpPr>
              <p:grpSpPr bwMode="auto">
                <a:xfrm>
                  <a:off x="1813" y="888"/>
                  <a:ext cx="335" cy="51"/>
                  <a:chOff x="1813" y="888"/>
                  <a:chExt cx="335" cy="51"/>
                </a:xfrm>
              </p:grpSpPr>
              <p:sp>
                <p:nvSpPr>
                  <p:cNvPr id="762232"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33"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34"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2235"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36"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37"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2238" name="Group 383"/>
            <p:cNvGrpSpPr>
              <a:grpSpLocks/>
            </p:cNvGrpSpPr>
            <p:nvPr/>
          </p:nvGrpSpPr>
          <p:grpSpPr bwMode="auto">
            <a:xfrm>
              <a:off x="5051029" y="898525"/>
              <a:ext cx="548613" cy="514350"/>
              <a:chOff x="2868" y="593"/>
              <a:chExt cx="343" cy="352"/>
            </a:xfrm>
          </p:grpSpPr>
          <p:grpSp>
            <p:nvGrpSpPr>
              <p:cNvPr id="762239" name="Group 384"/>
              <p:cNvGrpSpPr>
                <a:grpSpLocks/>
              </p:cNvGrpSpPr>
              <p:nvPr/>
            </p:nvGrpSpPr>
            <p:grpSpPr bwMode="auto">
              <a:xfrm>
                <a:off x="2877" y="599"/>
                <a:ext cx="334" cy="346"/>
                <a:chOff x="2877" y="599"/>
                <a:chExt cx="334" cy="346"/>
              </a:xfrm>
            </p:grpSpPr>
            <p:sp>
              <p:nvSpPr>
                <p:cNvPr id="762240"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41"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42"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43"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44"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45"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46"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47"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48" name="Group 393"/>
                <p:cNvGrpSpPr>
                  <a:grpSpLocks/>
                </p:cNvGrpSpPr>
                <p:nvPr/>
              </p:nvGrpSpPr>
              <p:grpSpPr bwMode="auto">
                <a:xfrm>
                  <a:off x="2877" y="895"/>
                  <a:ext cx="334" cy="50"/>
                  <a:chOff x="2877" y="895"/>
                  <a:chExt cx="334" cy="50"/>
                </a:xfrm>
              </p:grpSpPr>
              <p:sp>
                <p:nvSpPr>
                  <p:cNvPr id="762249"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0"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1"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252" name="Group 397"/>
              <p:cNvGrpSpPr>
                <a:grpSpLocks/>
              </p:cNvGrpSpPr>
              <p:nvPr/>
            </p:nvGrpSpPr>
            <p:grpSpPr bwMode="auto">
              <a:xfrm>
                <a:off x="2868" y="593"/>
                <a:ext cx="335" cy="346"/>
                <a:chOff x="2868" y="593"/>
                <a:chExt cx="335" cy="346"/>
              </a:xfrm>
            </p:grpSpPr>
            <p:sp>
              <p:nvSpPr>
                <p:cNvPr id="762253"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4"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5"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6"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7"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58"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59"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60"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61" name="Group 406"/>
                <p:cNvGrpSpPr>
                  <a:grpSpLocks/>
                </p:cNvGrpSpPr>
                <p:nvPr/>
              </p:nvGrpSpPr>
              <p:grpSpPr bwMode="auto">
                <a:xfrm>
                  <a:off x="2868" y="888"/>
                  <a:ext cx="335" cy="51"/>
                  <a:chOff x="2868" y="888"/>
                  <a:chExt cx="335" cy="51"/>
                </a:xfrm>
              </p:grpSpPr>
              <p:sp>
                <p:nvSpPr>
                  <p:cNvPr id="762262"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63"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64"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2265"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2266" name="Group 411"/>
            <p:cNvGrpSpPr>
              <a:grpSpLocks/>
            </p:cNvGrpSpPr>
            <p:nvPr/>
          </p:nvGrpSpPr>
          <p:grpSpPr bwMode="auto">
            <a:xfrm>
              <a:off x="6724386" y="898525"/>
              <a:ext cx="548614" cy="514350"/>
              <a:chOff x="3915" y="593"/>
              <a:chExt cx="343" cy="352"/>
            </a:xfrm>
          </p:grpSpPr>
          <p:grpSp>
            <p:nvGrpSpPr>
              <p:cNvPr id="762267" name="Group 412"/>
              <p:cNvGrpSpPr>
                <a:grpSpLocks/>
              </p:cNvGrpSpPr>
              <p:nvPr/>
            </p:nvGrpSpPr>
            <p:grpSpPr bwMode="auto">
              <a:xfrm>
                <a:off x="3924" y="599"/>
                <a:ext cx="334" cy="346"/>
                <a:chOff x="3924" y="599"/>
                <a:chExt cx="334" cy="346"/>
              </a:xfrm>
            </p:grpSpPr>
            <p:sp>
              <p:nvSpPr>
                <p:cNvPr id="762268"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69"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0"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1"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2"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73"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74"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75"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76" name="Group 421"/>
                <p:cNvGrpSpPr>
                  <a:grpSpLocks/>
                </p:cNvGrpSpPr>
                <p:nvPr/>
              </p:nvGrpSpPr>
              <p:grpSpPr bwMode="auto">
                <a:xfrm>
                  <a:off x="3924" y="895"/>
                  <a:ext cx="334" cy="50"/>
                  <a:chOff x="3924" y="895"/>
                  <a:chExt cx="334" cy="50"/>
                </a:xfrm>
              </p:grpSpPr>
              <p:sp>
                <p:nvSpPr>
                  <p:cNvPr id="762277"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8"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9"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280" name="Group 425"/>
              <p:cNvGrpSpPr>
                <a:grpSpLocks/>
              </p:cNvGrpSpPr>
              <p:nvPr/>
            </p:nvGrpSpPr>
            <p:grpSpPr bwMode="auto">
              <a:xfrm>
                <a:off x="3915" y="593"/>
                <a:ext cx="335" cy="346"/>
                <a:chOff x="3915" y="593"/>
                <a:chExt cx="335" cy="346"/>
              </a:xfrm>
            </p:grpSpPr>
            <p:sp>
              <p:nvSpPr>
                <p:cNvPr id="762281"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82"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83"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84"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85"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86"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87"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88"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89" name="Group 434"/>
                <p:cNvGrpSpPr>
                  <a:grpSpLocks/>
                </p:cNvGrpSpPr>
                <p:nvPr/>
              </p:nvGrpSpPr>
              <p:grpSpPr bwMode="auto">
                <a:xfrm>
                  <a:off x="3915" y="888"/>
                  <a:ext cx="335" cy="51"/>
                  <a:chOff x="3915" y="888"/>
                  <a:chExt cx="335" cy="51"/>
                </a:xfrm>
              </p:grpSpPr>
              <p:sp>
                <p:nvSpPr>
                  <p:cNvPr id="762290"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91"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92"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2293" name="Text Box 438"/>
          <p:cNvSpPr txBox="1">
            <a:spLocks noChangeArrowheads="1"/>
          </p:cNvSpPr>
          <p:nvPr/>
        </p:nvSpPr>
        <p:spPr bwMode="auto">
          <a:xfrm>
            <a:off x="1138238" y="188913"/>
            <a:ext cx="7991475" cy="1514475"/>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在同一个局域网上的主机或路由器的</a:t>
            </a:r>
          </a:p>
          <a:p>
            <a:pPr algn="ctr" eaLnBrk="0" hangingPunct="0">
              <a:lnSpc>
                <a:spcPct val="110000"/>
              </a:lnSpc>
            </a:pP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地址中的网络号必须是一样的。</a:t>
            </a:r>
          </a:p>
          <a:p>
            <a:pPr algn="ctr" eaLnBrk="0" hangingPunct="0">
              <a:lnSpc>
                <a:spcPct val="110000"/>
              </a:lnSpc>
            </a:pPr>
            <a:r>
              <a:rPr lang="zh-CN" altLang="en-US" sz="2800" b="1">
                <a:solidFill>
                  <a:srgbClr val="000099"/>
                </a:solidFill>
                <a:ea typeface="黑体" panose="02010609060101010101" pitchFamily="49" charset="-122"/>
              </a:rPr>
              <a:t>图中的网络号就是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 </a:t>
            </a:r>
            <a:r>
              <a:rPr lang="en-US" altLang="zh-CN" sz="2800" b="1">
                <a:solidFill>
                  <a:srgbClr val="000099"/>
                </a:solidFill>
                <a:ea typeface="黑体" panose="02010609060101010101" pitchFamily="49" charset="-122"/>
              </a:rPr>
              <a:t>net-id</a:t>
            </a:r>
            <a:r>
              <a:rPr lang="zh-CN" altLang="en-US" sz="2800" b="1">
                <a:solidFill>
                  <a:srgbClr val="00B050"/>
                </a:solidFill>
                <a:ea typeface="黑体" panose="02010609060101010101" pitchFamily="49" charset="-122"/>
              </a:rPr>
              <a:t>。</a:t>
            </a:r>
            <a:endParaRPr lang="en-US" altLang="zh-CN" sz="2800" b="1">
              <a:solidFill>
                <a:srgbClr val="00B050"/>
              </a:solidFill>
              <a:ea typeface="黑体" panose="02010609060101010101" pitchFamily="49" charset="-122"/>
            </a:endParaRPr>
          </a:p>
        </p:txBody>
      </p:sp>
      <p:grpSp>
        <p:nvGrpSpPr>
          <p:cNvPr id="884" name="Group 439"/>
          <p:cNvGrpSpPr>
            <a:grpSpLocks/>
          </p:cNvGrpSpPr>
          <p:nvPr/>
        </p:nvGrpSpPr>
        <p:grpSpPr bwMode="auto">
          <a:xfrm>
            <a:off x="546100" y="3592513"/>
            <a:ext cx="2317750" cy="1563687"/>
            <a:chOff x="235" y="2149"/>
            <a:chExt cx="1461" cy="985"/>
          </a:xfrm>
        </p:grpSpPr>
        <p:sp>
          <p:nvSpPr>
            <p:cNvPr id="762295" name="Line 440"/>
            <p:cNvSpPr>
              <a:spLocks noChangeShapeType="1"/>
            </p:cNvSpPr>
            <p:nvPr/>
          </p:nvSpPr>
          <p:spPr bwMode="auto">
            <a:xfrm>
              <a:off x="235" y="2149"/>
              <a:ext cx="66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2296" name="Line 441"/>
            <p:cNvSpPr>
              <a:spLocks noChangeShapeType="1"/>
            </p:cNvSpPr>
            <p:nvPr/>
          </p:nvSpPr>
          <p:spPr bwMode="auto">
            <a:xfrm>
              <a:off x="246" y="2841"/>
              <a:ext cx="65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2297" name="Line 442"/>
            <p:cNvSpPr>
              <a:spLocks noChangeShapeType="1"/>
            </p:cNvSpPr>
            <p:nvPr/>
          </p:nvSpPr>
          <p:spPr bwMode="auto">
            <a:xfrm>
              <a:off x="1151" y="3134"/>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229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BB1D8A5-C18B-47C8-B4DD-F13BC92A251F}" type="slidenum">
              <a:rPr lang="zh-CN" altLang="en-US" smtClean="0"/>
              <a:pPr eaLnBrk="1" hangingPunct="1"/>
              <a:t>45</a:t>
            </a:fld>
            <a:endParaRPr lang="en-US" altLang="zh-CN" smtClean="0"/>
          </a:p>
        </p:txBody>
      </p:sp>
      <p:sp>
        <p:nvSpPr>
          <p:cNvPr id="76229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884"/>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500"/>
                                  </p:stCondLst>
                                  <p:childTnLst>
                                    <p:anim calcmode="discrete" valueType="str">
                                      <p:cBhvr>
                                        <p:cTn id="9" dur="1000" fill="hold"/>
                                        <p:tgtEl>
                                          <p:spTgt spid="8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1"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2882" name="组合 447"/>
          <p:cNvGrpSpPr>
            <a:grpSpLocks/>
          </p:cNvGrpSpPr>
          <p:nvPr/>
        </p:nvGrpSpPr>
        <p:grpSpPr bwMode="auto">
          <a:xfrm>
            <a:off x="587375" y="1198563"/>
            <a:ext cx="9118600" cy="5399087"/>
            <a:chOff x="268651" y="898525"/>
            <a:chExt cx="9549790" cy="5699126"/>
          </a:xfrm>
        </p:grpSpPr>
        <p:sp>
          <p:nvSpPr>
            <p:cNvPr id="762883"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2884"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85"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886"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887"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2888"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89"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890"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1"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2"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3"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894"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5"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896"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2897"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8"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9"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00"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01"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2902"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2903" name="Group 23"/>
            <p:cNvGrpSpPr>
              <a:grpSpLocks/>
            </p:cNvGrpSpPr>
            <p:nvPr/>
          </p:nvGrpSpPr>
          <p:grpSpPr bwMode="auto">
            <a:xfrm>
              <a:off x="627725" y="3616325"/>
              <a:ext cx="546894" cy="515938"/>
              <a:chOff x="101" y="2294"/>
              <a:chExt cx="343" cy="353"/>
            </a:xfrm>
          </p:grpSpPr>
          <p:grpSp>
            <p:nvGrpSpPr>
              <p:cNvPr id="762904" name="Group 24"/>
              <p:cNvGrpSpPr>
                <a:grpSpLocks/>
              </p:cNvGrpSpPr>
              <p:nvPr/>
            </p:nvGrpSpPr>
            <p:grpSpPr bwMode="auto">
              <a:xfrm>
                <a:off x="109" y="2301"/>
                <a:ext cx="335" cy="346"/>
                <a:chOff x="109" y="2301"/>
                <a:chExt cx="335" cy="346"/>
              </a:xfrm>
            </p:grpSpPr>
            <p:sp>
              <p:nvSpPr>
                <p:cNvPr id="762905"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06"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07"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08"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09"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10"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11"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12"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13" name="Group 33"/>
                <p:cNvGrpSpPr>
                  <a:grpSpLocks/>
                </p:cNvGrpSpPr>
                <p:nvPr/>
              </p:nvGrpSpPr>
              <p:grpSpPr bwMode="auto">
                <a:xfrm>
                  <a:off x="109" y="2596"/>
                  <a:ext cx="335" cy="51"/>
                  <a:chOff x="109" y="2596"/>
                  <a:chExt cx="335" cy="51"/>
                </a:xfrm>
              </p:grpSpPr>
              <p:sp>
                <p:nvSpPr>
                  <p:cNvPr id="762914"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15"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16"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917" name="Group 37"/>
              <p:cNvGrpSpPr>
                <a:grpSpLocks/>
              </p:cNvGrpSpPr>
              <p:nvPr/>
            </p:nvGrpSpPr>
            <p:grpSpPr bwMode="auto">
              <a:xfrm>
                <a:off x="101" y="2294"/>
                <a:ext cx="335" cy="347"/>
                <a:chOff x="101" y="2294"/>
                <a:chExt cx="335" cy="347"/>
              </a:xfrm>
            </p:grpSpPr>
            <p:sp>
              <p:nvSpPr>
                <p:cNvPr id="762918"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19"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0"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1"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2"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23"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24"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25"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26" name="Group 46"/>
                <p:cNvGrpSpPr>
                  <a:grpSpLocks/>
                </p:cNvGrpSpPr>
                <p:nvPr/>
              </p:nvGrpSpPr>
              <p:grpSpPr bwMode="auto">
                <a:xfrm>
                  <a:off x="101" y="2590"/>
                  <a:ext cx="335" cy="51"/>
                  <a:chOff x="101" y="2590"/>
                  <a:chExt cx="335" cy="51"/>
                </a:xfrm>
              </p:grpSpPr>
              <p:sp>
                <p:nvSpPr>
                  <p:cNvPr id="762927"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8"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9"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2930" name="Group 50"/>
            <p:cNvGrpSpPr>
              <a:grpSpLocks/>
            </p:cNvGrpSpPr>
            <p:nvPr/>
          </p:nvGrpSpPr>
          <p:grpSpPr bwMode="auto">
            <a:xfrm>
              <a:off x="3637361" y="6081714"/>
              <a:ext cx="545173" cy="515937"/>
              <a:chOff x="3891" y="3616"/>
              <a:chExt cx="342" cy="353"/>
            </a:xfrm>
          </p:grpSpPr>
          <p:grpSp>
            <p:nvGrpSpPr>
              <p:cNvPr id="762931" name="Group 51"/>
              <p:cNvGrpSpPr>
                <a:grpSpLocks/>
              </p:cNvGrpSpPr>
              <p:nvPr/>
            </p:nvGrpSpPr>
            <p:grpSpPr bwMode="auto">
              <a:xfrm>
                <a:off x="3899" y="3622"/>
                <a:ext cx="334" cy="347"/>
                <a:chOff x="3899" y="3622"/>
                <a:chExt cx="334" cy="347"/>
              </a:xfrm>
            </p:grpSpPr>
            <p:sp>
              <p:nvSpPr>
                <p:cNvPr id="762932"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33"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34"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35"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36"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37"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38"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39"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40" name="Group 60"/>
                <p:cNvGrpSpPr>
                  <a:grpSpLocks/>
                </p:cNvGrpSpPr>
                <p:nvPr/>
              </p:nvGrpSpPr>
              <p:grpSpPr bwMode="auto">
                <a:xfrm>
                  <a:off x="3899" y="3918"/>
                  <a:ext cx="334" cy="51"/>
                  <a:chOff x="3899" y="3918"/>
                  <a:chExt cx="334" cy="51"/>
                </a:xfrm>
              </p:grpSpPr>
              <p:sp>
                <p:nvSpPr>
                  <p:cNvPr id="762941"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2"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3"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944" name="Group 64"/>
              <p:cNvGrpSpPr>
                <a:grpSpLocks/>
              </p:cNvGrpSpPr>
              <p:nvPr/>
            </p:nvGrpSpPr>
            <p:grpSpPr bwMode="auto">
              <a:xfrm>
                <a:off x="3891" y="3616"/>
                <a:ext cx="334" cy="346"/>
                <a:chOff x="3891" y="3616"/>
                <a:chExt cx="334" cy="346"/>
              </a:xfrm>
            </p:grpSpPr>
            <p:sp>
              <p:nvSpPr>
                <p:cNvPr id="762945"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6"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7"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8"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9"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50"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51"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52"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53" name="Group 73"/>
                <p:cNvGrpSpPr>
                  <a:grpSpLocks/>
                </p:cNvGrpSpPr>
                <p:nvPr/>
              </p:nvGrpSpPr>
              <p:grpSpPr bwMode="auto">
                <a:xfrm>
                  <a:off x="3891" y="3912"/>
                  <a:ext cx="334" cy="50"/>
                  <a:chOff x="3891" y="3912"/>
                  <a:chExt cx="334" cy="50"/>
                </a:xfrm>
              </p:grpSpPr>
              <p:sp>
                <p:nvSpPr>
                  <p:cNvPr id="762954"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55"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56"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2957" name="Group 77"/>
            <p:cNvGrpSpPr>
              <a:grpSpLocks/>
            </p:cNvGrpSpPr>
            <p:nvPr/>
          </p:nvGrpSpPr>
          <p:grpSpPr bwMode="auto">
            <a:xfrm>
              <a:off x="5013194" y="6065839"/>
              <a:ext cx="546894" cy="515937"/>
              <a:chOff x="4752" y="3605"/>
              <a:chExt cx="343" cy="353"/>
            </a:xfrm>
          </p:grpSpPr>
          <p:grpSp>
            <p:nvGrpSpPr>
              <p:cNvPr id="762958" name="Group 78"/>
              <p:cNvGrpSpPr>
                <a:grpSpLocks/>
              </p:cNvGrpSpPr>
              <p:nvPr/>
            </p:nvGrpSpPr>
            <p:grpSpPr bwMode="auto">
              <a:xfrm>
                <a:off x="4760" y="3612"/>
                <a:ext cx="335" cy="346"/>
                <a:chOff x="4760" y="3612"/>
                <a:chExt cx="335" cy="346"/>
              </a:xfrm>
            </p:grpSpPr>
            <p:sp>
              <p:nvSpPr>
                <p:cNvPr id="762959"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0"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1"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2"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3"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64"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65"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66"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67" name="Group 87"/>
                <p:cNvGrpSpPr>
                  <a:grpSpLocks/>
                </p:cNvGrpSpPr>
                <p:nvPr/>
              </p:nvGrpSpPr>
              <p:grpSpPr bwMode="auto">
                <a:xfrm>
                  <a:off x="4760" y="3907"/>
                  <a:ext cx="335" cy="51"/>
                  <a:chOff x="4760" y="3907"/>
                  <a:chExt cx="335" cy="51"/>
                </a:xfrm>
              </p:grpSpPr>
              <p:sp>
                <p:nvSpPr>
                  <p:cNvPr id="762968"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9"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0"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971" name="Group 91"/>
              <p:cNvGrpSpPr>
                <a:grpSpLocks/>
              </p:cNvGrpSpPr>
              <p:nvPr/>
            </p:nvGrpSpPr>
            <p:grpSpPr bwMode="auto">
              <a:xfrm>
                <a:off x="4752" y="3605"/>
                <a:ext cx="334" cy="347"/>
                <a:chOff x="4752" y="3605"/>
                <a:chExt cx="334" cy="347"/>
              </a:xfrm>
            </p:grpSpPr>
            <p:sp>
              <p:nvSpPr>
                <p:cNvPr id="762972"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3"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4"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5"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6"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77"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78"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79"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80" name="Group 100"/>
                <p:cNvGrpSpPr>
                  <a:grpSpLocks/>
                </p:cNvGrpSpPr>
                <p:nvPr/>
              </p:nvGrpSpPr>
              <p:grpSpPr bwMode="auto">
                <a:xfrm>
                  <a:off x="4752" y="3901"/>
                  <a:ext cx="334" cy="51"/>
                  <a:chOff x="4752" y="3901"/>
                  <a:chExt cx="334" cy="51"/>
                </a:xfrm>
              </p:grpSpPr>
              <p:sp>
                <p:nvSpPr>
                  <p:cNvPr id="762981"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2"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3"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2984" name="Group 104"/>
            <p:cNvGrpSpPr>
              <a:grpSpLocks/>
            </p:cNvGrpSpPr>
            <p:nvPr/>
          </p:nvGrpSpPr>
          <p:grpSpPr bwMode="auto">
            <a:xfrm>
              <a:off x="627725" y="2509839"/>
              <a:ext cx="546894" cy="517525"/>
              <a:chOff x="101" y="1539"/>
              <a:chExt cx="343" cy="352"/>
            </a:xfrm>
          </p:grpSpPr>
          <p:grpSp>
            <p:nvGrpSpPr>
              <p:cNvPr id="762985" name="Group 105"/>
              <p:cNvGrpSpPr>
                <a:grpSpLocks/>
              </p:cNvGrpSpPr>
              <p:nvPr/>
            </p:nvGrpSpPr>
            <p:grpSpPr bwMode="auto">
              <a:xfrm>
                <a:off x="109" y="1545"/>
                <a:ext cx="335" cy="346"/>
                <a:chOff x="109" y="1545"/>
                <a:chExt cx="335" cy="346"/>
              </a:xfrm>
            </p:grpSpPr>
            <p:sp>
              <p:nvSpPr>
                <p:cNvPr id="762986"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7"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8"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9"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90"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91"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92"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93"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94" name="Group 114"/>
                <p:cNvGrpSpPr>
                  <a:grpSpLocks/>
                </p:cNvGrpSpPr>
                <p:nvPr/>
              </p:nvGrpSpPr>
              <p:grpSpPr bwMode="auto">
                <a:xfrm>
                  <a:off x="109" y="1841"/>
                  <a:ext cx="335" cy="50"/>
                  <a:chOff x="109" y="1841"/>
                  <a:chExt cx="335" cy="50"/>
                </a:xfrm>
              </p:grpSpPr>
              <p:sp>
                <p:nvSpPr>
                  <p:cNvPr id="762995"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96"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97"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998" name="Group 118"/>
              <p:cNvGrpSpPr>
                <a:grpSpLocks/>
              </p:cNvGrpSpPr>
              <p:nvPr/>
            </p:nvGrpSpPr>
            <p:grpSpPr bwMode="auto">
              <a:xfrm>
                <a:off x="101" y="1539"/>
                <a:ext cx="335" cy="346"/>
                <a:chOff x="101" y="1539"/>
                <a:chExt cx="335" cy="346"/>
              </a:xfrm>
            </p:grpSpPr>
            <p:sp>
              <p:nvSpPr>
                <p:cNvPr id="762999"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0"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1"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2"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3"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04"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05"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06"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07" name="Group 127"/>
                <p:cNvGrpSpPr>
                  <a:grpSpLocks/>
                </p:cNvGrpSpPr>
                <p:nvPr/>
              </p:nvGrpSpPr>
              <p:grpSpPr bwMode="auto">
                <a:xfrm>
                  <a:off x="101" y="1834"/>
                  <a:ext cx="335" cy="51"/>
                  <a:chOff x="101" y="1834"/>
                  <a:chExt cx="335" cy="51"/>
                </a:xfrm>
              </p:grpSpPr>
              <p:sp>
                <p:nvSpPr>
                  <p:cNvPr id="763008"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9"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0"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3011" name="Group 131"/>
            <p:cNvGrpSpPr>
              <a:grpSpLocks/>
            </p:cNvGrpSpPr>
            <p:nvPr/>
          </p:nvGrpSpPr>
          <p:grpSpPr bwMode="auto">
            <a:xfrm>
              <a:off x="8838010" y="3657600"/>
              <a:ext cx="548613" cy="514350"/>
              <a:chOff x="5237" y="2322"/>
              <a:chExt cx="343" cy="352"/>
            </a:xfrm>
          </p:grpSpPr>
          <p:grpSp>
            <p:nvGrpSpPr>
              <p:cNvPr id="763012" name="Group 132"/>
              <p:cNvGrpSpPr>
                <a:grpSpLocks/>
              </p:cNvGrpSpPr>
              <p:nvPr/>
            </p:nvGrpSpPr>
            <p:grpSpPr bwMode="auto">
              <a:xfrm>
                <a:off x="5245" y="2328"/>
                <a:ext cx="335" cy="346"/>
                <a:chOff x="5245" y="2328"/>
                <a:chExt cx="335" cy="346"/>
              </a:xfrm>
            </p:grpSpPr>
            <p:sp>
              <p:nvSpPr>
                <p:cNvPr id="763013"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4"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5"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6"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7"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18"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19"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20"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21" name="Group 141"/>
                <p:cNvGrpSpPr>
                  <a:grpSpLocks/>
                </p:cNvGrpSpPr>
                <p:nvPr/>
              </p:nvGrpSpPr>
              <p:grpSpPr bwMode="auto">
                <a:xfrm>
                  <a:off x="5245" y="2624"/>
                  <a:ext cx="335" cy="50"/>
                  <a:chOff x="5245" y="2624"/>
                  <a:chExt cx="335" cy="50"/>
                </a:xfrm>
              </p:grpSpPr>
              <p:sp>
                <p:nvSpPr>
                  <p:cNvPr id="763022"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3"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4"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025" name="Group 145"/>
              <p:cNvGrpSpPr>
                <a:grpSpLocks/>
              </p:cNvGrpSpPr>
              <p:nvPr/>
            </p:nvGrpSpPr>
            <p:grpSpPr bwMode="auto">
              <a:xfrm>
                <a:off x="5237" y="2322"/>
                <a:ext cx="335" cy="346"/>
                <a:chOff x="5237" y="2322"/>
                <a:chExt cx="335" cy="346"/>
              </a:xfrm>
            </p:grpSpPr>
            <p:sp>
              <p:nvSpPr>
                <p:cNvPr id="763026"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7"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8"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9"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30"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31"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32"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33"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34" name="Group 154"/>
                <p:cNvGrpSpPr>
                  <a:grpSpLocks/>
                </p:cNvGrpSpPr>
                <p:nvPr/>
              </p:nvGrpSpPr>
              <p:grpSpPr bwMode="auto">
                <a:xfrm>
                  <a:off x="5237" y="2617"/>
                  <a:ext cx="335" cy="51"/>
                  <a:chOff x="5237" y="2617"/>
                  <a:chExt cx="335" cy="51"/>
                </a:xfrm>
              </p:grpSpPr>
              <p:sp>
                <p:nvSpPr>
                  <p:cNvPr id="763035"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36"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37"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3038" name="Group 158"/>
            <p:cNvGrpSpPr>
              <a:grpSpLocks/>
            </p:cNvGrpSpPr>
            <p:nvPr/>
          </p:nvGrpSpPr>
          <p:grpSpPr bwMode="auto">
            <a:xfrm>
              <a:off x="8838010" y="2581275"/>
              <a:ext cx="548613" cy="515938"/>
              <a:chOff x="5237" y="1587"/>
              <a:chExt cx="343" cy="353"/>
            </a:xfrm>
          </p:grpSpPr>
          <p:grpSp>
            <p:nvGrpSpPr>
              <p:cNvPr id="763039" name="Group 159"/>
              <p:cNvGrpSpPr>
                <a:grpSpLocks/>
              </p:cNvGrpSpPr>
              <p:nvPr/>
            </p:nvGrpSpPr>
            <p:grpSpPr bwMode="auto">
              <a:xfrm>
                <a:off x="5245" y="1594"/>
                <a:ext cx="335" cy="346"/>
                <a:chOff x="5245" y="1594"/>
                <a:chExt cx="335" cy="346"/>
              </a:xfrm>
            </p:grpSpPr>
            <p:sp>
              <p:nvSpPr>
                <p:cNvPr id="763040"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41"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42"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43"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44"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45"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46"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47"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48" name="Group 168"/>
                <p:cNvGrpSpPr>
                  <a:grpSpLocks/>
                </p:cNvGrpSpPr>
                <p:nvPr/>
              </p:nvGrpSpPr>
              <p:grpSpPr bwMode="auto">
                <a:xfrm>
                  <a:off x="5245" y="1889"/>
                  <a:ext cx="335" cy="51"/>
                  <a:chOff x="5245" y="1889"/>
                  <a:chExt cx="335" cy="51"/>
                </a:xfrm>
              </p:grpSpPr>
              <p:sp>
                <p:nvSpPr>
                  <p:cNvPr id="763049"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0"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1"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052" name="Group 172"/>
              <p:cNvGrpSpPr>
                <a:grpSpLocks/>
              </p:cNvGrpSpPr>
              <p:nvPr/>
            </p:nvGrpSpPr>
            <p:grpSpPr bwMode="auto">
              <a:xfrm>
                <a:off x="5237" y="1587"/>
                <a:ext cx="335" cy="346"/>
                <a:chOff x="5237" y="1587"/>
                <a:chExt cx="335" cy="346"/>
              </a:xfrm>
            </p:grpSpPr>
            <p:sp>
              <p:nvSpPr>
                <p:cNvPr id="763053"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4"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5"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6"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7"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58"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59"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60"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61" name="Group 181"/>
                <p:cNvGrpSpPr>
                  <a:grpSpLocks/>
                </p:cNvGrpSpPr>
                <p:nvPr/>
              </p:nvGrpSpPr>
              <p:grpSpPr bwMode="auto">
                <a:xfrm>
                  <a:off x="5237" y="1883"/>
                  <a:ext cx="335" cy="50"/>
                  <a:chOff x="5237" y="1883"/>
                  <a:chExt cx="335" cy="50"/>
                </a:xfrm>
              </p:grpSpPr>
              <p:sp>
                <p:nvSpPr>
                  <p:cNvPr id="763062"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63"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64"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3065"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66"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3067"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68"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3069"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70"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3071"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72"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3073"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3074" name="Group 194"/>
            <p:cNvGrpSpPr>
              <a:grpSpLocks/>
            </p:cNvGrpSpPr>
            <p:nvPr/>
          </p:nvGrpSpPr>
          <p:grpSpPr bwMode="auto">
            <a:xfrm>
              <a:off x="4141258" y="2630488"/>
              <a:ext cx="701675" cy="385762"/>
              <a:chOff x="2299" y="1622"/>
              <a:chExt cx="439" cy="262"/>
            </a:xfrm>
          </p:grpSpPr>
          <p:sp>
            <p:nvSpPr>
              <p:cNvPr id="763075"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3076"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77"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78"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3079" name="Group 199"/>
              <p:cNvGrpSpPr>
                <a:grpSpLocks/>
              </p:cNvGrpSpPr>
              <p:nvPr/>
            </p:nvGrpSpPr>
            <p:grpSpPr bwMode="auto">
              <a:xfrm>
                <a:off x="2365" y="1640"/>
                <a:ext cx="304" cy="117"/>
                <a:chOff x="2365" y="1640"/>
                <a:chExt cx="304" cy="117"/>
              </a:xfrm>
            </p:grpSpPr>
            <p:grpSp>
              <p:nvGrpSpPr>
                <p:cNvPr id="763080" name="Group 200"/>
                <p:cNvGrpSpPr>
                  <a:grpSpLocks/>
                </p:cNvGrpSpPr>
                <p:nvPr/>
              </p:nvGrpSpPr>
              <p:grpSpPr bwMode="auto">
                <a:xfrm>
                  <a:off x="2365" y="1640"/>
                  <a:ext cx="302" cy="115"/>
                  <a:chOff x="2365" y="1640"/>
                  <a:chExt cx="302" cy="115"/>
                </a:xfrm>
              </p:grpSpPr>
              <p:sp>
                <p:nvSpPr>
                  <p:cNvPr id="763081"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2"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3"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4"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5"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6"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7"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8"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3089" name="Group 209"/>
                <p:cNvGrpSpPr>
                  <a:grpSpLocks/>
                </p:cNvGrpSpPr>
                <p:nvPr/>
              </p:nvGrpSpPr>
              <p:grpSpPr bwMode="auto">
                <a:xfrm>
                  <a:off x="2368" y="1643"/>
                  <a:ext cx="301" cy="114"/>
                  <a:chOff x="2368" y="1643"/>
                  <a:chExt cx="301" cy="114"/>
                </a:xfrm>
              </p:grpSpPr>
              <p:sp>
                <p:nvSpPr>
                  <p:cNvPr id="763090"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1"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2"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3"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4"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5"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6"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7"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3098"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099"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3100"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01"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3102"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03"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3104"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05"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06"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07"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08"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09"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3110"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11"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3112"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13"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3114"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3115"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16"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3117"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18"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19"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3120"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3121" name="Group 242"/>
            <p:cNvGrpSpPr>
              <a:grpSpLocks/>
            </p:cNvGrpSpPr>
            <p:nvPr/>
          </p:nvGrpSpPr>
          <p:grpSpPr bwMode="auto">
            <a:xfrm>
              <a:off x="2407709" y="4386264"/>
              <a:ext cx="703395" cy="384175"/>
              <a:chOff x="1304" y="2569"/>
              <a:chExt cx="439" cy="262"/>
            </a:xfrm>
          </p:grpSpPr>
          <p:sp>
            <p:nvSpPr>
              <p:cNvPr id="763122"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3123"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24"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25"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3126" name="Group 247"/>
              <p:cNvGrpSpPr>
                <a:grpSpLocks/>
              </p:cNvGrpSpPr>
              <p:nvPr/>
            </p:nvGrpSpPr>
            <p:grpSpPr bwMode="auto">
              <a:xfrm>
                <a:off x="1371" y="2587"/>
                <a:ext cx="304" cy="117"/>
                <a:chOff x="1371" y="2587"/>
                <a:chExt cx="304" cy="117"/>
              </a:xfrm>
            </p:grpSpPr>
            <p:grpSp>
              <p:nvGrpSpPr>
                <p:cNvPr id="763127" name="Group 248"/>
                <p:cNvGrpSpPr>
                  <a:grpSpLocks/>
                </p:cNvGrpSpPr>
                <p:nvPr/>
              </p:nvGrpSpPr>
              <p:grpSpPr bwMode="auto">
                <a:xfrm>
                  <a:off x="1371" y="2587"/>
                  <a:ext cx="301" cy="115"/>
                  <a:chOff x="1371" y="2587"/>
                  <a:chExt cx="301" cy="115"/>
                </a:xfrm>
              </p:grpSpPr>
              <p:sp>
                <p:nvSpPr>
                  <p:cNvPr id="763128"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29"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0"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1"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2"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3"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4"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5"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3136" name="Group 257"/>
                <p:cNvGrpSpPr>
                  <a:grpSpLocks/>
                </p:cNvGrpSpPr>
                <p:nvPr/>
              </p:nvGrpSpPr>
              <p:grpSpPr bwMode="auto">
                <a:xfrm>
                  <a:off x="1373" y="2590"/>
                  <a:ext cx="302" cy="114"/>
                  <a:chOff x="1373" y="2590"/>
                  <a:chExt cx="302" cy="114"/>
                </a:xfrm>
              </p:grpSpPr>
              <p:sp>
                <p:nvSpPr>
                  <p:cNvPr id="763137"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8"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9"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0"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1"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2"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3"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4"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3145"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146"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3147" name="Group 268"/>
            <p:cNvGrpSpPr>
              <a:grpSpLocks/>
            </p:cNvGrpSpPr>
            <p:nvPr/>
          </p:nvGrpSpPr>
          <p:grpSpPr bwMode="auto">
            <a:xfrm>
              <a:off x="5553209" y="4386264"/>
              <a:ext cx="703394" cy="384175"/>
              <a:chOff x="3488" y="2569"/>
              <a:chExt cx="439" cy="262"/>
            </a:xfrm>
          </p:grpSpPr>
          <p:sp>
            <p:nvSpPr>
              <p:cNvPr id="763148"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3149"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50"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51"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3152" name="Group 273"/>
              <p:cNvGrpSpPr>
                <a:grpSpLocks/>
              </p:cNvGrpSpPr>
              <p:nvPr/>
            </p:nvGrpSpPr>
            <p:grpSpPr bwMode="auto">
              <a:xfrm>
                <a:off x="3555" y="2587"/>
                <a:ext cx="304" cy="117"/>
                <a:chOff x="3555" y="2587"/>
                <a:chExt cx="304" cy="117"/>
              </a:xfrm>
            </p:grpSpPr>
            <p:grpSp>
              <p:nvGrpSpPr>
                <p:cNvPr id="763153" name="Group 274"/>
                <p:cNvGrpSpPr>
                  <a:grpSpLocks/>
                </p:cNvGrpSpPr>
                <p:nvPr/>
              </p:nvGrpSpPr>
              <p:grpSpPr bwMode="auto">
                <a:xfrm>
                  <a:off x="3555" y="2587"/>
                  <a:ext cx="301" cy="115"/>
                  <a:chOff x="3555" y="2587"/>
                  <a:chExt cx="301" cy="115"/>
                </a:xfrm>
              </p:grpSpPr>
              <p:sp>
                <p:nvSpPr>
                  <p:cNvPr id="763154"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5"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6"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7"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8"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9"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0"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1"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3162" name="Group 283"/>
                <p:cNvGrpSpPr>
                  <a:grpSpLocks/>
                </p:cNvGrpSpPr>
                <p:nvPr/>
              </p:nvGrpSpPr>
              <p:grpSpPr bwMode="auto">
                <a:xfrm>
                  <a:off x="3557" y="2590"/>
                  <a:ext cx="302" cy="114"/>
                  <a:chOff x="3557" y="2590"/>
                  <a:chExt cx="302" cy="114"/>
                </a:xfrm>
              </p:grpSpPr>
              <p:sp>
                <p:nvSpPr>
                  <p:cNvPr id="763163"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4"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5"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6"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7"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8"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9"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70"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3171"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172"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3173"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4"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5"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6"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7"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8"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9"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0"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3181"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2"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3183"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4"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3185"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6"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3187"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8"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3189"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90"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3191"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92"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3193"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94"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3195"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96"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3197"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98"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99"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200"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1"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3202"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3"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3204"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5"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3206"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7"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3208"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9"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10"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3211"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12"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3213"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3214"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15"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3216"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17"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3218"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19"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3220"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3221"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22"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23"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24"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225"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3226"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3227"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28"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3229"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30"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31"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3232" name="Group 353"/>
            <p:cNvGrpSpPr>
              <a:grpSpLocks/>
            </p:cNvGrpSpPr>
            <p:nvPr/>
          </p:nvGrpSpPr>
          <p:grpSpPr bwMode="auto">
            <a:xfrm>
              <a:off x="3363913" y="898525"/>
              <a:ext cx="548614" cy="514350"/>
              <a:chOff x="1813" y="593"/>
              <a:chExt cx="343" cy="352"/>
            </a:xfrm>
          </p:grpSpPr>
          <p:grpSp>
            <p:nvGrpSpPr>
              <p:cNvPr id="763233" name="Group 354"/>
              <p:cNvGrpSpPr>
                <a:grpSpLocks/>
              </p:cNvGrpSpPr>
              <p:nvPr/>
            </p:nvGrpSpPr>
            <p:grpSpPr bwMode="auto">
              <a:xfrm>
                <a:off x="1821" y="599"/>
                <a:ext cx="335" cy="346"/>
                <a:chOff x="1821" y="599"/>
                <a:chExt cx="335" cy="346"/>
              </a:xfrm>
            </p:grpSpPr>
            <p:sp>
              <p:nvSpPr>
                <p:cNvPr id="763234"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35"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36"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37"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38"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39"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40"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41"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242" name="Group 363"/>
                <p:cNvGrpSpPr>
                  <a:grpSpLocks/>
                </p:cNvGrpSpPr>
                <p:nvPr/>
              </p:nvGrpSpPr>
              <p:grpSpPr bwMode="auto">
                <a:xfrm>
                  <a:off x="1821" y="895"/>
                  <a:ext cx="335" cy="50"/>
                  <a:chOff x="1821" y="895"/>
                  <a:chExt cx="335" cy="50"/>
                </a:xfrm>
              </p:grpSpPr>
              <p:sp>
                <p:nvSpPr>
                  <p:cNvPr id="763243"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44"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45"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246" name="Group 367"/>
              <p:cNvGrpSpPr>
                <a:grpSpLocks/>
              </p:cNvGrpSpPr>
              <p:nvPr/>
            </p:nvGrpSpPr>
            <p:grpSpPr bwMode="auto">
              <a:xfrm>
                <a:off x="1813" y="593"/>
                <a:ext cx="335" cy="346"/>
                <a:chOff x="1813" y="593"/>
                <a:chExt cx="335" cy="346"/>
              </a:xfrm>
            </p:grpSpPr>
            <p:sp>
              <p:nvSpPr>
                <p:cNvPr id="763247"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48"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49"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50"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51"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52"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53"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54"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255" name="Group 376"/>
                <p:cNvGrpSpPr>
                  <a:grpSpLocks/>
                </p:cNvGrpSpPr>
                <p:nvPr/>
              </p:nvGrpSpPr>
              <p:grpSpPr bwMode="auto">
                <a:xfrm>
                  <a:off x="1813" y="888"/>
                  <a:ext cx="335" cy="51"/>
                  <a:chOff x="1813" y="888"/>
                  <a:chExt cx="335" cy="51"/>
                </a:xfrm>
              </p:grpSpPr>
              <p:sp>
                <p:nvSpPr>
                  <p:cNvPr id="763256"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57"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58"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3259"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60"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61"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3262" name="Group 383"/>
            <p:cNvGrpSpPr>
              <a:grpSpLocks/>
            </p:cNvGrpSpPr>
            <p:nvPr/>
          </p:nvGrpSpPr>
          <p:grpSpPr bwMode="auto">
            <a:xfrm>
              <a:off x="5051029" y="898525"/>
              <a:ext cx="548613" cy="514350"/>
              <a:chOff x="2868" y="593"/>
              <a:chExt cx="343" cy="352"/>
            </a:xfrm>
          </p:grpSpPr>
          <p:grpSp>
            <p:nvGrpSpPr>
              <p:cNvPr id="763263" name="Group 384"/>
              <p:cNvGrpSpPr>
                <a:grpSpLocks/>
              </p:cNvGrpSpPr>
              <p:nvPr/>
            </p:nvGrpSpPr>
            <p:grpSpPr bwMode="auto">
              <a:xfrm>
                <a:off x="2877" y="599"/>
                <a:ext cx="334" cy="346"/>
                <a:chOff x="2877" y="599"/>
                <a:chExt cx="334" cy="346"/>
              </a:xfrm>
            </p:grpSpPr>
            <p:sp>
              <p:nvSpPr>
                <p:cNvPr id="763264"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65"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66"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67"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68"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69"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70"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71"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272" name="Group 393"/>
                <p:cNvGrpSpPr>
                  <a:grpSpLocks/>
                </p:cNvGrpSpPr>
                <p:nvPr/>
              </p:nvGrpSpPr>
              <p:grpSpPr bwMode="auto">
                <a:xfrm>
                  <a:off x="2877" y="895"/>
                  <a:ext cx="334" cy="50"/>
                  <a:chOff x="2877" y="895"/>
                  <a:chExt cx="334" cy="50"/>
                </a:xfrm>
              </p:grpSpPr>
              <p:sp>
                <p:nvSpPr>
                  <p:cNvPr id="763273"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74"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75"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276" name="Group 397"/>
              <p:cNvGrpSpPr>
                <a:grpSpLocks/>
              </p:cNvGrpSpPr>
              <p:nvPr/>
            </p:nvGrpSpPr>
            <p:grpSpPr bwMode="auto">
              <a:xfrm>
                <a:off x="2868" y="593"/>
                <a:ext cx="335" cy="346"/>
                <a:chOff x="2868" y="593"/>
                <a:chExt cx="335" cy="346"/>
              </a:xfrm>
            </p:grpSpPr>
            <p:sp>
              <p:nvSpPr>
                <p:cNvPr id="763277"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78"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79"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80"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81"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82"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83"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84"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285" name="Group 406"/>
                <p:cNvGrpSpPr>
                  <a:grpSpLocks/>
                </p:cNvGrpSpPr>
                <p:nvPr/>
              </p:nvGrpSpPr>
              <p:grpSpPr bwMode="auto">
                <a:xfrm>
                  <a:off x="2868" y="888"/>
                  <a:ext cx="335" cy="51"/>
                  <a:chOff x="2868" y="888"/>
                  <a:chExt cx="335" cy="51"/>
                </a:xfrm>
              </p:grpSpPr>
              <p:sp>
                <p:nvSpPr>
                  <p:cNvPr id="763286"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87"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88"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3289"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3290" name="Group 411"/>
            <p:cNvGrpSpPr>
              <a:grpSpLocks/>
            </p:cNvGrpSpPr>
            <p:nvPr/>
          </p:nvGrpSpPr>
          <p:grpSpPr bwMode="auto">
            <a:xfrm>
              <a:off x="6724386" y="898525"/>
              <a:ext cx="548614" cy="514350"/>
              <a:chOff x="3915" y="593"/>
              <a:chExt cx="343" cy="352"/>
            </a:xfrm>
          </p:grpSpPr>
          <p:grpSp>
            <p:nvGrpSpPr>
              <p:cNvPr id="763291" name="Group 412"/>
              <p:cNvGrpSpPr>
                <a:grpSpLocks/>
              </p:cNvGrpSpPr>
              <p:nvPr/>
            </p:nvGrpSpPr>
            <p:grpSpPr bwMode="auto">
              <a:xfrm>
                <a:off x="3924" y="599"/>
                <a:ext cx="334" cy="346"/>
                <a:chOff x="3924" y="599"/>
                <a:chExt cx="334" cy="346"/>
              </a:xfrm>
            </p:grpSpPr>
            <p:sp>
              <p:nvSpPr>
                <p:cNvPr id="763292"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93"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94"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95"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96"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97"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98"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99"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300" name="Group 421"/>
                <p:cNvGrpSpPr>
                  <a:grpSpLocks/>
                </p:cNvGrpSpPr>
                <p:nvPr/>
              </p:nvGrpSpPr>
              <p:grpSpPr bwMode="auto">
                <a:xfrm>
                  <a:off x="3924" y="895"/>
                  <a:ext cx="334" cy="50"/>
                  <a:chOff x="3924" y="895"/>
                  <a:chExt cx="334" cy="50"/>
                </a:xfrm>
              </p:grpSpPr>
              <p:sp>
                <p:nvSpPr>
                  <p:cNvPr id="763301"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2"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3"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304" name="Group 425"/>
              <p:cNvGrpSpPr>
                <a:grpSpLocks/>
              </p:cNvGrpSpPr>
              <p:nvPr/>
            </p:nvGrpSpPr>
            <p:grpSpPr bwMode="auto">
              <a:xfrm>
                <a:off x="3915" y="593"/>
                <a:ext cx="335" cy="346"/>
                <a:chOff x="3915" y="593"/>
                <a:chExt cx="335" cy="346"/>
              </a:xfrm>
            </p:grpSpPr>
            <p:sp>
              <p:nvSpPr>
                <p:cNvPr id="763305"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6"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7"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8"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9"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310"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311"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312"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313" name="Group 434"/>
                <p:cNvGrpSpPr>
                  <a:grpSpLocks/>
                </p:cNvGrpSpPr>
                <p:nvPr/>
              </p:nvGrpSpPr>
              <p:grpSpPr bwMode="auto">
                <a:xfrm>
                  <a:off x="3915" y="888"/>
                  <a:ext cx="335" cy="51"/>
                  <a:chOff x="3915" y="888"/>
                  <a:chExt cx="335" cy="51"/>
                </a:xfrm>
              </p:grpSpPr>
              <p:sp>
                <p:nvSpPr>
                  <p:cNvPr id="763314"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15"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16"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3317" name="Text Box 438"/>
          <p:cNvSpPr txBox="1">
            <a:spLocks noChangeArrowheads="1"/>
          </p:cNvSpPr>
          <p:nvPr/>
        </p:nvSpPr>
        <p:spPr bwMode="auto">
          <a:xfrm>
            <a:off x="1047750" y="3067050"/>
            <a:ext cx="7991475" cy="1514475"/>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在同一个局域网上的主机或路由器的</a:t>
            </a:r>
          </a:p>
          <a:p>
            <a:pPr algn="ctr" eaLnBrk="0" hangingPunct="0">
              <a:lnSpc>
                <a:spcPct val="110000"/>
              </a:lnSpc>
            </a:pP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地址中的网络号必须是一样的。</a:t>
            </a:r>
          </a:p>
          <a:p>
            <a:pPr algn="ctr" eaLnBrk="0" hangingPunct="0">
              <a:lnSpc>
                <a:spcPct val="110000"/>
              </a:lnSpc>
            </a:pPr>
            <a:r>
              <a:rPr lang="zh-CN" altLang="en-US" sz="2800" b="1">
                <a:solidFill>
                  <a:srgbClr val="000099"/>
                </a:solidFill>
                <a:ea typeface="黑体" panose="02010609060101010101" pitchFamily="49" charset="-122"/>
              </a:rPr>
              <a:t>图中的网络号就是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 </a:t>
            </a:r>
            <a:r>
              <a:rPr lang="en-US" altLang="zh-CN" sz="2800" b="1">
                <a:solidFill>
                  <a:srgbClr val="000099"/>
                </a:solidFill>
                <a:ea typeface="黑体" panose="02010609060101010101" pitchFamily="49" charset="-122"/>
              </a:rPr>
              <a:t>net-id</a:t>
            </a:r>
            <a:r>
              <a:rPr lang="zh-CN" altLang="en-US" sz="2800" b="1">
                <a:solidFill>
                  <a:srgbClr val="00B050"/>
                </a:solidFill>
                <a:ea typeface="黑体" panose="02010609060101010101" pitchFamily="49" charset="-122"/>
              </a:rPr>
              <a:t>。</a:t>
            </a:r>
            <a:endParaRPr lang="en-US" altLang="zh-CN" sz="2800" b="1">
              <a:solidFill>
                <a:srgbClr val="00B050"/>
              </a:solidFill>
              <a:ea typeface="黑体" panose="02010609060101010101" pitchFamily="49" charset="-122"/>
            </a:endParaRPr>
          </a:p>
        </p:txBody>
      </p:sp>
      <p:grpSp>
        <p:nvGrpSpPr>
          <p:cNvPr id="443" name="Group 439"/>
          <p:cNvGrpSpPr>
            <a:grpSpLocks/>
          </p:cNvGrpSpPr>
          <p:nvPr/>
        </p:nvGrpSpPr>
        <p:grpSpPr bwMode="auto">
          <a:xfrm>
            <a:off x="3938588" y="2028825"/>
            <a:ext cx="4176712" cy="896938"/>
            <a:chOff x="2189" y="1097"/>
            <a:chExt cx="2448" cy="565"/>
          </a:xfrm>
        </p:grpSpPr>
        <p:sp>
          <p:nvSpPr>
            <p:cNvPr id="763319" name="Line 440"/>
            <p:cNvSpPr>
              <a:spLocks noChangeShapeType="1"/>
            </p:cNvSpPr>
            <p:nvPr/>
          </p:nvSpPr>
          <p:spPr bwMode="auto">
            <a:xfrm>
              <a:off x="2189" y="1105"/>
              <a:ext cx="608"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3320" name="Line 441"/>
            <p:cNvSpPr>
              <a:spLocks noChangeShapeType="1"/>
            </p:cNvSpPr>
            <p:nvPr/>
          </p:nvSpPr>
          <p:spPr bwMode="auto">
            <a:xfrm>
              <a:off x="3121" y="1097"/>
              <a:ext cx="599"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3321" name="Line 442"/>
            <p:cNvSpPr>
              <a:spLocks noChangeShapeType="1"/>
            </p:cNvSpPr>
            <p:nvPr/>
          </p:nvSpPr>
          <p:spPr bwMode="auto">
            <a:xfrm>
              <a:off x="4092" y="1097"/>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3322" name="Line 443"/>
            <p:cNvSpPr>
              <a:spLocks noChangeShapeType="1"/>
            </p:cNvSpPr>
            <p:nvPr/>
          </p:nvSpPr>
          <p:spPr bwMode="auto">
            <a:xfrm>
              <a:off x="2745" y="1662"/>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332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94CB8A-3B78-4EAD-8259-44EEC7C46415}" type="slidenum">
              <a:rPr lang="zh-CN" altLang="en-US" smtClean="0"/>
              <a:pPr eaLnBrk="1" hangingPunct="1"/>
              <a:t>46</a:t>
            </a:fld>
            <a:endParaRPr lang="en-US" altLang="zh-CN" smtClean="0"/>
          </a:p>
        </p:txBody>
      </p:sp>
      <p:sp>
        <p:nvSpPr>
          <p:cNvPr id="76332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43"/>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0"/>
                                  </p:stCondLst>
                                  <p:childTnLst>
                                    <p:anim calcmode="discrete" valueType="str">
                                      <p:cBhvr>
                                        <p:cTn id="9" dur="1000" fill="hold"/>
                                        <p:tgtEl>
                                          <p:spTgt spid="4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5"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763906" name="AutoShape 2"/>
          <p:cNvSpPr>
            <a:spLocks noChangeArrowheads="1"/>
          </p:cNvSpPr>
          <p:nvPr/>
        </p:nvSpPr>
        <p:spPr bwMode="auto">
          <a:xfrm>
            <a:off x="1728788" y="2046288"/>
            <a:ext cx="6745287" cy="3697287"/>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450" name="Freeform 4"/>
          <p:cNvSpPr>
            <a:spLocks noChangeArrowheads="1"/>
          </p:cNvSpPr>
          <p:nvPr/>
        </p:nvSpPr>
        <p:spPr bwMode="auto">
          <a:xfrm>
            <a:off x="3492500" y="2751138"/>
            <a:ext cx="4953000" cy="3003550"/>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08" name="Line 5"/>
          <p:cNvSpPr>
            <a:spLocks noChangeShapeType="1"/>
          </p:cNvSpPr>
          <p:nvPr/>
        </p:nvSpPr>
        <p:spPr bwMode="auto">
          <a:xfrm>
            <a:off x="5376863" y="5487988"/>
            <a:ext cx="0" cy="809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909" name="Line 6"/>
          <p:cNvSpPr>
            <a:spLocks noChangeShapeType="1"/>
          </p:cNvSpPr>
          <p:nvPr/>
        </p:nvSpPr>
        <p:spPr bwMode="auto">
          <a:xfrm>
            <a:off x="4095750" y="5467350"/>
            <a:ext cx="0" cy="806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910" name="Freeform 7"/>
          <p:cNvSpPr>
            <a:spLocks noChangeArrowheads="1"/>
          </p:cNvSpPr>
          <p:nvPr/>
        </p:nvSpPr>
        <p:spPr bwMode="auto">
          <a:xfrm>
            <a:off x="5708650" y="5267325"/>
            <a:ext cx="2563813" cy="200025"/>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3911" name="Freeform 8"/>
          <p:cNvSpPr>
            <a:spLocks noChangeArrowheads="1"/>
          </p:cNvSpPr>
          <p:nvPr/>
        </p:nvSpPr>
        <p:spPr bwMode="auto">
          <a:xfrm>
            <a:off x="3654425" y="4624388"/>
            <a:ext cx="1736725" cy="241300"/>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2" name="Line 9"/>
          <p:cNvSpPr>
            <a:spLocks noChangeShapeType="1"/>
          </p:cNvSpPr>
          <p:nvPr/>
        </p:nvSpPr>
        <p:spPr bwMode="auto">
          <a:xfrm>
            <a:off x="3216275" y="4732338"/>
            <a:ext cx="2492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913" name="Freeform 10"/>
          <p:cNvSpPr>
            <a:spLocks noChangeArrowheads="1"/>
          </p:cNvSpPr>
          <p:nvPr/>
        </p:nvSpPr>
        <p:spPr bwMode="auto">
          <a:xfrm>
            <a:off x="1743075" y="2673350"/>
            <a:ext cx="960438" cy="2243138"/>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4" name="Freeform 11"/>
          <p:cNvSpPr>
            <a:spLocks noChangeArrowheads="1"/>
          </p:cNvSpPr>
          <p:nvPr/>
        </p:nvSpPr>
        <p:spPr bwMode="auto">
          <a:xfrm>
            <a:off x="3179763" y="3270250"/>
            <a:ext cx="1130300" cy="103346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5" name="Freeform 12"/>
          <p:cNvSpPr>
            <a:spLocks noChangeArrowheads="1"/>
          </p:cNvSpPr>
          <p:nvPr/>
        </p:nvSpPr>
        <p:spPr bwMode="auto">
          <a:xfrm>
            <a:off x="4838700" y="3265488"/>
            <a:ext cx="1004888" cy="11572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6" name="Rectangle 13"/>
          <p:cNvSpPr>
            <a:spLocks noChangeArrowheads="1"/>
          </p:cNvSpPr>
          <p:nvPr/>
        </p:nvSpPr>
        <p:spPr bwMode="auto">
          <a:xfrm>
            <a:off x="1895475" y="4676775"/>
            <a:ext cx="106838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17" name="Freeform 14"/>
          <p:cNvSpPr>
            <a:spLocks noChangeArrowheads="1"/>
          </p:cNvSpPr>
          <p:nvPr/>
        </p:nvSpPr>
        <p:spPr bwMode="auto">
          <a:xfrm>
            <a:off x="1309688" y="4168775"/>
            <a:ext cx="585787" cy="28575"/>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8" name="Rectangle 15"/>
          <p:cNvSpPr>
            <a:spLocks noChangeArrowheads="1"/>
          </p:cNvSpPr>
          <p:nvPr/>
        </p:nvSpPr>
        <p:spPr bwMode="auto">
          <a:xfrm>
            <a:off x="1309688" y="3122613"/>
            <a:ext cx="585787"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19" name="Freeform 16"/>
          <p:cNvSpPr>
            <a:spLocks noChangeArrowheads="1"/>
          </p:cNvSpPr>
          <p:nvPr/>
        </p:nvSpPr>
        <p:spPr bwMode="auto">
          <a:xfrm>
            <a:off x="2882900" y="3043238"/>
            <a:ext cx="1636713" cy="1554162"/>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3920" name="Freeform 17"/>
          <p:cNvSpPr>
            <a:spLocks noChangeArrowheads="1"/>
          </p:cNvSpPr>
          <p:nvPr/>
        </p:nvSpPr>
        <p:spPr bwMode="auto">
          <a:xfrm>
            <a:off x="2570163" y="2027238"/>
            <a:ext cx="5195887" cy="836612"/>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21" name="Freeform 18"/>
          <p:cNvSpPr>
            <a:spLocks noChangeArrowheads="1"/>
          </p:cNvSpPr>
          <p:nvPr/>
        </p:nvSpPr>
        <p:spPr bwMode="auto">
          <a:xfrm>
            <a:off x="4700588" y="3027363"/>
            <a:ext cx="1227137" cy="1504950"/>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22" name="Rectangle 19"/>
          <p:cNvSpPr>
            <a:spLocks noChangeArrowheads="1"/>
          </p:cNvSpPr>
          <p:nvPr/>
        </p:nvSpPr>
        <p:spPr bwMode="auto">
          <a:xfrm>
            <a:off x="8269288" y="4227513"/>
            <a:ext cx="647700" cy="238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23" name="Rectangle 20"/>
          <p:cNvSpPr>
            <a:spLocks noChangeArrowheads="1"/>
          </p:cNvSpPr>
          <p:nvPr/>
        </p:nvSpPr>
        <p:spPr bwMode="auto">
          <a:xfrm>
            <a:off x="8281988" y="3190875"/>
            <a:ext cx="646112"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24" name="Rectangle 21"/>
          <p:cNvSpPr>
            <a:spLocks noChangeArrowheads="1"/>
          </p:cNvSpPr>
          <p:nvPr/>
        </p:nvSpPr>
        <p:spPr bwMode="auto">
          <a:xfrm>
            <a:off x="7086600" y="4865688"/>
            <a:ext cx="177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3925" name="Oval 22"/>
          <p:cNvSpPr>
            <a:spLocks noChangeArrowheads="1"/>
          </p:cNvSpPr>
          <p:nvPr/>
        </p:nvSpPr>
        <p:spPr bwMode="auto">
          <a:xfrm>
            <a:off x="4038600" y="5672138"/>
            <a:ext cx="122238" cy="1127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3926" name="Group 23"/>
          <p:cNvGrpSpPr>
            <a:grpSpLocks/>
          </p:cNvGrpSpPr>
          <p:nvPr/>
        </p:nvGrpSpPr>
        <p:grpSpPr bwMode="auto">
          <a:xfrm>
            <a:off x="930275" y="3773488"/>
            <a:ext cx="522288" cy="488950"/>
            <a:chOff x="101" y="2294"/>
            <a:chExt cx="343" cy="353"/>
          </a:xfrm>
        </p:grpSpPr>
        <p:grpSp>
          <p:nvGrpSpPr>
            <p:cNvPr id="763927" name="Group 24"/>
            <p:cNvGrpSpPr>
              <a:grpSpLocks/>
            </p:cNvGrpSpPr>
            <p:nvPr/>
          </p:nvGrpSpPr>
          <p:grpSpPr bwMode="auto">
            <a:xfrm>
              <a:off x="109" y="2301"/>
              <a:ext cx="335" cy="346"/>
              <a:chOff x="109" y="2301"/>
              <a:chExt cx="335" cy="346"/>
            </a:xfrm>
          </p:grpSpPr>
          <p:sp>
            <p:nvSpPr>
              <p:cNvPr id="763928"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29"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0"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1"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2"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33"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34"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35"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36" name="Group 33"/>
              <p:cNvGrpSpPr>
                <a:grpSpLocks/>
              </p:cNvGrpSpPr>
              <p:nvPr/>
            </p:nvGrpSpPr>
            <p:grpSpPr bwMode="auto">
              <a:xfrm>
                <a:off x="109" y="2596"/>
                <a:ext cx="335" cy="51"/>
                <a:chOff x="109" y="2596"/>
                <a:chExt cx="335" cy="51"/>
              </a:xfrm>
            </p:grpSpPr>
            <p:sp>
              <p:nvSpPr>
                <p:cNvPr id="763937"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8"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9"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940" name="Group 37"/>
            <p:cNvGrpSpPr>
              <a:grpSpLocks/>
            </p:cNvGrpSpPr>
            <p:nvPr/>
          </p:nvGrpSpPr>
          <p:grpSpPr bwMode="auto">
            <a:xfrm>
              <a:off x="101" y="2294"/>
              <a:ext cx="335" cy="347"/>
              <a:chOff x="101" y="2294"/>
              <a:chExt cx="335" cy="347"/>
            </a:xfrm>
          </p:grpSpPr>
          <p:sp>
            <p:nvSpPr>
              <p:cNvPr id="763941"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42"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43"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44"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45"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46"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47"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48"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49" name="Group 46"/>
              <p:cNvGrpSpPr>
                <a:grpSpLocks/>
              </p:cNvGrpSpPr>
              <p:nvPr/>
            </p:nvGrpSpPr>
            <p:grpSpPr bwMode="auto">
              <a:xfrm>
                <a:off x="101" y="2590"/>
                <a:ext cx="335" cy="51"/>
                <a:chOff x="101" y="2590"/>
                <a:chExt cx="335" cy="51"/>
              </a:xfrm>
            </p:grpSpPr>
            <p:sp>
              <p:nvSpPr>
                <p:cNvPr id="763950"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1"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2"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3953" name="Group 50"/>
          <p:cNvGrpSpPr>
            <a:grpSpLocks/>
          </p:cNvGrpSpPr>
          <p:nvPr/>
        </p:nvGrpSpPr>
        <p:grpSpPr bwMode="auto">
          <a:xfrm>
            <a:off x="3803650" y="6108700"/>
            <a:ext cx="520700" cy="488950"/>
            <a:chOff x="3891" y="3616"/>
            <a:chExt cx="342" cy="353"/>
          </a:xfrm>
        </p:grpSpPr>
        <p:grpSp>
          <p:nvGrpSpPr>
            <p:cNvPr id="763954" name="Group 51"/>
            <p:cNvGrpSpPr>
              <a:grpSpLocks/>
            </p:cNvGrpSpPr>
            <p:nvPr/>
          </p:nvGrpSpPr>
          <p:grpSpPr bwMode="auto">
            <a:xfrm>
              <a:off x="3899" y="3622"/>
              <a:ext cx="334" cy="347"/>
              <a:chOff x="3899" y="3622"/>
              <a:chExt cx="334" cy="347"/>
            </a:xfrm>
          </p:grpSpPr>
          <p:sp>
            <p:nvSpPr>
              <p:cNvPr id="763955"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6"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7"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8"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9"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60"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61"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62"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63" name="Group 60"/>
              <p:cNvGrpSpPr>
                <a:grpSpLocks/>
              </p:cNvGrpSpPr>
              <p:nvPr/>
            </p:nvGrpSpPr>
            <p:grpSpPr bwMode="auto">
              <a:xfrm>
                <a:off x="3899" y="3918"/>
                <a:ext cx="334" cy="51"/>
                <a:chOff x="3899" y="3918"/>
                <a:chExt cx="334" cy="51"/>
              </a:xfrm>
            </p:grpSpPr>
            <p:sp>
              <p:nvSpPr>
                <p:cNvPr id="763964"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65"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66"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967" name="Group 64"/>
            <p:cNvGrpSpPr>
              <a:grpSpLocks/>
            </p:cNvGrpSpPr>
            <p:nvPr/>
          </p:nvGrpSpPr>
          <p:grpSpPr bwMode="auto">
            <a:xfrm>
              <a:off x="3891" y="3616"/>
              <a:ext cx="334" cy="346"/>
              <a:chOff x="3891" y="3616"/>
              <a:chExt cx="334" cy="346"/>
            </a:xfrm>
          </p:grpSpPr>
          <p:sp>
            <p:nvSpPr>
              <p:cNvPr id="763968"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69"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0"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1"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2"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73"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74"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75"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76" name="Group 73"/>
              <p:cNvGrpSpPr>
                <a:grpSpLocks/>
              </p:cNvGrpSpPr>
              <p:nvPr/>
            </p:nvGrpSpPr>
            <p:grpSpPr bwMode="auto">
              <a:xfrm>
                <a:off x="3891" y="3912"/>
                <a:ext cx="334" cy="50"/>
                <a:chOff x="3891" y="3912"/>
                <a:chExt cx="334" cy="50"/>
              </a:xfrm>
            </p:grpSpPr>
            <p:sp>
              <p:nvSpPr>
                <p:cNvPr id="763977"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8"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9"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3980" name="Group 77"/>
          <p:cNvGrpSpPr>
            <a:grpSpLocks/>
          </p:cNvGrpSpPr>
          <p:nvPr/>
        </p:nvGrpSpPr>
        <p:grpSpPr bwMode="auto">
          <a:xfrm>
            <a:off x="5118100" y="6094413"/>
            <a:ext cx="522288" cy="488950"/>
            <a:chOff x="4752" y="3605"/>
            <a:chExt cx="343" cy="353"/>
          </a:xfrm>
        </p:grpSpPr>
        <p:grpSp>
          <p:nvGrpSpPr>
            <p:cNvPr id="763981" name="Group 78"/>
            <p:cNvGrpSpPr>
              <a:grpSpLocks/>
            </p:cNvGrpSpPr>
            <p:nvPr/>
          </p:nvGrpSpPr>
          <p:grpSpPr bwMode="auto">
            <a:xfrm>
              <a:off x="4760" y="3612"/>
              <a:ext cx="335" cy="346"/>
              <a:chOff x="4760" y="3612"/>
              <a:chExt cx="335" cy="346"/>
            </a:xfrm>
          </p:grpSpPr>
          <p:sp>
            <p:nvSpPr>
              <p:cNvPr id="763982"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83"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84"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85"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86"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87"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88"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89"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90" name="Group 87"/>
              <p:cNvGrpSpPr>
                <a:grpSpLocks/>
              </p:cNvGrpSpPr>
              <p:nvPr/>
            </p:nvGrpSpPr>
            <p:grpSpPr bwMode="auto">
              <a:xfrm>
                <a:off x="4760" y="3907"/>
                <a:ext cx="335" cy="51"/>
                <a:chOff x="4760" y="3907"/>
                <a:chExt cx="335" cy="51"/>
              </a:xfrm>
            </p:grpSpPr>
            <p:sp>
              <p:nvSpPr>
                <p:cNvPr id="763991"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2"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3"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994" name="Group 91"/>
            <p:cNvGrpSpPr>
              <a:grpSpLocks/>
            </p:cNvGrpSpPr>
            <p:nvPr/>
          </p:nvGrpSpPr>
          <p:grpSpPr bwMode="auto">
            <a:xfrm>
              <a:off x="4752" y="3605"/>
              <a:ext cx="334" cy="347"/>
              <a:chOff x="4752" y="3605"/>
              <a:chExt cx="334" cy="347"/>
            </a:xfrm>
          </p:grpSpPr>
          <p:sp>
            <p:nvSpPr>
              <p:cNvPr id="763995"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6"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7"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8"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9"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00"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01"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02"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03" name="Group 100"/>
              <p:cNvGrpSpPr>
                <a:grpSpLocks/>
              </p:cNvGrpSpPr>
              <p:nvPr/>
            </p:nvGrpSpPr>
            <p:grpSpPr bwMode="auto">
              <a:xfrm>
                <a:off x="4752" y="3901"/>
                <a:ext cx="334" cy="51"/>
                <a:chOff x="4752" y="3901"/>
                <a:chExt cx="334" cy="51"/>
              </a:xfrm>
            </p:grpSpPr>
            <p:sp>
              <p:nvSpPr>
                <p:cNvPr id="764004"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05"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06"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4007" name="Group 104"/>
          <p:cNvGrpSpPr>
            <a:grpSpLocks/>
          </p:cNvGrpSpPr>
          <p:nvPr/>
        </p:nvGrpSpPr>
        <p:grpSpPr bwMode="auto">
          <a:xfrm>
            <a:off x="930275" y="2724150"/>
            <a:ext cx="522288" cy="490538"/>
            <a:chOff x="101" y="1539"/>
            <a:chExt cx="343" cy="352"/>
          </a:xfrm>
        </p:grpSpPr>
        <p:grpSp>
          <p:nvGrpSpPr>
            <p:cNvPr id="764008" name="Group 105"/>
            <p:cNvGrpSpPr>
              <a:grpSpLocks/>
            </p:cNvGrpSpPr>
            <p:nvPr/>
          </p:nvGrpSpPr>
          <p:grpSpPr bwMode="auto">
            <a:xfrm>
              <a:off x="109" y="1545"/>
              <a:ext cx="335" cy="346"/>
              <a:chOff x="109" y="1545"/>
              <a:chExt cx="335" cy="346"/>
            </a:xfrm>
          </p:grpSpPr>
          <p:sp>
            <p:nvSpPr>
              <p:cNvPr id="764009"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0"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1"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2"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3"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14"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15"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16"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17" name="Group 114"/>
              <p:cNvGrpSpPr>
                <a:grpSpLocks/>
              </p:cNvGrpSpPr>
              <p:nvPr/>
            </p:nvGrpSpPr>
            <p:grpSpPr bwMode="auto">
              <a:xfrm>
                <a:off x="109" y="1841"/>
                <a:ext cx="335" cy="50"/>
                <a:chOff x="109" y="1841"/>
                <a:chExt cx="335" cy="50"/>
              </a:xfrm>
            </p:grpSpPr>
            <p:sp>
              <p:nvSpPr>
                <p:cNvPr id="764018"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9"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0"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021" name="Group 118"/>
            <p:cNvGrpSpPr>
              <a:grpSpLocks/>
            </p:cNvGrpSpPr>
            <p:nvPr/>
          </p:nvGrpSpPr>
          <p:grpSpPr bwMode="auto">
            <a:xfrm>
              <a:off x="101" y="1539"/>
              <a:ext cx="335" cy="346"/>
              <a:chOff x="101" y="1539"/>
              <a:chExt cx="335" cy="346"/>
            </a:xfrm>
          </p:grpSpPr>
          <p:sp>
            <p:nvSpPr>
              <p:cNvPr id="764022"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3"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4"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5"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6"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27"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28"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29"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30" name="Group 127"/>
              <p:cNvGrpSpPr>
                <a:grpSpLocks/>
              </p:cNvGrpSpPr>
              <p:nvPr/>
            </p:nvGrpSpPr>
            <p:grpSpPr bwMode="auto">
              <a:xfrm>
                <a:off x="101" y="1834"/>
                <a:ext cx="335" cy="51"/>
                <a:chOff x="101" y="1834"/>
                <a:chExt cx="335" cy="51"/>
              </a:xfrm>
            </p:grpSpPr>
            <p:sp>
              <p:nvSpPr>
                <p:cNvPr id="764031"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2"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3"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4034" name="Group 131"/>
          <p:cNvGrpSpPr>
            <a:grpSpLocks/>
          </p:cNvGrpSpPr>
          <p:nvPr/>
        </p:nvGrpSpPr>
        <p:grpSpPr bwMode="auto">
          <a:xfrm>
            <a:off x="8769350" y="3811588"/>
            <a:ext cx="523875" cy="487362"/>
            <a:chOff x="5237" y="2322"/>
            <a:chExt cx="343" cy="352"/>
          </a:xfrm>
        </p:grpSpPr>
        <p:grpSp>
          <p:nvGrpSpPr>
            <p:cNvPr id="764035" name="Group 132"/>
            <p:cNvGrpSpPr>
              <a:grpSpLocks/>
            </p:cNvGrpSpPr>
            <p:nvPr/>
          </p:nvGrpSpPr>
          <p:grpSpPr bwMode="auto">
            <a:xfrm>
              <a:off x="5245" y="2328"/>
              <a:ext cx="335" cy="346"/>
              <a:chOff x="5245" y="2328"/>
              <a:chExt cx="335" cy="346"/>
            </a:xfrm>
          </p:grpSpPr>
          <p:sp>
            <p:nvSpPr>
              <p:cNvPr id="764036"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7"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8"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9"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40"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41"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42"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43"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44" name="Group 141"/>
              <p:cNvGrpSpPr>
                <a:grpSpLocks/>
              </p:cNvGrpSpPr>
              <p:nvPr/>
            </p:nvGrpSpPr>
            <p:grpSpPr bwMode="auto">
              <a:xfrm>
                <a:off x="5245" y="2624"/>
                <a:ext cx="335" cy="50"/>
                <a:chOff x="5245" y="2624"/>
                <a:chExt cx="335" cy="50"/>
              </a:xfrm>
            </p:grpSpPr>
            <p:sp>
              <p:nvSpPr>
                <p:cNvPr id="764045"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46"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47"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048" name="Group 145"/>
            <p:cNvGrpSpPr>
              <a:grpSpLocks/>
            </p:cNvGrpSpPr>
            <p:nvPr/>
          </p:nvGrpSpPr>
          <p:grpSpPr bwMode="auto">
            <a:xfrm>
              <a:off x="5237" y="2322"/>
              <a:ext cx="335" cy="346"/>
              <a:chOff x="5237" y="2322"/>
              <a:chExt cx="335" cy="346"/>
            </a:xfrm>
          </p:grpSpPr>
          <p:sp>
            <p:nvSpPr>
              <p:cNvPr id="764049"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0"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1"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2"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3"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54"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55"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56"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57" name="Group 154"/>
              <p:cNvGrpSpPr>
                <a:grpSpLocks/>
              </p:cNvGrpSpPr>
              <p:nvPr/>
            </p:nvGrpSpPr>
            <p:grpSpPr bwMode="auto">
              <a:xfrm>
                <a:off x="5237" y="2617"/>
                <a:ext cx="335" cy="51"/>
                <a:chOff x="5237" y="2617"/>
                <a:chExt cx="335" cy="51"/>
              </a:xfrm>
            </p:grpSpPr>
            <p:sp>
              <p:nvSpPr>
                <p:cNvPr id="764058"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9"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0"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4061" name="Group 158"/>
          <p:cNvGrpSpPr>
            <a:grpSpLocks/>
          </p:cNvGrpSpPr>
          <p:nvPr/>
        </p:nvGrpSpPr>
        <p:grpSpPr bwMode="auto">
          <a:xfrm>
            <a:off x="8769350" y="2792413"/>
            <a:ext cx="523875" cy="488950"/>
            <a:chOff x="5237" y="1587"/>
            <a:chExt cx="343" cy="353"/>
          </a:xfrm>
        </p:grpSpPr>
        <p:grpSp>
          <p:nvGrpSpPr>
            <p:cNvPr id="764062" name="Group 159"/>
            <p:cNvGrpSpPr>
              <a:grpSpLocks/>
            </p:cNvGrpSpPr>
            <p:nvPr/>
          </p:nvGrpSpPr>
          <p:grpSpPr bwMode="auto">
            <a:xfrm>
              <a:off x="5245" y="1594"/>
              <a:ext cx="335" cy="346"/>
              <a:chOff x="5245" y="1594"/>
              <a:chExt cx="335" cy="346"/>
            </a:xfrm>
          </p:grpSpPr>
          <p:sp>
            <p:nvSpPr>
              <p:cNvPr id="764063"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4"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5"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6"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7"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68"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69"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70"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71" name="Group 168"/>
              <p:cNvGrpSpPr>
                <a:grpSpLocks/>
              </p:cNvGrpSpPr>
              <p:nvPr/>
            </p:nvGrpSpPr>
            <p:grpSpPr bwMode="auto">
              <a:xfrm>
                <a:off x="5245" y="1889"/>
                <a:ext cx="335" cy="51"/>
                <a:chOff x="5245" y="1889"/>
                <a:chExt cx="335" cy="51"/>
              </a:xfrm>
            </p:grpSpPr>
            <p:sp>
              <p:nvSpPr>
                <p:cNvPr id="764072"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3"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4"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075" name="Group 172"/>
            <p:cNvGrpSpPr>
              <a:grpSpLocks/>
            </p:cNvGrpSpPr>
            <p:nvPr/>
          </p:nvGrpSpPr>
          <p:grpSpPr bwMode="auto">
            <a:xfrm>
              <a:off x="5237" y="1587"/>
              <a:ext cx="335" cy="346"/>
              <a:chOff x="5237" y="1587"/>
              <a:chExt cx="335" cy="346"/>
            </a:xfrm>
          </p:grpSpPr>
          <p:sp>
            <p:nvSpPr>
              <p:cNvPr id="764076"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7"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8"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9"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80"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81"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82"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83"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84" name="Group 181"/>
              <p:cNvGrpSpPr>
                <a:grpSpLocks/>
              </p:cNvGrpSpPr>
              <p:nvPr/>
            </p:nvGrpSpPr>
            <p:grpSpPr bwMode="auto">
              <a:xfrm>
                <a:off x="5237" y="1883"/>
                <a:ext cx="335" cy="50"/>
                <a:chOff x="5237" y="1883"/>
                <a:chExt cx="335" cy="50"/>
              </a:xfrm>
            </p:grpSpPr>
            <p:sp>
              <p:nvSpPr>
                <p:cNvPr id="764085"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86"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87"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4088" name="Rectangle 185"/>
          <p:cNvSpPr>
            <a:spLocks noChangeArrowheads="1"/>
          </p:cNvSpPr>
          <p:nvPr/>
        </p:nvSpPr>
        <p:spPr bwMode="auto">
          <a:xfrm>
            <a:off x="2297113" y="2166938"/>
            <a:ext cx="9286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89" name="Rectangle 186"/>
          <p:cNvSpPr>
            <a:spLocks noChangeArrowheads="1"/>
          </p:cNvSpPr>
          <p:nvPr/>
        </p:nvSpPr>
        <p:spPr bwMode="auto">
          <a:xfrm>
            <a:off x="2616200" y="2447925"/>
            <a:ext cx="12001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4090" name="Rectangle 187"/>
          <p:cNvSpPr>
            <a:spLocks noChangeArrowheads="1"/>
          </p:cNvSpPr>
          <p:nvPr/>
        </p:nvSpPr>
        <p:spPr bwMode="auto">
          <a:xfrm>
            <a:off x="4022725" y="1751013"/>
            <a:ext cx="1042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91" name="Rectangle 188"/>
          <p:cNvSpPr>
            <a:spLocks noChangeArrowheads="1"/>
          </p:cNvSpPr>
          <p:nvPr/>
        </p:nvSpPr>
        <p:spPr bwMode="auto">
          <a:xfrm>
            <a:off x="3935413" y="17113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4092" name="Rectangle 189"/>
          <p:cNvSpPr>
            <a:spLocks noChangeArrowheads="1"/>
          </p:cNvSpPr>
          <p:nvPr/>
        </p:nvSpPr>
        <p:spPr bwMode="auto">
          <a:xfrm>
            <a:off x="5619750" y="1751013"/>
            <a:ext cx="1041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93" name="Rectangle 190"/>
          <p:cNvSpPr>
            <a:spLocks noChangeArrowheads="1"/>
          </p:cNvSpPr>
          <p:nvPr/>
        </p:nvSpPr>
        <p:spPr bwMode="auto">
          <a:xfrm>
            <a:off x="5510213" y="17113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4094" name="Rectangle 191"/>
          <p:cNvSpPr>
            <a:spLocks noChangeArrowheads="1"/>
          </p:cNvSpPr>
          <p:nvPr/>
        </p:nvSpPr>
        <p:spPr bwMode="auto">
          <a:xfrm>
            <a:off x="7269163" y="1751013"/>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95" name="Rectangle 192"/>
          <p:cNvSpPr>
            <a:spLocks noChangeArrowheads="1"/>
          </p:cNvSpPr>
          <p:nvPr/>
        </p:nvSpPr>
        <p:spPr bwMode="auto">
          <a:xfrm>
            <a:off x="7110413" y="16859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4096" name="Rectangle 193"/>
          <p:cNvSpPr>
            <a:spLocks noChangeArrowheads="1"/>
          </p:cNvSpPr>
          <p:nvPr/>
        </p:nvSpPr>
        <p:spPr bwMode="auto">
          <a:xfrm>
            <a:off x="4643438" y="2373313"/>
            <a:ext cx="26987" cy="509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4097" name="Group 194"/>
          <p:cNvGrpSpPr>
            <a:grpSpLocks/>
          </p:cNvGrpSpPr>
          <p:nvPr/>
        </p:nvGrpSpPr>
        <p:grpSpPr bwMode="auto">
          <a:xfrm>
            <a:off x="4284663" y="2838450"/>
            <a:ext cx="669925" cy="366713"/>
            <a:chOff x="2299" y="1622"/>
            <a:chExt cx="439" cy="262"/>
          </a:xfrm>
        </p:grpSpPr>
        <p:sp>
          <p:nvSpPr>
            <p:cNvPr id="764098"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4099"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00"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01"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4102" name="Group 199"/>
            <p:cNvGrpSpPr>
              <a:grpSpLocks/>
            </p:cNvGrpSpPr>
            <p:nvPr/>
          </p:nvGrpSpPr>
          <p:grpSpPr bwMode="auto">
            <a:xfrm>
              <a:off x="2365" y="1640"/>
              <a:ext cx="304" cy="117"/>
              <a:chOff x="2365" y="1640"/>
              <a:chExt cx="304" cy="117"/>
            </a:xfrm>
          </p:grpSpPr>
          <p:grpSp>
            <p:nvGrpSpPr>
              <p:cNvPr id="764103" name="Group 200"/>
              <p:cNvGrpSpPr>
                <a:grpSpLocks/>
              </p:cNvGrpSpPr>
              <p:nvPr/>
            </p:nvGrpSpPr>
            <p:grpSpPr bwMode="auto">
              <a:xfrm>
                <a:off x="2365" y="1640"/>
                <a:ext cx="302" cy="115"/>
                <a:chOff x="2365" y="1640"/>
                <a:chExt cx="302" cy="115"/>
              </a:xfrm>
            </p:grpSpPr>
            <p:sp>
              <p:nvSpPr>
                <p:cNvPr id="764104"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5"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6"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7"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8"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9"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0"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1"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4112" name="Group 209"/>
              <p:cNvGrpSpPr>
                <a:grpSpLocks/>
              </p:cNvGrpSpPr>
              <p:nvPr/>
            </p:nvGrpSpPr>
            <p:grpSpPr bwMode="auto">
              <a:xfrm>
                <a:off x="2368" y="1643"/>
                <a:ext cx="301" cy="114"/>
                <a:chOff x="2368" y="1643"/>
                <a:chExt cx="301" cy="114"/>
              </a:xfrm>
            </p:grpSpPr>
            <p:sp>
              <p:nvSpPr>
                <p:cNvPr id="764113"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4"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5"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6"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7"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8"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9"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20"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4121"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122"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4123" name="Rectangle 220"/>
          <p:cNvSpPr>
            <a:spLocks noChangeArrowheads="1"/>
          </p:cNvSpPr>
          <p:nvPr/>
        </p:nvSpPr>
        <p:spPr bwMode="auto">
          <a:xfrm>
            <a:off x="4756150" y="2593975"/>
            <a:ext cx="10445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24" name="Rectangle 221"/>
          <p:cNvSpPr>
            <a:spLocks noChangeArrowheads="1"/>
          </p:cNvSpPr>
          <p:nvPr/>
        </p:nvSpPr>
        <p:spPr bwMode="auto">
          <a:xfrm>
            <a:off x="4832350" y="2603500"/>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4125" name="Rectangle 222"/>
          <p:cNvSpPr>
            <a:spLocks noChangeArrowheads="1"/>
          </p:cNvSpPr>
          <p:nvPr/>
        </p:nvSpPr>
        <p:spPr bwMode="auto">
          <a:xfrm>
            <a:off x="3895725" y="2733675"/>
            <a:ext cx="4270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26" name="Rectangle 223"/>
          <p:cNvSpPr>
            <a:spLocks noChangeArrowheads="1"/>
          </p:cNvSpPr>
          <p:nvPr/>
        </p:nvSpPr>
        <p:spPr bwMode="auto">
          <a:xfrm>
            <a:off x="4002088" y="2724150"/>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4127" name="Oval 224"/>
          <p:cNvSpPr>
            <a:spLocks noChangeArrowheads="1"/>
          </p:cNvSpPr>
          <p:nvPr/>
        </p:nvSpPr>
        <p:spPr bwMode="auto">
          <a:xfrm>
            <a:off x="4602163" y="2641600"/>
            <a:ext cx="96837"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28" name="Rectangle 225"/>
          <p:cNvSpPr>
            <a:spLocks noChangeArrowheads="1"/>
          </p:cNvSpPr>
          <p:nvPr/>
        </p:nvSpPr>
        <p:spPr bwMode="auto">
          <a:xfrm>
            <a:off x="2373313" y="1878013"/>
            <a:ext cx="746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29" name="Oval 226"/>
          <p:cNvSpPr>
            <a:spLocks noChangeArrowheads="1"/>
          </p:cNvSpPr>
          <p:nvPr/>
        </p:nvSpPr>
        <p:spPr bwMode="auto">
          <a:xfrm>
            <a:off x="8385175" y="4200525"/>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30" name="Oval 227"/>
          <p:cNvSpPr>
            <a:spLocks noChangeArrowheads="1"/>
          </p:cNvSpPr>
          <p:nvPr/>
        </p:nvSpPr>
        <p:spPr bwMode="auto">
          <a:xfrm>
            <a:off x="8389938" y="315118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31" name="Rectangle 228"/>
          <p:cNvSpPr>
            <a:spLocks noChangeArrowheads="1"/>
          </p:cNvSpPr>
          <p:nvPr/>
        </p:nvSpPr>
        <p:spPr bwMode="auto">
          <a:xfrm>
            <a:off x="6888163" y="3838575"/>
            <a:ext cx="10445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32" name="Rectangle 229"/>
          <p:cNvSpPr>
            <a:spLocks noChangeArrowheads="1"/>
          </p:cNvSpPr>
          <p:nvPr/>
        </p:nvSpPr>
        <p:spPr bwMode="auto">
          <a:xfrm>
            <a:off x="6326188" y="4327525"/>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4133" name="Rectangle 230"/>
          <p:cNvSpPr>
            <a:spLocks noChangeArrowheads="1"/>
          </p:cNvSpPr>
          <p:nvPr/>
        </p:nvSpPr>
        <p:spPr bwMode="auto">
          <a:xfrm>
            <a:off x="8485188" y="4322763"/>
            <a:ext cx="10429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34" name="Rectangle 231"/>
          <p:cNvSpPr>
            <a:spLocks noChangeArrowheads="1"/>
          </p:cNvSpPr>
          <p:nvPr/>
        </p:nvSpPr>
        <p:spPr bwMode="auto">
          <a:xfrm>
            <a:off x="8580438" y="4379913"/>
            <a:ext cx="112553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4135" name="Rectangle 232"/>
          <p:cNvSpPr>
            <a:spLocks noChangeArrowheads="1"/>
          </p:cNvSpPr>
          <p:nvPr/>
        </p:nvSpPr>
        <p:spPr bwMode="auto">
          <a:xfrm>
            <a:off x="8485188" y="3270250"/>
            <a:ext cx="10429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36" name="Rectangle 233"/>
          <p:cNvSpPr>
            <a:spLocks noChangeArrowheads="1"/>
          </p:cNvSpPr>
          <p:nvPr/>
        </p:nvSpPr>
        <p:spPr bwMode="auto">
          <a:xfrm>
            <a:off x="8580438" y="3328988"/>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4137" name="Rectangle 235"/>
          <p:cNvSpPr>
            <a:spLocks noChangeArrowheads="1"/>
          </p:cNvSpPr>
          <p:nvPr/>
        </p:nvSpPr>
        <p:spPr bwMode="auto">
          <a:xfrm>
            <a:off x="5502275" y="5764213"/>
            <a:ext cx="1123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4138" name="Rectangle 236"/>
          <p:cNvSpPr>
            <a:spLocks noChangeArrowheads="1"/>
          </p:cNvSpPr>
          <p:nvPr/>
        </p:nvSpPr>
        <p:spPr bwMode="auto">
          <a:xfrm>
            <a:off x="4127500" y="5657850"/>
            <a:ext cx="10429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39" name="Rectangle 237"/>
          <p:cNvSpPr>
            <a:spLocks noChangeArrowheads="1"/>
          </p:cNvSpPr>
          <p:nvPr/>
        </p:nvSpPr>
        <p:spPr bwMode="auto">
          <a:xfrm>
            <a:off x="4167188" y="5764213"/>
            <a:ext cx="1123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4140" name="Oval 238"/>
          <p:cNvSpPr>
            <a:spLocks noChangeArrowheads="1"/>
          </p:cNvSpPr>
          <p:nvPr/>
        </p:nvSpPr>
        <p:spPr bwMode="auto">
          <a:xfrm>
            <a:off x="5332413" y="5684838"/>
            <a:ext cx="95250" cy="88900"/>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41" name="Rectangle 239"/>
          <p:cNvSpPr>
            <a:spLocks noChangeArrowheads="1"/>
          </p:cNvSpPr>
          <p:nvPr/>
        </p:nvSpPr>
        <p:spPr bwMode="auto">
          <a:xfrm>
            <a:off x="7383463" y="3148013"/>
            <a:ext cx="9255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42" name="Rectangle 240"/>
          <p:cNvSpPr>
            <a:spLocks noChangeArrowheads="1"/>
          </p:cNvSpPr>
          <p:nvPr/>
        </p:nvSpPr>
        <p:spPr bwMode="auto">
          <a:xfrm>
            <a:off x="7191375" y="3748088"/>
            <a:ext cx="11509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4143" name="Rectangle 241"/>
          <p:cNvSpPr>
            <a:spLocks noChangeArrowheads="1"/>
          </p:cNvSpPr>
          <p:nvPr/>
        </p:nvSpPr>
        <p:spPr bwMode="auto">
          <a:xfrm>
            <a:off x="7458075" y="2870200"/>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4144" name="Group 242"/>
          <p:cNvGrpSpPr>
            <a:grpSpLocks/>
          </p:cNvGrpSpPr>
          <p:nvPr/>
        </p:nvGrpSpPr>
        <p:grpSpPr bwMode="auto">
          <a:xfrm>
            <a:off x="2630488" y="4502150"/>
            <a:ext cx="671512" cy="363538"/>
            <a:chOff x="1304" y="2569"/>
            <a:chExt cx="439" cy="262"/>
          </a:xfrm>
        </p:grpSpPr>
        <p:sp>
          <p:nvSpPr>
            <p:cNvPr id="764145"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4146"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47"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48"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4149" name="Group 247"/>
            <p:cNvGrpSpPr>
              <a:grpSpLocks/>
            </p:cNvGrpSpPr>
            <p:nvPr/>
          </p:nvGrpSpPr>
          <p:grpSpPr bwMode="auto">
            <a:xfrm>
              <a:off x="1371" y="2587"/>
              <a:ext cx="304" cy="117"/>
              <a:chOff x="1371" y="2587"/>
              <a:chExt cx="304" cy="117"/>
            </a:xfrm>
          </p:grpSpPr>
          <p:grpSp>
            <p:nvGrpSpPr>
              <p:cNvPr id="764150" name="Group 248"/>
              <p:cNvGrpSpPr>
                <a:grpSpLocks/>
              </p:cNvGrpSpPr>
              <p:nvPr/>
            </p:nvGrpSpPr>
            <p:grpSpPr bwMode="auto">
              <a:xfrm>
                <a:off x="1371" y="2587"/>
                <a:ext cx="301" cy="115"/>
                <a:chOff x="1371" y="2587"/>
                <a:chExt cx="301" cy="115"/>
              </a:xfrm>
            </p:grpSpPr>
            <p:sp>
              <p:nvSpPr>
                <p:cNvPr id="764151"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2"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3"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4"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5"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6"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7"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8"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4159" name="Group 257"/>
              <p:cNvGrpSpPr>
                <a:grpSpLocks/>
              </p:cNvGrpSpPr>
              <p:nvPr/>
            </p:nvGrpSpPr>
            <p:grpSpPr bwMode="auto">
              <a:xfrm>
                <a:off x="1373" y="2590"/>
                <a:ext cx="302" cy="114"/>
                <a:chOff x="1373" y="2590"/>
                <a:chExt cx="302" cy="114"/>
              </a:xfrm>
            </p:grpSpPr>
            <p:sp>
              <p:nvSpPr>
                <p:cNvPr id="764160"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1"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2"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3"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4"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5"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6"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7"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4168"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169"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4170" name="Group 268"/>
          <p:cNvGrpSpPr>
            <a:grpSpLocks/>
          </p:cNvGrpSpPr>
          <p:nvPr/>
        </p:nvGrpSpPr>
        <p:grpSpPr bwMode="auto">
          <a:xfrm>
            <a:off x="5632450" y="4502150"/>
            <a:ext cx="673100" cy="363538"/>
            <a:chOff x="3488" y="2569"/>
            <a:chExt cx="439" cy="262"/>
          </a:xfrm>
        </p:grpSpPr>
        <p:sp>
          <p:nvSpPr>
            <p:cNvPr id="764171"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4172"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73"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74"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4175" name="Group 273"/>
            <p:cNvGrpSpPr>
              <a:grpSpLocks/>
            </p:cNvGrpSpPr>
            <p:nvPr/>
          </p:nvGrpSpPr>
          <p:grpSpPr bwMode="auto">
            <a:xfrm>
              <a:off x="3555" y="2587"/>
              <a:ext cx="304" cy="117"/>
              <a:chOff x="3555" y="2587"/>
              <a:chExt cx="304" cy="117"/>
            </a:xfrm>
          </p:grpSpPr>
          <p:grpSp>
            <p:nvGrpSpPr>
              <p:cNvPr id="764176" name="Group 274"/>
              <p:cNvGrpSpPr>
                <a:grpSpLocks/>
              </p:cNvGrpSpPr>
              <p:nvPr/>
            </p:nvGrpSpPr>
            <p:grpSpPr bwMode="auto">
              <a:xfrm>
                <a:off x="3555" y="2587"/>
                <a:ext cx="301" cy="115"/>
                <a:chOff x="3555" y="2587"/>
                <a:chExt cx="301" cy="115"/>
              </a:xfrm>
            </p:grpSpPr>
            <p:sp>
              <p:nvSpPr>
                <p:cNvPr id="764177"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78"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79"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0"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1"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2"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3"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4"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4185" name="Group 283"/>
              <p:cNvGrpSpPr>
                <a:grpSpLocks/>
              </p:cNvGrpSpPr>
              <p:nvPr/>
            </p:nvGrpSpPr>
            <p:grpSpPr bwMode="auto">
              <a:xfrm>
                <a:off x="3557" y="2590"/>
                <a:ext cx="302" cy="114"/>
                <a:chOff x="3557" y="2590"/>
                <a:chExt cx="302" cy="114"/>
              </a:xfrm>
            </p:grpSpPr>
            <p:sp>
              <p:nvSpPr>
                <p:cNvPr id="764186"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7"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8"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9"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90"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91"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92"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93"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4194"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195"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4196" name="Oval 294"/>
          <p:cNvSpPr>
            <a:spLocks noChangeArrowheads="1"/>
          </p:cNvSpPr>
          <p:nvPr/>
        </p:nvSpPr>
        <p:spPr bwMode="auto">
          <a:xfrm>
            <a:off x="3619500" y="4694238"/>
            <a:ext cx="96838" cy="88900"/>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97" name="Oval 295"/>
          <p:cNvSpPr>
            <a:spLocks noChangeArrowheads="1"/>
          </p:cNvSpPr>
          <p:nvPr/>
        </p:nvSpPr>
        <p:spPr bwMode="auto">
          <a:xfrm>
            <a:off x="5341938" y="4689475"/>
            <a:ext cx="95250" cy="8572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98" name="Oval 296"/>
          <p:cNvSpPr>
            <a:spLocks noChangeArrowheads="1"/>
          </p:cNvSpPr>
          <p:nvPr/>
        </p:nvSpPr>
        <p:spPr bwMode="auto">
          <a:xfrm>
            <a:off x="5767388" y="435133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99" name="Oval 297"/>
          <p:cNvSpPr>
            <a:spLocks noChangeArrowheads="1"/>
          </p:cNvSpPr>
          <p:nvPr/>
        </p:nvSpPr>
        <p:spPr bwMode="auto">
          <a:xfrm>
            <a:off x="4857750" y="3241675"/>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00" name="Oval 298"/>
          <p:cNvSpPr>
            <a:spLocks noChangeArrowheads="1"/>
          </p:cNvSpPr>
          <p:nvPr/>
        </p:nvSpPr>
        <p:spPr bwMode="auto">
          <a:xfrm>
            <a:off x="3141663" y="4244975"/>
            <a:ext cx="96837"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01" name="Oval 299"/>
          <p:cNvSpPr>
            <a:spLocks noChangeArrowheads="1"/>
          </p:cNvSpPr>
          <p:nvPr/>
        </p:nvSpPr>
        <p:spPr bwMode="auto">
          <a:xfrm>
            <a:off x="4167188" y="3263900"/>
            <a:ext cx="93662" cy="8572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02" name="Rectangle 300"/>
          <p:cNvSpPr>
            <a:spLocks noChangeArrowheads="1"/>
          </p:cNvSpPr>
          <p:nvPr/>
        </p:nvSpPr>
        <p:spPr bwMode="auto">
          <a:xfrm>
            <a:off x="5035550" y="2927350"/>
            <a:ext cx="104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03" name="Rectangle 301"/>
          <p:cNvSpPr>
            <a:spLocks noChangeArrowheads="1"/>
          </p:cNvSpPr>
          <p:nvPr/>
        </p:nvSpPr>
        <p:spPr bwMode="auto">
          <a:xfrm>
            <a:off x="5057775" y="3081338"/>
            <a:ext cx="10207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4204" name="Rectangle 302"/>
          <p:cNvSpPr>
            <a:spLocks noChangeArrowheads="1"/>
          </p:cNvSpPr>
          <p:nvPr/>
        </p:nvSpPr>
        <p:spPr bwMode="auto">
          <a:xfrm>
            <a:off x="3059113" y="3063875"/>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05" name="Rectangle 303"/>
          <p:cNvSpPr>
            <a:spLocks noChangeArrowheads="1"/>
          </p:cNvSpPr>
          <p:nvPr/>
        </p:nvSpPr>
        <p:spPr bwMode="auto">
          <a:xfrm>
            <a:off x="3181350" y="3052763"/>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4206" name="Rectangle 304"/>
          <p:cNvSpPr>
            <a:spLocks noChangeArrowheads="1"/>
          </p:cNvSpPr>
          <p:nvPr/>
        </p:nvSpPr>
        <p:spPr bwMode="auto">
          <a:xfrm>
            <a:off x="2297113" y="3687763"/>
            <a:ext cx="10445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07" name="Rectangle 305"/>
          <p:cNvSpPr>
            <a:spLocks noChangeArrowheads="1"/>
          </p:cNvSpPr>
          <p:nvPr/>
        </p:nvSpPr>
        <p:spPr bwMode="auto">
          <a:xfrm>
            <a:off x="2262188" y="3924300"/>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4208" name="Rectangle 306"/>
          <p:cNvSpPr>
            <a:spLocks noChangeArrowheads="1"/>
          </p:cNvSpPr>
          <p:nvPr/>
        </p:nvSpPr>
        <p:spPr bwMode="auto">
          <a:xfrm>
            <a:off x="5746750" y="3562350"/>
            <a:ext cx="10429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09" name="Rectangle 307"/>
          <p:cNvSpPr>
            <a:spLocks noChangeArrowheads="1"/>
          </p:cNvSpPr>
          <p:nvPr/>
        </p:nvSpPr>
        <p:spPr bwMode="auto">
          <a:xfrm>
            <a:off x="5765800" y="4041775"/>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4210" name="Rectangle 308"/>
          <p:cNvSpPr>
            <a:spLocks noChangeArrowheads="1"/>
          </p:cNvSpPr>
          <p:nvPr/>
        </p:nvSpPr>
        <p:spPr bwMode="auto">
          <a:xfrm>
            <a:off x="5181600" y="4400550"/>
            <a:ext cx="104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1" name="Rectangle 309"/>
          <p:cNvSpPr>
            <a:spLocks noChangeArrowheads="1"/>
          </p:cNvSpPr>
          <p:nvPr/>
        </p:nvSpPr>
        <p:spPr bwMode="auto">
          <a:xfrm>
            <a:off x="5030788" y="4829175"/>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4212" name="Rectangle 310"/>
          <p:cNvSpPr>
            <a:spLocks noChangeArrowheads="1"/>
          </p:cNvSpPr>
          <p:nvPr/>
        </p:nvSpPr>
        <p:spPr bwMode="auto">
          <a:xfrm>
            <a:off x="3344863" y="4400550"/>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3" name="Rectangle 311"/>
          <p:cNvSpPr>
            <a:spLocks noChangeArrowheads="1"/>
          </p:cNvSpPr>
          <p:nvPr/>
        </p:nvSpPr>
        <p:spPr bwMode="auto">
          <a:xfrm>
            <a:off x="3435350" y="4811713"/>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4214" name="Rectangle 312"/>
          <p:cNvSpPr>
            <a:spLocks noChangeArrowheads="1"/>
          </p:cNvSpPr>
          <p:nvPr/>
        </p:nvSpPr>
        <p:spPr bwMode="auto">
          <a:xfrm>
            <a:off x="725488" y="3201988"/>
            <a:ext cx="10429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5" name="Rectangle 313"/>
          <p:cNvSpPr>
            <a:spLocks noChangeArrowheads="1"/>
          </p:cNvSpPr>
          <p:nvPr/>
        </p:nvSpPr>
        <p:spPr bwMode="auto">
          <a:xfrm>
            <a:off x="587375" y="3260725"/>
            <a:ext cx="11255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4216" name="Rectangle 314"/>
          <p:cNvSpPr>
            <a:spLocks noChangeArrowheads="1"/>
          </p:cNvSpPr>
          <p:nvPr/>
        </p:nvSpPr>
        <p:spPr bwMode="auto">
          <a:xfrm>
            <a:off x="1841500" y="4460875"/>
            <a:ext cx="104298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7" name="Rectangle 315"/>
          <p:cNvSpPr>
            <a:spLocks noChangeArrowheads="1"/>
          </p:cNvSpPr>
          <p:nvPr/>
        </p:nvSpPr>
        <p:spPr bwMode="auto">
          <a:xfrm>
            <a:off x="1968500" y="4857750"/>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4218" name="Rectangle 316"/>
          <p:cNvSpPr>
            <a:spLocks noChangeArrowheads="1"/>
          </p:cNvSpPr>
          <p:nvPr/>
        </p:nvSpPr>
        <p:spPr bwMode="auto">
          <a:xfrm>
            <a:off x="725488" y="4251325"/>
            <a:ext cx="104298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9" name="Rectangle 317"/>
          <p:cNvSpPr>
            <a:spLocks noChangeArrowheads="1"/>
          </p:cNvSpPr>
          <p:nvPr/>
        </p:nvSpPr>
        <p:spPr bwMode="auto">
          <a:xfrm>
            <a:off x="587375" y="4310063"/>
            <a:ext cx="11255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4220" name="Oval 318"/>
          <p:cNvSpPr>
            <a:spLocks noChangeArrowheads="1"/>
          </p:cNvSpPr>
          <p:nvPr/>
        </p:nvSpPr>
        <p:spPr bwMode="auto">
          <a:xfrm>
            <a:off x="1693863" y="413543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21" name="Oval 319"/>
          <p:cNvSpPr>
            <a:spLocks noChangeArrowheads="1"/>
          </p:cNvSpPr>
          <p:nvPr/>
        </p:nvSpPr>
        <p:spPr bwMode="auto">
          <a:xfrm>
            <a:off x="1685925" y="3086100"/>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22" name="Oval 320"/>
          <p:cNvSpPr>
            <a:spLocks noChangeArrowheads="1"/>
          </p:cNvSpPr>
          <p:nvPr/>
        </p:nvSpPr>
        <p:spPr bwMode="auto">
          <a:xfrm>
            <a:off x="2411413" y="4645025"/>
            <a:ext cx="95250"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23" name="Rectangle 321"/>
          <p:cNvSpPr>
            <a:spLocks noChangeArrowheads="1"/>
          </p:cNvSpPr>
          <p:nvPr/>
        </p:nvSpPr>
        <p:spPr bwMode="auto">
          <a:xfrm>
            <a:off x="2952750" y="4514850"/>
            <a:ext cx="428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24" name="Rectangle 322"/>
          <p:cNvSpPr>
            <a:spLocks noChangeArrowheads="1"/>
          </p:cNvSpPr>
          <p:nvPr/>
        </p:nvSpPr>
        <p:spPr bwMode="auto">
          <a:xfrm>
            <a:off x="3282950" y="4303713"/>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4225" name="Rectangle 323"/>
          <p:cNvSpPr>
            <a:spLocks noChangeArrowheads="1"/>
          </p:cNvSpPr>
          <p:nvPr/>
        </p:nvSpPr>
        <p:spPr bwMode="auto">
          <a:xfrm>
            <a:off x="6335713" y="4459288"/>
            <a:ext cx="42862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26" name="Rectangle 324"/>
          <p:cNvSpPr>
            <a:spLocks noChangeArrowheads="1"/>
          </p:cNvSpPr>
          <p:nvPr/>
        </p:nvSpPr>
        <p:spPr bwMode="auto">
          <a:xfrm>
            <a:off x="5372100" y="4302125"/>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4227" name="Rectangle 325"/>
          <p:cNvSpPr>
            <a:spLocks noChangeArrowheads="1"/>
          </p:cNvSpPr>
          <p:nvPr/>
        </p:nvSpPr>
        <p:spPr bwMode="auto">
          <a:xfrm>
            <a:off x="1884363" y="320992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28" name="Rectangle 326"/>
          <p:cNvSpPr>
            <a:spLocks noChangeArrowheads="1"/>
          </p:cNvSpPr>
          <p:nvPr/>
        </p:nvSpPr>
        <p:spPr bwMode="auto">
          <a:xfrm>
            <a:off x="1966913" y="3194050"/>
            <a:ext cx="12001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4229" name="Rectangle 327"/>
          <p:cNvSpPr>
            <a:spLocks noChangeArrowheads="1"/>
          </p:cNvSpPr>
          <p:nvPr/>
        </p:nvSpPr>
        <p:spPr bwMode="auto">
          <a:xfrm>
            <a:off x="1919288" y="2928938"/>
            <a:ext cx="7413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0" name="Rectangle 328"/>
          <p:cNvSpPr>
            <a:spLocks noChangeArrowheads="1"/>
          </p:cNvSpPr>
          <p:nvPr/>
        </p:nvSpPr>
        <p:spPr bwMode="auto">
          <a:xfrm>
            <a:off x="2043113" y="2913063"/>
            <a:ext cx="8064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4231" name="Rectangle 329"/>
          <p:cNvSpPr>
            <a:spLocks noChangeArrowheads="1"/>
          </p:cNvSpPr>
          <p:nvPr/>
        </p:nvSpPr>
        <p:spPr bwMode="auto">
          <a:xfrm>
            <a:off x="4425950" y="3962400"/>
            <a:ext cx="430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2" name="Rectangle 330"/>
          <p:cNvSpPr>
            <a:spLocks noChangeArrowheads="1"/>
          </p:cNvSpPr>
          <p:nvPr/>
        </p:nvSpPr>
        <p:spPr bwMode="auto">
          <a:xfrm>
            <a:off x="5416550" y="3270250"/>
            <a:ext cx="428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3" name="Rectangle 331"/>
          <p:cNvSpPr>
            <a:spLocks noChangeArrowheads="1"/>
          </p:cNvSpPr>
          <p:nvPr/>
        </p:nvSpPr>
        <p:spPr bwMode="auto">
          <a:xfrm>
            <a:off x="5414963" y="3465513"/>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4234" name="Rectangle 332"/>
          <p:cNvSpPr>
            <a:spLocks noChangeArrowheads="1"/>
          </p:cNvSpPr>
          <p:nvPr/>
        </p:nvSpPr>
        <p:spPr bwMode="auto">
          <a:xfrm>
            <a:off x="3743325" y="3616325"/>
            <a:ext cx="427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5" name="Rectangle 333"/>
          <p:cNvSpPr>
            <a:spLocks noChangeArrowheads="1"/>
          </p:cNvSpPr>
          <p:nvPr/>
        </p:nvSpPr>
        <p:spPr bwMode="auto">
          <a:xfrm>
            <a:off x="3656013" y="3800475"/>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4236" name="Rectangle 334"/>
          <p:cNvSpPr>
            <a:spLocks noChangeArrowheads="1"/>
          </p:cNvSpPr>
          <p:nvPr/>
        </p:nvSpPr>
        <p:spPr bwMode="auto">
          <a:xfrm>
            <a:off x="4295775" y="4348163"/>
            <a:ext cx="8826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4237" name="Rectangle 335"/>
          <p:cNvSpPr>
            <a:spLocks noChangeArrowheads="1"/>
          </p:cNvSpPr>
          <p:nvPr/>
        </p:nvSpPr>
        <p:spPr bwMode="auto">
          <a:xfrm>
            <a:off x="4046538" y="361632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8" name="Rectangle 336"/>
          <p:cNvSpPr>
            <a:spLocks noChangeArrowheads="1"/>
          </p:cNvSpPr>
          <p:nvPr/>
        </p:nvSpPr>
        <p:spPr bwMode="auto">
          <a:xfrm>
            <a:off x="4000500" y="3800475"/>
            <a:ext cx="8842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4239" name="Rectangle 337"/>
          <p:cNvSpPr>
            <a:spLocks noChangeArrowheads="1"/>
          </p:cNvSpPr>
          <p:nvPr/>
        </p:nvSpPr>
        <p:spPr bwMode="auto">
          <a:xfrm>
            <a:off x="5719763" y="3286125"/>
            <a:ext cx="9302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40" name="Rectangle 338"/>
          <p:cNvSpPr>
            <a:spLocks noChangeArrowheads="1"/>
          </p:cNvSpPr>
          <p:nvPr/>
        </p:nvSpPr>
        <p:spPr bwMode="auto">
          <a:xfrm>
            <a:off x="5754688" y="3481388"/>
            <a:ext cx="8826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4241" name="Line 339"/>
          <p:cNvSpPr>
            <a:spLocks noChangeShapeType="1"/>
          </p:cNvSpPr>
          <p:nvPr/>
        </p:nvSpPr>
        <p:spPr bwMode="auto">
          <a:xfrm>
            <a:off x="1895475" y="2801938"/>
            <a:ext cx="0" cy="20637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42" name="Rectangle 340"/>
          <p:cNvSpPr>
            <a:spLocks noChangeArrowheads="1"/>
          </p:cNvSpPr>
          <p:nvPr/>
        </p:nvSpPr>
        <p:spPr bwMode="auto">
          <a:xfrm>
            <a:off x="3949700" y="4332288"/>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4243"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4350" y="5024438"/>
            <a:ext cx="601663"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4244" name="Line 342"/>
          <p:cNvSpPr>
            <a:spLocks noChangeShapeType="1"/>
          </p:cNvSpPr>
          <p:nvPr/>
        </p:nvSpPr>
        <p:spPr bwMode="auto">
          <a:xfrm>
            <a:off x="8272463" y="2868613"/>
            <a:ext cx="0" cy="25320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45" name="Line 343"/>
          <p:cNvSpPr>
            <a:spLocks noChangeShapeType="1"/>
          </p:cNvSpPr>
          <p:nvPr/>
        </p:nvSpPr>
        <p:spPr bwMode="auto">
          <a:xfrm rot="-5400000">
            <a:off x="4755357" y="4294981"/>
            <a:ext cx="0" cy="23447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46" name="Line 344"/>
          <p:cNvSpPr>
            <a:spLocks noChangeShapeType="1"/>
          </p:cNvSpPr>
          <p:nvPr/>
        </p:nvSpPr>
        <p:spPr bwMode="auto">
          <a:xfrm>
            <a:off x="6221413" y="4665663"/>
            <a:ext cx="20510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47" name="Oval 345"/>
          <p:cNvSpPr>
            <a:spLocks noChangeArrowheads="1"/>
          </p:cNvSpPr>
          <p:nvPr/>
        </p:nvSpPr>
        <p:spPr bwMode="auto">
          <a:xfrm>
            <a:off x="6440488" y="4600575"/>
            <a:ext cx="123825" cy="1127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48" name="Rectangle 346"/>
          <p:cNvSpPr>
            <a:spLocks noChangeArrowheads="1"/>
          </p:cNvSpPr>
          <p:nvPr/>
        </p:nvSpPr>
        <p:spPr bwMode="auto">
          <a:xfrm>
            <a:off x="7307263" y="3465513"/>
            <a:ext cx="8064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4249" name="Rectangle 347"/>
          <p:cNvSpPr>
            <a:spLocks noChangeArrowheads="1"/>
          </p:cNvSpPr>
          <p:nvPr/>
        </p:nvSpPr>
        <p:spPr bwMode="auto">
          <a:xfrm>
            <a:off x="2738438" y="2162175"/>
            <a:ext cx="8064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4250" name="Line 348"/>
          <p:cNvSpPr>
            <a:spLocks noChangeShapeType="1"/>
          </p:cNvSpPr>
          <p:nvPr/>
        </p:nvSpPr>
        <p:spPr bwMode="auto">
          <a:xfrm rot="-5400000">
            <a:off x="5561807" y="308769"/>
            <a:ext cx="0" cy="41036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51" name="Rectangle 349"/>
          <p:cNvSpPr>
            <a:spLocks noChangeArrowheads="1"/>
          </p:cNvSpPr>
          <p:nvPr/>
        </p:nvSpPr>
        <p:spPr bwMode="auto">
          <a:xfrm>
            <a:off x="1349375" y="5997575"/>
            <a:ext cx="7350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4252" name="Line 350"/>
          <p:cNvSpPr>
            <a:spLocks noChangeShapeType="1"/>
          </p:cNvSpPr>
          <p:nvPr/>
        </p:nvSpPr>
        <p:spPr bwMode="auto">
          <a:xfrm flipV="1">
            <a:off x="1751013" y="5597525"/>
            <a:ext cx="439737" cy="40005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53" name="Line 351"/>
          <p:cNvSpPr>
            <a:spLocks noChangeShapeType="1"/>
          </p:cNvSpPr>
          <p:nvPr/>
        </p:nvSpPr>
        <p:spPr bwMode="auto">
          <a:xfrm>
            <a:off x="3825875" y="1624013"/>
            <a:ext cx="0" cy="73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54" name="Oval 352"/>
          <p:cNvSpPr>
            <a:spLocks noChangeArrowheads="1"/>
          </p:cNvSpPr>
          <p:nvPr/>
        </p:nvSpPr>
        <p:spPr bwMode="auto">
          <a:xfrm>
            <a:off x="3767138" y="1985963"/>
            <a:ext cx="98425"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4255" name="Group 353"/>
          <p:cNvGrpSpPr>
            <a:grpSpLocks/>
          </p:cNvGrpSpPr>
          <p:nvPr/>
        </p:nvGrpSpPr>
        <p:grpSpPr bwMode="auto">
          <a:xfrm>
            <a:off x="3543300" y="1198563"/>
            <a:ext cx="523875" cy="487362"/>
            <a:chOff x="1813" y="593"/>
            <a:chExt cx="343" cy="352"/>
          </a:xfrm>
        </p:grpSpPr>
        <p:grpSp>
          <p:nvGrpSpPr>
            <p:cNvPr id="764256" name="Group 354"/>
            <p:cNvGrpSpPr>
              <a:grpSpLocks/>
            </p:cNvGrpSpPr>
            <p:nvPr/>
          </p:nvGrpSpPr>
          <p:grpSpPr bwMode="auto">
            <a:xfrm>
              <a:off x="1821" y="599"/>
              <a:ext cx="335" cy="346"/>
              <a:chOff x="1821" y="599"/>
              <a:chExt cx="335" cy="346"/>
            </a:xfrm>
          </p:grpSpPr>
          <p:sp>
            <p:nvSpPr>
              <p:cNvPr id="764257"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58"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59"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60"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61"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62"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63"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64"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265" name="Group 363"/>
              <p:cNvGrpSpPr>
                <a:grpSpLocks/>
              </p:cNvGrpSpPr>
              <p:nvPr/>
            </p:nvGrpSpPr>
            <p:grpSpPr bwMode="auto">
              <a:xfrm>
                <a:off x="1821" y="895"/>
                <a:ext cx="335" cy="50"/>
                <a:chOff x="1821" y="895"/>
                <a:chExt cx="335" cy="50"/>
              </a:xfrm>
            </p:grpSpPr>
            <p:sp>
              <p:nvSpPr>
                <p:cNvPr id="764266"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67"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68"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269" name="Group 367"/>
            <p:cNvGrpSpPr>
              <a:grpSpLocks/>
            </p:cNvGrpSpPr>
            <p:nvPr/>
          </p:nvGrpSpPr>
          <p:grpSpPr bwMode="auto">
            <a:xfrm>
              <a:off x="1813" y="593"/>
              <a:ext cx="335" cy="346"/>
              <a:chOff x="1813" y="593"/>
              <a:chExt cx="335" cy="346"/>
            </a:xfrm>
          </p:grpSpPr>
          <p:sp>
            <p:nvSpPr>
              <p:cNvPr id="764270"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71"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72"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73"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74"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75"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76"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77"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278" name="Group 376"/>
              <p:cNvGrpSpPr>
                <a:grpSpLocks/>
              </p:cNvGrpSpPr>
              <p:nvPr/>
            </p:nvGrpSpPr>
            <p:grpSpPr bwMode="auto">
              <a:xfrm>
                <a:off x="1813" y="888"/>
                <a:ext cx="335" cy="51"/>
                <a:chOff x="1813" y="888"/>
                <a:chExt cx="335" cy="51"/>
              </a:xfrm>
            </p:grpSpPr>
            <p:sp>
              <p:nvSpPr>
                <p:cNvPr id="764279"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80"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81"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4282" name="Line 380"/>
          <p:cNvSpPr>
            <a:spLocks noChangeShapeType="1"/>
          </p:cNvSpPr>
          <p:nvPr/>
        </p:nvSpPr>
        <p:spPr bwMode="auto">
          <a:xfrm>
            <a:off x="7021513" y="1624013"/>
            <a:ext cx="0" cy="73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83" name="Line 381"/>
          <p:cNvSpPr>
            <a:spLocks noChangeShapeType="1"/>
          </p:cNvSpPr>
          <p:nvPr/>
        </p:nvSpPr>
        <p:spPr bwMode="auto">
          <a:xfrm>
            <a:off x="5422900" y="1609725"/>
            <a:ext cx="0" cy="738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84" name="Oval 382"/>
          <p:cNvSpPr>
            <a:spLocks noChangeArrowheads="1"/>
          </p:cNvSpPr>
          <p:nvPr/>
        </p:nvSpPr>
        <p:spPr bwMode="auto">
          <a:xfrm>
            <a:off x="5376863" y="2000250"/>
            <a:ext cx="95250"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4285" name="Group 383"/>
          <p:cNvGrpSpPr>
            <a:grpSpLocks/>
          </p:cNvGrpSpPr>
          <p:nvPr/>
        </p:nvGrpSpPr>
        <p:grpSpPr bwMode="auto">
          <a:xfrm>
            <a:off x="5153025" y="1198563"/>
            <a:ext cx="523875" cy="487362"/>
            <a:chOff x="2868" y="593"/>
            <a:chExt cx="343" cy="352"/>
          </a:xfrm>
        </p:grpSpPr>
        <p:grpSp>
          <p:nvGrpSpPr>
            <p:cNvPr id="764286" name="Group 384"/>
            <p:cNvGrpSpPr>
              <a:grpSpLocks/>
            </p:cNvGrpSpPr>
            <p:nvPr/>
          </p:nvGrpSpPr>
          <p:grpSpPr bwMode="auto">
            <a:xfrm>
              <a:off x="2877" y="599"/>
              <a:ext cx="334" cy="346"/>
              <a:chOff x="2877" y="599"/>
              <a:chExt cx="334" cy="346"/>
            </a:xfrm>
          </p:grpSpPr>
          <p:sp>
            <p:nvSpPr>
              <p:cNvPr id="764287"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88"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89"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90"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91"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92"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93"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94"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295" name="Group 393"/>
              <p:cNvGrpSpPr>
                <a:grpSpLocks/>
              </p:cNvGrpSpPr>
              <p:nvPr/>
            </p:nvGrpSpPr>
            <p:grpSpPr bwMode="auto">
              <a:xfrm>
                <a:off x="2877" y="895"/>
                <a:ext cx="334" cy="50"/>
                <a:chOff x="2877" y="895"/>
                <a:chExt cx="334" cy="50"/>
              </a:xfrm>
            </p:grpSpPr>
            <p:sp>
              <p:nvSpPr>
                <p:cNvPr id="764296"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97"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98"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299" name="Group 397"/>
            <p:cNvGrpSpPr>
              <a:grpSpLocks/>
            </p:cNvGrpSpPr>
            <p:nvPr/>
          </p:nvGrpSpPr>
          <p:grpSpPr bwMode="auto">
            <a:xfrm>
              <a:off x="2868" y="593"/>
              <a:ext cx="335" cy="346"/>
              <a:chOff x="2868" y="593"/>
              <a:chExt cx="335" cy="346"/>
            </a:xfrm>
          </p:grpSpPr>
          <p:sp>
            <p:nvSpPr>
              <p:cNvPr id="764300"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01"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02"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03"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04"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05"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06"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07"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308" name="Group 406"/>
              <p:cNvGrpSpPr>
                <a:grpSpLocks/>
              </p:cNvGrpSpPr>
              <p:nvPr/>
            </p:nvGrpSpPr>
            <p:grpSpPr bwMode="auto">
              <a:xfrm>
                <a:off x="2868" y="888"/>
                <a:ext cx="335" cy="51"/>
                <a:chOff x="2868" y="888"/>
                <a:chExt cx="335" cy="51"/>
              </a:xfrm>
            </p:grpSpPr>
            <p:sp>
              <p:nvSpPr>
                <p:cNvPr id="764309"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0"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1"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4312" name="Oval 410"/>
          <p:cNvSpPr>
            <a:spLocks noChangeArrowheads="1"/>
          </p:cNvSpPr>
          <p:nvPr/>
        </p:nvSpPr>
        <p:spPr bwMode="auto">
          <a:xfrm>
            <a:off x="6975475" y="2000250"/>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4313" name="Group 411"/>
          <p:cNvGrpSpPr>
            <a:grpSpLocks/>
          </p:cNvGrpSpPr>
          <p:nvPr/>
        </p:nvGrpSpPr>
        <p:grpSpPr bwMode="auto">
          <a:xfrm>
            <a:off x="6751638" y="1198563"/>
            <a:ext cx="523875" cy="487362"/>
            <a:chOff x="3915" y="593"/>
            <a:chExt cx="343" cy="352"/>
          </a:xfrm>
        </p:grpSpPr>
        <p:grpSp>
          <p:nvGrpSpPr>
            <p:cNvPr id="764314" name="Group 412"/>
            <p:cNvGrpSpPr>
              <a:grpSpLocks/>
            </p:cNvGrpSpPr>
            <p:nvPr/>
          </p:nvGrpSpPr>
          <p:grpSpPr bwMode="auto">
            <a:xfrm>
              <a:off x="3924" y="599"/>
              <a:ext cx="334" cy="346"/>
              <a:chOff x="3924" y="599"/>
              <a:chExt cx="334" cy="346"/>
            </a:xfrm>
          </p:grpSpPr>
          <p:sp>
            <p:nvSpPr>
              <p:cNvPr id="764315"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6"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7"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8"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9"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20"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21"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22"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323" name="Group 421"/>
              <p:cNvGrpSpPr>
                <a:grpSpLocks/>
              </p:cNvGrpSpPr>
              <p:nvPr/>
            </p:nvGrpSpPr>
            <p:grpSpPr bwMode="auto">
              <a:xfrm>
                <a:off x="3924" y="895"/>
                <a:ext cx="334" cy="50"/>
                <a:chOff x="3924" y="895"/>
                <a:chExt cx="334" cy="50"/>
              </a:xfrm>
            </p:grpSpPr>
            <p:sp>
              <p:nvSpPr>
                <p:cNvPr id="764324"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25"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26"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327" name="Group 425"/>
            <p:cNvGrpSpPr>
              <a:grpSpLocks/>
            </p:cNvGrpSpPr>
            <p:nvPr/>
          </p:nvGrpSpPr>
          <p:grpSpPr bwMode="auto">
            <a:xfrm>
              <a:off x="3915" y="593"/>
              <a:ext cx="335" cy="346"/>
              <a:chOff x="3915" y="593"/>
              <a:chExt cx="335" cy="346"/>
            </a:xfrm>
          </p:grpSpPr>
          <p:sp>
            <p:nvSpPr>
              <p:cNvPr id="764328"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29"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0"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1"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2"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33"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34"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35"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336" name="Group 434"/>
              <p:cNvGrpSpPr>
                <a:grpSpLocks/>
              </p:cNvGrpSpPr>
              <p:nvPr/>
            </p:nvGrpSpPr>
            <p:grpSpPr bwMode="auto">
              <a:xfrm>
                <a:off x="3915" y="888"/>
                <a:ext cx="335" cy="51"/>
                <a:chOff x="3915" y="888"/>
                <a:chExt cx="335" cy="51"/>
              </a:xfrm>
            </p:grpSpPr>
            <p:sp>
              <p:nvSpPr>
                <p:cNvPr id="764337"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8"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9"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4340" name="Text Box 438"/>
          <p:cNvSpPr txBox="1">
            <a:spLocks noChangeArrowheads="1"/>
          </p:cNvSpPr>
          <p:nvPr/>
        </p:nvSpPr>
        <p:spPr bwMode="auto">
          <a:xfrm>
            <a:off x="1138238" y="188913"/>
            <a:ext cx="7991475" cy="1514475"/>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在同一个局域网上的主机或路由器的</a:t>
            </a:r>
          </a:p>
          <a:p>
            <a:pPr algn="ctr" eaLnBrk="0" hangingPunct="0">
              <a:lnSpc>
                <a:spcPct val="110000"/>
              </a:lnSpc>
            </a:pP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地址中的网络号必须是一样的。</a:t>
            </a:r>
          </a:p>
          <a:p>
            <a:pPr algn="ctr" eaLnBrk="0" hangingPunct="0">
              <a:lnSpc>
                <a:spcPct val="110000"/>
              </a:lnSpc>
            </a:pPr>
            <a:r>
              <a:rPr lang="zh-CN" altLang="en-US" sz="2800" b="1">
                <a:solidFill>
                  <a:srgbClr val="000099"/>
                </a:solidFill>
                <a:ea typeface="黑体" panose="02010609060101010101" pitchFamily="49" charset="-122"/>
              </a:rPr>
              <a:t>图中的网络号就是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 </a:t>
            </a:r>
            <a:r>
              <a:rPr lang="en-US" altLang="zh-CN" sz="2800" b="1">
                <a:solidFill>
                  <a:srgbClr val="000099"/>
                </a:solidFill>
                <a:ea typeface="黑体" panose="02010609060101010101" pitchFamily="49" charset="-122"/>
              </a:rPr>
              <a:t>net-id</a:t>
            </a:r>
            <a:r>
              <a:rPr lang="zh-CN" altLang="en-US" sz="2800" b="1">
                <a:solidFill>
                  <a:srgbClr val="00B050"/>
                </a:solidFill>
                <a:ea typeface="黑体" panose="02010609060101010101" pitchFamily="49" charset="-122"/>
              </a:rPr>
              <a:t>。</a:t>
            </a:r>
            <a:endParaRPr lang="en-US" altLang="zh-CN" sz="2800" b="1">
              <a:solidFill>
                <a:srgbClr val="00B050"/>
              </a:solidFill>
              <a:ea typeface="黑体" panose="02010609060101010101" pitchFamily="49" charset="-122"/>
            </a:endParaRPr>
          </a:p>
        </p:txBody>
      </p:sp>
      <p:sp>
        <p:nvSpPr>
          <p:cNvPr id="76434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72C023-7FC5-4523-9762-39B744B61767}" type="slidenum">
              <a:rPr lang="zh-CN" altLang="en-US" smtClean="0"/>
              <a:pPr eaLnBrk="1" hangingPunct="1"/>
              <a:t>47</a:t>
            </a:fld>
            <a:endParaRPr lang="en-US" altLang="zh-CN" smtClean="0"/>
          </a:p>
        </p:txBody>
      </p:sp>
      <p:sp>
        <p:nvSpPr>
          <p:cNvPr id="76434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45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29"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4930" name="组合 447"/>
          <p:cNvGrpSpPr>
            <a:grpSpLocks/>
          </p:cNvGrpSpPr>
          <p:nvPr/>
        </p:nvGrpSpPr>
        <p:grpSpPr bwMode="auto">
          <a:xfrm>
            <a:off x="587375" y="1198563"/>
            <a:ext cx="9118600" cy="5399087"/>
            <a:chOff x="268651" y="898525"/>
            <a:chExt cx="9549790" cy="5699126"/>
          </a:xfrm>
        </p:grpSpPr>
        <p:sp>
          <p:nvSpPr>
            <p:cNvPr id="764931"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4932"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33"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934"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935"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4936"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37"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938"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39"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0"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1"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42"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3"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44"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4945"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6"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7"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48"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49"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4950"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4951" name="Group 23"/>
            <p:cNvGrpSpPr>
              <a:grpSpLocks/>
            </p:cNvGrpSpPr>
            <p:nvPr/>
          </p:nvGrpSpPr>
          <p:grpSpPr bwMode="auto">
            <a:xfrm>
              <a:off x="627725" y="3616325"/>
              <a:ext cx="546894" cy="515938"/>
              <a:chOff x="101" y="2294"/>
              <a:chExt cx="343" cy="353"/>
            </a:xfrm>
          </p:grpSpPr>
          <p:grpSp>
            <p:nvGrpSpPr>
              <p:cNvPr id="764952" name="Group 24"/>
              <p:cNvGrpSpPr>
                <a:grpSpLocks/>
              </p:cNvGrpSpPr>
              <p:nvPr/>
            </p:nvGrpSpPr>
            <p:grpSpPr bwMode="auto">
              <a:xfrm>
                <a:off x="109" y="2301"/>
                <a:ext cx="335" cy="346"/>
                <a:chOff x="109" y="2301"/>
                <a:chExt cx="335" cy="346"/>
              </a:xfrm>
            </p:grpSpPr>
            <p:sp>
              <p:nvSpPr>
                <p:cNvPr id="764953"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54"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55"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56"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57"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58"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59"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60"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961" name="Group 33"/>
                <p:cNvGrpSpPr>
                  <a:grpSpLocks/>
                </p:cNvGrpSpPr>
                <p:nvPr/>
              </p:nvGrpSpPr>
              <p:grpSpPr bwMode="auto">
                <a:xfrm>
                  <a:off x="109" y="2596"/>
                  <a:ext cx="335" cy="51"/>
                  <a:chOff x="109" y="2596"/>
                  <a:chExt cx="335" cy="51"/>
                </a:xfrm>
              </p:grpSpPr>
              <p:sp>
                <p:nvSpPr>
                  <p:cNvPr id="764962"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3"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4"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965" name="Group 37"/>
              <p:cNvGrpSpPr>
                <a:grpSpLocks/>
              </p:cNvGrpSpPr>
              <p:nvPr/>
            </p:nvGrpSpPr>
            <p:grpSpPr bwMode="auto">
              <a:xfrm>
                <a:off x="101" y="2294"/>
                <a:ext cx="335" cy="347"/>
                <a:chOff x="101" y="2294"/>
                <a:chExt cx="335" cy="347"/>
              </a:xfrm>
            </p:grpSpPr>
            <p:sp>
              <p:nvSpPr>
                <p:cNvPr id="764966"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7"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8"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9"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70"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71"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72"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73"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974" name="Group 46"/>
                <p:cNvGrpSpPr>
                  <a:grpSpLocks/>
                </p:cNvGrpSpPr>
                <p:nvPr/>
              </p:nvGrpSpPr>
              <p:grpSpPr bwMode="auto">
                <a:xfrm>
                  <a:off x="101" y="2590"/>
                  <a:ext cx="335" cy="51"/>
                  <a:chOff x="101" y="2590"/>
                  <a:chExt cx="335" cy="51"/>
                </a:xfrm>
              </p:grpSpPr>
              <p:sp>
                <p:nvSpPr>
                  <p:cNvPr id="764975"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76"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77"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4978" name="Group 50"/>
            <p:cNvGrpSpPr>
              <a:grpSpLocks/>
            </p:cNvGrpSpPr>
            <p:nvPr/>
          </p:nvGrpSpPr>
          <p:grpSpPr bwMode="auto">
            <a:xfrm>
              <a:off x="3637361" y="6081714"/>
              <a:ext cx="545173" cy="515937"/>
              <a:chOff x="3891" y="3616"/>
              <a:chExt cx="342" cy="353"/>
            </a:xfrm>
          </p:grpSpPr>
          <p:grpSp>
            <p:nvGrpSpPr>
              <p:cNvPr id="764979" name="Group 51"/>
              <p:cNvGrpSpPr>
                <a:grpSpLocks/>
              </p:cNvGrpSpPr>
              <p:nvPr/>
            </p:nvGrpSpPr>
            <p:grpSpPr bwMode="auto">
              <a:xfrm>
                <a:off x="3899" y="3622"/>
                <a:ext cx="334" cy="347"/>
                <a:chOff x="3899" y="3622"/>
                <a:chExt cx="334" cy="347"/>
              </a:xfrm>
            </p:grpSpPr>
            <p:sp>
              <p:nvSpPr>
                <p:cNvPr id="764980"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81"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82"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83"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84"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85"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86"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87"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988" name="Group 60"/>
                <p:cNvGrpSpPr>
                  <a:grpSpLocks/>
                </p:cNvGrpSpPr>
                <p:nvPr/>
              </p:nvGrpSpPr>
              <p:grpSpPr bwMode="auto">
                <a:xfrm>
                  <a:off x="3899" y="3918"/>
                  <a:ext cx="334" cy="51"/>
                  <a:chOff x="3899" y="3918"/>
                  <a:chExt cx="334" cy="51"/>
                </a:xfrm>
              </p:grpSpPr>
              <p:sp>
                <p:nvSpPr>
                  <p:cNvPr id="764989"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0"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1"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992" name="Group 64"/>
              <p:cNvGrpSpPr>
                <a:grpSpLocks/>
              </p:cNvGrpSpPr>
              <p:nvPr/>
            </p:nvGrpSpPr>
            <p:grpSpPr bwMode="auto">
              <a:xfrm>
                <a:off x="3891" y="3616"/>
                <a:ext cx="334" cy="346"/>
                <a:chOff x="3891" y="3616"/>
                <a:chExt cx="334" cy="346"/>
              </a:xfrm>
            </p:grpSpPr>
            <p:sp>
              <p:nvSpPr>
                <p:cNvPr id="764993"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4"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5"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6"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7"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98"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99"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00"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01" name="Group 73"/>
                <p:cNvGrpSpPr>
                  <a:grpSpLocks/>
                </p:cNvGrpSpPr>
                <p:nvPr/>
              </p:nvGrpSpPr>
              <p:grpSpPr bwMode="auto">
                <a:xfrm>
                  <a:off x="3891" y="3912"/>
                  <a:ext cx="334" cy="50"/>
                  <a:chOff x="3891" y="3912"/>
                  <a:chExt cx="334" cy="50"/>
                </a:xfrm>
              </p:grpSpPr>
              <p:sp>
                <p:nvSpPr>
                  <p:cNvPr id="765002"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03"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04"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5005" name="Group 77"/>
            <p:cNvGrpSpPr>
              <a:grpSpLocks/>
            </p:cNvGrpSpPr>
            <p:nvPr/>
          </p:nvGrpSpPr>
          <p:grpSpPr bwMode="auto">
            <a:xfrm>
              <a:off x="5013194" y="6065839"/>
              <a:ext cx="546894" cy="515937"/>
              <a:chOff x="4752" y="3605"/>
              <a:chExt cx="343" cy="353"/>
            </a:xfrm>
          </p:grpSpPr>
          <p:grpSp>
            <p:nvGrpSpPr>
              <p:cNvPr id="765006" name="Group 78"/>
              <p:cNvGrpSpPr>
                <a:grpSpLocks/>
              </p:cNvGrpSpPr>
              <p:nvPr/>
            </p:nvGrpSpPr>
            <p:grpSpPr bwMode="auto">
              <a:xfrm>
                <a:off x="4760" y="3612"/>
                <a:ext cx="335" cy="346"/>
                <a:chOff x="4760" y="3612"/>
                <a:chExt cx="335" cy="346"/>
              </a:xfrm>
            </p:grpSpPr>
            <p:sp>
              <p:nvSpPr>
                <p:cNvPr id="765007"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08"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09"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10"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11"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12"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13"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14"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15" name="Group 87"/>
                <p:cNvGrpSpPr>
                  <a:grpSpLocks/>
                </p:cNvGrpSpPr>
                <p:nvPr/>
              </p:nvGrpSpPr>
              <p:grpSpPr bwMode="auto">
                <a:xfrm>
                  <a:off x="4760" y="3907"/>
                  <a:ext cx="335" cy="51"/>
                  <a:chOff x="4760" y="3907"/>
                  <a:chExt cx="335" cy="51"/>
                </a:xfrm>
              </p:grpSpPr>
              <p:sp>
                <p:nvSpPr>
                  <p:cNvPr id="765016"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17"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18"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019" name="Group 91"/>
              <p:cNvGrpSpPr>
                <a:grpSpLocks/>
              </p:cNvGrpSpPr>
              <p:nvPr/>
            </p:nvGrpSpPr>
            <p:grpSpPr bwMode="auto">
              <a:xfrm>
                <a:off x="4752" y="3605"/>
                <a:ext cx="334" cy="347"/>
                <a:chOff x="4752" y="3605"/>
                <a:chExt cx="334" cy="347"/>
              </a:xfrm>
            </p:grpSpPr>
            <p:sp>
              <p:nvSpPr>
                <p:cNvPr id="765020"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21"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22"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23"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24"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25"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26"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27"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28" name="Group 100"/>
                <p:cNvGrpSpPr>
                  <a:grpSpLocks/>
                </p:cNvGrpSpPr>
                <p:nvPr/>
              </p:nvGrpSpPr>
              <p:grpSpPr bwMode="auto">
                <a:xfrm>
                  <a:off x="4752" y="3901"/>
                  <a:ext cx="334" cy="51"/>
                  <a:chOff x="4752" y="3901"/>
                  <a:chExt cx="334" cy="51"/>
                </a:xfrm>
              </p:grpSpPr>
              <p:sp>
                <p:nvSpPr>
                  <p:cNvPr id="765029"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0"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1"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5032" name="Group 104"/>
            <p:cNvGrpSpPr>
              <a:grpSpLocks/>
            </p:cNvGrpSpPr>
            <p:nvPr/>
          </p:nvGrpSpPr>
          <p:grpSpPr bwMode="auto">
            <a:xfrm>
              <a:off x="627725" y="2509839"/>
              <a:ext cx="546894" cy="517525"/>
              <a:chOff x="101" y="1539"/>
              <a:chExt cx="343" cy="352"/>
            </a:xfrm>
          </p:grpSpPr>
          <p:grpSp>
            <p:nvGrpSpPr>
              <p:cNvPr id="765033" name="Group 105"/>
              <p:cNvGrpSpPr>
                <a:grpSpLocks/>
              </p:cNvGrpSpPr>
              <p:nvPr/>
            </p:nvGrpSpPr>
            <p:grpSpPr bwMode="auto">
              <a:xfrm>
                <a:off x="109" y="1545"/>
                <a:ext cx="335" cy="346"/>
                <a:chOff x="109" y="1545"/>
                <a:chExt cx="335" cy="346"/>
              </a:xfrm>
            </p:grpSpPr>
            <p:sp>
              <p:nvSpPr>
                <p:cNvPr id="765034"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5"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6"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7"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8"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39"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40"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41"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42" name="Group 114"/>
                <p:cNvGrpSpPr>
                  <a:grpSpLocks/>
                </p:cNvGrpSpPr>
                <p:nvPr/>
              </p:nvGrpSpPr>
              <p:grpSpPr bwMode="auto">
                <a:xfrm>
                  <a:off x="109" y="1841"/>
                  <a:ext cx="335" cy="50"/>
                  <a:chOff x="109" y="1841"/>
                  <a:chExt cx="335" cy="50"/>
                </a:xfrm>
              </p:grpSpPr>
              <p:sp>
                <p:nvSpPr>
                  <p:cNvPr id="765043"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44"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45"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046" name="Group 118"/>
              <p:cNvGrpSpPr>
                <a:grpSpLocks/>
              </p:cNvGrpSpPr>
              <p:nvPr/>
            </p:nvGrpSpPr>
            <p:grpSpPr bwMode="auto">
              <a:xfrm>
                <a:off x="101" y="1539"/>
                <a:ext cx="335" cy="346"/>
                <a:chOff x="101" y="1539"/>
                <a:chExt cx="335" cy="346"/>
              </a:xfrm>
            </p:grpSpPr>
            <p:sp>
              <p:nvSpPr>
                <p:cNvPr id="765047"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48"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49"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50"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51"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52"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53"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54"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55" name="Group 127"/>
                <p:cNvGrpSpPr>
                  <a:grpSpLocks/>
                </p:cNvGrpSpPr>
                <p:nvPr/>
              </p:nvGrpSpPr>
              <p:grpSpPr bwMode="auto">
                <a:xfrm>
                  <a:off x="101" y="1834"/>
                  <a:ext cx="335" cy="51"/>
                  <a:chOff x="101" y="1834"/>
                  <a:chExt cx="335" cy="51"/>
                </a:xfrm>
              </p:grpSpPr>
              <p:sp>
                <p:nvSpPr>
                  <p:cNvPr id="765056"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57"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58"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5059" name="Group 131"/>
            <p:cNvGrpSpPr>
              <a:grpSpLocks/>
            </p:cNvGrpSpPr>
            <p:nvPr/>
          </p:nvGrpSpPr>
          <p:grpSpPr bwMode="auto">
            <a:xfrm>
              <a:off x="8838010" y="3657600"/>
              <a:ext cx="548613" cy="514350"/>
              <a:chOff x="5237" y="2322"/>
              <a:chExt cx="343" cy="352"/>
            </a:xfrm>
          </p:grpSpPr>
          <p:grpSp>
            <p:nvGrpSpPr>
              <p:cNvPr id="765060" name="Group 132"/>
              <p:cNvGrpSpPr>
                <a:grpSpLocks/>
              </p:cNvGrpSpPr>
              <p:nvPr/>
            </p:nvGrpSpPr>
            <p:grpSpPr bwMode="auto">
              <a:xfrm>
                <a:off x="5245" y="2328"/>
                <a:ext cx="335" cy="346"/>
                <a:chOff x="5245" y="2328"/>
                <a:chExt cx="335" cy="346"/>
              </a:xfrm>
            </p:grpSpPr>
            <p:sp>
              <p:nvSpPr>
                <p:cNvPr id="765061"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62"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63"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64"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65"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66"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67"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68"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69" name="Group 141"/>
                <p:cNvGrpSpPr>
                  <a:grpSpLocks/>
                </p:cNvGrpSpPr>
                <p:nvPr/>
              </p:nvGrpSpPr>
              <p:grpSpPr bwMode="auto">
                <a:xfrm>
                  <a:off x="5245" y="2624"/>
                  <a:ext cx="335" cy="50"/>
                  <a:chOff x="5245" y="2624"/>
                  <a:chExt cx="335" cy="50"/>
                </a:xfrm>
              </p:grpSpPr>
              <p:sp>
                <p:nvSpPr>
                  <p:cNvPr id="765070"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1"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2"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073" name="Group 145"/>
              <p:cNvGrpSpPr>
                <a:grpSpLocks/>
              </p:cNvGrpSpPr>
              <p:nvPr/>
            </p:nvGrpSpPr>
            <p:grpSpPr bwMode="auto">
              <a:xfrm>
                <a:off x="5237" y="2322"/>
                <a:ext cx="335" cy="346"/>
                <a:chOff x="5237" y="2322"/>
                <a:chExt cx="335" cy="346"/>
              </a:xfrm>
            </p:grpSpPr>
            <p:sp>
              <p:nvSpPr>
                <p:cNvPr id="765074"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5"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6"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7"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8"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79"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80"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81"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82" name="Group 154"/>
                <p:cNvGrpSpPr>
                  <a:grpSpLocks/>
                </p:cNvGrpSpPr>
                <p:nvPr/>
              </p:nvGrpSpPr>
              <p:grpSpPr bwMode="auto">
                <a:xfrm>
                  <a:off x="5237" y="2617"/>
                  <a:ext cx="335" cy="51"/>
                  <a:chOff x="5237" y="2617"/>
                  <a:chExt cx="335" cy="51"/>
                </a:xfrm>
              </p:grpSpPr>
              <p:sp>
                <p:nvSpPr>
                  <p:cNvPr id="765083"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84"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85"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5086" name="Group 158"/>
            <p:cNvGrpSpPr>
              <a:grpSpLocks/>
            </p:cNvGrpSpPr>
            <p:nvPr/>
          </p:nvGrpSpPr>
          <p:grpSpPr bwMode="auto">
            <a:xfrm>
              <a:off x="8838010" y="2581275"/>
              <a:ext cx="548613" cy="515938"/>
              <a:chOff x="5237" y="1587"/>
              <a:chExt cx="343" cy="353"/>
            </a:xfrm>
          </p:grpSpPr>
          <p:grpSp>
            <p:nvGrpSpPr>
              <p:cNvPr id="765087" name="Group 159"/>
              <p:cNvGrpSpPr>
                <a:grpSpLocks/>
              </p:cNvGrpSpPr>
              <p:nvPr/>
            </p:nvGrpSpPr>
            <p:grpSpPr bwMode="auto">
              <a:xfrm>
                <a:off x="5245" y="1594"/>
                <a:ext cx="335" cy="346"/>
                <a:chOff x="5245" y="1594"/>
                <a:chExt cx="335" cy="346"/>
              </a:xfrm>
            </p:grpSpPr>
            <p:sp>
              <p:nvSpPr>
                <p:cNvPr id="765088"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89"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0"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1"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2"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93"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94"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95"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96" name="Group 168"/>
                <p:cNvGrpSpPr>
                  <a:grpSpLocks/>
                </p:cNvGrpSpPr>
                <p:nvPr/>
              </p:nvGrpSpPr>
              <p:grpSpPr bwMode="auto">
                <a:xfrm>
                  <a:off x="5245" y="1889"/>
                  <a:ext cx="335" cy="51"/>
                  <a:chOff x="5245" y="1889"/>
                  <a:chExt cx="335" cy="51"/>
                </a:xfrm>
              </p:grpSpPr>
              <p:sp>
                <p:nvSpPr>
                  <p:cNvPr id="765097"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8"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9"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100" name="Group 172"/>
              <p:cNvGrpSpPr>
                <a:grpSpLocks/>
              </p:cNvGrpSpPr>
              <p:nvPr/>
            </p:nvGrpSpPr>
            <p:grpSpPr bwMode="auto">
              <a:xfrm>
                <a:off x="5237" y="1587"/>
                <a:ext cx="335" cy="346"/>
                <a:chOff x="5237" y="1587"/>
                <a:chExt cx="335" cy="346"/>
              </a:xfrm>
            </p:grpSpPr>
            <p:sp>
              <p:nvSpPr>
                <p:cNvPr id="765101"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02"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03"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04"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05"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06"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07"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08"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109" name="Group 181"/>
                <p:cNvGrpSpPr>
                  <a:grpSpLocks/>
                </p:cNvGrpSpPr>
                <p:nvPr/>
              </p:nvGrpSpPr>
              <p:grpSpPr bwMode="auto">
                <a:xfrm>
                  <a:off x="5237" y="1883"/>
                  <a:ext cx="335" cy="50"/>
                  <a:chOff x="5237" y="1883"/>
                  <a:chExt cx="335" cy="50"/>
                </a:xfrm>
              </p:grpSpPr>
              <p:sp>
                <p:nvSpPr>
                  <p:cNvPr id="765110"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11"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12"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5113"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14"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5115"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16"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5117"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18"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5119"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20"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5121"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5122" name="Group 194"/>
            <p:cNvGrpSpPr>
              <a:grpSpLocks/>
            </p:cNvGrpSpPr>
            <p:nvPr/>
          </p:nvGrpSpPr>
          <p:grpSpPr bwMode="auto">
            <a:xfrm>
              <a:off x="4141258" y="2630488"/>
              <a:ext cx="701675" cy="385762"/>
              <a:chOff x="2299" y="1622"/>
              <a:chExt cx="439" cy="262"/>
            </a:xfrm>
          </p:grpSpPr>
          <p:sp>
            <p:nvSpPr>
              <p:cNvPr id="765123"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5124"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25"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26"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5127" name="Group 199"/>
              <p:cNvGrpSpPr>
                <a:grpSpLocks/>
              </p:cNvGrpSpPr>
              <p:nvPr/>
            </p:nvGrpSpPr>
            <p:grpSpPr bwMode="auto">
              <a:xfrm>
                <a:off x="2365" y="1640"/>
                <a:ext cx="304" cy="117"/>
                <a:chOff x="2365" y="1640"/>
                <a:chExt cx="304" cy="117"/>
              </a:xfrm>
            </p:grpSpPr>
            <p:grpSp>
              <p:nvGrpSpPr>
                <p:cNvPr id="765128" name="Group 200"/>
                <p:cNvGrpSpPr>
                  <a:grpSpLocks/>
                </p:cNvGrpSpPr>
                <p:nvPr/>
              </p:nvGrpSpPr>
              <p:grpSpPr bwMode="auto">
                <a:xfrm>
                  <a:off x="2365" y="1640"/>
                  <a:ext cx="302" cy="115"/>
                  <a:chOff x="2365" y="1640"/>
                  <a:chExt cx="302" cy="115"/>
                </a:xfrm>
              </p:grpSpPr>
              <p:sp>
                <p:nvSpPr>
                  <p:cNvPr id="765129"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0"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1"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2"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3"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4"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5"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6"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5137" name="Group 209"/>
                <p:cNvGrpSpPr>
                  <a:grpSpLocks/>
                </p:cNvGrpSpPr>
                <p:nvPr/>
              </p:nvGrpSpPr>
              <p:grpSpPr bwMode="auto">
                <a:xfrm>
                  <a:off x="2368" y="1643"/>
                  <a:ext cx="301" cy="114"/>
                  <a:chOff x="2368" y="1643"/>
                  <a:chExt cx="301" cy="114"/>
                </a:xfrm>
              </p:grpSpPr>
              <p:sp>
                <p:nvSpPr>
                  <p:cNvPr id="765138"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9"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0"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1"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2"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3"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4"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5"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5146"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147"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5148"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49"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5150"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51"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5152"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153"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54"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155"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156"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57"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5158"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59"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5160"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61"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5162"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5163"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64"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5165"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166"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67"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5168"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5169" name="Group 242"/>
            <p:cNvGrpSpPr>
              <a:grpSpLocks/>
            </p:cNvGrpSpPr>
            <p:nvPr/>
          </p:nvGrpSpPr>
          <p:grpSpPr bwMode="auto">
            <a:xfrm>
              <a:off x="2407709" y="4386264"/>
              <a:ext cx="703395" cy="384175"/>
              <a:chOff x="1304" y="2569"/>
              <a:chExt cx="439" cy="262"/>
            </a:xfrm>
          </p:grpSpPr>
          <p:sp>
            <p:nvSpPr>
              <p:cNvPr id="765170"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5171"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72"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73"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5174" name="Group 247"/>
              <p:cNvGrpSpPr>
                <a:grpSpLocks/>
              </p:cNvGrpSpPr>
              <p:nvPr/>
            </p:nvGrpSpPr>
            <p:grpSpPr bwMode="auto">
              <a:xfrm>
                <a:off x="1371" y="2587"/>
                <a:ext cx="304" cy="117"/>
                <a:chOff x="1371" y="2587"/>
                <a:chExt cx="304" cy="117"/>
              </a:xfrm>
            </p:grpSpPr>
            <p:grpSp>
              <p:nvGrpSpPr>
                <p:cNvPr id="765175" name="Group 248"/>
                <p:cNvGrpSpPr>
                  <a:grpSpLocks/>
                </p:cNvGrpSpPr>
                <p:nvPr/>
              </p:nvGrpSpPr>
              <p:grpSpPr bwMode="auto">
                <a:xfrm>
                  <a:off x="1371" y="2587"/>
                  <a:ext cx="301" cy="115"/>
                  <a:chOff x="1371" y="2587"/>
                  <a:chExt cx="301" cy="115"/>
                </a:xfrm>
              </p:grpSpPr>
              <p:sp>
                <p:nvSpPr>
                  <p:cNvPr id="765176"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77"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78"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79"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0"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1"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2"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3"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5184" name="Group 257"/>
                <p:cNvGrpSpPr>
                  <a:grpSpLocks/>
                </p:cNvGrpSpPr>
                <p:nvPr/>
              </p:nvGrpSpPr>
              <p:grpSpPr bwMode="auto">
                <a:xfrm>
                  <a:off x="1373" y="2590"/>
                  <a:ext cx="302" cy="114"/>
                  <a:chOff x="1373" y="2590"/>
                  <a:chExt cx="302" cy="114"/>
                </a:xfrm>
              </p:grpSpPr>
              <p:sp>
                <p:nvSpPr>
                  <p:cNvPr id="765185"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6"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7"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8"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9"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90"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91"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92"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5193"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194"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5195" name="Group 268"/>
            <p:cNvGrpSpPr>
              <a:grpSpLocks/>
            </p:cNvGrpSpPr>
            <p:nvPr/>
          </p:nvGrpSpPr>
          <p:grpSpPr bwMode="auto">
            <a:xfrm>
              <a:off x="5553209" y="4386264"/>
              <a:ext cx="703394" cy="384175"/>
              <a:chOff x="3488" y="2569"/>
              <a:chExt cx="439" cy="262"/>
            </a:xfrm>
          </p:grpSpPr>
          <p:sp>
            <p:nvSpPr>
              <p:cNvPr id="765196"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5197"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98"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99"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5200" name="Group 273"/>
              <p:cNvGrpSpPr>
                <a:grpSpLocks/>
              </p:cNvGrpSpPr>
              <p:nvPr/>
            </p:nvGrpSpPr>
            <p:grpSpPr bwMode="auto">
              <a:xfrm>
                <a:off x="3555" y="2587"/>
                <a:ext cx="304" cy="117"/>
                <a:chOff x="3555" y="2587"/>
                <a:chExt cx="304" cy="117"/>
              </a:xfrm>
            </p:grpSpPr>
            <p:grpSp>
              <p:nvGrpSpPr>
                <p:cNvPr id="765201" name="Group 274"/>
                <p:cNvGrpSpPr>
                  <a:grpSpLocks/>
                </p:cNvGrpSpPr>
                <p:nvPr/>
              </p:nvGrpSpPr>
              <p:grpSpPr bwMode="auto">
                <a:xfrm>
                  <a:off x="3555" y="2587"/>
                  <a:ext cx="301" cy="115"/>
                  <a:chOff x="3555" y="2587"/>
                  <a:chExt cx="301" cy="115"/>
                </a:xfrm>
              </p:grpSpPr>
              <p:sp>
                <p:nvSpPr>
                  <p:cNvPr id="765202"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3"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4"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5"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6"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7"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8"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9"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5210" name="Group 283"/>
                <p:cNvGrpSpPr>
                  <a:grpSpLocks/>
                </p:cNvGrpSpPr>
                <p:nvPr/>
              </p:nvGrpSpPr>
              <p:grpSpPr bwMode="auto">
                <a:xfrm>
                  <a:off x="3557" y="2590"/>
                  <a:ext cx="302" cy="114"/>
                  <a:chOff x="3557" y="2590"/>
                  <a:chExt cx="302" cy="114"/>
                </a:xfrm>
              </p:grpSpPr>
              <p:sp>
                <p:nvSpPr>
                  <p:cNvPr id="765211"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2"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3"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4"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5"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6"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7"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8"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5219"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20"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5221"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2"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3"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4"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5"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6"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7"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28"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5229"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0"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5231"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2"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5233"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4"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5235"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6"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5237"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8"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5239"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40"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5241"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42"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5243"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44"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5245"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46"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47"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48"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49"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5250"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1"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5252"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3"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5254"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5"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5256"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7"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8"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5259"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60"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5261"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5262"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63"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5264"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65"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5266"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67"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5268"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5269"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0"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1"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2"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73"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5274"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5275"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6"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5277"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8"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9"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5280" name="Group 353"/>
            <p:cNvGrpSpPr>
              <a:grpSpLocks/>
            </p:cNvGrpSpPr>
            <p:nvPr/>
          </p:nvGrpSpPr>
          <p:grpSpPr bwMode="auto">
            <a:xfrm>
              <a:off x="3363913" y="898525"/>
              <a:ext cx="548614" cy="514350"/>
              <a:chOff x="1813" y="593"/>
              <a:chExt cx="343" cy="352"/>
            </a:xfrm>
          </p:grpSpPr>
          <p:grpSp>
            <p:nvGrpSpPr>
              <p:cNvPr id="765281" name="Group 354"/>
              <p:cNvGrpSpPr>
                <a:grpSpLocks/>
              </p:cNvGrpSpPr>
              <p:nvPr/>
            </p:nvGrpSpPr>
            <p:grpSpPr bwMode="auto">
              <a:xfrm>
                <a:off x="1821" y="599"/>
                <a:ext cx="335" cy="346"/>
                <a:chOff x="1821" y="599"/>
                <a:chExt cx="335" cy="346"/>
              </a:xfrm>
            </p:grpSpPr>
            <p:sp>
              <p:nvSpPr>
                <p:cNvPr id="765282"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83"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84"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85"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86"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87"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88"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89"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290" name="Group 363"/>
                <p:cNvGrpSpPr>
                  <a:grpSpLocks/>
                </p:cNvGrpSpPr>
                <p:nvPr/>
              </p:nvGrpSpPr>
              <p:grpSpPr bwMode="auto">
                <a:xfrm>
                  <a:off x="1821" y="895"/>
                  <a:ext cx="335" cy="50"/>
                  <a:chOff x="1821" y="895"/>
                  <a:chExt cx="335" cy="50"/>
                </a:xfrm>
              </p:grpSpPr>
              <p:sp>
                <p:nvSpPr>
                  <p:cNvPr id="765291"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2"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3"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294" name="Group 367"/>
              <p:cNvGrpSpPr>
                <a:grpSpLocks/>
              </p:cNvGrpSpPr>
              <p:nvPr/>
            </p:nvGrpSpPr>
            <p:grpSpPr bwMode="auto">
              <a:xfrm>
                <a:off x="1813" y="593"/>
                <a:ext cx="335" cy="346"/>
                <a:chOff x="1813" y="593"/>
                <a:chExt cx="335" cy="346"/>
              </a:xfrm>
            </p:grpSpPr>
            <p:sp>
              <p:nvSpPr>
                <p:cNvPr id="765295"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6"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7"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8"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9"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00"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01"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02"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03" name="Group 376"/>
                <p:cNvGrpSpPr>
                  <a:grpSpLocks/>
                </p:cNvGrpSpPr>
                <p:nvPr/>
              </p:nvGrpSpPr>
              <p:grpSpPr bwMode="auto">
                <a:xfrm>
                  <a:off x="1813" y="888"/>
                  <a:ext cx="335" cy="51"/>
                  <a:chOff x="1813" y="888"/>
                  <a:chExt cx="335" cy="51"/>
                </a:xfrm>
              </p:grpSpPr>
              <p:sp>
                <p:nvSpPr>
                  <p:cNvPr id="765304"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05"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06"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5307"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308"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309"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5310" name="Group 383"/>
            <p:cNvGrpSpPr>
              <a:grpSpLocks/>
            </p:cNvGrpSpPr>
            <p:nvPr/>
          </p:nvGrpSpPr>
          <p:grpSpPr bwMode="auto">
            <a:xfrm>
              <a:off x="5051029" y="898525"/>
              <a:ext cx="548613" cy="514350"/>
              <a:chOff x="2868" y="593"/>
              <a:chExt cx="343" cy="352"/>
            </a:xfrm>
          </p:grpSpPr>
          <p:grpSp>
            <p:nvGrpSpPr>
              <p:cNvPr id="765311" name="Group 384"/>
              <p:cNvGrpSpPr>
                <a:grpSpLocks/>
              </p:cNvGrpSpPr>
              <p:nvPr/>
            </p:nvGrpSpPr>
            <p:grpSpPr bwMode="auto">
              <a:xfrm>
                <a:off x="2877" y="599"/>
                <a:ext cx="334" cy="346"/>
                <a:chOff x="2877" y="599"/>
                <a:chExt cx="334" cy="346"/>
              </a:xfrm>
            </p:grpSpPr>
            <p:sp>
              <p:nvSpPr>
                <p:cNvPr id="765312"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13"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14"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15"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16"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17"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18"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19"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20" name="Group 393"/>
                <p:cNvGrpSpPr>
                  <a:grpSpLocks/>
                </p:cNvGrpSpPr>
                <p:nvPr/>
              </p:nvGrpSpPr>
              <p:grpSpPr bwMode="auto">
                <a:xfrm>
                  <a:off x="2877" y="895"/>
                  <a:ext cx="334" cy="50"/>
                  <a:chOff x="2877" y="895"/>
                  <a:chExt cx="334" cy="50"/>
                </a:xfrm>
              </p:grpSpPr>
              <p:sp>
                <p:nvSpPr>
                  <p:cNvPr id="765321"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2"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3"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324" name="Group 397"/>
              <p:cNvGrpSpPr>
                <a:grpSpLocks/>
              </p:cNvGrpSpPr>
              <p:nvPr/>
            </p:nvGrpSpPr>
            <p:grpSpPr bwMode="auto">
              <a:xfrm>
                <a:off x="2868" y="593"/>
                <a:ext cx="335" cy="346"/>
                <a:chOff x="2868" y="593"/>
                <a:chExt cx="335" cy="346"/>
              </a:xfrm>
            </p:grpSpPr>
            <p:sp>
              <p:nvSpPr>
                <p:cNvPr id="765325"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6"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7"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8"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9"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30"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31"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32"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33" name="Group 406"/>
                <p:cNvGrpSpPr>
                  <a:grpSpLocks/>
                </p:cNvGrpSpPr>
                <p:nvPr/>
              </p:nvGrpSpPr>
              <p:grpSpPr bwMode="auto">
                <a:xfrm>
                  <a:off x="2868" y="888"/>
                  <a:ext cx="335" cy="51"/>
                  <a:chOff x="2868" y="888"/>
                  <a:chExt cx="335" cy="51"/>
                </a:xfrm>
              </p:grpSpPr>
              <p:sp>
                <p:nvSpPr>
                  <p:cNvPr id="765334"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35"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36"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5337"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5338" name="Group 411"/>
            <p:cNvGrpSpPr>
              <a:grpSpLocks/>
            </p:cNvGrpSpPr>
            <p:nvPr/>
          </p:nvGrpSpPr>
          <p:grpSpPr bwMode="auto">
            <a:xfrm>
              <a:off x="6724386" y="898525"/>
              <a:ext cx="548614" cy="514350"/>
              <a:chOff x="3915" y="593"/>
              <a:chExt cx="343" cy="352"/>
            </a:xfrm>
          </p:grpSpPr>
          <p:grpSp>
            <p:nvGrpSpPr>
              <p:cNvPr id="765339" name="Group 412"/>
              <p:cNvGrpSpPr>
                <a:grpSpLocks/>
              </p:cNvGrpSpPr>
              <p:nvPr/>
            </p:nvGrpSpPr>
            <p:grpSpPr bwMode="auto">
              <a:xfrm>
                <a:off x="3924" y="599"/>
                <a:ext cx="334" cy="346"/>
                <a:chOff x="3924" y="599"/>
                <a:chExt cx="334" cy="346"/>
              </a:xfrm>
            </p:grpSpPr>
            <p:sp>
              <p:nvSpPr>
                <p:cNvPr id="765340"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41"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42"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43"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44"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45"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46"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47"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48" name="Group 421"/>
                <p:cNvGrpSpPr>
                  <a:grpSpLocks/>
                </p:cNvGrpSpPr>
                <p:nvPr/>
              </p:nvGrpSpPr>
              <p:grpSpPr bwMode="auto">
                <a:xfrm>
                  <a:off x="3924" y="895"/>
                  <a:ext cx="334" cy="50"/>
                  <a:chOff x="3924" y="895"/>
                  <a:chExt cx="334" cy="50"/>
                </a:xfrm>
              </p:grpSpPr>
              <p:sp>
                <p:nvSpPr>
                  <p:cNvPr id="765349"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0"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1"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352" name="Group 425"/>
              <p:cNvGrpSpPr>
                <a:grpSpLocks/>
              </p:cNvGrpSpPr>
              <p:nvPr/>
            </p:nvGrpSpPr>
            <p:grpSpPr bwMode="auto">
              <a:xfrm>
                <a:off x="3915" y="593"/>
                <a:ext cx="335" cy="346"/>
                <a:chOff x="3915" y="593"/>
                <a:chExt cx="335" cy="346"/>
              </a:xfrm>
            </p:grpSpPr>
            <p:sp>
              <p:nvSpPr>
                <p:cNvPr id="765353"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4"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5"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6"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7"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58"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59"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60"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61" name="Group 434"/>
                <p:cNvGrpSpPr>
                  <a:grpSpLocks/>
                </p:cNvGrpSpPr>
                <p:nvPr/>
              </p:nvGrpSpPr>
              <p:grpSpPr bwMode="auto">
                <a:xfrm>
                  <a:off x="3915" y="888"/>
                  <a:ext cx="335" cy="51"/>
                  <a:chOff x="3915" y="888"/>
                  <a:chExt cx="335" cy="51"/>
                </a:xfrm>
              </p:grpSpPr>
              <p:sp>
                <p:nvSpPr>
                  <p:cNvPr id="765362"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63"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64"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5365" name="Text Box 438"/>
          <p:cNvSpPr txBox="1">
            <a:spLocks noChangeArrowheads="1"/>
          </p:cNvSpPr>
          <p:nvPr/>
        </p:nvSpPr>
        <p:spPr bwMode="auto">
          <a:xfrm>
            <a:off x="1138238" y="188913"/>
            <a:ext cx="7991475" cy="1473200"/>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路由器总是具有两个或两个以上的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p>
          <a:p>
            <a:pPr algn="ctr" eaLnBrk="0" hangingPunct="0">
              <a:lnSpc>
                <a:spcPct val="110000"/>
              </a:lnSpc>
            </a:pPr>
            <a:r>
              <a:rPr lang="zh-CN" altLang="en-US" sz="2800" b="1">
                <a:solidFill>
                  <a:srgbClr val="000099"/>
                </a:solidFill>
                <a:ea typeface="黑体" panose="02010609060101010101" pitchFamily="49" charset="-122"/>
              </a:rPr>
              <a:t>路由器的每一个接口都有一个</a:t>
            </a:r>
          </a:p>
          <a:p>
            <a:pPr algn="ctr" eaLnBrk="0" hangingPunct="0">
              <a:lnSpc>
                <a:spcPct val="110000"/>
              </a:lnSpc>
            </a:pPr>
            <a:r>
              <a:rPr lang="zh-CN" altLang="en-US" sz="2800" b="1">
                <a:solidFill>
                  <a:srgbClr val="000099"/>
                </a:solidFill>
                <a:ea typeface="黑体" panose="02010609060101010101" pitchFamily="49" charset="-122"/>
              </a:rPr>
              <a:t>不同网络号的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r>
              <a:rPr lang="zh-CN" altLang="en-US" sz="2800">
                <a:solidFill>
                  <a:srgbClr val="333399"/>
                </a:solidFill>
                <a:ea typeface="宋体" panose="02010600030101010101" pitchFamily="2" charset="-122"/>
              </a:rPr>
              <a:t>。</a:t>
            </a:r>
            <a:endParaRPr lang="en-US" altLang="zh-CN" sz="2800" b="1">
              <a:solidFill>
                <a:srgbClr val="000099"/>
              </a:solidFill>
              <a:ea typeface="黑体" panose="02010609060101010101" pitchFamily="49" charset="-122"/>
            </a:endParaRPr>
          </a:p>
        </p:txBody>
      </p:sp>
      <p:grpSp>
        <p:nvGrpSpPr>
          <p:cNvPr id="443" name="Group 439"/>
          <p:cNvGrpSpPr>
            <a:grpSpLocks/>
          </p:cNvGrpSpPr>
          <p:nvPr/>
        </p:nvGrpSpPr>
        <p:grpSpPr bwMode="auto">
          <a:xfrm>
            <a:off x="3152775" y="2924175"/>
            <a:ext cx="3024188" cy="504825"/>
            <a:chOff x="1701" y="1706"/>
            <a:chExt cx="1905" cy="318"/>
          </a:xfrm>
        </p:grpSpPr>
        <p:sp>
          <p:nvSpPr>
            <p:cNvPr id="765367" name="Line 440"/>
            <p:cNvSpPr>
              <a:spLocks noChangeShapeType="1"/>
            </p:cNvSpPr>
            <p:nvPr/>
          </p:nvSpPr>
          <p:spPr bwMode="auto">
            <a:xfrm>
              <a:off x="2699" y="1706"/>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5368" name="Line 441"/>
            <p:cNvSpPr>
              <a:spLocks noChangeShapeType="1"/>
            </p:cNvSpPr>
            <p:nvPr/>
          </p:nvSpPr>
          <p:spPr bwMode="auto">
            <a:xfrm>
              <a:off x="2880" y="2024"/>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5369" name="Line 442"/>
            <p:cNvSpPr>
              <a:spLocks noChangeShapeType="1"/>
            </p:cNvSpPr>
            <p:nvPr/>
          </p:nvSpPr>
          <p:spPr bwMode="auto">
            <a:xfrm>
              <a:off x="1701" y="1979"/>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537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4AAE09-3464-4765-A4E3-B4994428B83B}" type="slidenum">
              <a:rPr lang="zh-CN" altLang="en-US" smtClean="0"/>
              <a:pPr eaLnBrk="1" hangingPunct="1"/>
              <a:t>48</a:t>
            </a:fld>
            <a:endParaRPr lang="en-US" altLang="zh-CN" smtClean="0"/>
          </a:p>
        </p:txBody>
      </p:sp>
      <p:sp>
        <p:nvSpPr>
          <p:cNvPr id="76537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43"/>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500"/>
                                  </p:stCondLst>
                                  <p:childTnLst>
                                    <p:anim calcmode="discrete" valueType="str">
                                      <p:cBhvr>
                                        <p:cTn id="9" dur="1000" fill="hold"/>
                                        <p:tgtEl>
                                          <p:spTgt spid="4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3"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5954" name="组合 447"/>
          <p:cNvGrpSpPr>
            <a:grpSpLocks/>
          </p:cNvGrpSpPr>
          <p:nvPr/>
        </p:nvGrpSpPr>
        <p:grpSpPr bwMode="auto">
          <a:xfrm>
            <a:off x="587375" y="1198563"/>
            <a:ext cx="9118600" cy="5399087"/>
            <a:chOff x="268651" y="898525"/>
            <a:chExt cx="9549790" cy="5699126"/>
          </a:xfrm>
        </p:grpSpPr>
        <p:sp>
          <p:nvSpPr>
            <p:cNvPr id="765955"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5956"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57"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958"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959"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5960"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1"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962"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3"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4"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5"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66"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7"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68"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5969"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70"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71"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72"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73"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5974"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5975" name="Group 23"/>
            <p:cNvGrpSpPr>
              <a:grpSpLocks/>
            </p:cNvGrpSpPr>
            <p:nvPr/>
          </p:nvGrpSpPr>
          <p:grpSpPr bwMode="auto">
            <a:xfrm>
              <a:off x="627725" y="3616325"/>
              <a:ext cx="546894" cy="515938"/>
              <a:chOff x="101" y="2294"/>
              <a:chExt cx="343" cy="353"/>
            </a:xfrm>
          </p:grpSpPr>
          <p:grpSp>
            <p:nvGrpSpPr>
              <p:cNvPr id="765976" name="Group 24"/>
              <p:cNvGrpSpPr>
                <a:grpSpLocks/>
              </p:cNvGrpSpPr>
              <p:nvPr/>
            </p:nvGrpSpPr>
            <p:grpSpPr bwMode="auto">
              <a:xfrm>
                <a:off x="109" y="2301"/>
                <a:ext cx="335" cy="346"/>
                <a:chOff x="109" y="2301"/>
                <a:chExt cx="335" cy="346"/>
              </a:xfrm>
            </p:grpSpPr>
            <p:sp>
              <p:nvSpPr>
                <p:cNvPr id="765977"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78"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79"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80"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81"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82"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83"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84"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985" name="Group 33"/>
                <p:cNvGrpSpPr>
                  <a:grpSpLocks/>
                </p:cNvGrpSpPr>
                <p:nvPr/>
              </p:nvGrpSpPr>
              <p:grpSpPr bwMode="auto">
                <a:xfrm>
                  <a:off x="109" y="2596"/>
                  <a:ext cx="335" cy="51"/>
                  <a:chOff x="109" y="2596"/>
                  <a:chExt cx="335" cy="51"/>
                </a:xfrm>
              </p:grpSpPr>
              <p:sp>
                <p:nvSpPr>
                  <p:cNvPr id="765986"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87"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88"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989" name="Group 37"/>
              <p:cNvGrpSpPr>
                <a:grpSpLocks/>
              </p:cNvGrpSpPr>
              <p:nvPr/>
            </p:nvGrpSpPr>
            <p:grpSpPr bwMode="auto">
              <a:xfrm>
                <a:off x="101" y="2294"/>
                <a:ext cx="335" cy="347"/>
                <a:chOff x="101" y="2294"/>
                <a:chExt cx="335" cy="347"/>
              </a:xfrm>
            </p:grpSpPr>
            <p:sp>
              <p:nvSpPr>
                <p:cNvPr id="765990"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91"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92"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93"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94"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95"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96"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97"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998" name="Group 46"/>
                <p:cNvGrpSpPr>
                  <a:grpSpLocks/>
                </p:cNvGrpSpPr>
                <p:nvPr/>
              </p:nvGrpSpPr>
              <p:grpSpPr bwMode="auto">
                <a:xfrm>
                  <a:off x="101" y="2590"/>
                  <a:ext cx="335" cy="51"/>
                  <a:chOff x="101" y="2590"/>
                  <a:chExt cx="335" cy="51"/>
                </a:xfrm>
              </p:grpSpPr>
              <p:sp>
                <p:nvSpPr>
                  <p:cNvPr id="765999"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0"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1"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002" name="Group 50"/>
            <p:cNvGrpSpPr>
              <a:grpSpLocks/>
            </p:cNvGrpSpPr>
            <p:nvPr/>
          </p:nvGrpSpPr>
          <p:grpSpPr bwMode="auto">
            <a:xfrm>
              <a:off x="3637361" y="6081714"/>
              <a:ext cx="545173" cy="515937"/>
              <a:chOff x="3891" y="3616"/>
              <a:chExt cx="342" cy="353"/>
            </a:xfrm>
          </p:grpSpPr>
          <p:grpSp>
            <p:nvGrpSpPr>
              <p:cNvPr id="766003" name="Group 51"/>
              <p:cNvGrpSpPr>
                <a:grpSpLocks/>
              </p:cNvGrpSpPr>
              <p:nvPr/>
            </p:nvGrpSpPr>
            <p:grpSpPr bwMode="auto">
              <a:xfrm>
                <a:off x="3899" y="3622"/>
                <a:ext cx="334" cy="347"/>
                <a:chOff x="3899" y="3622"/>
                <a:chExt cx="334" cy="347"/>
              </a:xfrm>
            </p:grpSpPr>
            <p:sp>
              <p:nvSpPr>
                <p:cNvPr id="766004"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5"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6"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7"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8"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09"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10"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11"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12" name="Group 60"/>
                <p:cNvGrpSpPr>
                  <a:grpSpLocks/>
                </p:cNvGrpSpPr>
                <p:nvPr/>
              </p:nvGrpSpPr>
              <p:grpSpPr bwMode="auto">
                <a:xfrm>
                  <a:off x="3899" y="3918"/>
                  <a:ext cx="334" cy="51"/>
                  <a:chOff x="3899" y="3918"/>
                  <a:chExt cx="334" cy="51"/>
                </a:xfrm>
              </p:grpSpPr>
              <p:sp>
                <p:nvSpPr>
                  <p:cNvPr id="766013"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14"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15"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016" name="Group 64"/>
              <p:cNvGrpSpPr>
                <a:grpSpLocks/>
              </p:cNvGrpSpPr>
              <p:nvPr/>
            </p:nvGrpSpPr>
            <p:grpSpPr bwMode="auto">
              <a:xfrm>
                <a:off x="3891" y="3616"/>
                <a:ext cx="334" cy="346"/>
                <a:chOff x="3891" y="3616"/>
                <a:chExt cx="334" cy="346"/>
              </a:xfrm>
            </p:grpSpPr>
            <p:sp>
              <p:nvSpPr>
                <p:cNvPr id="766017"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18"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19"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20"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21"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22"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23"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24"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25" name="Group 73"/>
                <p:cNvGrpSpPr>
                  <a:grpSpLocks/>
                </p:cNvGrpSpPr>
                <p:nvPr/>
              </p:nvGrpSpPr>
              <p:grpSpPr bwMode="auto">
                <a:xfrm>
                  <a:off x="3891" y="3912"/>
                  <a:ext cx="334" cy="50"/>
                  <a:chOff x="3891" y="3912"/>
                  <a:chExt cx="334" cy="50"/>
                </a:xfrm>
              </p:grpSpPr>
              <p:sp>
                <p:nvSpPr>
                  <p:cNvPr id="766026"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27"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28"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029" name="Group 77"/>
            <p:cNvGrpSpPr>
              <a:grpSpLocks/>
            </p:cNvGrpSpPr>
            <p:nvPr/>
          </p:nvGrpSpPr>
          <p:grpSpPr bwMode="auto">
            <a:xfrm>
              <a:off x="5013194" y="6065839"/>
              <a:ext cx="546894" cy="515937"/>
              <a:chOff x="4752" y="3605"/>
              <a:chExt cx="343" cy="353"/>
            </a:xfrm>
          </p:grpSpPr>
          <p:grpSp>
            <p:nvGrpSpPr>
              <p:cNvPr id="766030" name="Group 78"/>
              <p:cNvGrpSpPr>
                <a:grpSpLocks/>
              </p:cNvGrpSpPr>
              <p:nvPr/>
            </p:nvGrpSpPr>
            <p:grpSpPr bwMode="auto">
              <a:xfrm>
                <a:off x="4760" y="3612"/>
                <a:ext cx="335" cy="346"/>
                <a:chOff x="4760" y="3612"/>
                <a:chExt cx="335" cy="346"/>
              </a:xfrm>
            </p:grpSpPr>
            <p:sp>
              <p:nvSpPr>
                <p:cNvPr id="766031"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32"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33"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34"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35"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36"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37"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38"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39" name="Group 87"/>
                <p:cNvGrpSpPr>
                  <a:grpSpLocks/>
                </p:cNvGrpSpPr>
                <p:nvPr/>
              </p:nvGrpSpPr>
              <p:grpSpPr bwMode="auto">
                <a:xfrm>
                  <a:off x="4760" y="3907"/>
                  <a:ext cx="335" cy="51"/>
                  <a:chOff x="4760" y="3907"/>
                  <a:chExt cx="335" cy="51"/>
                </a:xfrm>
              </p:grpSpPr>
              <p:sp>
                <p:nvSpPr>
                  <p:cNvPr id="766040"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1"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2"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043" name="Group 91"/>
              <p:cNvGrpSpPr>
                <a:grpSpLocks/>
              </p:cNvGrpSpPr>
              <p:nvPr/>
            </p:nvGrpSpPr>
            <p:grpSpPr bwMode="auto">
              <a:xfrm>
                <a:off x="4752" y="3605"/>
                <a:ext cx="334" cy="347"/>
                <a:chOff x="4752" y="3605"/>
                <a:chExt cx="334" cy="347"/>
              </a:xfrm>
            </p:grpSpPr>
            <p:sp>
              <p:nvSpPr>
                <p:cNvPr id="766044"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5"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6"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7"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8"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49"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50"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51"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52" name="Group 100"/>
                <p:cNvGrpSpPr>
                  <a:grpSpLocks/>
                </p:cNvGrpSpPr>
                <p:nvPr/>
              </p:nvGrpSpPr>
              <p:grpSpPr bwMode="auto">
                <a:xfrm>
                  <a:off x="4752" y="3901"/>
                  <a:ext cx="334" cy="51"/>
                  <a:chOff x="4752" y="3901"/>
                  <a:chExt cx="334" cy="51"/>
                </a:xfrm>
              </p:grpSpPr>
              <p:sp>
                <p:nvSpPr>
                  <p:cNvPr id="766053"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54"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55"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056" name="Group 104"/>
            <p:cNvGrpSpPr>
              <a:grpSpLocks/>
            </p:cNvGrpSpPr>
            <p:nvPr/>
          </p:nvGrpSpPr>
          <p:grpSpPr bwMode="auto">
            <a:xfrm>
              <a:off x="627725" y="2509839"/>
              <a:ext cx="546894" cy="517525"/>
              <a:chOff x="101" y="1539"/>
              <a:chExt cx="343" cy="352"/>
            </a:xfrm>
          </p:grpSpPr>
          <p:grpSp>
            <p:nvGrpSpPr>
              <p:cNvPr id="766057" name="Group 105"/>
              <p:cNvGrpSpPr>
                <a:grpSpLocks/>
              </p:cNvGrpSpPr>
              <p:nvPr/>
            </p:nvGrpSpPr>
            <p:grpSpPr bwMode="auto">
              <a:xfrm>
                <a:off x="109" y="1545"/>
                <a:ext cx="335" cy="346"/>
                <a:chOff x="109" y="1545"/>
                <a:chExt cx="335" cy="346"/>
              </a:xfrm>
            </p:grpSpPr>
            <p:sp>
              <p:nvSpPr>
                <p:cNvPr id="766058"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59"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0"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1"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2"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63"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64"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65"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66" name="Group 114"/>
                <p:cNvGrpSpPr>
                  <a:grpSpLocks/>
                </p:cNvGrpSpPr>
                <p:nvPr/>
              </p:nvGrpSpPr>
              <p:grpSpPr bwMode="auto">
                <a:xfrm>
                  <a:off x="109" y="1841"/>
                  <a:ext cx="335" cy="50"/>
                  <a:chOff x="109" y="1841"/>
                  <a:chExt cx="335" cy="50"/>
                </a:xfrm>
              </p:grpSpPr>
              <p:sp>
                <p:nvSpPr>
                  <p:cNvPr id="766067"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8"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9"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070" name="Group 118"/>
              <p:cNvGrpSpPr>
                <a:grpSpLocks/>
              </p:cNvGrpSpPr>
              <p:nvPr/>
            </p:nvGrpSpPr>
            <p:grpSpPr bwMode="auto">
              <a:xfrm>
                <a:off x="101" y="1539"/>
                <a:ext cx="335" cy="346"/>
                <a:chOff x="101" y="1539"/>
                <a:chExt cx="335" cy="346"/>
              </a:xfrm>
            </p:grpSpPr>
            <p:sp>
              <p:nvSpPr>
                <p:cNvPr id="766071"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72"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73"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74"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75"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76"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77"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78"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79" name="Group 127"/>
                <p:cNvGrpSpPr>
                  <a:grpSpLocks/>
                </p:cNvGrpSpPr>
                <p:nvPr/>
              </p:nvGrpSpPr>
              <p:grpSpPr bwMode="auto">
                <a:xfrm>
                  <a:off x="101" y="1834"/>
                  <a:ext cx="335" cy="51"/>
                  <a:chOff x="101" y="1834"/>
                  <a:chExt cx="335" cy="51"/>
                </a:xfrm>
              </p:grpSpPr>
              <p:sp>
                <p:nvSpPr>
                  <p:cNvPr id="766080"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1"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2"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083" name="Group 131"/>
            <p:cNvGrpSpPr>
              <a:grpSpLocks/>
            </p:cNvGrpSpPr>
            <p:nvPr/>
          </p:nvGrpSpPr>
          <p:grpSpPr bwMode="auto">
            <a:xfrm>
              <a:off x="8838010" y="3657600"/>
              <a:ext cx="548613" cy="514350"/>
              <a:chOff x="5237" y="2322"/>
              <a:chExt cx="343" cy="352"/>
            </a:xfrm>
          </p:grpSpPr>
          <p:grpSp>
            <p:nvGrpSpPr>
              <p:cNvPr id="766084" name="Group 132"/>
              <p:cNvGrpSpPr>
                <a:grpSpLocks/>
              </p:cNvGrpSpPr>
              <p:nvPr/>
            </p:nvGrpSpPr>
            <p:grpSpPr bwMode="auto">
              <a:xfrm>
                <a:off x="5245" y="2328"/>
                <a:ext cx="335" cy="346"/>
                <a:chOff x="5245" y="2328"/>
                <a:chExt cx="335" cy="346"/>
              </a:xfrm>
            </p:grpSpPr>
            <p:sp>
              <p:nvSpPr>
                <p:cNvPr id="766085"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6"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7"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8"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9"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90"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91"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92"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93" name="Group 141"/>
                <p:cNvGrpSpPr>
                  <a:grpSpLocks/>
                </p:cNvGrpSpPr>
                <p:nvPr/>
              </p:nvGrpSpPr>
              <p:grpSpPr bwMode="auto">
                <a:xfrm>
                  <a:off x="5245" y="2624"/>
                  <a:ext cx="335" cy="50"/>
                  <a:chOff x="5245" y="2624"/>
                  <a:chExt cx="335" cy="50"/>
                </a:xfrm>
              </p:grpSpPr>
              <p:sp>
                <p:nvSpPr>
                  <p:cNvPr id="766094"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95"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96"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097" name="Group 145"/>
              <p:cNvGrpSpPr>
                <a:grpSpLocks/>
              </p:cNvGrpSpPr>
              <p:nvPr/>
            </p:nvGrpSpPr>
            <p:grpSpPr bwMode="auto">
              <a:xfrm>
                <a:off x="5237" y="2322"/>
                <a:ext cx="335" cy="346"/>
                <a:chOff x="5237" y="2322"/>
                <a:chExt cx="335" cy="346"/>
              </a:xfrm>
            </p:grpSpPr>
            <p:sp>
              <p:nvSpPr>
                <p:cNvPr id="766098"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99"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0"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1"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2"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03"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04"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05"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106" name="Group 154"/>
                <p:cNvGrpSpPr>
                  <a:grpSpLocks/>
                </p:cNvGrpSpPr>
                <p:nvPr/>
              </p:nvGrpSpPr>
              <p:grpSpPr bwMode="auto">
                <a:xfrm>
                  <a:off x="5237" y="2617"/>
                  <a:ext cx="335" cy="51"/>
                  <a:chOff x="5237" y="2617"/>
                  <a:chExt cx="335" cy="51"/>
                </a:xfrm>
              </p:grpSpPr>
              <p:sp>
                <p:nvSpPr>
                  <p:cNvPr id="766107"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8"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9"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110" name="Group 158"/>
            <p:cNvGrpSpPr>
              <a:grpSpLocks/>
            </p:cNvGrpSpPr>
            <p:nvPr/>
          </p:nvGrpSpPr>
          <p:grpSpPr bwMode="auto">
            <a:xfrm>
              <a:off x="8838010" y="2581275"/>
              <a:ext cx="548613" cy="515938"/>
              <a:chOff x="5237" y="1587"/>
              <a:chExt cx="343" cy="353"/>
            </a:xfrm>
          </p:grpSpPr>
          <p:grpSp>
            <p:nvGrpSpPr>
              <p:cNvPr id="766111" name="Group 159"/>
              <p:cNvGrpSpPr>
                <a:grpSpLocks/>
              </p:cNvGrpSpPr>
              <p:nvPr/>
            </p:nvGrpSpPr>
            <p:grpSpPr bwMode="auto">
              <a:xfrm>
                <a:off x="5245" y="1594"/>
                <a:ext cx="335" cy="346"/>
                <a:chOff x="5245" y="1594"/>
                <a:chExt cx="335" cy="346"/>
              </a:xfrm>
            </p:grpSpPr>
            <p:sp>
              <p:nvSpPr>
                <p:cNvPr id="766112"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13"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14"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15"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16"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17"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18"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19"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120" name="Group 168"/>
                <p:cNvGrpSpPr>
                  <a:grpSpLocks/>
                </p:cNvGrpSpPr>
                <p:nvPr/>
              </p:nvGrpSpPr>
              <p:grpSpPr bwMode="auto">
                <a:xfrm>
                  <a:off x="5245" y="1889"/>
                  <a:ext cx="335" cy="51"/>
                  <a:chOff x="5245" y="1889"/>
                  <a:chExt cx="335" cy="51"/>
                </a:xfrm>
              </p:grpSpPr>
              <p:sp>
                <p:nvSpPr>
                  <p:cNvPr id="766121"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2"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3"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124" name="Group 172"/>
              <p:cNvGrpSpPr>
                <a:grpSpLocks/>
              </p:cNvGrpSpPr>
              <p:nvPr/>
            </p:nvGrpSpPr>
            <p:grpSpPr bwMode="auto">
              <a:xfrm>
                <a:off x="5237" y="1587"/>
                <a:ext cx="335" cy="346"/>
                <a:chOff x="5237" y="1587"/>
                <a:chExt cx="335" cy="346"/>
              </a:xfrm>
            </p:grpSpPr>
            <p:sp>
              <p:nvSpPr>
                <p:cNvPr id="766125"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6"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7"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8"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9"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30"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31"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32"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133" name="Group 181"/>
                <p:cNvGrpSpPr>
                  <a:grpSpLocks/>
                </p:cNvGrpSpPr>
                <p:nvPr/>
              </p:nvGrpSpPr>
              <p:grpSpPr bwMode="auto">
                <a:xfrm>
                  <a:off x="5237" y="1883"/>
                  <a:ext cx="335" cy="50"/>
                  <a:chOff x="5237" y="1883"/>
                  <a:chExt cx="335" cy="50"/>
                </a:xfrm>
              </p:grpSpPr>
              <p:sp>
                <p:nvSpPr>
                  <p:cNvPr id="766134"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35"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36"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6137"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38"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6139"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40"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6141"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42"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6143"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44"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6145"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6146" name="Group 194"/>
            <p:cNvGrpSpPr>
              <a:grpSpLocks/>
            </p:cNvGrpSpPr>
            <p:nvPr/>
          </p:nvGrpSpPr>
          <p:grpSpPr bwMode="auto">
            <a:xfrm>
              <a:off x="4141258" y="2630488"/>
              <a:ext cx="701675" cy="385762"/>
              <a:chOff x="2299" y="1622"/>
              <a:chExt cx="439" cy="262"/>
            </a:xfrm>
          </p:grpSpPr>
          <p:sp>
            <p:nvSpPr>
              <p:cNvPr id="766147"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6148"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49"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50"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6151" name="Group 199"/>
              <p:cNvGrpSpPr>
                <a:grpSpLocks/>
              </p:cNvGrpSpPr>
              <p:nvPr/>
            </p:nvGrpSpPr>
            <p:grpSpPr bwMode="auto">
              <a:xfrm>
                <a:off x="2365" y="1640"/>
                <a:ext cx="304" cy="117"/>
                <a:chOff x="2365" y="1640"/>
                <a:chExt cx="304" cy="117"/>
              </a:xfrm>
            </p:grpSpPr>
            <p:grpSp>
              <p:nvGrpSpPr>
                <p:cNvPr id="766152" name="Group 200"/>
                <p:cNvGrpSpPr>
                  <a:grpSpLocks/>
                </p:cNvGrpSpPr>
                <p:nvPr/>
              </p:nvGrpSpPr>
              <p:grpSpPr bwMode="auto">
                <a:xfrm>
                  <a:off x="2365" y="1640"/>
                  <a:ext cx="302" cy="115"/>
                  <a:chOff x="2365" y="1640"/>
                  <a:chExt cx="302" cy="115"/>
                </a:xfrm>
              </p:grpSpPr>
              <p:sp>
                <p:nvSpPr>
                  <p:cNvPr id="766153"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4"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5"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6"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7"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8"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9"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0"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6161" name="Group 209"/>
                <p:cNvGrpSpPr>
                  <a:grpSpLocks/>
                </p:cNvGrpSpPr>
                <p:nvPr/>
              </p:nvGrpSpPr>
              <p:grpSpPr bwMode="auto">
                <a:xfrm>
                  <a:off x="2368" y="1643"/>
                  <a:ext cx="301" cy="114"/>
                  <a:chOff x="2368" y="1643"/>
                  <a:chExt cx="301" cy="114"/>
                </a:xfrm>
              </p:grpSpPr>
              <p:sp>
                <p:nvSpPr>
                  <p:cNvPr id="766162"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3"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4"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5"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6"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7"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8"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9"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6170"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171"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6172"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73"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6174"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75"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6176"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177"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78"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179"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180"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81"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6182"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83"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6184"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85"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6186"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6187"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88"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6189"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190"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91"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6192"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6193" name="Group 242"/>
            <p:cNvGrpSpPr>
              <a:grpSpLocks/>
            </p:cNvGrpSpPr>
            <p:nvPr/>
          </p:nvGrpSpPr>
          <p:grpSpPr bwMode="auto">
            <a:xfrm>
              <a:off x="2407709" y="4386264"/>
              <a:ext cx="703395" cy="384175"/>
              <a:chOff x="1304" y="2569"/>
              <a:chExt cx="439" cy="262"/>
            </a:xfrm>
          </p:grpSpPr>
          <p:sp>
            <p:nvSpPr>
              <p:cNvPr id="766194"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6195"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96"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97"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6198" name="Group 247"/>
              <p:cNvGrpSpPr>
                <a:grpSpLocks/>
              </p:cNvGrpSpPr>
              <p:nvPr/>
            </p:nvGrpSpPr>
            <p:grpSpPr bwMode="auto">
              <a:xfrm>
                <a:off x="1371" y="2587"/>
                <a:ext cx="304" cy="117"/>
                <a:chOff x="1371" y="2587"/>
                <a:chExt cx="304" cy="117"/>
              </a:xfrm>
            </p:grpSpPr>
            <p:grpSp>
              <p:nvGrpSpPr>
                <p:cNvPr id="766199" name="Group 248"/>
                <p:cNvGrpSpPr>
                  <a:grpSpLocks/>
                </p:cNvGrpSpPr>
                <p:nvPr/>
              </p:nvGrpSpPr>
              <p:grpSpPr bwMode="auto">
                <a:xfrm>
                  <a:off x="1371" y="2587"/>
                  <a:ext cx="301" cy="115"/>
                  <a:chOff x="1371" y="2587"/>
                  <a:chExt cx="301" cy="115"/>
                </a:xfrm>
              </p:grpSpPr>
              <p:sp>
                <p:nvSpPr>
                  <p:cNvPr id="766200"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1"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2"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3"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4"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5"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6"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7"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6208" name="Group 257"/>
                <p:cNvGrpSpPr>
                  <a:grpSpLocks/>
                </p:cNvGrpSpPr>
                <p:nvPr/>
              </p:nvGrpSpPr>
              <p:grpSpPr bwMode="auto">
                <a:xfrm>
                  <a:off x="1373" y="2590"/>
                  <a:ext cx="302" cy="114"/>
                  <a:chOff x="1373" y="2590"/>
                  <a:chExt cx="302" cy="114"/>
                </a:xfrm>
              </p:grpSpPr>
              <p:sp>
                <p:nvSpPr>
                  <p:cNvPr id="766209"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0"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1"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2"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3"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4"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5"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6"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6217"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18"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6219" name="Group 268"/>
            <p:cNvGrpSpPr>
              <a:grpSpLocks/>
            </p:cNvGrpSpPr>
            <p:nvPr/>
          </p:nvGrpSpPr>
          <p:grpSpPr bwMode="auto">
            <a:xfrm>
              <a:off x="5553209" y="4386264"/>
              <a:ext cx="703394" cy="384175"/>
              <a:chOff x="3488" y="2569"/>
              <a:chExt cx="439" cy="262"/>
            </a:xfrm>
          </p:grpSpPr>
          <p:sp>
            <p:nvSpPr>
              <p:cNvPr id="766220"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6221"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22"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23"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6224" name="Group 273"/>
              <p:cNvGrpSpPr>
                <a:grpSpLocks/>
              </p:cNvGrpSpPr>
              <p:nvPr/>
            </p:nvGrpSpPr>
            <p:grpSpPr bwMode="auto">
              <a:xfrm>
                <a:off x="3555" y="2587"/>
                <a:ext cx="304" cy="117"/>
                <a:chOff x="3555" y="2587"/>
                <a:chExt cx="304" cy="117"/>
              </a:xfrm>
            </p:grpSpPr>
            <p:grpSp>
              <p:nvGrpSpPr>
                <p:cNvPr id="766225" name="Group 274"/>
                <p:cNvGrpSpPr>
                  <a:grpSpLocks/>
                </p:cNvGrpSpPr>
                <p:nvPr/>
              </p:nvGrpSpPr>
              <p:grpSpPr bwMode="auto">
                <a:xfrm>
                  <a:off x="3555" y="2587"/>
                  <a:ext cx="301" cy="115"/>
                  <a:chOff x="3555" y="2587"/>
                  <a:chExt cx="301" cy="115"/>
                </a:xfrm>
              </p:grpSpPr>
              <p:sp>
                <p:nvSpPr>
                  <p:cNvPr id="766226"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27"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28"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29"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0"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1"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2"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3"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6234" name="Group 283"/>
                <p:cNvGrpSpPr>
                  <a:grpSpLocks/>
                </p:cNvGrpSpPr>
                <p:nvPr/>
              </p:nvGrpSpPr>
              <p:grpSpPr bwMode="auto">
                <a:xfrm>
                  <a:off x="3557" y="2590"/>
                  <a:ext cx="302" cy="114"/>
                  <a:chOff x="3557" y="2590"/>
                  <a:chExt cx="302" cy="114"/>
                </a:xfrm>
              </p:grpSpPr>
              <p:sp>
                <p:nvSpPr>
                  <p:cNvPr id="766235"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6"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7"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8"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9"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40"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41"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42"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6243"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44"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6245"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46"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47"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48"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49"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50"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51"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52"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6253"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54"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6255"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56"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6257"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58"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6259"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0"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6261"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2"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6263"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4"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6265"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6"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6267"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8"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6269"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70"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71"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72"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73"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6274"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75"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6276"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77"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6278"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79"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6280"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1"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2"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6283"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4"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6285"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6286"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7"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6288"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9"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6290"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91"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6292"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6293"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94"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95"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96"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97"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6298"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6299"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00"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6301"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02"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03"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6304" name="Group 353"/>
            <p:cNvGrpSpPr>
              <a:grpSpLocks/>
            </p:cNvGrpSpPr>
            <p:nvPr/>
          </p:nvGrpSpPr>
          <p:grpSpPr bwMode="auto">
            <a:xfrm>
              <a:off x="3363913" y="898525"/>
              <a:ext cx="548614" cy="514350"/>
              <a:chOff x="1813" y="593"/>
              <a:chExt cx="343" cy="352"/>
            </a:xfrm>
          </p:grpSpPr>
          <p:grpSp>
            <p:nvGrpSpPr>
              <p:cNvPr id="766305" name="Group 354"/>
              <p:cNvGrpSpPr>
                <a:grpSpLocks/>
              </p:cNvGrpSpPr>
              <p:nvPr/>
            </p:nvGrpSpPr>
            <p:grpSpPr bwMode="auto">
              <a:xfrm>
                <a:off x="1821" y="599"/>
                <a:ext cx="335" cy="346"/>
                <a:chOff x="1821" y="599"/>
                <a:chExt cx="335" cy="346"/>
              </a:xfrm>
            </p:grpSpPr>
            <p:sp>
              <p:nvSpPr>
                <p:cNvPr id="766306"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07"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08"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09"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10"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11"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12"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13"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14" name="Group 363"/>
                <p:cNvGrpSpPr>
                  <a:grpSpLocks/>
                </p:cNvGrpSpPr>
                <p:nvPr/>
              </p:nvGrpSpPr>
              <p:grpSpPr bwMode="auto">
                <a:xfrm>
                  <a:off x="1821" y="895"/>
                  <a:ext cx="335" cy="50"/>
                  <a:chOff x="1821" y="895"/>
                  <a:chExt cx="335" cy="50"/>
                </a:xfrm>
              </p:grpSpPr>
              <p:sp>
                <p:nvSpPr>
                  <p:cNvPr id="766315"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16"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17"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318" name="Group 367"/>
              <p:cNvGrpSpPr>
                <a:grpSpLocks/>
              </p:cNvGrpSpPr>
              <p:nvPr/>
            </p:nvGrpSpPr>
            <p:grpSpPr bwMode="auto">
              <a:xfrm>
                <a:off x="1813" y="593"/>
                <a:ext cx="335" cy="346"/>
                <a:chOff x="1813" y="593"/>
                <a:chExt cx="335" cy="346"/>
              </a:xfrm>
            </p:grpSpPr>
            <p:sp>
              <p:nvSpPr>
                <p:cNvPr id="766319"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0"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1"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2"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3"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24"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25"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26"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27" name="Group 376"/>
                <p:cNvGrpSpPr>
                  <a:grpSpLocks/>
                </p:cNvGrpSpPr>
                <p:nvPr/>
              </p:nvGrpSpPr>
              <p:grpSpPr bwMode="auto">
                <a:xfrm>
                  <a:off x="1813" y="888"/>
                  <a:ext cx="335" cy="51"/>
                  <a:chOff x="1813" y="888"/>
                  <a:chExt cx="335" cy="51"/>
                </a:xfrm>
              </p:grpSpPr>
              <p:sp>
                <p:nvSpPr>
                  <p:cNvPr id="766328"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9"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30"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6331"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32"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33"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6334" name="Group 383"/>
            <p:cNvGrpSpPr>
              <a:grpSpLocks/>
            </p:cNvGrpSpPr>
            <p:nvPr/>
          </p:nvGrpSpPr>
          <p:grpSpPr bwMode="auto">
            <a:xfrm>
              <a:off x="5051029" y="898525"/>
              <a:ext cx="548613" cy="514350"/>
              <a:chOff x="2868" y="593"/>
              <a:chExt cx="343" cy="352"/>
            </a:xfrm>
          </p:grpSpPr>
          <p:grpSp>
            <p:nvGrpSpPr>
              <p:cNvPr id="766335" name="Group 384"/>
              <p:cNvGrpSpPr>
                <a:grpSpLocks/>
              </p:cNvGrpSpPr>
              <p:nvPr/>
            </p:nvGrpSpPr>
            <p:grpSpPr bwMode="auto">
              <a:xfrm>
                <a:off x="2877" y="599"/>
                <a:ext cx="334" cy="346"/>
                <a:chOff x="2877" y="599"/>
                <a:chExt cx="334" cy="346"/>
              </a:xfrm>
            </p:grpSpPr>
            <p:sp>
              <p:nvSpPr>
                <p:cNvPr id="766336"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37"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38"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39"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40"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41"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42"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43"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44" name="Group 393"/>
                <p:cNvGrpSpPr>
                  <a:grpSpLocks/>
                </p:cNvGrpSpPr>
                <p:nvPr/>
              </p:nvGrpSpPr>
              <p:grpSpPr bwMode="auto">
                <a:xfrm>
                  <a:off x="2877" y="895"/>
                  <a:ext cx="334" cy="50"/>
                  <a:chOff x="2877" y="895"/>
                  <a:chExt cx="334" cy="50"/>
                </a:xfrm>
              </p:grpSpPr>
              <p:sp>
                <p:nvSpPr>
                  <p:cNvPr id="766345"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46"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47"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348" name="Group 397"/>
              <p:cNvGrpSpPr>
                <a:grpSpLocks/>
              </p:cNvGrpSpPr>
              <p:nvPr/>
            </p:nvGrpSpPr>
            <p:grpSpPr bwMode="auto">
              <a:xfrm>
                <a:off x="2868" y="593"/>
                <a:ext cx="335" cy="346"/>
                <a:chOff x="2868" y="593"/>
                <a:chExt cx="335" cy="346"/>
              </a:xfrm>
            </p:grpSpPr>
            <p:sp>
              <p:nvSpPr>
                <p:cNvPr id="766349"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0"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1"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2"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3"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54"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55"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56"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57" name="Group 406"/>
                <p:cNvGrpSpPr>
                  <a:grpSpLocks/>
                </p:cNvGrpSpPr>
                <p:nvPr/>
              </p:nvGrpSpPr>
              <p:grpSpPr bwMode="auto">
                <a:xfrm>
                  <a:off x="2868" y="888"/>
                  <a:ext cx="335" cy="51"/>
                  <a:chOff x="2868" y="888"/>
                  <a:chExt cx="335" cy="51"/>
                </a:xfrm>
              </p:grpSpPr>
              <p:sp>
                <p:nvSpPr>
                  <p:cNvPr id="766358"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9"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0"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6361"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6362" name="Group 411"/>
            <p:cNvGrpSpPr>
              <a:grpSpLocks/>
            </p:cNvGrpSpPr>
            <p:nvPr/>
          </p:nvGrpSpPr>
          <p:grpSpPr bwMode="auto">
            <a:xfrm>
              <a:off x="6724386" y="898525"/>
              <a:ext cx="548614" cy="514350"/>
              <a:chOff x="3915" y="593"/>
              <a:chExt cx="343" cy="352"/>
            </a:xfrm>
          </p:grpSpPr>
          <p:grpSp>
            <p:nvGrpSpPr>
              <p:cNvPr id="766363" name="Group 412"/>
              <p:cNvGrpSpPr>
                <a:grpSpLocks/>
              </p:cNvGrpSpPr>
              <p:nvPr/>
            </p:nvGrpSpPr>
            <p:grpSpPr bwMode="auto">
              <a:xfrm>
                <a:off x="3924" y="599"/>
                <a:ext cx="334" cy="346"/>
                <a:chOff x="3924" y="599"/>
                <a:chExt cx="334" cy="346"/>
              </a:xfrm>
            </p:grpSpPr>
            <p:sp>
              <p:nvSpPr>
                <p:cNvPr id="766364"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5"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6"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7"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8"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69"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70"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71"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72" name="Group 421"/>
                <p:cNvGrpSpPr>
                  <a:grpSpLocks/>
                </p:cNvGrpSpPr>
                <p:nvPr/>
              </p:nvGrpSpPr>
              <p:grpSpPr bwMode="auto">
                <a:xfrm>
                  <a:off x="3924" y="895"/>
                  <a:ext cx="334" cy="50"/>
                  <a:chOff x="3924" y="895"/>
                  <a:chExt cx="334" cy="50"/>
                </a:xfrm>
              </p:grpSpPr>
              <p:sp>
                <p:nvSpPr>
                  <p:cNvPr id="766373"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74"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75"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376" name="Group 425"/>
              <p:cNvGrpSpPr>
                <a:grpSpLocks/>
              </p:cNvGrpSpPr>
              <p:nvPr/>
            </p:nvGrpSpPr>
            <p:grpSpPr bwMode="auto">
              <a:xfrm>
                <a:off x="3915" y="593"/>
                <a:ext cx="335" cy="346"/>
                <a:chOff x="3915" y="593"/>
                <a:chExt cx="335" cy="346"/>
              </a:xfrm>
            </p:grpSpPr>
            <p:sp>
              <p:nvSpPr>
                <p:cNvPr id="766377"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78"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79"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80"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81"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82"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83"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84"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85" name="Group 434"/>
                <p:cNvGrpSpPr>
                  <a:grpSpLocks/>
                </p:cNvGrpSpPr>
                <p:nvPr/>
              </p:nvGrpSpPr>
              <p:grpSpPr bwMode="auto">
                <a:xfrm>
                  <a:off x="3915" y="888"/>
                  <a:ext cx="335" cy="51"/>
                  <a:chOff x="3915" y="888"/>
                  <a:chExt cx="335" cy="51"/>
                </a:xfrm>
              </p:grpSpPr>
              <p:sp>
                <p:nvSpPr>
                  <p:cNvPr id="766386"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87"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88"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6389" name="Text Box 438"/>
          <p:cNvSpPr txBox="1">
            <a:spLocks noChangeArrowheads="1"/>
          </p:cNvSpPr>
          <p:nvPr/>
        </p:nvSpPr>
        <p:spPr bwMode="auto">
          <a:xfrm>
            <a:off x="1138238" y="188913"/>
            <a:ext cx="7991475" cy="1473200"/>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路由器总是具有两个或两个以上的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p>
          <a:p>
            <a:pPr algn="ctr" eaLnBrk="0" hangingPunct="0">
              <a:lnSpc>
                <a:spcPct val="110000"/>
              </a:lnSpc>
            </a:pPr>
            <a:r>
              <a:rPr lang="zh-CN" altLang="en-US" sz="2800" b="1">
                <a:solidFill>
                  <a:srgbClr val="000099"/>
                </a:solidFill>
                <a:ea typeface="黑体" panose="02010609060101010101" pitchFamily="49" charset="-122"/>
              </a:rPr>
              <a:t>路由器的每一个接口都有一个</a:t>
            </a:r>
          </a:p>
          <a:p>
            <a:pPr algn="ctr" eaLnBrk="0" hangingPunct="0">
              <a:lnSpc>
                <a:spcPct val="110000"/>
              </a:lnSpc>
            </a:pPr>
            <a:r>
              <a:rPr lang="zh-CN" altLang="en-US" sz="2800" b="1">
                <a:solidFill>
                  <a:srgbClr val="000099"/>
                </a:solidFill>
                <a:ea typeface="黑体" panose="02010609060101010101" pitchFamily="49" charset="-122"/>
              </a:rPr>
              <a:t>不同网络号的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r>
              <a:rPr lang="zh-CN" altLang="en-US" sz="2800">
                <a:solidFill>
                  <a:srgbClr val="333399"/>
                </a:solidFill>
                <a:ea typeface="宋体" panose="02010600030101010101" pitchFamily="2" charset="-122"/>
              </a:rPr>
              <a:t>。</a:t>
            </a:r>
            <a:endParaRPr lang="en-US" altLang="zh-CN" sz="2800" b="1">
              <a:solidFill>
                <a:srgbClr val="000099"/>
              </a:solidFill>
              <a:ea typeface="黑体" panose="02010609060101010101" pitchFamily="49" charset="-122"/>
            </a:endParaRPr>
          </a:p>
        </p:txBody>
      </p:sp>
      <p:grpSp>
        <p:nvGrpSpPr>
          <p:cNvPr id="447" name="Group 439"/>
          <p:cNvGrpSpPr>
            <a:grpSpLocks/>
          </p:cNvGrpSpPr>
          <p:nvPr/>
        </p:nvGrpSpPr>
        <p:grpSpPr bwMode="auto">
          <a:xfrm>
            <a:off x="4970463" y="4346575"/>
            <a:ext cx="2503487" cy="811213"/>
            <a:chOff x="2831" y="2666"/>
            <a:chExt cx="1577" cy="511"/>
          </a:xfrm>
        </p:grpSpPr>
        <p:sp>
          <p:nvSpPr>
            <p:cNvPr id="766391" name="Line 440"/>
            <p:cNvSpPr>
              <a:spLocks noChangeShapeType="1"/>
            </p:cNvSpPr>
            <p:nvPr/>
          </p:nvSpPr>
          <p:spPr bwMode="auto">
            <a:xfrm>
              <a:off x="3309" y="2666"/>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6392" name="Line 441"/>
            <p:cNvSpPr>
              <a:spLocks noChangeShapeType="1"/>
            </p:cNvSpPr>
            <p:nvPr/>
          </p:nvSpPr>
          <p:spPr bwMode="auto">
            <a:xfrm>
              <a:off x="3682" y="2859"/>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6393" name="Line 442"/>
            <p:cNvSpPr>
              <a:spLocks noChangeShapeType="1"/>
            </p:cNvSpPr>
            <p:nvPr/>
          </p:nvSpPr>
          <p:spPr bwMode="auto">
            <a:xfrm>
              <a:off x="2831" y="3177"/>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639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B19A2C-CDB8-48EF-A887-F517520FA835}" type="slidenum">
              <a:rPr lang="zh-CN" altLang="en-US" smtClean="0"/>
              <a:pPr eaLnBrk="1" hangingPunct="1"/>
              <a:t>49</a:t>
            </a:fld>
            <a:endParaRPr lang="en-US" altLang="zh-CN" smtClean="0"/>
          </a:p>
        </p:txBody>
      </p:sp>
      <p:sp>
        <p:nvSpPr>
          <p:cNvPr id="76639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47"/>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500"/>
                                  </p:stCondLst>
                                  <p:childTnLst>
                                    <p:anim calcmode="discrete" valueType="str">
                                      <p:cBhvr>
                                        <p:cTn id="9" dur="1000" fill="hold"/>
                                        <p:tgtEl>
                                          <p:spTgt spid="44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7"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6978" name="组合 447"/>
          <p:cNvGrpSpPr>
            <a:grpSpLocks/>
          </p:cNvGrpSpPr>
          <p:nvPr/>
        </p:nvGrpSpPr>
        <p:grpSpPr bwMode="auto">
          <a:xfrm>
            <a:off x="587375" y="1198563"/>
            <a:ext cx="9118600" cy="5399087"/>
            <a:chOff x="268651" y="898525"/>
            <a:chExt cx="9549790" cy="5699126"/>
          </a:xfrm>
        </p:grpSpPr>
        <p:sp>
          <p:nvSpPr>
            <p:cNvPr id="766979"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6980"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1"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982"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983"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6984"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5"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986"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7"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8"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9"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990"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91"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992"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6993"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94"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95"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996"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997"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6998"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6999" name="Group 23"/>
            <p:cNvGrpSpPr>
              <a:grpSpLocks/>
            </p:cNvGrpSpPr>
            <p:nvPr/>
          </p:nvGrpSpPr>
          <p:grpSpPr bwMode="auto">
            <a:xfrm>
              <a:off x="627725" y="3616325"/>
              <a:ext cx="546894" cy="515938"/>
              <a:chOff x="101" y="2294"/>
              <a:chExt cx="343" cy="353"/>
            </a:xfrm>
          </p:grpSpPr>
          <p:grpSp>
            <p:nvGrpSpPr>
              <p:cNvPr id="767000" name="Group 24"/>
              <p:cNvGrpSpPr>
                <a:grpSpLocks/>
              </p:cNvGrpSpPr>
              <p:nvPr/>
            </p:nvGrpSpPr>
            <p:grpSpPr bwMode="auto">
              <a:xfrm>
                <a:off x="109" y="2301"/>
                <a:ext cx="335" cy="346"/>
                <a:chOff x="109" y="2301"/>
                <a:chExt cx="335" cy="346"/>
              </a:xfrm>
            </p:grpSpPr>
            <p:sp>
              <p:nvSpPr>
                <p:cNvPr id="767001"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02"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03"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04"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05"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06"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07"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08"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09" name="Group 33"/>
                <p:cNvGrpSpPr>
                  <a:grpSpLocks/>
                </p:cNvGrpSpPr>
                <p:nvPr/>
              </p:nvGrpSpPr>
              <p:grpSpPr bwMode="auto">
                <a:xfrm>
                  <a:off x="109" y="2596"/>
                  <a:ext cx="335" cy="51"/>
                  <a:chOff x="109" y="2596"/>
                  <a:chExt cx="335" cy="51"/>
                </a:xfrm>
              </p:grpSpPr>
              <p:sp>
                <p:nvSpPr>
                  <p:cNvPr id="767010"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1"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2"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013" name="Group 37"/>
              <p:cNvGrpSpPr>
                <a:grpSpLocks/>
              </p:cNvGrpSpPr>
              <p:nvPr/>
            </p:nvGrpSpPr>
            <p:grpSpPr bwMode="auto">
              <a:xfrm>
                <a:off x="101" y="2294"/>
                <a:ext cx="335" cy="347"/>
                <a:chOff x="101" y="2294"/>
                <a:chExt cx="335" cy="347"/>
              </a:xfrm>
            </p:grpSpPr>
            <p:sp>
              <p:nvSpPr>
                <p:cNvPr id="767014"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5"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6"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7"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8"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19"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20"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21"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22" name="Group 46"/>
                <p:cNvGrpSpPr>
                  <a:grpSpLocks/>
                </p:cNvGrpSpPr>
                <p:nvPr/>
              </p:nvGrpSpPr>
              <p:grpSpPr bwMode="auto">
                <a:xfrm>
                  <a:off x="101" y="2590"/>
                  <a:ext cx="335" cy="51"/>
                  <a:chOff x="101" y="2590"/>
                  <a:chExt cx="335" cy="51"/>
                </a:xfrm>
              </p:grpSpPr>
              <p:sp>
                <p:nvSpPr>
                  <p:cNvPr id="767023"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24"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25"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026" name="Group 50"/>
            <p:cNvGrpSpPr>
              <a:grpSpLocks/>
            </p:cNvGrpSpPr>
            <p:nvPr/>
          </p:nvGrpSpPr>
          <p:grpSpPr bwMode="auto">
            <a:xfrm>
              <a:off x="3637361" y="6081714"/>
              <a:ext cx="545173" cy="515937"/>
              <a:chOff x="3891" y="3616"/>
              <a:chExt cx="342" cy="353"/>
            </a:xfrm>
          </p:grpSpPr>
          <p:grpSp>
            <p:nvGrpSpPr>
              <p:cNvPr id="767027" name="Group 51"/>
              <p:cNvGrpSpPr>
                <a:grpSpLocks/>
              </p:cNvGrpSpPr>
              <p:nvPr/>
            </p:nvGrpSpPr>
            <p:grpSpPr bwMode="auto">
              <a:xfrm>
                <a:off x="3899" y="3622"/>
                <a:ext cx="334" cy="347"/>
                <a:chOff x="3899" y="3622"/>
                <a:chExt cx="334" cy="347"/>
              </a:xfrm>
            </p:grpSpPr>
            <p:sp>
              <p:nvSpPr>
                <p:cNvPr id="767028"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29"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0"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1"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2"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33"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34"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35"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36" name="Group 60"/>
                <p:cNvGrpSpPr>
                  <a:grpSpLocks/>
                </p:cNvGrpSpPr>
                <p:nvPr/>
              </p:nvGrpSpPr>
              <p:grpSpPr bwMode="auto">
                <a:xfrm>
                  <a:off x="3899" y="3918"/>
                  <a:ext cx="334" cy="51"/>
                  <a:chOff x="3899" y="3918"/>
                  <a:chExt cx="334" cy="51"/>
                </a:xfrm>
              </p:grpSpPr>
              <p:sp>
                <p:nvSpPr>
                  <p:cNvPr id="767037"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8"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9"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040" name="Group 64"/>
              <p:cNvGrpSpPr>
                <a:grpSpLocks/>
              </p:cNvGrpSpPr>
              <p:nvPr/>
            </p:nvGrpSpPr>
            <p:grpSpPr bwMode="auto">
              <a:xfrm>
                <a:off x="3891" y="3616"/>
                <a:ext cx="334" cy="346"/>
                <a:chOff x="3891" y="3616"/>
                <a:chExt cx="334" cy="346"/>
              </a:xfrm>
            </p:grpSpPr>
            <p:sp>
              <p:nvSpPr>
                <p:cNvPr id="767041"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42"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43"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44"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45"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46"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47"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48"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49" name="Group 73"/>
                <p:cNvGrpSpPr>
                  <a:grpSpLocks/>
                </p:cNvGrpSpPr>
                <p:nvPr/>
              </p:nvGrpSpPr>
              <p:grpSpPr bwMode="auto">
                <a:xfrm>
                  <a:off x="3891" y="3912"/>
                  <a:ext cx="334" cy="50"/>
                  <a:chOff x="3891" y="3912"/>
                  <a:chExt cx="334" cy="50"/>
                </a:xfrm>
              </p:grpSpPr>
              <p:sp>
                <p:nvSpPr>
                  <p:cNvPr id="767050"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1"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2"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053" name="Group 77"/>
            <p:cNvGrpSpPr>
              <a:grpSpLocks/>
            </p:cNvGrpSpPr>
            <p:nvPr/>
          </p:nvGrpSpPr>
          <p:grpSpPr bwMode="auto">
            <a:xfrm>
              <a:off x="5013194" y="6065839"/>
              <a:ext cx="546894" cy="515937"/>
              <a:chOff x="4752" y="3605"/>
              <a:chExt cx="343" cy="353"/>
            </a:xfrm>
          </p:grpSpPr>
          <p:grpSp>
            <p:nvGrpSpPr>
              <p:cNvPr id="767054" name="Group 78"/>
              <p:cNvGrpSpPr>
                <a:grpSpLocks/>
              </p:cNvGrpSpPr>
              <p:nvPr/>
            </p:nvGrpSpPr>
            <p:grpSpPr bwMode="auto">
              <a:xfrm>
                <a:off x="4760" y="3612"/>
                <a:ext cx="335" cy="346"/>
                <a:chOff x="4760" y="3612"/>
                <a:chExt cx="335" cy="346"/>
              </a:xfrm>
            </p:grpSpPr>
            <p:sp>
              <p:nvSpPr>
                <p:cNvPr id="767055"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6"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7"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8"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9"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60"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61"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62"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63" name="Group 87"/>
                <p:cNvGrpSpPr>
                  <a:grpSpLocks/>
                </p:cNvGrpSpPr>
                <p:nvPr/>
              </p:nvGrpSpPr>
              <p:grpSpPr bwMode="auto">
                <a:xfrm>
                  <a:off x="4760" y="3907"/>
                  <a:ext cx="335" cy="51"/>
                  <a:chOff x="4760" y="3907"/>
                  <a:chExt cx="335" cy="51"/>
                </a:xfrm>
              </p:grpSpPr>
              <p:sp>
                <p:nvSpPr>
                  <p:cNvPr id="767064"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65"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66"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067" name="Group 91"/>
              <p:cNvGrpSpPr>
                <a:grpSpLocks/>
              </p:cNvGrpSpPr>
              <p:nvPr/>
            </p:nvGrpSpPr>
            <p:grpSpPr bwMode="auto">
              <a:xfrm>
                <a:off x="4752" y="3605"/>
                <a:ext cx="334" cy="347"/>
                <a:chOff x="4752" y="3605"/>
                <a:chExt cx="334" cy="347"/>
              </a:xfrm>
            </p:grpSpPr>
            <p:sp>
              <p:nvSpPr>
                <p:cNvPr id="767068"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69"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0"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1"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2"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73"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74"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75"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76" name="Group 100"/>
                <p:cNvGrpSpPr>
                  <a:grpSpLocks/>
                </p:cNvGrpSpPr>
                <p:nvPr/>
              </p:nvGrpSpPr>
              <p:grpSpPr bwMode="auto">
                <a:xfrm>
                  <a:off x="4752" y="3901"/>
                  <a:ext cx="334" cy="51"/>
                  <a:chOff x="4752" y="3901"/>
                  <a:chExt cx="334" cy="51"/>
                </a:xfrm>
              </p:grpSpPr>
              <p:sp>
                <p:nvSpPr>
                  <p:cNvPr id="767077"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8"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9"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080" name="Group 104"/>
            <p:cNvGrpSpPr>
              <a:grpSpLocks/>
            </p:cNvGrpSpPr>
            <p:nvPr/>
          </p:nvGrpSpPr>
          <p:grpSpPr bwMode="auto">
            <a:xfrm>
              <a:off x="627725" y="2509839"/>
              <a:ext cx="546894" cy="517525"/>
              <a:chOff x="101" y="1539"/>
              <a:chExt cx="343" cy="352"/>
            </a:xfrm>
          </p:grpSpPr>
          <p:grpSp>
            <p:nvGrpSpPr>
              <p:cNvPr id="767081" name="Group 105"/>
              <p:cNvGrpSpPr>
                <a:grpSpLocks/>
              </p:cNvGrpSpPr>
              <p:nvPr/>
            </p:nvGrpSpPr>
            <p:grpSpPr bwMode="auto">
              <a:xfrm>
                <a:off x="109" y="1545"/>
                <a:ext cx="335" cy="346"/>
                <a:chOff x="109" y="1545"/>
                <a:chExt cx="335" cy="346"/>
              </a:xfrm>
            </p:grpSpPr>
            <p:sp>
              <p:nvSpPr>
                <p:cNvPr id="767082"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83"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84"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85"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86"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87"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88"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89"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90" name="Group 114"/>
                <p:cNvGrpSpPr>
                  <a:grpSpLocks/>
                </p:cNvGrpSpPr>
                <p:nvPr/>
              </p:nvGrpSpPr>
              <p:grpSpPr bwMode="auto">
                <a:xfrm>
                  <a:off x="109" y="1841"/>
                  <a:ext cx="335" cy="50"/>
                  <a:chOff x="109" y="1841"/>
                  <a:chExt cx="335" cy="50"/>
                </a:xfrm>
              </p:grpSpPr>
              <p:sp>
                <p:nvSpPr>
                  <p:cNvPr id="767091"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2"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3"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094" name="Group 118"/>
              <p:cNvGrpSpPr>
                <a:grpSpLocks/>
              </p:cNvGrpSpPr>
              <p:nvPr/>
            </p:nvGrpSpPr>
            <p:grpSpPr bwMode="auto">
              <a:xfrm>
                <a:off x="101" y="1539"/>
                <a:ext cx="335" cy="346"/>
                <a:chOff x="101" y="1539"/>
                <a:chExt cx="335" cy="346"/>
              </a:xfrm>
            </p:grpSpPr>
            <p:sp>
              <p:nvSpPr>
                <p:cNvPr id="767095"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6"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7"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8"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9"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00"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01"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02"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03" name="Group 127"/>
                <p:cNvGrpSpPr>
                  <a:grpSpLocks/>
                </p:cNvGrpSpPr>
                <p:nvPr/>
              </p:nvGrpSpPr>
              <p:grpSpPr bwMode="auto">
                <a:xfrm>
                  <a:off x="101" y="1834"/>
                  <a:ext cx="335" cy="51"/>
                  <a:chOff x="101" y="1834"/>
                  <a:chExt cx="335" cy="51"/>
                </a:xfrm>
              </p:grpSpPr>
              <p:sp>
                <p:nvSpPr>
                  <p:cNvPr id="767104"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05"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06"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107" name="Group 131"/>
            <p:cNvGrpSpPr>
              <a:grpSpLocks/>
            </p:cNvGrpSpPr>
            <p:nvPr/>
          </p:nvGrpSpPr>
          <p:grpSpPr bwMode="auto">
            <a:xfrm>
              <a:off x="8838010" y="3657600"/>
              <a:ext cx="548613" cy="514350"/>
              <a:chOff x="5237" y="2322"/>
              <a:chExt cx="343" cy="352"/>
            </a:xfrm>
          </p:grpSpPr>
          <p:grpSp>
            <p:nvGrpSpPr>
              <p:cNvPr id="767108" name="Group 132"/>
              <p:cNvGrpSpPr>
                <a:grpSpLocks/>
              </p:cNvGrpSpPr>
              <p:nvPr/>
            </p:nvGrpSpPr>
            <p:grpSpPr bwMode="auto">
              <a:xfrm>
                <a:off x="5245" y="2328"/>
                <a:ext cx="335" cy="346"/>
                <a:chOff x="5245" y="2328"/>
                <a:chExt cx="335" cy="346"/>
              </a:xfrm>
            </p:grpSpPr>
            <p:sp>
              <p:nvSpPr>
                <p:cNvPr id="767109"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0"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1"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2"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3"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14"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15"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16"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17" name="Group 141"/>
                <p:cNvGrpSpPr>
                  <a:grpSpLocks/>
                </p:cNvGrpSpPr>
                <p:nvPr/>
              </p:nvGrpSpPr>
              <p:grpSpPr bwMode="auto">
                <a:xfrm>
                  <a:off x="5245" y="2624"/>
                  <a:ext cx="335" cy="50"/>
                  <a:chOff x="5245" y="2624"/>
                  <a:chExt cx="335" cy="50"/>
                </a:xfrm>
              </p:grpSpPr>
              <p:sp>
                <p:nvSpPr>
                  <p:cNvPr id="767118"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9"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0"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121" name="Group 145"/>
              <p:cNvGrpSpPr>
                <a:grpSpLocks/>
              </p:cNvGrpSpPr>
              <p:nvPr/>
            </p:nvGrpSpPr>
            <p:grpSpPr bwMode="auto">
              <a:xfrm>
                <a:off x="5237" y="2322"/>
                <a:ext cx="335" cy="346"/>
                <a:chOff x="5237" y="2322"/>
                <a:chExt cx="335" cy="346"/>
              </a:xfrm>
            </p:grpSpPr>
            <p:sp>
              <p:nvSpPr>
                <p:cNvPr id="767122"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3"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4"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5"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6"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27"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28"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29"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30" name="Group 154"/>
                <p:cNvGrpSpPr>
                  <a:grpSpLocks/>
                </p:cNvGrpSpPr>
                <p:nvPr/>
              </p:nvGrpSpPr>
              <p:grpSpPr bwMode="auto">
                <a:xfrm>
                  <a:off x="5237" y="2617"/>
                  <a:ext cx="335" cy="51"/>
                  <a:chOff x="5237" y="2617"/>
                  <a:chExt cx="335" cy="51"/>
                </a:xfrm>
              </p:grpSpPr>
              <p:sp>
                <p:nvSpPr>
                  <p:cNvPr id="767131"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2"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3"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134" name="Group 158"/>
            <p:cNvGrpSpPr>
              <a:grpSpLocks/>
            </p:cNvGrpSpPr>
            <p:nvPr/>
          </p:nvGrpSpPr>
          <p:grpSpPr bwMode="auto">
            <a:xfrm>
              <a:off x="8838010" y="2581275"/>
              <a:ext cx="548613" cy="515938"/>
              <a:chOff x="5237" y="1587"/>
              <a:chExt cx="343" cy="353"/>
            </a:xfrm>
          </p:grpSpPr>
          <p:grpSp>
            <p:nvGrpSpPr>
              <p:cNvPr id="767135" name="Group 159"/>
              <p:cNvGrpSpPr>
                <a:grpSpLocks/>
              </p:cNvGrpSpPr>
              <p:nvPr/>
            </p:nvGrpSpPr>
            <p:grpSpPr bwMode="auto">
              <a:xfrm>
                <a:off x="5245" y="1594"/>
                <a:ext cx="335" cy="346"/>
                <a:chOff x="5245" y="1594"/>
                <a:chExt cx="335" cy="346"/>
              </a:xfrm>
            </p:grpSpPr>
            <p:sp>
              <p:nvSpPr>
                <p:cNvPr id="767136"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7"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8"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9"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40"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41"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42"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43"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44" name="Group 168"/>
                <p:cNvGrpSpPr>
                  <a:grpSpLocks/>
                </p:cNvGrpSpPr>
                <p:nvPr/>
              </p:nvGrpSpPr>
              <p:grpSpPr bwMode="auto">
                <a:xfrm>
                  <a:off x="5245" y="1889"/>
                  <a:ext cx="335" cy="51"/>
                  <a:chOff x="5245" y="1889"/>
                  <a:chExt cx="335" cy="51"/>
                </a:xfrm>
              </p:grpSpPr>
              <p:sp>
                <p:nvSpPr>
                  <p:cNvPr id="767145"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46"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47"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148" name="Group 172"/>
              <p:cNvGrpSpPr>
                <a:grpSpLocks/>
              </p:cNvGrpSpPr>
              <p:nvPr/>
            </p:nvGrpSpPr>
            <p:grpSpPr bwMode="auto">
              <a:xfrm>
                <a:off x="5237" y="1587"/>
                <a:ext cx="335" cy="346"/>
                <a:chOff x="5237" y="1587"/>
                <a:chExt cx="335" cy="346"/>
              </a:xfrm>
            </p:grpSpPr>
            <p:sp>
              <p:nvSpPr>
                <p:cNvPr id="767149"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0"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1"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2"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3"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54"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55"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56"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57" name="Group 181"/>
                <p:cNvGrpSpPr>
                  <a:grpSpLocks/>
                </p:cNvGrpSpPr>
                <p:nvPr/>
              </p:nvGrpSpPr>
              <p:grpSpPr bwMode="auto">
                <a:xfrm>
                  <a:off x="5237" y="1883"/>
                  <a:ext cx="335" cy="50"/>
                  <a:chOff x="5237" y="1883"/>
                  <a:chExt cx="335" cy="50"/>
                </a:xfrm>
              </p:grpSpPr>
              <p:sp>
                <p:nvSpPr>
                  <p:cNvPr id="767158"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9"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60"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7161"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62"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7163"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64"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7165"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66"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7167"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68"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7169"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7170" name="Group 194"/>
            <p:cNvGrpSpPr>
              <a:grpSpLocks/>
            </p:cNvGrpSpPr>
            <p:nvPr/>
          </p:nvGrpSpPr>
          <p:grpSpPr bwMode="auto">
            <a:xfrm>
              <a:off x="4141258" y="2630488"/>
              <a:ext cx="701675" cy="385762"/>
              <a:chOff x="2299" y="1622"/>
              <a:chExt cx="439" cy="262"/>
            </a:xfrm>
          </p:grpSpPr>
          <p:sp>
            <p:nvSpPr>
              <p:cNvPr id="767171"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7172"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73"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74"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7175" name="Group 199"/>
              <p:cNvGrpSpPr>
                <a:grpSpLocks/>
              </p:cNvGrpSpPr>
              <p:nvPr/>
            </p:nvGrpSpPr>
            <p:grpSpPr bwMode="auto">
              <a:xfrm>
                <a:off x="2365" y="1640"/>
                <a:ext cx="304" cy="117"/>
                <a:chOff x="2365" y="1640"/>
                <a:chExt cx="304" cy="117"/>
              </a:xfrm>
            </p:grpSpPr>
            <p:grpSp>
              <p:nvGrpSpPr>
                <p:cNvPr id="767176" name="Group 200"/>
                <p:cNvGrpSpPr>
                  <a:grpSpLocks/>
                </p:cNvGrpSpPr>
                <p:nvPr/>
              </p:nvGrpSpPr>
              <p:grpSpPr bwMode="auto">
                <a:xfrm>
                  <a:off x="2365" y="1640"/>
                  <a:ext cx="302" cy="115"/>
                  <a:chOff x="2365" y="1640"/>
                  <a:chExt cx="302" cy="115"/>
                </a:xfrm>
              </p:grpSpPr>
              <p:sp>
                <p:nvSpPr>
                  <p:cNvPr id="767177"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78"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79"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0"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1"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2"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3"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4"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7185" name="Group 209"/>
                <p:cNvGrpSpPr>
                  <a:grpSpLocks/>
                </p:cNvGrpSpPr>
                <p:nvPr/>
              </p:nvGrpSpPr>
              <p:grpSpPr bwMode="auto">
                <a:xfrm>
                  <a:off x="2368" y="1643"/>
                  <a:ext cx="301" cy="114"/>
                  <a:chOff x="2368" y="1643"/>
                  <a:chExt cx="301" cy="114"/>
                </a:xfrm>
              </p:grpSpPr>
              <p:sp>
                <p:nvSpPr>
                  <p:cNvPr id="767186"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7"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8"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9"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90"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91"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92"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93"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7194"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195"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7196"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97"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7198"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99"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7200"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01"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02"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03"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04"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05"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7206"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07"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7208"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09"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7210"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7211"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12"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7213"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14"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15"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7216"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7217" name="Group 242"/>
            <p:cNvGrpSpPr>
              <a:grpSpLocks/>
            </p:cNvGrpSpPr>
            <p:nvPr/>
          </p:nvGrpSpPr>
          <p:grpSpPr bwMode="auto">
            <a:xfrm>
              <a:off x="2407709" y="4386264"/>
              <a:ext cx="703395" cy="384175"/>
              <a:chOff x="1304" y="2569"/>
              <a:chExt cx="439" cy="262"/>
            </a:xfrm>
          </p:grpSpPr>
          <p:sp>
            <p:nvSpPr>
              <p:cNvPr id="767218"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7219"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20"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21"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7222" name="Group 247"/>
              <p:cNvGrpSpPr>
                <a:grpSpLocks/>
              </p:cNvGrpSpPr>
              <p:nvPr/>
            </p:nvGrpSpPr>
            <p:grpSpPr bwMode="auto">
              <a:xfrm>
                <a:off x="1371" y="2587"/>
                <a:ext cx="304" cy="117"/>
                <a:chOff x="1371" y="2587"/>
                <a:chExt cx="304" cy="117"/>
              </a:xfrm>
            </p:grpSpPr>
            <p:grpSp>
              <p:nvGrpSpPr>
                <p:cNvPr id="767223" name="Group 248"/>
                <p:cNvGrpSpPr>
                  <a:grpSpLocks/>
                </p:cNvGrpSpPr>
                <p:nvPr/>
              </p:nvGrpSpPr>
              <p:grpSpPr bwMode="auto">
                <a:xfrm>
                  <a:off x="1371" y="2587"/>
                  <a:ext cx="301" cy="115"/>
                  <a:chOff x="1371" y="2587"/>
                  <a:chExt cx="301" cy="115"/>
                </a:xfrm>
              </p:grpSpPr>
              <p:sp>
                <p:nvSpPr>
                  <p:cNvPr id="767224"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5"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6"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7"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8"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9"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0"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1"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7232" name="Group 257"/>
                <p:cNvGrpSpPr>
                  <a:grpSpLocks/>
                </p:cNvGrpSpPr>
                <p:nvPr/>
              </p:nvGrpSpPr>
              <p:grpSpPr bwMode="auto">
                <a:xfrm>
                  <a:off x="1373" y="2590"/>
                  <a:ext cx="302" cy="114"/>
                  <a:chOff x="1373" y="2590"/>
                  <a:chExt cx="302" cy="114"/>
                </a:xfrm>
              </p:grpSpPr>
              <p:sp>
                <p:nvSpPr>
                  <p:cNvPr id="767233"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4"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5"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6"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7"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8"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9"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40"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7241"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242"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7243" name="Group 268"/>
            <p:cNvGrpSpPr>
              <a:grpSpLocks/>
            </p:cNvGrpSpPr>
            <p:nvPr/>
          </p:nvGrpSpPr>
          <p:grpSpPr bwMode="auto">
            <a:xfrm>
              <a:off x="5553209" y="4386264"/>
              <a:ext cx="703394" cy="384175"/>
              <a:chOff x="3488" y="2569"/>
              <a:chExt cx="439" cy="262"/>
            </a:xfrm>
          </p:grpSpPr>
          <p:sp>
            <p:nvSpPr>
              <p:cNvPr id="767244"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7245"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46"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47"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7248" name="Group 273"/>
              <p:cNvGrpSpPr>
                <a:grpSpLocks/>
              </p:cNvGrpSpPr>
              <p:nvPr/>
            </p:nvGrpSpPr>
            <p:grpSpPr bwMode="auto">
              <a:xfrm>
                <a:off x="3555" y="2587"/>
                <a:ext cx="304" cy="117"/>
                <a:chOff x="3555" y="2587"/>
                <a:chExt cx="304" cy="117"/>
              </a:xfrm>
            </p:grpSpPr>
            <p:grpSp>
              <p:nvGrpSpPr>
                <p:cNvPr id="767249" name="Group 274"/>
                <p:cNvGrpSpPr>
                  <a:grpSpLocks/>
                </p:cNvGrpSpPr>
                <p:nvPr/>
              </p:nvGrpSpPr>
              <p:grpSpPr bwMode="auto">
                <a:xfrm>
                  <a:off x="3555" y="2587"/>
                  <a:ext cx="301" cy="115"/>
                  <a:chOff x="3555" y="2587"/>
                  <a:chExt cx="301" cy="115"/>
                </a:xfrm>
              </p:grpSpPr>
              <p:sp>
                <p:nvSpPr>
                  <p:cNvPr id="767250"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1"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2"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3"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4"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5"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6"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7"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7258" name="Group 283"/>
                <p:cNvGrpSpPr>
                  <a:grpSpLocks/>
                </p:cNvGrpSpPr>
                <p:nvPr/>
              </p:nvGrpSpPr>
              <p:grpSpPr bwMode="auto">
                <a:xfrm>
                  <a:off x="3557" y="2590"/>
                  <a:ext cx="302" cy="114"/>
                  <a:chOff x="3557" y="2590"/>
                  <a:chExt cx="302" cy="114"/>
                </a:xfrm>
              </p:grpSpPr>
              <p:sp>
                <p:nvSpPr>
                  <p:cNvPr id="767259"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0"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1"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2"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3"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4"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5"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6"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7267"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268"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7269"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0"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1"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2"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3"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4"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5"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76"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7277"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78"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7279"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0"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7281"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2"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7283"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4"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7285"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6"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7287"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8"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7289"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90"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7291"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92"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7293"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94"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95"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96"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97"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7298"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99"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7300"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1"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7302"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3"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7304"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5"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6"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7307"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8"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7309"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7310"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11"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7312"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13"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7314"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15"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7316"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7317"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18"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19"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20"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321"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7322"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7323"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24"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7325"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26"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27"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7328" name="Group 353"/>
            <p:cNvGrpSpPr>
              <a:grpSpLocks/>
            </p:cNvGrpSpPr>
            <p:nvPr/>
          </p:nvGrpSpPr>
          <p:grpSpPr bwMode="auto">
            <a:xfrm>
              <a:off x="3363913" y="898525"/>
              <a:ext cx="548614" cy="514350"/>
              <a:chOff x="1813" y="593"/>
              <a:chExt cx="343" cy="352"/>
            </a:xfrm>
          </p:grpSpPr>
          <p:grpSp>
            <p:nvGrpSpPr>
              <p:cNvPr id="767329" name="Group 354"/>
              <p:cNvGrpSpPr>
                <a:grpSpLocks/>
              </p:cNvGrpSpPr>
              <p:nvPr/>
            </p:nvGrpSpPr>
            <p:grpSpPr bwMode="auto">
              <a:xfrm>
                <a:off x="1821" y="599"/>
                <a:ext cx="335" cy="346"/>
                <a:chOff x="1821" y="599"/>
                <a:chExt cx="335" cy="346"/>
              </a:xfrm>
            </p:grpSpPr>
            <p:sp>
              <p:nvSpPr>
                <p:cNvPr id="767330"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31"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32"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33"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34"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35"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36"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37"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38" name="Group 363"/>
                <p:cNvGrpSpPr>
                  <a:grpSpLocks/>
                </p:cNvGrpSpPr>
                <p:nvPr/>
              </p:nvGrpSpPr>
              <p:grpSpPr bwMode="auto">
                <a:xfrm>
                  <a:off x="1821" y="895"/>
                  <a:ext cx="335" cy="50"/>
                  <a:chOff x="1821" y="895"/>
                  <a:chExt cx="335" cy="50"/>
                </a:xfrm>
              </p:grpSpPr>
              <p:sp>
                <p:nvSpPr>
                  <p:cNvPr id="767339"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0"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1"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342" name="Group 367"/>
              <p:cNvGrpSpPr>
                <a:grpSpLocks/>
              </p:cNvGrpSpPr>
              <p:nvPr/>
            </p:nvGrpSpPr>
            <p:grpSpPr bwMode="auto">
              <a:xfrm>
                <a:off x="1813" y="593"/>
                <a:ext cx="335" cy="346"/>
                <a:chOff x="1813" y="593"/>
                <a:chExt cx="335" cy="346"/>
              </a:xfrm>
            </p:grpSpPr>
            <p:sp>
              <p:nvSpPr>
                <p:cNvPr id="767343"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4"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5"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6"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7"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48"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49"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50"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51" name="Group 376"/>
                <p:cNvGrpSpPr>
                  <a:grpSpLocks/>
                </p:cNvGrpSpPr>
                <p:nvPr/>
              </p:nvGrpSpPr>
              <p:grpSpPr bwMode="auto">
                <a:xfrm>
                  <a:off x="1813" y="888"/>
                  <a:ext cx="335" cy="51"/>
                  <a:chOff x="1813" y="888"/>
                  <a:chExt cx="335" cy="51"/>
                </a:xfrm>
              </p:grpSpPr>
              <p:sp>
                <p:nvSpPr>
                  <p:cNvPr id="767352"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53"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54"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7355"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56"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57"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7358" name="Group 383"/>
            <p:cNvGrpSpPr>
              <a:grpSpLocks/>
            </p:cNvGrpSpPr>
            <p:nvPr/>
          </p:nvGrpSpPr>
          <p:grpSpPr bwMode="auto">
            <a:xfrm>
              <a:off x="5051029" y="898525"/>
              <a:ext cx="548613" cy="514350"/>
              <a:chOff x="2868" y="593"/>
              <a:chExt cx="343" cy="352"/>
            </a:xfrm>
          </p:grpSpPr>
          <p:grpSp>
            <p:nvGrpSpPr>
              <p:cNvPr id="767359" name="Group 384"/>
              <p:cNvGrpSpPr>
                <a:grpSpLocks/>
              </p:cNvGrpSpPr>
              <p:nvPr/>
            </p:nvGrpSpPr>
            <p:grpSpPr bwMode="auto">
              <a:xfrm>
                <a:off x="2877" y="599"/>
                <a:ext cx="334" cy="346"/>
                <a:chOff x="2877" y="599"/>
                <a:chExt cx="334" cy="346"/>
              </a:xfrm>
            </p:grpSpPr>
            <p:sp>
              <p:nvSpPr>
                <p:cNvPr id="767360"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61"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62"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63"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64"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65"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66"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67"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68" name="Group 393"/>
                <p:cNvGrpSpPr>
                  <a:grpSpLocks/>
                </p:cNvGrpSpPr>
                <p:nvPr/>
              </p:nvGrpSpPr>
              <p:grpSpPr bwMode="auto">
                <a:xfrm>
                  <a:off x="2877" y="895"/>
                  <a:ext cx="334" cy="50"/>
                  <a:chOff x="2877" y="895"/>
                  <a:chExt cx="334" cy="50"/>
                </a:xfrm>
              </p:grpSpPr>
              <p:sp>
                <p:nvSpPr>
                  <p:cNvPr id="767369"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0"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1"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372" name="Group 397"/>
              <p:cNvGrpSpPr>
                <a:grpSpLocks/>
              </p:cNvGrpSpPr>
              <p:nvPr/>
            </p:nvGrpSpPr>
            <p:grpSpPr bwMode="auto">
              <a:xfrm>
                <a:off x="2868" y="593"/>
                <a:ext cx="335" cy="346"/>
                <a:chOff x="2868" y="593"/>
                <a:chExt cx="335" cy="346"/>
              </a:xfrm>
            </p:grpSpPr>
            <p:sp>
              <p:nvSpPr>
                <p:cNvPr id="767373"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4"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5"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6"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7"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78"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79"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80"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81" name="Group 406"/>
                <p:cNvGrpSpPr>
                  <a:grpSpLocks/>
                </p:cNvGrpSpPr>
                <p:nvPr/>
              </p:nvGrpSpPr>
              <p:grpSpPr bwMode="auto">
                <a:xfrm>
                  <a:off x="2868" y="888"/>
                  <a:ext cx="335" cy="51"/>
                  <a:chOff x="2868" y="888"/>
                  <a:chExt cx="335" cy="51"/>
                </a:xfrm>
              </p:grpSpPr>
              <p:sp>
                <p:nvSpPr>
                  <p:cNvPr id="767382"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83"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84"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7385"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7386" name="Group 411"/>
            <p:cNvGrpSpPr>
              <a:grpSpLocks/>
            </p:cNvGrpSpPr>
            <p:nvPr/>
          </p:nvGrpSpPr>
          <p:grpSpPr bwMode="auto">
            <a:xfrm>
              <a:off x="6724386" y="898525"/>
              <a:ext cx="548614" cy="514350"/>
              <a:chOff x="3915" y="593"/>
              <a:chExt cx="343" cy="352"/>
            </a:xfrm>
          </p:grpSpPr>
          <p:grpSp>
            <p:nvGrpSpPr>
              <p:cNvPr id="767387" name="Group 412"/>
              <p:cNvGrpSpPr>
                <a:grpSpLocks/>
              </p:cNvGrpSpPr>
              <p:nvPr/>
            </p:nvGrpSpPr>
            <p:grpSpPr bwMode="auto">
              <a:xfrm>
                <a:off x="3924" y="599"/>
                <a:ext cx="334" cy="346"/>
                <a:chOff x="3924" y="599"/>
                <a:chExt cx="334" cy="346"/>
              </a:xfrm>
            </p:grpSpPr>
            <p:sp>
              <p:nvSpPr>
                <p:cNvPr id="767388"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89"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0"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1"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2"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93"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94"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95"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96" name="Group 421"/>
                <p:cNvGrpSpPr>
                  <a:grpSpLocks/>
                </p:cNvGrpSpPr>
                <p:nvPr/>
              </p:nvGrpSpPr>
              <p:grpSpPr bwMode="auto">
                <a:xfrm>
                  <a:off x="3924" y="895"/>
                  <a:ext cx="334" cy="50"/>
                  <a:chOff x="3924" y="895"/>
                  <a:chExt cx="334" cy="50"/>
                </a:xfrm>
              </p:grpSpPr>
              <p:sp>
                <p:nvSpPr>
                  <p:cNvPr id="767397"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8"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9"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400" name="Group 425"/>
              <p:cNvGrpSpPr>
                <a:grpSpLocks/>
              </p:cNvGrpSpPr>
              <p:nvPr/>
            </p:nvGrpSpPr>
            <p:grpSpPr bwMode="auto">
              <a:xfrm>
                <a:off x="3915" y="593"/>
                <a:ext cx="335" cy="346"/>
                <a:chOff x="3915" y="593"/>
                <a:chExt cx="335" cy="346"/>
              </a:xfrm>
            </p:grpSpPr>
            <p:sp>
              <p:nvSpPr>
                <p:cNvPr id="767401"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02"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03"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04"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05"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406"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407"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408"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409" name="Group 434"/>
                <p:cNvGrpSpPr>
                  <a:grpSpLocks/>
                </p:cNvGrpSpPr>
                <p:nvPr/>
              </p:nvGrpSpPr>
              <p:grpSpPr bwMode="auto">
                <a:xfrm>
                  <a:off x="3915" y="888"/>
                  <a:ext cx="335" cy="51"/>
                  <a:chOff x="3915" y="888"/>
                  <a:chExt cx="335" cy="51"/>
                </a:xfrm>
              </p:grpSpPr>
              <p:sp>
                <p:nvSpPr>
                  <p:cNvPr id="767410"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11"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12"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7413" name="Text Box 438"/>
          <p:cNvSpPr txBox="1">
            <a:spLocks noChangeArrowheads="1"/>
          </p:cNvSpPr>
          <p:nvPr/>
        </p:nvSpPr>
        <p:spPr bwMode="auto">
          <a:xfrm>
            <a:off x="1138238" y="188913"/>
            <a:ext cx="7991475" cy="1473200"/>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路由器总是具有两个或两个以上的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p>
          <a:p>
            <a:pPr algn="ctr" eaLnBrk="0" hangingPunct="0">
              <a:lnSpc>
                <a:spcPct val="110000"/>
              </a:lnSpc>
            </a:pPr>
            <a:r>
              <a:rPr lang="zh-CN" altLang="en-US" sz="2800" b="1">
                <a:solidFill>
                  <a:srgbClr val="000099"/>
                </a:solidFill>
                <a:ea typeface="黑体" panose="02010609060101010101" pitchFamily="49" charset="-122"/>
              </a:rPr>
              <a:t>路由器的每一个接口都有一个</a:t>
            </a:r>
          </a:p>
          <a:p>
            <a:pPr algn="ctr" eaLnBrk="0" hangingPunct="0">
              <a:lnSpc>
                <a:spcPct val="110000"/>
              </a:lnSpc>
            </a:pPr>
            <a:r>
              <a:rPr lang="zh-CN" altLang="en-US" sz="2800" b="1">
                <a:solidFill>
                  <a:srgbClr val="000099"/>
                </a:solidFill>
                <a:ea typeface="黑体" panose="02010609060101010101" pitchFamily="49" charset="-122"/>
              </a:rPr>
              <a:t>不同网络号的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r>
              <a:rPr lang="zh-CN" altLang="en-US" sz="2800">
                <a:solidFill>
                  <a:srgbClr val="333399"/>
                </a:solidFill>
                <a:ea typeface="宋体" panose="02010600030101010101" pitchFamily="2" charset="-122"/>
              </a:rPr>
              <a:t>。</a:t>
            </a:r>
            <a:endParaRPr lang="en-US" altLang="zh-CN" sz="2800" b="1">
              <a:solidFill>
                <a:srgbClr val="000099"/>
              </a:solidFill>
              <a:ea typeface="黑体" panose="02010609060101010101" pitchFamily="49" charset="-122"/>
            </a:endParaRPr>
          </a:p>
        </p:txBody>
      </p:sp>
      <p:grpSp>
        <p:nvGrpSpPr>
          <p:cNvPr id="443" name="Group 439"/>
          <p:cNvGrpSpPr>
            <a:grpSpLocks/>
          </p:cNvGrpSpPr>
          <p:nvPr/>
        </p:nvGrpSpPr>
        <p:grpSpPr bwMode="auto">
          <a:xfrm>
            <a:off x="1930400" y="4221163"/>
            <a:ext cx="2590800" cy="936625"/>
            <a:chOff x="968" y="2610"/>
            <a:chExt cx="1632" cy="590"/>
          </a:xfrm>
        </p:grpSpPr>
        <p:sp>
          <p:nvSpPr>
            <p:cNvPr id="767415" name="Line 440"/>
            <p:cNvSpPr>
              <a:spLocks noChangeShapeType="1"/>
            </p:cNvSpPr>
            <p:nvPr/>
          </p:nvSpPr>
          <p:spPr bwMode="auto">
            <a:xfrm>
              <a:off x="1149" y="2610"/>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7416" name="Line 441"/>
            <p:cNvSpPr>
              <a:spLocks noChangeShapeType="1"/>
            </p:cNvSpPr>
            <p:nvPr/>
          </p:nvSpPr>
          <p:spPr bwMode="auto">
            <a:xfrm>
              <a:off x="1874" y="3176"/>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7417" name="Line 442"/>
            <p:cNvSpPr>
              <a:spLocks noChangeShapeType="1"/>
            </p:cNvSpPr>
            <p:nvPr/>
          </p:nvSpPr>
          <p:spPr bwMode="auto">
            <a:xfrm>
              <a:off x="968" y="3200"/>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741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63CF8F-5409-4595-9D6A-C425D96AB30D}" type="slidenum">
              <a:rPr lang="zh-CN" altLang="en-US" smtClean="0"/>
              <a:pPr eaLnBrk="1" hangingPunct="1"/>
              <a:t>50</a:t>
            </a:fld>
            <a:endParaRPr lang="en-US" altLang="zh-CN" smtClean="0"/>
          </a:p>
        </p:txBody>
      </p:sp>
      <p:sp>
        <p:nvSpPr>
          <p:cNvPr id="76741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43"/>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500"/>
                                  </p:stCondLst>
                                  <p:childTnLst>
                                    <p:anim calcmode="discrete" valueType="str">
                                      <p:cBhvr>
                                        <p:cTn id="9" dur="1000" fill="hold"/>
                                        <p:tgtEl>
                                          <p:spTgt spid="4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1"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768002" name="AutoShape 2"/>
          <p:cNvSpPr>
            <a:spLocks noChangeArrowheads="1"/>
          </p:cNvSpPr>
          <p:nvPr/>
        </p:nvSpPr>
        <p:spPr bwMode="auto">
          <a:xfrm>
            <a:off x="1728788" y="2046288"/>
            <a:ext cx="6745287" cy="3697287"/>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8003" name="Freeform 4"/>
          <p:cNvSpPr>
            <a:spLocks noChangeArrowheads="1"/>
          </p:cNvSpPr>
          <p:nvPr/>
        </p:nvSpPr>
        <p:spPr bwMode="auto">
          <a:xfrm>
            <a:off x="3492500" y="2751138"/>
            <a:ext cx="4953000" cy="3003550"/>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04" name="Line 5"/>
          <p:cNvSpPr>
            <a:spLocks noChangeShapeType="1"/>
          </p:cNvSpPr>
          <p:nvPr/>
        </p:nvSpPr>
        <p:spPr bwMode="auto">
          <a:xfrm>
            <a:off x="5376863" y="5487988"/>
            <a:ext cx="0" cy="809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005" name="Line 6"/>
          <p:cNvSpPr>
            <a:spLocks noChangeShapeType="1"/>
          </p:cNvSpPr>
          <p:nvPr/>
        </p:nvSpPr>
        <p:spPr bwMode="auto">
          <a:xfrm>
            <a:off x="4095750" y="5467350"/>
            <a:ext cx="0" cy="806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006" name="Freeform 7"/>
          <p:cNvSpPr>
            <a:spLocks noChangeArrowheads="1"/>
          </p:cNvSpPr>
          <p:nvPr/>
        </p:nvSpPr>
        <p:spPr bwMode="auto">
          <a:xfrm>
            <a:off x="5708650" y="5267325"/>
            <a:ext cx="2563813" cy="200025"/>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8007" name="Freeform 10"/>
          <p:cNvSpPr>
            <a:spLocks noChangeArrowheads="1"/>
          </p:cNvSpPr>
          <p:nvPr/>
        </p:nvSpPr>
        <p:spPr bwMode="auto">
          <a:xfrm>
            <a:off x="1743075" y="2673350"/>
            <a:ext cx="960438" cy="2243138"/>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nvGrpSpPr>
          <p:cNvPr id="3" name="组合 2"/>
          <p:cNvGrpSpPr>
            <a:grpSpLocks/>
          </p:cNvGrpSpPr>
          <p:nvPr/>
        </p:nvGrpSpPr>
        <p:grpSpPr bwMode="auto">
          <a:xfrm>
            <a:off x="3179763" y="3265488"/>
            <a:ext cx="2663825" cy="1600200"/>
            <a:chOff x="3180094" y="3266159"/>
            <a:chExt cx="2663317" cy="1600318"/>
          </a:xfrm>
        </p:grpSpPr>
        <p:sp>
          <p:nvSpPr>
            <p:cNvPr id="768009" name="Freeform 8"/>
            <p:cNvSpPr>
              <a:spLocks noChangeArrowheads="1"/>
            </p:cNvSpPr>
            <p:nvPr/>
          </p:nvSpPr>
          <p:spPr bwMode="auto">
            <a:xfrm>
              <a:off x="3654631" y="4624323"/>
              <a:ext cx="1737232" cy="242154"/>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0" name="Freeform 11"/>
            <p:cNvSpPr>
              <a:spLocks noChangeArrowheads="1"/>
            </p:cNvSpPr>
            <p:nvPr/>
          </p:nvSpPr>
          <p:spPr bwMode="auto">
            <a:xfrm>
              <a:off x="3180094" y="3270670"/>
              <a:ext cx="1129693" cy="1033290"/>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1" name="Freeform 12"/>
            <p:cNvSpPr>
              <a:spLocks noChangeArrowheads="1"/>
            </p:cNvSpPr>
            <p:nvPr/>
          </p:nvSpPr>
          <p:spPr bwMode="auto">
            <a:xfrm>
              <a:off x="4838509" y="3266159"/>
              <a:ext cx="1004902" cy="1156622"/>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sp>
        <p:nvSpPr>
          <p:cNvPr id="768012" name="Rectangle 13"/>
          <p:cNvSpPr>
            <a:spLocks noChangeArrowheads="1"/>
          </p:cNvSpPr>
          <p:nvPr/>
        </p:nvSpPr>
        <p:spPr bwMode="auto">
          <a:xfrm>
            <a:off x="1895475" y="4676775"/>
            <a:ext cx="106838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13" name="Freeform 14"/>
          <p:cNvSpPr>
            <a:spLocks noChangeArrowheads="1"/>
          </p:cNvSpPr>
          <p:nvPr/>
        </p:nvSpPr>
        <p:spPr bwMode="auto">
          <a:xfrm>
            <a:off x="1309688" y="4168775"/>
            <a:ext cx="585787" cy="28575"/>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4" name="Rectangle 15"/>
          <p:cNvSpPr>
            <a:spLocks noChangeArrowheads="1"/>
          </p:cNvSpPr>
          <p:nvPr/>
        </p:nvSpPr>
        <p:spPr bwMode="auto">
          <a:xfrm>
            <a:off x="1309688" y="3122613"/>
            <a:ext cx="585787"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15" name="Freeform 16"/>
          <p:cNvSpPr>
            <a:spLocks noChangeArrowheads="1"/>
          </p:cNvSpPr>
          <p:nvPr/>
        </p:nvSpPr>
        <p:spPr bwMode="auto">
          <a:xfrm>
            <a:off x="2882900" y="3043238"/>
            <a:ext cx="1636713" cy="1554162"/>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8016" name="Freeform 17"/>
          <p:cNvSpPr>
            <a:spLocks noChangeArrowheads="1"/>
          </p:cNvSpPr>
          <p:nvPr/>
        </p:nvSpPr>
        <p:spPr bwMode="auto">
          <a:xfrm>
            <a:off x="2570163" y="2027238"/>
            <a:ext cx="5195887" cy="836612"/>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7" name="Freeform 18"/>
          <p:cNvSpPr>
            <a:spLocks noChangeArrowheads="1"/>
          </p:cNvSpPr>
          <p:nvPr/>
        </p:nvSpPr>
        <p:spPr bwMode="auto">
          <a:xfrm>
            <a:off x="4700588" y="3027363"/>
            <a:ext cx="1227137" cy="1504950"/>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8" name="Rectangle 19"/>
          <p:cNvSpPr>
            <a:spLocks noChangeArrowheads="1"/>
          </p:cNvSpPr>
          <p:nvPr/>
        </p:nvSpPr>
        <p:spPr bwMode="auto">
          <a:xfrm>
            <a:off x="8269288" y="4227513"/>
            <a:ext cx="647700" cy="238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19" name="Rectangle 20"/>
          <p:cNvSpPr>
            <a:spLocks noChangeArrowheads="1"/>
          </p:cNvSpPr>
          <p:nvPr/>
        </p:nvSpPr>
        <p:spPr bwMode="auto">
          <a:xfrm>
            <a:off x="8281988" y="3190875"/>
            <a:ext cx="646112"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20" name="Rectangle 21"/>
          <p:cNvSpPr>
            <a:spLocks noChangeArrowheads="1"/>
          </p:cNvSpPr>
          <p:nvPr/>
        </p:nvSpPr>
        <p:spPr bwMode="auto">
          <a:xfrm>
            <a:off x="7086600" y="4865688"/>
            <a:ext cx="177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8021" name="Oval 22"/>
          <p:cNvSpPr>
            <a:spLocks noChangeArrowheads="1"/>
          </p:cNvSpPr>
          <p:nvPr/>
        </p:nvSpPr>
        <p:spPr bwMode="auto">
          <a:xfrm>
            <a:off x="4038600" y="5672138"/>
            <a:ext cx="122238" cy="1127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8022" name="Group 23"/>
          <p:cNvGrpSpPr>
            <a:grpSpLocks/>
          </p:cNvGrpSpPr>
          <p:nvPr/>
        </p:nvGrpSpPr>
        <p:grpSpPr bwMode="auto">
          <a:xfrm>
            <a:off x="930275" y="3773488"/>
            <a:ext cx="522288" cy="488950"/>
            <a:chOff x="101" y="2294"/>
            <a:chExt cx="343" cy="353"/>
          </a:xfrm>
        </p:grpSpPr>
        <p:grpSp>
          <p:nvGrpSpPr>
            <p:cNvPr id="768023" name="Group 24"/>
            <p:cNvGrpSpPr>
              <a:grpSpLocks/>
            </p:cNvGrpSpPr>
            <p:nvPr/>
          </p:nvGrpSpPr>
          <p:grpSpPr bwMode="auto">
            <a:xfrm>
              <a:off x="109" y="2301"/>
              <a:ext cx="335" cy="346"/>
              <a:chOff x="109" y="2301"/>
              <a:chExt cx="335" cy="346"/>
            </a:xfrm>
          </p:grpSpPr>
          <p:sp>
            <p:nvSpPr>
              <p:cNvPr id="768024"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25"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26"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27"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28"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29"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30"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31"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32" name="Group 33"/>
              <p:cNvGrpSpPr>
                <a:grpSpLocks/>
              </p:cNvGrpSpPr>
              <p:nvPr/>
            </p:nvGrpSpPr>
            <p:grpSpPr bwMode="auto">
              <a:xfrm>
                <a:off x="109" y="2596"/>
                <a:ext cx="335" cy="51"/>
                <a:chOff x="109" y="2596"/>
                <a:chExt cx="335" cy="51"/>
              </a:xfrm>
            </p:grpSpPr>
            <p:sp>
              <p:nvSpPr>
                <p:cNvPr id="768033"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34"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35"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036" name="Group 37"/>
            <p:cNvGrpSpPr>
              <a:grpSpLocks/>
            </p:cNvGrpSpPr>
            <p:nvPr/>
          </p:nvGrpSpPr>
          <p:grpSpPr bwMode="auto">
            <a:xfrm>
              <a:off x="101" y="2294"/>
              <a:ext cx="335" cy="347"/>
              <a:chOff x="101" y="2294"/>
              <a:chExt cx="335" cy="347"/>
            </a:xfrm>
          </p:grpSpPr>
          <p:sp>
            <p:nvSpPr>
              <p:cNvPr id="768037"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38"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39"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40"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41"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42"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43"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44"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45" name="Group 46"/>
              <p:cNvGrpSpPr>
                <a:grpSpLocks/>
              </p:cNvGrpSpPr>
              <p:nvPr/>
            </p:nvGrpSpPr>
            <p:grpSpPr bwMode="auto">
              <a:xfrm>
                <a:off x="101" y="2590"/>
                <a:ext cx="335" cy="51"/>
                <a:chOff x="101" y="2590"/>
                <a:chExt cx="335" cy="51"/>
              </a:xfrm>
            </p:grpSpPr>
            <p:sp>
              <p:nvSpPr>
                <p:cNvPr id="768046"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47"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48"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049" name="Group 50"/>
          <p:cNvGrpSpPr>
            <a:grpSpLocks/>
          </p:cNvGrpSpPr>
          <p:nvPr/>
        </p:nvGrpSpPr>
        <p:grpSpPr bwMode="auto">
          <a:xfrm>
            <a:off x="3803650" y="6108700"/>
            <a:ext cx="520700" cy="488950"/>
            <a:chOff x="3891" y="3616"/>
            <a:chExt cx="342" cy="353"/>
          </a:xfrm>
        </p:grpSpPr>
        <p:grpSp>
          <p:nvGrpSpPr>
            <p:cNvPr id="768050" name="Group 51"/>
            <p:cNvGrpSpPr>
              <a:grpSpLocks/>
            </p:cNvGrpSpPr>
            <p:nvPr/>
          </p:nvGrpSpPr>
          <p:grpSpPr bwMode="auto">
            <a:xfrm>
              <a:off x="3899" y="3622"/>
              <a:ext cx="334" cy="347"/>
              <a:chOff x="3899" y="3622"/>
              <a:chExt cx="334" cy="347"/>
            </a:xfrm>
          </p:grpSpPr>
          <p:sp>
            <p:nvSpPr>
              <p:cNvPr id="768051"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52"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53"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54"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55"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56"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57"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58"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59" name="Group 60"/>
              <p:cNvGrpSpPr>
                <a:grpSpLocks/>
              </p:cNvGrpSpPr>
              <p:nvPr/>
            </p:nvGrpSpPr>
            <p:grpSpPr bwMode="auto">
              <a:xfrm>
                <a:off x="3899" y="3918"/>
                <a:ext cx="334" cy="51"/>
                <a:chOff x="3899" y="3918"/>
                <a:chExt cx="334" cy="51"/>
              </a:xfrm>
            </p:grpSpPr>
            <p:sp>
              <p:nvSpPr>
                <p:cNvPr id="768060"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1"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2"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063" name="Group 64"/>
            <p:cNvGrpSpPr>
              <a:grpSpLocks/>
            </p:cNvGrpSpPr>
            <p:nvPr/>
          </p:nvGrpSpPr>
          <p:grpSpPr bwMode="auto">
            <a:xfrm>
              <a:off x="3891" y="3616"/>
              <a:ext cx="334" cy="346"/>
              <a:chOff x="3891" y="3616"/>
              <a:chExt cx="334" cy="346"/>
            </a:xfrm>
          </p:grpSpPr>
          <p:sp>
            <p:nvSpPr>
              <p:cNvPr id="768064"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5"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6"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7"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8"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69"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70"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71"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72" name="Group 73"/>
              <p:cNvGrpSpPr>
                <a:grpSpLocks/>
              </p:cNvGrpSpPr>
              <p:nvPr/>
            </p:nvGrpSpPr>
            <p:grpSpPr bwMode="auto">
              <a:xfrm>
                <a:off x="3891" y="3912"/>
                <a:ext cx="334" cy="50"/>
                <a:chOff x="3891" y="3912"/>
                <a:chExt cx="334" cy="50"/>
              </a:xfrm>
            </p:grpSpPr>
            <p:sp>
              <p:nvSpPr>
                <p:cNvPr id="768073"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74"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75"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076" name="Group 77"/>
          <p:cNvGrpSpPr>
            <a:grpSpLocks/>
          </p:cNvGrpSpPr>
          <p:nvPr/>
        </p:nvGrpSpPr>
        <p:grpSpPr bwMode="auto">
          <a:xfrm>
            <a:off x="5118100" y="6094413"/>
            <a:ext cx="522288" cy="488950"/>
            <a:chOff x="4752" y="3605"/>
            <a:chExt cx="343" cy="353"/>
          </a:xfrm>
        </p:grpSpPr>
        <p:grpSp>
          <p:nvGrpSpPr>
            <p:cNvPr id="768077" name="Group 78"/>
            <p:cNvGrpSpPr>
              <a:grpSpLocks/>
            </p:cNvGrpSpPr>
            <p:nvPr/>
          </p:nvGrpSpPr>
          <p:grpSpPr bwMode="auto">
            <a:xfrm>
              <a:off x="4760" y="3612"/>
              <a:ext cx="335" cy="346"/>
              <a:chOff x="4760" y="3612"/>
              <a:chExt cx="335" cy="346"/>
            </a:xfrm>
          </p:grpSpPr>
          <p:sp>
            <p:nvSpPr>
              <p:cNvPr id="768078"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79"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0"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1"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2"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83"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84"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85"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86" name="Group 87"/>
              <p:cNvGrpSpPr>
                <a:grpSpLocks/>
              </p:cNvGrpSpPr>
              <p:nvPr/>
            </p:nvGrpSpPr>
            <p:grpSpPr bwMode="auto">
              <a:xfrm>
                <a:off x="4760" y="3907"/>
                <a:ext cx="335" cy="51"/>
                <a:chOff x="4760" y="3907"/>
                <a:chExt cx="335" cy="51"/>
              </a:xfrm>
            </p:grpSpPr>
            <p:sp>
              <p:nvSpPr>
                <p:cNvPr id="768087"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8"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9"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090" name="Group 91"/>
            <p:cNvGrpSpPr>
              <a:grpSpLocks/>
            </p:cNvGrpSpPr>
            <p:nvPr/>
          </p:nvGrpSpPr>
          <p:grpSpPr bwMode="auto">
            <a:xfrm>
              <a:off x="4752" y="3605"/>
              <a:ext cx="334" cy="347"/>
              <a:chOff x="4752" y="3605"/>
              <a:chExt cx="334" cy="347"/>
            </a:xfrm>
          </p:grpSpPr>
          <p:sp>
            <p:nvSpPr>
              <p:cNvPr id="768091"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92"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93"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94"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95"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96"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97"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98"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99" name="Group 100"/>
              <p:cNvGrpSpPr>
                <a:grpSpLocks/>
              </p:cNvGrpSpPr>
              <p:nvPr/>
            </p:nvGrpSpPr>
            <p:grpSpPr bwMode="auto">
              <a:xfrm>
                <a:off x="4752" y="3901"/>
                <a:ext cx="334" cy="51"/>
                <a:chOff x="4752" y="3901"/>
                <a:chExt cx="334" cy="51"/>
              </a:xfrm>
            </p:grpSpPr>
            <p:sp>
              <p:nvSpPr>
                <p:cNvPr id="768100"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1"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2"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103" name="Group 104"/>
          <p:cNvGrpSpPr>
            <a:grpSpLocks/>
          </p:cNvGrpSpPr>
          <p:nvPr/>
        </p:nvGrpSpPr>
        <p:grpSpPr bwMode="auto">
          <a:xfrm>
            <a:off x="930275" y="2724150"/>
            <a:ext cx="522288" cy="490538"/>
            <a:chOff x="101" y="1539"/>
            <a:chExt cx="343" cy="352"/>
          </a:xfrm>
        </p:grpSpPr>
        <p:grpSp>
          <p:nvGrpSpPr>
            <p:cNvPr id="768104" name="Group 105"/>
            <p:cNvGrpSpPr>
              <a:grpSpLocks/>
            </p:cNvGrpSpPr>
            <p:nvPr/>
          </p:nvGrpSpPr>
          <p:grpSpPr bwMode="auto">
            <a:xfrm>
              <a:off x="109" y="1545"/>
              <a:ext cx="335" cy="346"/>
              <a:chOff x="109" y="1545"/>
              <a:chExt cx="335" cy="346"/>
            </a:xfrm>
          </p:grpSpPr>
          <p:sp>
            <p:nvSpPr>
              <p:cNvPr id="768105"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6"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7"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8"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9"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10"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11"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12"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13" name="Group 114"/>
              <p:cNvGrpSpPr>
                <a:grpSpLocks/>
              </p:cNvGrpSpPr>
              <p:nvPr/>
            </p:nvGrpSpPr>
            <p:grpSpPr bwMode="auto">
              <a:xfrm>
                <a:off x="109" y="1841"/>
                <a:ext cx="335" cy="50"/>
                <a:chOff x="109" y="1841"/>
                <a:chExt cx="335" cy="50"/>
              </a:xfrm>
            </p:grpSpPr>
            <p:sp>
              <p:nvSpPr>
                <p:cNvPr id="768114"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15"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16"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117" name="Group 118"/>
            <p:cNvGrpSpPr>
              <a:grpSpLocks/>
            </p:cNvGrpSpPr>
            <p:nvPr/>
          </p:nvGrpSpPr>
          <p:grpSpPr bwMode="auto">
            <a:xfrm>
              <a:off x="101" y="1539"/>
              <a:ext cx="335" cy="346"/>
              <a:chOff x="101" y="1539"/>
              <a:chExt cx="335" cy="346"/>
            </a:xfrm>
          </p:grpSpPr>
          <p:sp>
            <p:nvSpPr>
              <p:cNvPr id="768118"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19"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0"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1"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2"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23"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24"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25"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26" name="Group 127"/>
              <p:cNvGrpSpPr>
                <a:grpSpLocks/>
              </p:cNvGrpSpPr>
              <p:nvPr/>
            </p:nvGrpSpPr>
            <p:grpSpPr bwMode="auto">
              <a:xfrm>
                <a:off x="101" y="1834"/>
                <a:ext cx="335" cy="51"/>
                <a:chOff x="101" y="1834"/>
                <a:chExt cx="335" cy="51"/>
              </a:xfrm>
            </p:grpSpPr>
            <p:sp>
              <p:nvSpPr>
                <p:cNvPr id="768127"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8"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9"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130" name="Group 131"/>
          <p:cNvGrpSpPr>
            <a:grpSpLocks/>
          </p:cNvGrpSpPr>
          <p:nvPr/>
        </p:nvGrpSpPr>
        <p:grpSpPr bwMode="auto">
          <a:xfrm>
            <a:off x="8769350" y="3811588"/>
            <a:ext cx="523875" cy="487362"/>
            <a:chOff x="5237" y="2322"/>
            <a:chExt cx="343" cy="352"/>
          </a:xfrm>
        </p:grpSpPr>
        <p:grpSp>
          <p:nvGrpSpPr>
            <p:cNvPr id="768131" name="Group 132"/>
            <p:cNvGrpSpPr>
              <a:grpSpLocks/>
            </p:cNvGrpSpPr>
            <p:nvPr/>
          </p:nvGrpSpPr>
          <p:grpSpPr bwMode="auto">
            <a:xfrm>
              <a:off x="5245" y="2328"/>
              <a:ext cx="335" cy="346"/>
              <a:chOff x="5245" y="2328"/>
              <a:chExt cx="335" cy="346"/>
            </a:xfrm>
          </p:grpSpPr>
          <p:sp>
            <p:nvSpPr>
              <p:cNvPr id="768132"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33"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34"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35"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36"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37"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38"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39"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40" name="Group 141"/>
              <p:cNvGrpSpPr>
                <a:grpSpLocks/>
              </p:cNvGrpSpPr>
              <p:nvPr/>
            </p:nvGrpSpPr>
            <p:grpSpPr bwMode="auto">
              <a:xfrm>
                <a:off x="5245" y="2624"/>
                <a:ext cx="335" cy="50"/>
                <a:chOff x="5245" y="2624"/>
                <a:chExt cx="335" cy="50"/>
              </a:xfrm>
            </p:grpSpPr>
            <p:sp>
              <p:nvSpPr>
                <p:cNvPr id="768141"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2"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3"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144" name="Group 145"/>
            <p:cNvGrpSpPr>
              <a:grpSpLocks/>
            </p:cNvGrpSpPr>
            <p:nvPr/>
          </p:nvGrpSpPr>
          <p:grpSpPr bwMode="auto">
            <a:xfrm>
              <a:off x="5237" y="2322"/>
              <a:ext cx="335" cy="346"/>
              <a:chOff x="5237" y="2322"/>
              <a:chExt cx="335" cy="346"/>
            </a:xfrm>
          </p:grpSpPr>
          <p:sp>
            <p:nvSpPr>
              <p:cNvPr id="768145"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6"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7"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8"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9"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50"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51"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52"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53" name="Group 154"/>
              <p:cNvGrpSpPr>
                <a:grpSpLocks/>
              </p:cNvGrpSpPr>
              <p:nvPr/>
            </p:nvGrpSpPr>
            <p:grpSpPr bwMode="auto">
              <a:xfrm>
                <a:off x="5237" y="2617"/>
                <a:ext cx="335" cy="51"/>
                <a:chOff x="5237" y="2617"/>
                <a:chExt cx="335" cy="51"/>
              </a:xfrm>
            </p:grpSpPr>
            <p:sp>
              <p:nvSpPr>
                <p:cNvPr id="768154"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55"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56"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157" name="Group 158"/>
          <p:cNvGrpSpPr>
            <a:grpSpLocks/>
          </p:cNvGrpSpPr>
          <p:nvPr/>
        </p:nvGrpSpPr>
        <p:grpSpPr bwMode="auto">
          <a:xfrm>
            <a:off x="8769350" y="2792413"/>
            <a:ext cx="523875" cy="488950"/>
            <a:chOff x="5237" y="1587"/>
            <a:chExt cx="343" cy="353"/>
          </a:xfrm>
        </p:grpSpPr>
        <p:grpSp>
          <p:nvGrpSpPr>
            <p:cNvPr id="768158" name="Group 159"/>
            <p:cNvGrpSpPr>
              <a:grpSpLocks/>
            </p:cNvGrpSpPr>
            <p:nvPr/>
          </p:nvGrpSpPr>
          <p:grpSpPr bwMode="auto">
            <a:xfrm>
              <a:off x="5245" y="1594"/>
              <a:ext cx="335" cy="346"/>
              <a:chOff x="5245" y="1594"/>
              <a:chExt cx="335" cy="346"/>
            </a:xfrm>
          </p:grpSpPr>
          <p:sp>
            <p:nvSpPr>
              <p:cNvPr id="768159"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0"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1"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2"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3"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64"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65"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66"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67" name="Group 168"/>
              <p:cNvGrpSpPr>
                <a:grpSpLocks/>
              </p:cNvGrpSpPr>
              <p:nvPr/>
            </p:nvGrpSpPr>
            <p:grpSpPr bwMode="auto">
              <a:xfrm>
                <a:off x="5245" y="1889"/>
                <a:ext cx="335" cy="51"/>
                <a:chOff x="5245" y="1889"/>
                <a:chExt cx="335" cy="51"/>
              </a:xfrm>
            </p:grpSpPr>
            <p:sp>
              <p:nvSpPr>
                <p:cNvPr id="768168"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9"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0"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171" name="Group 172"/>
            <p:cNvGrpSpPr>
              <a:grpSpLocks/>
            </p:cNvGrpSpPr>
            <p:nvPr/>
          </p:nvGrpSpPr>
          <p:grpSpPr bwMode="auto">
            <a:xfrm>
              <a:off x="5237" y="1587"/>
              <a:ext cx="335" cy="346"/>
              <a:chOff x="5237" y="1587"/>
              <a:chExt cx="335" cy="346"/>
            </a:xfrm>
          </p:grpSpPr>
          <p:sp>
            <p:nvSpPr>
              <p:cNvPr id="768172"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3"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4"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5"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6"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77"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78"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79"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80" name="Group 181"/>
              <p:cNvGrpSpPr>
                <a:grpSpLocks/>
              </p:cNvGrpSpPr>
              <p:nvPr/>
            </p:nvGrpSpPr>
            <p:grpSpPr bwMode="auto">
              <a:xfrm>
                <a:off x="5237" y="1883"/>
                <a:ext cx="335" cy="50"/>
                <a:chOff x="5237" y="1883"/>
                <a:chExt cx="335" cy="50"/>
              </a:xfrm>
            </p:grpSpPr>
            <p:sp>
              <p:nvSpPr>
                <p:cNvPr id="768181"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82"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83"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8184" name="Rectangle 185"/>
          <p:cNvSpPr>
            <a:spLocks noChangeArrowheads="1"/>
          </p:cNvSpPr>
          <p:nvPr/>
        </p:nvSpPr>
        <p:spPr bwMode="auto">
          <a:xfrm>
            <a:off x="2297113" y="2166938"/>
            <a:ext cx="9286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85" name="Rectangle 186"/>
          <p:cNvSpPr>
            <a:spLocks noChangeArrowheads="1"/>
          </p:cNvSpPr>
          <p:nvPr/>
        </p:nvSpPr>
        <p:spPr bwMode="auto">
          <a:xfrm>
            <a:off x="2616200" y="2447925"/>
            <a:ext cx="12001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8186" name="Rectangle 187"/>
          <p:cNvSpPr>
            <a:spLocks noChangeArrowheads="1"/>
          </p:cNvSpPr>
          <p:nvPr/>
        </p:nvSpPr>
        <p:spPr bwMode="auto">
          <a:xfrm>
            <a:off x="4022725" y="1751013"/>
            <a:ext cx="1042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87" name="Rectangle 188"/>
          <p:cNvSpPr>
            <a:spLocks noChangeArrowheads="1"/>
          </p:cNvSpPr>
          <p:nvPr/>
        </p:nvSpPr>
        <p:spPr bwMode="auto">
          <a:xfrm>
            <a:off x="3935413" y="17113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8188" name="Rectangle 189"/>
          <p:cNvSpPr>
            <a:spLocks noChangeArrowheads="1"/>
          </p:cNvSpPr>
          <p:nvPr/>
        </p:nvSpPr>
        <p:spPr bwMode="auto">
          <a:xfrm>
            <a:off x="5619750" y="1751013"/>
            <a:ext cx="1041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89" name="Rectangle 190"/>
          <p:cNvSpPr>
            <a:spLocks noChangeArrowheads="1"/>
          </p:cNvSpPr>
          <p:nvPr/>
        </p:nvSpPr>
        <p:spPr bwMode="auto">
          <a:xfrm>
            <a:off x="5510213" y="17113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8190" name="Rectangle 191"/>
          <p:cNvSpPr>
            <a:spLocks noChangeArrowheads="1"/>
          </p:cNvSpPr>
          <p:nvPr/>
        </p:nvSpPr>
        <p:spPr bwMode="auto">
          <a:xfrm>
            <a:off x="7269163" y="1751013"/>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91" name="Rectangle 192"/>
          <p:cNvSpPr>
            <a:spLocks noChangeArrowheads="1"/>
          </p:cNvSpPr>
          <p:nvPr/>
        </p:nvSpPr>
        <p:spPr bwMode="auto">
          <a:xfrm>
            <a:off x="7110413" y="16859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8192" name="Rectangle 193"/>
          <p:cNvSpPr>
            <a:spLocks noChangeArrowheads="1"/>
          </p:cNvSpPr>
          <p:nvPr/>
        </p:nvSpPr>
        <p:spPr bwMode="auto">
          <a:xfrm>
            <a:off x="4643438" y="2373313"/>
            <a:ext cx="26987" cy="509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8193" name="Group 194"/>
          <p:cNvGrpSpPr>
            <a:grpSpLocks/>
          </p:cNvGrpSpPr>
          <p:nvPr/>
        </p:nvGrpSpPr>
        <p:grpSpPr bwMode="auto">
          <a:xfrm>
            <a:off x="4284663" y="2838450"/>
            <a:ext cx="669925" cy="366713"/>
            <a:chOff x="2299" y="1622"/>
            <a:chExt cx="439" cy="262"/>
          </a:xfrm>
        </p:grpSpPr>
        <p:sp>
          <p:nvSpPr>
            <p:cNvPr id="768194"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8195"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96"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97"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8198" name="Group 199"/>
            <p:cNvGrpSpPr>
              <a:grpSpLocks/>
            </p:cNvGrpSpPr>
            <p:nvPr/>
          </p:nvGrpSpPr>
          <p:grpSpPr bwMode="auto">
            <a:xfrm>
              <a:off x="2365" y="1640"/>
              <a:ext cx="304" cy="117"/>
              <a:chOff x="2365" y="1640"/>
              <a:chExt cx="304" cy="117"/>
            </a:xfrm>
          </p:grpSpPr>
          <p:grpSp>
            <p:nvGrpSpPr>
              <p:cNvPr id="768199" name="Group 200"/>
              <p:cNvGrpSpPr>
                <a:grpSpLocks/>
              </p:cNvGrpSpPr>
              <p:nvPr/>
            </p:nvGrpSpPr>
            <p:grpSpPr bwMode="auto">
              <a:xfrm>
                <a:off x="2365" y="1640"/>
                <a:ext cx="302" cy="115"/>
                <a:chOff x="2365" y="1640"/>
                <a:chExt cx="302" cy="115"/>
              </a:xfrm>
            </p:grpSpPr>
            <p:sp>
              <p:nvSpPr>
                <p:cNvPr id="768200"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1"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2"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3"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4"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5"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6"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7"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8208" name="Group 209"/>
              <p:cNvGrpSpPr>
                <a:grpSpLocks/>
              </p:cNvGrpSpPr>
              <p:nvPr/>
            </p:nvGrpSpPr>
            <p:grpSpPr bwMode="auto">
              <a:xfrm>
                <a:off x="2368" y="1643"/>
                <a:ext cx="301" cy="114"/>
                <a:chOff x="2368" y="1643"/>
                <a:chExt cx="301" cy="114"/>
              </a:xfrm>
            </p:grpSpPr>
            <p:sp>
              <p:nvSpPr>
                <p:cNvPr id="768209"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0"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1"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2"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3"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4"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5"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6"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8217"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218"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8219" name="Rectangle 220"/>
          <p:cNvSpPr>
            <a:spLocks noChangeArrowheads="1"/>
          </p:cNvSpPr>
          <p:nvPr/>
        </p:nvSpPr>
        <p:spPr bwMode="auto">
          <a:xfrm>
            <a:off x="4756150" y="2593975"/>
            <a:ext cx="10445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20" name="Rectangle 221"/>
          <p:cNvSpPr>
            <a:spLocks noChangeArrowheads="1"/>
          </p:cNvSpPr>
          <p:nvPr/>
        </p:nvSpPr>
        <p:spPr bwMode="auto">
          <a:xfrm>
            <a:off x="4832350" y="2603500"/>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8221" name="Rectangle 222"/>
          <p:cNvSpPr>
            <a:spLocks noChangeArrowheads="1"/>
          </p:cNvSpPr>
          <p:nvPr/>
        </p:nvSpPr>
        <p:spPr bwMode="auto">
          <a:xfrm>
            <a:off x="3895725" y="2733675"/>
            <a:ext cx="4270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22" name="Rectangle 223"/>
          <p:cNvSpPr>
            <a:spLocks noChangeArrowheads="1"/>
          </p:cNvSpPr>
          <p:nvPr/>
        </p:nvSpPr>
        <p:spPr bwMode="auto">
          <a:xfrm>
            <a:off x="4002088" y="2724150"/>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8223" name="Oval 224"/>
          <p:cNvSpPr>
            <a:spLocks noChangeArrowheads="1"/>
          </p:cNvSpPr>
          <p:nvPr/>
        </p:nvSpPr>
        <p:spPr bwMode="auto">
          <a:xfrm>
            <a:off x="4602163" y="2641600"/>
            <a:ext cx="96837"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24" name="Rectangle 225"/>
          <p:cNvSpPr>
            <a:spLocks noChangeArrowheads="1"/>
          </p:cNvSpPr>
          <p:nvPr/>
        </p:nvSpPr>
        <p:spPr bwMode="auto">
          <a:xfrm>
            <a:off x="2373313" y="1878013"/>
            <a:ext cx="746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25" name="Oval 226"/>
          <p:cNvSpPr>
            <a:spLocks noChangeArrowheads="1"/>
          </p:cNvSpPr>
          <p:nvPr/>
        </p:nvSpPr>
        <p:spPr bwMode="auto">
          <a:xfrm>
            <a:off x="8385175" y="4200525"/>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26" name="Oval 227"/>
          <p:cNvSpPr>
            <a:spLocks noChangeArrowheads="1"/>
          </p:cNvSpPr>
          <p:nvPr/>
        </p:nvSpPr>
        <p:spPr bwMode="auto">
          <a:xfrm>
            <a:off x="8389938" y="315118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27" name="Rectangle 228"/>
          <p:cNvSpPr>
            <a:spLocks noChangeArrowheads="1"/>
          </p:cNvSpPr>
          <p:nvPr/>
        </p:nvSpPr>
        <p:spPr bwMode="auto">
          <a:xfrm>
            <a:off x="6888163" y="3838575"/>
            <a:ext cx="10445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28" name="Rectangle 229"/>
          <p:cNvSpPr>
            <a:spLocks noChangeArrowheads="1"/>
          </p:cNvSpPr>
          <p:nvPr/>
        </p:nvSpPr>
        <p:spPr bwMode="auto">
          <a:xfrm>
            <a:off x="6326188" y="4327525"/>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8229" name="Rectangle 230"/>
          <p:cNvSpPr>
            <a:spLocks noChangeArrowheads="1"/>
          </p:cNvSpPr>
          <p:nvPr/>
        </p:nvSpPr>
        <p:spPr bwMode="auto">
          <a:xfrm>
            <a:off x="8485188" y="4322763"/>
            <a:ext cx="10429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30" name="Rectangle 231"/>
          <p:cNvSpPr>
            <a:spLocks noChangeArrowheads="1"/>
          </p:cNvSpPr>
          <p:nvPr/>
        </p:nvSpPr>
        <p:spPr bwMode="auto">
          <a:xfrm>
            <a:off x="8580438" y="4379913"/>
            <a:ext cx="112553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8231" name="Rectangle 232"/>
          <p:cNvSpPr>
            <a:spLocks noChangeArrowheads="1"/>
          </p:cNvSpPr>
          <p:nvPr/>
        </p:nvSpPr>
        <p:spPr bwMode="auto">
          <a:xfrm>
            <a:off x="8485188" y="3270250"/>
            <a:ext cx="10429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32" name="Rectangle 233"/>
          <p:cNvSpPr>
            <a:spLocks noChangeArrowheads="1"/>
          </p:cNvSpPr>
          <p:nvPr/>
        </p:nvSpPr>
        <p:spPr bwMode="auto">
          <a:xfrm>
            <a:off x="8580438" y="3328988"/>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8233" name="Rectangle 235"/>
          <p:cNvSpPr>
            <a:spLocks noChangeArrowheads="1"/>
          </p:cNvSpPr>
          <p:nvPr/>
        </p:nvSpPr>
        <p:spPr bwMode="auto">
          <a:xfrm>
            <a:off x="5502275" y="5764213"/>
            <a:ext cx="1123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8234" name="Rectangle 236"/>
          <p:cNvSpPr>
            <a:spLocks noChangeArrowheads="1"/>
          </p:cNvSpPr>
          <p:nvPr/>
        </p:nvSpPr>
        <p:spPr bwMode="auto">
          <a:xfrm>
            <a:off x="4127500" y="5657850"/>
            <a:ext cx="10429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35" name="Rectangle 237"/>
          <p:cNvSpPr>
            <a:spLocks noChangeArrowheads="1"/>
          </p:cNvSpPr>
          <p:nvPr/>
        </p:nvSpPr>
        <p:spPr bwMode="auto">
          <a:xfrm>
            <a:off x="4167188" y="5764213"/>
            <a:ext cx="1123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8236" name="Oval 238"/>
          <p:cNvSpPr>
            <a:spLocks noChangeArrowheads="1"/>
          </p:cNvSpPr>
          <p:nvPr/>
        </p:nvSpPr>
        <p:spPr bwMode="auto">
          <a:xfrm>
            <a:off x="5332413" y="5684838"/>
            <a:ext cx="95250" cy="88900"/>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37" name="Rectangle 239"/>
          <p:cNvSpPr>
            <a:spLocks noChangeArrowheads="1"/>
          </p:cNvSpPr>
          <p:nvPr/>
        </p:nvSpPr>
        <p:spPr bwMode="auto">
          <a:xfrm>
            <a:off x="7383463" y="3148013"/>
            <a:ext cx="9255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38" name="Rectangle 240"/>
          <p:cNvSpPr>
            <a:spLocks noChangeArrowheads="1"/>
          </p:cNvSpPr>
          <p:nvPr/>
        </p:nvSpPr>
        <p:spPr bwMode="auto">
          <a:xfrm>
            <a:off x="7191375" y="3748088"/>
            <a:ext cx="11509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8239" name="Rectangle 241"/>
          <p:cNvSpPr>
            <a:spLocks noChangeArrowheads="1"/>
          </p:cNvSpPr>
          <p:nvPr/>
        </p:nvSpPr>
        <p:spPr bwMode="auto">
          <a:xfrm>
            <a:off x="7458075" y="2870200"/>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8240" name="Group 242"/>
          <p:cNvGrpSpPr>
            <a:grpSpLocks/>
          </p:cNvGrpSpPr>
          <p:nvPr/>
        </p:nvGrpSpPr>
        <p:grpSpPr bwMode="auto">
          <a:xfrm>
            <a:off x="2630488" y="4502150"/>
            <a:ext cx="671512" cy="363538"/>
            <a:chOff x="1304" y="2569"/>
            <a:chExt cx="439" cy="262"/>
          </a:xfrm>
        </p:grpSpPr>
        <p:sp>
          <p:nvSpPr>
            <p:cNvPr id="768241"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8242"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43"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44"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8245" name="Group 247"/>
            <p:cNvGrpSpPr>
              <a:grpSpLocks/>
            </p:cNvGrpSpPr>
            <p:nvPr/>
          </p:nvGrpSpPr>
          <p:grpSpPr bwMode="auto">
            <a:xfrm>
              <a:off x="1371" y="2587"/>
              <a:ext cx="304" cy="117"/>
              <a:chOff x="1371" y="2587"/>
              <a:chExt cx="304" cy="117"/>
            </a:xfrm>
          </p:grpSpPr>
          <p:grpSp>
            <p:nvGrpSpPr>
              <p:cNvPr id="768246" name="Group 248"/>
              <p:cNvGrpSpPr>
                <a:grpSpLocks/>
              </p:cNvGrpSpPr>
              <p:nvPr/>
            </p:nvGrpSpPr>
            <p:grpSpPr bwMode="auto">
              <a:xfrm>
                <a:off x="1371" y="2587"/>
                <a:ext cx="301" cy="115"/>
                <a:chOff x="1371" y="2587"/>
                <a:chExt cx="301" cy="115"/>
              </a:xfrm>
            </p:grpSpPr>
            <p:sp>
              <p:nvSpPr>
                <p:cNvPr id="768247"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48"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49"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0"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1"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2"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3"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4"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8255" name="Group 257"/>
              <p:cNvGrpSpPr>
                <a:grpSpLocks/>
              </p:cNvGrpSpPr>
              <p:nvPr/>
            </p:nvGrpSpPr>
            <p:grpSpPr bwMode="auto">
              <a:xfrm>
                <a:off x="1373" y="2590"/>
                <a:ext cx="302" cy="114"/>
                <a:chOff x="1373" y="2590"/>
                <a:chExt cx="302" cy="114"/>
              </a:xfrm>
            </p:grpSpPr>
            <p:sp>
              <p:nvSpPr>
                <p:cNvPr id="768256"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7"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8"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9"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60"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61"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62"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63"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8264"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265"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8266" name="Group 268"/>
          <p:cNvGrpSpPr>
            <a:grpSpLocks/>
          </p:cNvGrpSpPr>
          <p:nvPr/>
        </p:nvGrpSpPr>
        <p:grpSpPr bwMode="auto">
          <a:xfrm>
            <a:off x="5632450" y="4502150"/>
            <a:ext cx="673100" cy="363538"/>
            <a:chOff x="3488" y="2569"/>
            <a:chExt cx="439" cy="262"/>
          </a:xfrm>
        </p:grpSpPr>
        <p:sp>
          <p:nvSpPr>
            <p:cNvPr id="768267"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8268"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69"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70"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8271" name="Group 273"/>
            <p:cNvGrpSpPr>
              <a:grpSpLocks/>
            </p:cNvGrpSpPr>
            <p:nvPr/>
          </p:nvGrpSpPr>
          <p:grpSpPr bwMode="auto">
            <a:xfrm>
              <a:off x="3555" y="2587"/>
              <a:ext cx="304" cy="117"/>
              <a:chOff x="3555" y="2587"/>
              <a:chExt cx="304" cy="117"/>
            </a:xfrm>
          </p:grpSpPr>
          <p:grpSp>
            <p:nvGrpSpPr>
              <p:cNvPr id="768272" name="Group 274"/>
              <p:cNvGrpSpPr>
                <a:grpSpLocks/>
              </p:cNvGrpSpPr>
              <p:nvPr/>
            </p:nvGrpSpPr>
            <p:grpSpPr bwMode="auto">
              <a:xfrm>
                <a:off x="3555" y="2587"/>
                <a:ext cx="301" cy="115"/>
                <a:chOff x="3555" y="2587"/>
                <a:chExt cx="301" cy="115"/>
              </a:xfrm>
            </p:grpSpPr>
            <p:sp>
              <p:nvSpPr>
                <p:cNvPr id="768273"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4"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5"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6"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7"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8"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9"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0"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8281" name="Group 283"/>
              <p:cNvGrpSpPr>
                <a:grpSpLocks/>
              </p:cNvGrpSpPr>
              <p:nvPr/>
            </p:nvGrpSpPr>
            <p:grpSpPr bwMode="auto">
              <a:xfrm>
                <a:off x="3557" y="2590"/>
                <a:ext cx="302" cy="114"/>
                <a:chOff x="3557" y="2590"/>
                <a:chExt cx="302" cy="114"/>
              </a:xfrm>
            </p:grpSpPr>
            <p:sp>
              <p:nvSpPr>
                <p:cNvPr id="768282"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3"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4"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5"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6"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7"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8"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9"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8290"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291"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8292" name="Oval 296"/>
          <p:cNvSpPr>
            <a:spLocks noChangeArrowheads="1"/>
          </p:cNvSpPr>
          <p:nvPr/>
        </p:nvSpPr>
        <p:spPr bwMode="auto">
          <a:xfrm>
            <a:off x="5767388" y="435133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93" name="Oval 297"/>
          <p:cNvSpPr>
            <a:spLocks noChangeArrowheads="1"/>
          </p:cNvSpPr>
          <p:nvPr/>
        </p:nvSpPr>
        <p:spPr bwMode="auto">
          <a:xfrm>
            <a:off x="4857750" y="3241675"/>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94" name="Oval 298"/>
          <p:cNvSpPr>
            <a:spLocks noChangeArrowheads="1"/>
          </p:cNvSpPr>
          <p:nvPr/>
        </p:nvSpPr>
        <p:spPr bwMode="auto">
          <a:xfrm>
            <a:off x="3141663" y="4244975"/>
            <a:ext cx="96837"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95" name="Oval 299"/>
          <p:cNvSpPr>
            <a:spLocks noChangeArrowheads="1"/>
          </p:cNvSpPr>
          <p:nvPr/>
        </p:nvSpPr>
        <p:spPr bwMode="auto">
          <a:xfrm>
            <a:off x="4167188" y="3263900"/>
            <a:ext cx="93662" cy="8572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96" name="Rectangle 300"/>
          <p:cNvSpPr>
            <a:spLocks noChangeArrowheads="1"/>
          </p:cNvSpPr>
          <p:nvPr/>
        </p:nvSpPr>
        <p:spPr bwMode="auto">
          <a:xfrm>
            <a:off x="5035550" y="2927350"/>
            <a:ext cx="104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97" name="Rectangle 301"/>
          <p:cNvSpPr>
            <a:spLocks noChangeArrowheads="1"/>
          </p:cNvSpPr>
          <p:nvPr/>
        </p:nvSpPr>
        <p:spPr bwMode="auto">
          <a:xfrm>
            <a:off x="5057775" y="3081338"/>
            <a:ext cx="10207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8298" name="Rectangle 302"/>
          <p:cNvSpPr>
            <a:spLocks noChangeArrowheads="1"/>
          </p:cNvSpPr>
          <p:nvPr/>
        </p:nvSpPr>
        <p:spPr bwMode="auto">
          <a:xfrm>
            <a:off x="3059113" y="3063875"/>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99" name="Rectangle 303"/>
          <p:cNvSpPr>
            <a:spLocks noChangeArrowheads="1"/>
          </p:cNvSpPr>
          <p:nvPr/>
        </p:nvSpPr>
        <p:spPr bwMode="auto">
          <a:xfrm>
            <a:off x="3181350" y="3052763"/>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8300" name="Rectangle 304"/>
          <p:cNvSpPr>
            <a:spLocks noChangeArrowheads="1"/>
          </p:cNvSpPr>
          <p:nvPr/>
        </p:nvSpPr>
        <p:spPr bwMode="auto">
          <a:xfrm>
            <a:off x="2297113" y="3687763"/>
            <a:ext cx="10445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1" name="Rectangle 305"/>
          <p:cNvSpPr>
            <a:spLocks noChangeArrowheads="1"/>
          </p:cNvSpPr>
          <p:nvPr/>
        </p:nvSpPr>
        <p:spPr bwMode="auto">
          <a:xfrm>
            <a:off x="2262188" y="3924300"/>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8302" name="Rectangle 306"/>
          <p:cNvSpPr>
            <a:spLocks noChangeArrowheads="1"/>
          </p:cNvSpPr>
          <p:nvPr/>
        </p:nvSpPr>
        <p:spPr bwMode="auto">
          <a:xfrm>
            <a:off x="5746750" y="3562350"/>
            <a:ext cx="10429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3" name="Rectangle 307"/>
          <p:cNvSpPr>
            <a:spLocks noChangeArrowheads="1"/>
          </p:cNvSpPr>
          <p:nvPr/>
        </p:nvSpPr>
        <p:spPr bwMode="auto">
          <a:xfrm>
            <a:off x="5765800" y="4041775"/>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8304" name="Rectangle 308"/>
          <p:cNvSpPr>
            <a:spLocks noChangeArrowheads="1"/>
          </p:cNvSpPr>
          <p:nvPr/>
        </p:nvSpPr>
        <p:spPr bwMode="auto">
          <a:xfrm>
            <a:off x="5181600" y="4400550"/>
            <a:ext cx="104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5" name="Rectangle 309"/>
          <p:cNvSpPr>
            <a:spLocks noChangeArrowheads="1"/>
          </p:cNvSpPr>
          <p:nvPr/>
        </p:nvSpPr>
        <p:spPr bwMode="auto">
          <a:xfrm>
            <a:off x="5030788" y="4829175"/>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8306" name="Rectangle 310"/>
          <p:cNvSpPr>
            <a:spLocks noChangeArrowheads="1"/>
          </p:cNvSpPr>
          <p:nvPr/>
        </p:nvSpPr>
        <p:spPr bwMode="auto">
          <a:xfrm>
            <a:off x="3344863" y="4400550"/>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7" name="Rectangle 311"/>
          <p:cNvSpPr>
            <a:spLocks noChangeArrowheads="1"/>
          </p:cNvSpPr>
          <p:nvPr/>
        </p:nvSpPr>
        <p:spPr bwMode="auto">
          <a:xfrm>
            <a:off x="3435350" y="4811713"/>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8308" name="Rectangle 312"/>
          <p:cNvSpPr>
            <a:spLocks noChangeArrowheads="1"/>
          </p:cNvSpPr>
          <p:nvPr/>
        </p:nvSpPr>
        <p:spPr bwMode="auto">
          <a:xfrm>
            <a:off x="725488" y="3201988"/>
            <a:ext cx="10429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9" name="Rectangle 313"/>
          <p:cNvSpPr>
            <a:spLocks noChangeArrowheads="1"/>
          </p:cNvSpPr>
          <p:nvPr/>
        </p:nvSpPr>
        <p:spPr bwMode="auto">
          <a:xfrm>
            <a:off x="587375" y="3260725"/>
            <a:ext cx="11255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8310" name="Rectangle 314"/>
          <p:cNvSpPr>
            <a:spLocks noChangeArrowheads="1"/>
          </p:cNvSpPr>
          <p:nvPr/>
        </p:nvSpPr>
        <p:spPr bwMode="auto">
          <a:xfrm>
            <a:off x="1841500" y="4460875"/>
            <a:ext cx="104298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11" name="Rectangle 315"/>
          <p:cNvSpPr>
            <a:spLocks noChangeArrowheads="1"/>
          </p:cNvSpPr>
          <p:nvPr/>
        </p:nvSpPr>
        <p:spPr bwMode="auto">
          <a:xfrm>
            <a:off x="1968500" y="4857750"/>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8312" name="Rectangle 316"/>
          <p:cNvSpPr>
            <a:spLocks noChangeArrowheads="1"/>
          </p:cNvSpPr>
          <p:nvPr/>
        </p:nvSpPr>
        <p:spPr bwMode="auto">
          <a:xfrm>
            <a:off x="725488" y="4251325"/>
            <a:ext cx="104298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13" name="Rectangle 317"/>
          <p:cNvSpPr>
            <a:spLocks noChangeArrowheads="1"/>
          </p:cNvSpPr>
          <p:nvPr/>
        </p:nvSpPr>
        <p:spPr bwMode="auto">
          <a:xfrm>
            <a:off x="587375" y="4310063"/>
            <a:ext cx="11255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8314" name="Oval 318"/>
          <p:cNvSpPr>
            <a:spLocks noChangeArrowheads="1"/>
          </p:cNvSpPr>
          <p:nvPr/>
        </p:nvSpPr>
        <p:spPr bwMode="auto">
          <a:xfrm>
            <a:off x="1693863" y="413543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315" name="Oval 319"/>
          <p:cNvSpPr>
            <a:spLocks noChangeArrowheads="1"/>
          </p:cNvSpPr>
          <p:nvPr/>
        </p:nvSpPr>
        <p:spPr bwMode="auto">
          <a:xfrm>
            <a:off x="1685925" y="3086100"/>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316" name="Oval 320"/>
          <p:cNvSpPr>
            <a:spLocks noChangeArrowheads="1"/>
          </p:cNvSpPr>
          <p:nvPr/>
        </p:nvSpPr>
        <p:spPr bwMode="auto">
          <a:xfrm>
            <a:off x="2411413" y="4645025"/>
            <a:ext cx="95250"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317" name="Rectangle 321"/>
          <p:cNvSpPr>
            <a:spLocks noChangeArrowheads="1"/>
          </p:cNvSpPr>
          <p:nvPr/>
        </p:nvSpPr>
        <p:spPr bwMode="auto">
          <a:xfrm>
            <a:off x="2952750" y="4514850"/>
            <a:ext cx="428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18" name="Rectangle 322"/>
          <p:cNvSpPr>
            <a:spLocks noChangeArrowheads="1"/>
          </p:cNvSpPr>
          <p:nvPr/>
        </p:nvSpPr>
        <p:spPr bwMode="auto">
          <a:xfrm>
            <a:off x="3282950" y="4303713"/>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8319" name="Rectangle 323"/>
          <p:cNvSpPr>
            <a:spLocks noChangeArrowheads="1"/>
          </p:cNvSpPr>
          <p:nvPr/>
        </p:nvSpPr>
        <p:spPr bwMode="auto">
          <a:xfrm>
            <a:off x="6335713" y="4459288"/>
            <a:ext cx="42862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0" name="Rectangle 324"/>
          <p:cNvSpPr>
            <a:spLocks noChangeArrowheads="1"/>
          </p:cNvSpPr>
          <p:nvPr/>
        </p:nvSpPr>
        <p:spPr bwMode="auto">
          <a:xfrm>
            <a:off x="5372100" y="4302125"/>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8321" name="Rectangle 325"/>
          <p:cNvSpPr>
            <a:spLocks noChangeArrowheads="1"/>
          </p:cNvSpPr>
          <p:nvPr/>
        </p:nvSpPr>
        <p:spPr bwMode="auto">
          <a:xfrm>
            <a:off x="1884363" y="320992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2" name="Rectangle 326"/>
          <p:cNvSpPr>
            <a:spLocks noChangeArrowheads="1"/>
          </p:cNvSpPr>
          <p:nvPr/>
        </p:nvSpPr>
        <p:spPr bwMode="auto">
          <a:xfrm>
            <a:off x="1966913" y="3194050"/>
            <a:ext cx="12001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8323" name="Rectangle 327"/>
          <p:cNvSpPr>
            <a:spLocks noChangeArrowheads="1"/>
          </p:cNvSpPr>
          <p:nvPr/>
        </p:nvSpPr>
        <p:spPr bwMode="auto">
          <a:xfrm>
            <a:off x="1919288" y="2928938"/>
            <a:ext cx="7413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4" name="Rectangle 328"/>
          <p:cNvSpPr>
            <a:spLocks noChangeArrowheads="1"/>
          </p:cNvSpPr>
          <p:nvPr/>
        </p:nvSpPr>
        <p:spPr bwMode="auto">
          <a:xfrm>
            <a:off x="2043113" y="2913063"/>
            <a:ext cx="8064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8325" name="Rectangle 329"/>
          <p:cNvSpPr>
            <a:spLocks noChangeArrowheads="1"/>
          </p:cNvSpPr>
          <p:nvPr/>
        </p:nvSpPr>
        <p:spPr bwMode="auto">
          <a:xfrm>
            <a:off x="4425950" y="3962400"/>
            <a:ext cx="430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6" name="Rectangle 330"/>
          <p:cNvSpPr>
            <a:spLocks noChangeArrowheads="1"/>
          </p:cNvSpPr>
          <p:nvPr/>
        </p:nvSpPr>
        <p:spPr bwMode="auto">
          <a:xfrm>
            <a:off x="5416550" y="3270250"/>
            <a:ext cx="428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7" name="Rectangle 331"/>
          <p:cNvSpPr>
            <a:spLocks noChangeArrowheads="1"/>
          </p:cNvSpPr>
          <p:nvPr/>
        </p:nvSpPr>
        <p:spPr bwMode="auto">
          <a:xfrm>
            <a:off x="5414963" y="3465513"/>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8328" name="Rectangle 332"/>
          <p:cNvSpPr>
            <a:spLocks noChangeArrowheads="1"/>
          </p:cNvSpPr>
          <p:nvPr/>
        </p:nvSpPr>
        <p:spPr bwMode="auto">
          <a:xfrm>
            <a:off x="3743325" y="3616325"/>
            <a:ext cx="427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9" name="Rectangle 333"/>
          <p:cNvSpPr>
            <a:spLocks noChangeArrowheads="1"/>
          </p:cNvSpPr>
          <p:nvPr/>
        </p:nvSpPr>
        <p:spPr bwMode="auto">
          <a:xfrm>
            <a:off x="3656013" y="3800475"/>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8330" name="Rectangle 334"/>
          <p:cNvSpPr>
            <a:spLocks noChangeArrowheads="1"/>
          </p:cNvSpPr>
          <p:nvPr/>
        </p:nvSpPr>
        <p:spPr bwMode="auto">
          <a:xfrm>
            <a:off x="4295775" y="4348163"/>
            <a:ext cx="8826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8331" name="Rectangle 335"/>
          <p:cNvSpPr>
            <a:spLocks noChangeArrowheads="1"/>
          </p:cNvSpPr>
          <p:nvPr/>
        </p:nvSpPr>
        <p:spPr bwMode="auto">
          <a:xfrm>
            <a:off x="4046538" y="361632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32" name="Rectangle 336"/>
          <p:cNvSpPr>
            <a:spLocks noChangeArrowheads="1"/>
          </p:cNvSpPr>
          <p:nvPr/>
        </p:nvSpPr>
        <p:spPr bwMode="auto">
          <a:xfrm>
            <a:off x="4000500" y="3800475"/>
            <a:ext cx="8842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8333" name="Rectangle 337"/>
          <p:cNvSpPr>
            <a:spLocks noChangeArrowheads="1"/>
          </p:cNvSpPr>
          <p:nvPr/>
        </p:nvSpPr>
        <p:spPr bwMode="auto">
          <a:xfrm>
            <a:off x="5719763" y="3286125"/>
            <a:ext cx="9302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34" name="Rectangle 338"/>
          <p:cNvSpPr>
            <a:spLocks noChangeArrowheads="1"/>
          </p:cNvSpPr>
          <p:nvPr/>
        </p:nvSpPr>
        <p:spPr bwMode="auto">
          <a:xfrm>
            <a:off x="5754688" y="3481388"/>
            <a:ext cx="8826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8335" name="Line 339"/>
          <p:cNvSpPr>
            <a:spLocks noChangeShapeType="1"/>
          </p:cNvSpPr>
          <p:nvPr/>
        </p:nvSpPr>
        <p:spPr bwMode="auto">
          <a:xfrm>
            <a:off x="1895475" y="2801938"/>
            <a:ext cx="0" cy="20637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36" name="Rectangle 340"/>
          <p:cNvSpPr>
            <a:spLocks noChangeArrowheads="1"/>
          </p:cNvSpPr>
          <p:nvPr/>
        </p:nvSpPr>
        <p:spPr bwMode="auto">
          <a:xfrm>
            <a:off x="3949700" y="4332288"/>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8337"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4350" y="5024438"/>
            <a:ext cx="601663"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338" name="Line 342"/>
          <p:cNvSpPr>
            <a:spLocks noChangeShapeType="1"/>
          </p:cNvSpPr>
          <p:nvPr/>
        </p:nvSpPr>
        <p:spPr bwMode="auto">
          <a:xfrm>
            <a:off x="8272463" y="2868613"/>
            <a:ext cx="0" cy="25320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39" name="Line 343"/>
          <p:cNvSpPr>
            <a:spLocks noChangeShapeType="1"/>
          </p:cNvSpPr>
          <p:nvPr/>
        </p:nvSpPr>
        <p:spPr bwMode="auto">
          <a:xfrm rot="-5400000">
            <a:off x="4755357" y="4294981"/>
            <a:ext cx="0" cy="23447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0" name="Line 344"/>
          <p:cNvSpPr>
            <a:spLocks noChangeShapeType="1"/>
          </p:cNvSpPr>
          <p:nvPr/>
        </p:nvSpPr>
        <p:spPr bwMode="auto">
          <a:xfrm>
            <a:off x="6221413" y="4665663"/>
            <a:ext cx="20510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1" name="Oval 345"/>
          <p:cNvSpPr>
            <a:spLocks noChangeArrowheads="1"/>
          </p:cNvSpPr>
          <p:nvPr/>
        </p:nvSpPr>
        <p:spPr bwMode="auto">
          <a:xfrm>
            <a:off x="6440488" y="4600575"/>
            <a:ext cx="123825" cy="1127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342" name="Rectangle 346"/>
          <p:cNvSpPr>
            <a:spLocks noChangeArrowheads="1"/>
          </p:cNvSpPr>
          <p:nvPr/>
        </p:nvSpPr>
        <p:spPr bwMode="auto">
          <a:xfrm>
            <a:off x="7307263" y="3465513"/>
            <a:ext cx="8064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8343" name="Rectangle 347"/>
          <p:cNvSpPr>
            <a:spLocks noChangeArrowheads="1"/>
          </p:cNvSpPr>
          <p:nvPr/>
        </p:nvSpPr>
        <p:spPr bwMode="auto">
          <a:xfrm>
            <a:off x="2738438" y="2162175"/>
            <a:ext cx="8064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8344" name="Line 348"/>
          <p:cNvSpPr>
            <a:spLocks noChangeShapeType="1"/>
          </p:cNvSpPr>
          <p:nvPr/>
        </p:nvSpPr>
        <p:spPr bwMode="auto">
          <a:xfrm rot="-5400000">
            <a:off x="5561807" y="308769"/>
            <a:ext cx="0" cy="41036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5" name="Rectangle 349"/>
          <p:cNvSpPr>
            <a:spLocks noChangeArrowheads="1"/>
          </p:cNvSpPr>
          <p:nvPr/>
        </p:nvSpPr>
        <p:spPr bwMode="auto">
          <a:xfrm>
            <a:off x="1349375" y="5997575"/>
            <a:ext cx="7350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8346" name="Line 350"/>
          <p:cNvSpPr>
            <a:spLocks noChangeShapeType="1"/>
          </p:cNvSpPr>
          <p:nvPr/>
        </p:nvSpPr>
        <p:spPr bwMode="auto">
          <a:xfrm flipV="1">
            <a:off x="1751013" y="5597525"/>
            <a:ext cx="439737" cy="40005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7" name="Line 351"/>
          <p:cNvSpPr>
            <a:spLocks noChangeShapeType="1"/>
          </p:cNvSpPr>
          <p:nvPr/>
        </p:nvSpPr>
        <p:spPr bwMode="auto">
          <a:xfrm>
            <a:off x="3825875" y="1624013"/>
            <a:ext cx="0" cy="73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8" name="Oval 352"/>
          <p:cNvSpPr>
            <a:spLocks noChangeArrowheads="1"/>
          </p:cNvSpPr>
          <p:nvPr/>
        </p:nvSpPr>
        <p:spPr bwMode="auto">
          <a:xfrm>
            <a:off x="3767138" y="1985963"/>
            <a:ext cx="98425"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8349" name="Group 353"/>
          <p:cNvGrpSpPr>
            <a:grpSpLocks/>
          </p:cNvGrpSpPr>
          <p:nvPr/>
        </p:nvGrpSpPr>
        <p:grpSpPr bwMode="auto">
          <a:xfrm>
            <a:off x="3543300" y="1198563"/>
            <a:ext cx="523875" cy="487362"/>
            <a:chOff x="1813" y="593"/>
            <a:chExt cx="343" cy="352"/>
          </a:xfrm>
        </p:grpSpPr>
        <p:grpSp>
          <p:nvGrpSpPr>
            <p:cNvPr id="768350" name="Group 354"/>
            <p:cNvGrpSpPr>
              <a:grpSpLocks/>
            </p:cNvGrpSpPr>
            <p:nvPr/>
          </p:nvGrpSpPr>
          <p:grpSpPr bwMode="auto">
            <a:xfrm>
              <a:off x="1821" y="599"/>
              <a:ext cx="335" cy="346"/>
              <a:chOff x="1821" y="599"/>
              <a:chExt cx="335" cy="346"/>
            </a:xfrm>
          </p:grpSpPr>
          <p:sp>
            <p:nvSpPr>
              <p:cNvPr id="768351"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52"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53"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54"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55"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56"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57"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58"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359" name="Group 363"/>
              <p:cNvGrpSpPr>
                <a:grpSpLocks/>
              </p:cNvGrpSpPr>
              <p:nvPr/>
            </p:nvGrpSpPr>
            <p:grpSpPr bwMode="auto">
              <a:xfrm>
                <a:off x="1821" y="895"/>
                <a:ext cx="335" cy="50"/>
                <a:chOff x="1821" y="895"/>
                <a:chExt cx="335" cy="50"/>
              </a:xfrm>
            </p:grpSpPr>
            <p:sp>
              <p:nvSpPr>
                <p:cNvPr id="768360"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1"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2"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363" name="Group 367"/>
            <p:cNvGrpSpPr>
              <a:grpSpLocks/>
            </p:cNvGrpSpPr>
            <p:nvPr/>
          </p:nvGrpSpPr>
          <p:grpSpPr bwMode="auto">
            <a:xfrm>
              <a:off x="1813" y="593"/>
              <a:ext cx="335" cy="346"/>
              <a:chOff x="1813" y="593"/>
              <a:chExt cx="335" cy="346"/>
            </a:xfrm>
          </p:grpSpPr>
          <p:sp>
            <p:nvSpPr>
              <p:cNvPr id="768364"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5"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6"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7"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8"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69"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70"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71"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372" name="Group 376"/>
              <p:cNvGrpSpPr>
                <a:grpSpLocks/>
              </p:cNvGrpSpPr>
              <p:nvPr/>
            </p:nvGrpSpPr>
            <p:grpSpPr bwMode="auto">
              <a:xfrm>
                <a:off x="1813" y="888"/>
                <a:ext cx="335" cy="51"/>
                <a:chOff x="1813" y="888"/>
                <a:chExt cx="335" cy="51"/>
              </a:xfrm>
            </p:grpSpPr>
            <p:sp>
              <p:nvSpPr>
                <p:cNvPr id="768373"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74"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75"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8376" name="Line 380"/>
          <p:cNvSpPr>
            <a:spLocks noChangeShapeType="1"/>
          </p:cNvSpPr>
          <p:nvPr/>
        </p:nvSpPr>
        <p:spPr bwMode="auto">
          <a:xfrm>
            <a:off x="7021513" y="1624013"/>
            <a:ext cx="0" cy="73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77" name="Line 381"/>
          <p:cNvSpPr>
            <a:spLocks noChangeShapeType="1"/>
          </p:cNvSpPr>
          <p:nvPr/>
        </p:nvSpPr>
        <p:spPr bwMode="auto">
          <a:xfrm>
            <a:off x="5422900" y="1609725"/>
            <a:ext cx="0" cy="738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78" name="Oval 382"/>
          <p:cNvSpPr>
            <a:spLocks noChangeArrowheads="1"/>
          </p:cNvSpPr>
          <p:nvPr/>
        </p:nvSpPr>
        <p:spPr bwMode="auto">
          <a:xfrm>
            <a:off x="5376863" y="2000250"/>
            <a:ext cx="95250"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8379" name="Group 383"/>
          <p:cNvGrpSpPr>
            <a:grpSpLocks/>
          </p:cNvGrpSpPr>
          <p:nvPr/>
        </p:nvGrpSpPr>
        <p:grpSpPr bwMode="auto">
          <a:xfrm>
            <a:off x="5153025" y="1198563"/>
            <a:ext cx="523875" cy="487362"/>
            <a:chOff x="2868" y="593"/>
            <a:chExt cx="343" cy="352"/>
          </a:xfrm>
        </p:grpSpPr>
        <p:grpSp>
          <p:nvGrpSpPr>
            <p:cNvPr id="768380" name="Group 384"/>
            <p:cNvGrpSpPr>
              <a:grpSpLocks/>
            </p:cNvGrpSpPr>
            <p:nvPr/>
          </p:nvGrpSpPr>
          <p:grpSpPr bwMode="auto">
            <a:xfrm>
              <a:off x="2877" y="599"/>
              <a:ext cx="334" cy="346"/>
              <a:chOff x="2877" y="599"/>
              <a:chExt cx="334" cy="346"/>
            </a:xfrm>
          </p:grpSpPr>
          <p:sp>
            <p:nvSpPr>
              <p:cNvPr id="768381"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82"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83"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84"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85"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86"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87"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88"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389" name="Group 393"/>
              <p:cNvGrpSpPr>
                <a:grpSpLocks/>
              </p:cNvGrpSpPr>
              <p:nvPr/>
            </p:nvGrpSpPr>
            <p:grpSpPr bwMode="auto">
              <a:xfrm>
                <a:off x="2877" y="895"/>
                <a:ext cx="334" cy="50"/>
                <a:chOff x="2877" y="895"/>
                <a:chExt cx="334" cy="50"/>
              </a:xfrm>
            </p:grpSpPr>
            <p:sp>
              <p:nvSpPr>
                <p:cNvPr id="768390"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1"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2"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393" name="Group 397"/>
            <p:cNvGrpSpPr>
              <a:grpSpLocks/>
            </p:cNvGrpSpPr>
            <p:nvPr/>
          </p:nvGrpSpPr>
          <p:grpSpPr bwMode="auto">
            <a:xfrm>
              <a:off x="2868" y="593"/>
              <a:ext cx="335" cy="346"/>
              <a:chOff x="2868" y="593"/>
              <a:chExt cx="335" cy="346"/>
            </a:xfrm>
          </p:grpSpPr>
          <p:sp>
            <p:nvSpPr>
              <p:cNvPr id="768394"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5"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6"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7"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8"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99"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00"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01"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402" name="Group 406"/>
              <p:cNvGrpSpPr>
                <a:grpSpLocks/>
              </p:cNvGrpSpPr>
              <p:nvPr/>
            </p:nvGrpSpPr>
            <p:grpSpPr bwMode="auto">
              <a:xfrm>
                <a:off x="2868" y="888"/>
                <a:ext cx="335" cy="51"/>
                <a:chOff x="2868" y="888"/>
                <a:chExt cx="335" cy="51"/>
              </a:xfrm>
            </p:grpSpPr>
            <p:sp>
              <p:nvSpPr>
                <p:cNvPr id="768403"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04"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05"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8406" name="Oval 410"/>
          <p:cNvSpPr>
            <a:spLocks noChangeArrowheads="1"/>
          </p:cNvSpPr>
          <p:nvPr/>
        </p:nvSpPr>
        <p:spPr bwMode="auto">
          <a:xfrm>
            <a:off x="6975475" y="2000250"/>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8407" name="Group 411"/>
          <p:cNvGrpSpPr>
            <a:grpSpLocks/>
          </p:cNvGrpSpPr>
          <p:nvPr/>
        </p:nvGrpSpPr>
        <p:grpSpPr bwMode="auto">
          <a:xfrm>
            <a:off x="6751638" y="1198563"/>
            <a:ext cx="523875" cy="487362"/>
            <a:chOff x="3915" y="593"/>
            <a:chExt cx="343" cy="352"/>
          </a:xfrm>
        </p:grpSpPr>
        <p:grpSp>
          <p:nvGrpSpPr>
            <p:cNvPr id="768408" name="Group 412"/>
            <p:cNvGrpSpPr>
              <a:grpSpLocks/>
            </p:cNvGrpSpPr>
            <p:nvPr/>
          </p:nvGrpSpPr>
          <p:grpSpPr bwMode="auto">
            <a:xfrm>
              <a:off x="3924" y="599"/>
              <a:ext cx="334" cy="346"/>
              <a:chOff x="3924" y="599"/>
              <a:chExt cx="334" cy="346"/>
            </a:xfrm>
          </p:grpSpPr>
          <p:sp>
            <p:nvSpPr>
              <p:cNvPr id="768409"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0"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1"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2"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3"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14"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15"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16"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417" name="Group 421"/>
              <p:cNvGrpSpPr>
                <a:grpSpLocks/>
              </p:cNvGrpSpPr>
              <p:nvPr/>
            </p:nvGrpSpPr>
            <p:grpSpPr bwMode="auto">
              <a:xfrm>
                <a:off x="3924" y="895"/>
                <a:ext cx="334" cy="50"/>
                <a:chOff x="3924" y="895"/>
                <a:chExt cx="334" cy="50"/>
              </a:xfrm>
            </p:grpSpPr>
            <p:sp>
              <p:nvSpPr>
                <p:cNvPr id="768418"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9"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0"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421" name="Group 425"/>
            <p:cNvGrpSpPr>
              <a:grpSpLocks/>
            </p:cNvGrpSpPr>
            <p:nvPr/>
          </p:nvGrpSpPr>
          <p:grpSpPr bwMode="auto">
            <a:xfrm>
              <a:off x="3915" y="593"/>
              <a:ext cx="335" cy="346"/>
              <a:chOff x="3915" y="593"/>
              <a:chExt cx="335" cy="346"/>
            </a:xfrm>
          </p:grpSpPr>
          <p:sp>
            <p:nvSpPr>
              <p:cNvPr id="768422"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3"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4"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5"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6"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27"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28"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29"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430" name="Group 434"/>
              <p:cNvGrpSpPr>
                <a:grpSpLocks/>
              </p:cNvGrpSpPr>
              <p:nvPr/>
            </p:nvGrpSpPr>
            <p:grpSpPr bwMode="auto">
              <a:xfrm>
                <a:off x="3915" y="888"/>
                <a:ext cx="335" cy="51"/>
                <a:chOff x="3915" y="888"/>
                <a:chExt cx="335" cy="51"/>
              </a:xfrm>
            </p:grpSpPr>
            <p:sp>
              <p:nvSpPr>
                <p:cNvPr id="768431"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32"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33"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8434" name="Text Box 438"/>
          <p:cNvSpPr txBox="1">
            <a:spLocks noChangeArrowheads="1"/>
          </p:cNvSpPr>
          <p:nvPr/>
        </p:nvSpPr>
        <p:spPr bwMode="auto">
          <a:xfrm>
            <a:off x="560388" y="187325"/>
            <a:ext cx="8974137" cy="1512888"/>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两个路由器直接相连的接口处，可指明也可不指明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地址。如指明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地址，则这一段连线就构成了一种只包含一段线路的特殊“网络” 。现在常不指明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p>
        </p:txBody>
      </p:sp>
      <p:sp>
        <p:nvSpPr>
          <p:cNvPr id="768435" name="Line 9"/>
          <p:cNvSpPr>
            <a:spLocks noChangeShapeType="1"/>
          </p:cNvSpPr>
          <p:nvPr/>
        </p:nvSpPr>
        <p:spPr bwMode="auto">
          <a:xfrm>
            <a:off x="3216275" y="4732338"/>
            <a:ext cx="2492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436" name="Oval 294"/>
          <p:cNvSpPr>
            <a:spLocks noChangeArrowheads="1"/>
          </p:cNvSpPr>
          <p:nvPr/>
        </p:nvSpPr>
        <p:spPr bwMode="auto">
          <a:xfrm>
            <a:off x="3619500" y="4694238"/>
            <a:ext cx="96838" cy="88900"/>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437" name="Oval 295"/>
          <p:cNvSpPr>
            <a:spLocks noChangeArrowheads="1"/>
          </p:cNvSpPr>
          <p:nvPr/>
        </p:nvSpPr>
        <p:spPr bwMode="auto">
          <a:xfrm>
            <a:off x="5341938" y="4689475"/>
            <a:ext cx="95250" cy="8572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438"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7A8FB9-EF60-4301-9CDA-6B23B1F9A3E5}" type="slidenum">
              <a:rPr lang="zh-CN" altLang="en-US" smtClean="0"/>
              <a:pPr eaLnBrk="1" hangingPunct="1"/>
              <a:t>51</a:t>
            </a:fld>
            <a:endParaRPr lang="en-US" altLang="zh-CN" smtClean="0"/>
          </a:p>
        </p:txBody>
      </p:sp>
      <p:sp>
        <p:nvSpPr>
          <p:cNvPr id="768439"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137</TotalTime>
  <Words>3925</Words>
  <Application>Microsoft Office PowerPoint</Application>
  <PresentationFormat>A4 纸张(210x297 毫米)</PresentationFormat>
  <Paragraphs>1113</Paragraphs>
  <Slides>51</Slides>
  <Notes>37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51</vt:i4>
      </vt:variant>
    </vt:vector>
  </HeadingPairs>
  <TitlesOfParts>
    <vt:vector size="57" baseType="lpstr">
      <vt:lpstr>黑体</vt:lpstr>
      <vt:lpstr>宋体</vt:lpstr>
      <vt:lpstr>Arial</vt:lpstr>
      <vt:lpstr>Times New Roman</vt:lpstr>
      <vt:lpstr>Wingdings</vt:lpstr>
      <vt:lpstr>Presentation</vt:lpstr>
      <vt:lpstr>第 4 章  网络层</vt:lpstr>
      <vt:lpstr>第 4 章  网络层</vt:lpstr>
      <vt:lpstr>4.1  网络层提供的两种服务 </vt:lpstr>
      <vt:lpstr>一种观点：让网络负责可靠交付 </vt:lpstr>
      <vt:lpstr>虚电路服务</vt:lpstr>
      <vt:lpstr>虚电路是逻辑连接</vt:lpstr>
      <vt:lpstr>另一种观点：网络提供数据报服务</vt:lpstr>
      <vt:lpstr>尽最大努力交付</vt:lpstr>
      <vt:lpstr>数据报服务</vt:lpstr>
      <vt:lpstr>虚电路服务与数据报服务的对比</vt:lpstr>
      <vt:lpstr>4.2  网际协议 IP（Internet Protocol）</vt:lpstr>
      <vt:lpstr>4.2  网际协议 IP </vt:lpstr>
      <vt:lpstr>网际层的 IP 协议及配套协议</vt:lpstr>
      <vt:lpstr>4.2.1  虚拟互连网络（理解IP的核心作用） </vt:lpstr>
      <vt:lpstr>使用一些中间设备进行互连 </vt:lpstr>
      <vt:lpstr>网络互连使用路由器 </vt:lpstr>
      <vt:lpstr>互连网络与虚拟互连网络 </vt:lpstr>
      <vt:lpstr>虚拟互连网络的意义 </vt:lpstr>
      <vt:lpstr>PowerPoint 演示文稿</vt:lpstr>
      <vt:lpstr>从网络层看 IP 数据报的传送 </vt:lpstr>
      <vt:lpstr>4.2.2  分类的 IP 地址</vt:lpstr>
      <vt:lpstr>1.   IP 地址及其表示方法 </vt:lpstr>
      <vt:lpstr>IP 地址的编址方法 </vt:lpstr>
      <vt:lpstr>分类 IP 地址 </vt:lpstr>
      <vt:lpstr>分类 IP 地址 </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点分十进制记法 </vt:lpstr>
      <vt:lpstr>点分十进制记法举例</vt:lpstr>
      <vt:lpstr>2. 常用的三种类别的 IP 地址 </vt:lpstr>
      <vt:lpstr>2. 常用的三种类别的 IP 地址 </vt:lpstr>
      <vt:lpstr>一般不使用的特殊的 IP 地址</vt:lpstr>
      <vt:lpstr>IP 地址的一些重要特点 </vt:lpstr>
      <vt:lpstr>IP 地址的一些重要特点 </vt:lpstr>
      <vt:lpstr>IP 地址的一些重要特点 </vt:lpstr>
      <vt:lpstr>互联网中的 IP 地址 </vt:lpstr>
      <vt:lpstr>互联网中的 IP 地址 </vt:lpstr>
      <vt:lpstr>互联网中的 IP 地址 </vt:lpstr>
      <vt:lpstr>互联网中的 IP 地址 </vt:lpstr>
      <vt:lpstr>互联网中的 IP 地址 </vt:lpstr>
      <vt:lpstr>互联网中的 IP 地址 </vt:lpstr>
      <vt:lpstr>互联网中的 IP 地址 </vt:lpstr>
      <vt:lpstr>互联网中的 IP 地址 </vt:lpstr>
      <vt:lpstr>互联网中的 IP 地址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62</cp:revision>
  <cp:lastPrinted>2020-03-20T00:54:50Z</cp:lastPrinted>
  <dcterms:created xsi:type="dcterms:W3CDTF">2016-10-01T05:27:00Z</dcterms:created>
  <dcterms:modified xsi:type="dcterms:W3CDTF">2021-01-21T07:28:41Z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