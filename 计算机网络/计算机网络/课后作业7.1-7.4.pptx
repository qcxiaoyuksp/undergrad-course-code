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第七章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7.1-7.4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、举例说明计算机网络面临的两类威胁。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、试述对称密钥体制和公钥密码体制。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、试述如何基于公钥实现数字签名。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、鉴别可分为哪两类？对二者进行简介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/>
              <a:t>、写出下列英文术语缩写的全称和中文译名</a:t>
            </a:r>
          </a:p>
          <a:p>
            <a:pPr marL="0" indent="0" algn="just">
              <a:buNone/>
            </a:pPr>
            <a:r>
              <a:rPr lang="en-US" altLang="zh-CN" sz="2400" dirty="0" err="1"/>
              <a:t>DDoS</a:t>
            </a:r>
            <a:r>
              <a:rPr lang="en-US" altLang="zh-CN" sz="2400" dirty="0"/>
              <a:t> </a:t>
            </a:r>
            <a:r>
              <a:rPr lang="en-US" altLang="zh-CN" sz="2400"/>
              <a:t>DES MD </a:t>
            </a:r>
            <a:r>
              <a:rPr lang="en-US" altLang="zh-CN" sz="2400"/>
              <a:t>SHA MAC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502</TotalTime>
  <Words>78</Words>
  <Application>Microsoft Office PowerPoint</Application>
  <PresentationFormat>A4 纸张(210x297 毫米)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第七章 7.1-7.4课后作业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118</cp:revision>
  <dcterms:created xsi:type="dcterms:W3CDTF">2016-10-01T05:27:00Z</dcterms:created>
  <dcterms:modified xsi:type="dcterms:W3CDTF">2021-01-28T07:28:31Z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