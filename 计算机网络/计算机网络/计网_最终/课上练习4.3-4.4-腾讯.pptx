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8" r:id="rId3"/>
    <p:sldId id="297" r:id="rId5"/>
    <p:sldId id="298" r:id="rId6"/>
    <p:sldId id="300" r:id="rId7"/>
    <p:sldId id="301" r:id="rId8"/>
    <p:sldId id="302" r:id="rId9"/>
    <p:sldId id="303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88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D6024-0AFF-4544-A771-BE3B6CDDA5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3C645-344A-475C-9D64-37AAA4645C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3C645-344A-475C-9D64-37AAA4645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3C645-344A-475C-9D64-37AAA4645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3C645-344A-475C-9D64-37AAA4645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FF0000"/>
                </a:solidFill>
                <a:ea typeface="黑体" panose="02010609060101010101" pitchFamily="49" charset="-122"/>
              </a:rPr>
              <a:t>路由聚合</a:t>
            </a:r>
            <a:r>
              <a:rPr lang="en-US" altLang="zh-CN" sz="1200" dirty="0">
                <a:solidFill>
                  <a:srgbClr val="FF0000"/>
                </a:solidFill>
                <a:ea typeface="黑体" panose="02010609060101010101" pitchFamily="49" charset="-122"/>
              </a:rPr>
              <a:t>	</a:t>
            </a:r>
            <a:r>
              <a:rPr lang="zh-CN" altLang="zh-CN" sz="1200" dirty="0">
                <a:solidFill>
                  <a:srgbClr val="FF0000"/>
                </a:solidFill>
                <a:ea typeface="黑体" panose="02010609060101010101" pitchFamily="49" charset="-122"/>
              </a:rPr>
              <a:t>减少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3C645-344A-475C-9D64-37AAA4645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3C645-344A-475C-9D64-37AAA4645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3C645-344A-475C-9D64-37AAA4645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黑体" panose="02010609060101010101" pitchFamily="49" charset="-122"/>
              </a:rPr>
              <a:t>ICMP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差错报告报文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	</a:t>
            </a:r>
            <a:r>
              <a:rPr lang="en-US" altLang="zh-CN" dirty="0">
                <a:ea typeface="黑体" panose="02010609060101010101" pitchFamily="49" charset="-122"/>
              </a:rPr>
              <a:t>ICMP 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询问报文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3C645-344A-475C-9D64-37AAA4645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6.xml"/><Relationship Id="rId13" Type="http://schemas.openxmlformats.org/officeDocument/2006/relationships/image" Target="../media/image1.pn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9.xml"/><Relationship Id="rId13" Type="http://schemas.openxmlformats.org/officeDocument/2006/relationships/image" Target="../media/image1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49.xml"/><Relationship Id="rId10" Type="http://schemas.openxmlformats.org/officeDocument/2006/relationships/image" Target="../media/image1.png"/><Relationship Id="rId1" Type="http://schemas.openxmlformats.org/officeDocument/2006/relationships/tags" Target="../tags/tag4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64.xml"/><Relationship Id="rId15" Type="http://schemas.openxmlformats.org/officeDocument/2006/relationships/image" Target="../media/image1.png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77.xml"/><Relationship Id="rId13" Type="http://schemas.openxmlformats.org/officeDocument/2006/relationships/image" Target="../media/image1.png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87.xml"/><Relationship Id="rId10" Type="http://schemas.openxmlformats.org/officeDocument/2006/relationships/image" Target="../media/image1.png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、划分子网只是把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地址的（    ） 这部分进行再划分。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网络号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net-id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主机号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host-id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、划分子网改变了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地址原来的网络号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net-id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、路由器在和相邻路由器交换路由信息时，无需把自己所在网络（或子网）的子网掩码告诉相邻路由器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、一个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CIDR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地址块可以表示很多地址，这种地址的聚合常称为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路由聚合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，它使得路由表中的一个项目可以表示很多个（例如上千个）原来传统分类地址的路由。路由聚合有利于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减少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路由器之间的路由选择信息的交换，从而提高了整个互联网的性能。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、为了更有效地转发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数据报和提高交付成功的机会，在网际层使用了（    ）协议。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ICMP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IPX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IGMP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、因为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ICMP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报文是装在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数据报中，作为其中的数据部分，因而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ICMP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是高层协议。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ICMP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报文的种类有两种，即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ICMP 差错报告报文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 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ICMP 询问报文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.xml><?xml version="1.0" encoding="utf-8"?>
<p:tagLst xmlns:p="http://schemas.openxmlformats.org/presentationml/2006/main">
  <p:tag name="RAINPROBLEM" val="ProblemSubmit"/>
  <p:tag name="RAINPROBLEMTYPE" val="Polling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  <p:tag name="RAINPROBLEM" val="PollingAnswer"/>
</p:tagLst>
</file>

<file path=ppt/tags/tag12.xml><?xml version="1.0" encoding="utf-8"?>
<p:tagLst xmlns:p="http://schemas.openxmlformats.org/presentationml/2006/main">
  <p:tag name="RAINPROBLEM" val="ProblemSetting"/>
  <p:tag name="RAINPROBLEMTYPE" val="Polling"/>
</p:tagLst>
</file>

<file path=ppt/tags/tag1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9.xml><?xml version="1.0" encoding="utf-8"?>
<p:tagLst xmlns:p="http://schemas.openxmlformats.org/presentationml/2006/main">
  <p:tag name="RAINPROBLEM" val="ProblemSubmit"/>
  <p:tag name="RAINPROBLEMTYPE" val="Polling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  <p:tag name="RAINPROBLEM" val="PollingAnswer"/>
</p:tagLst>
</file>

<file path=ppt/tags/tag25.xml><?xml version="1.0" encoding="utf-8"?>
<p:tagLst xmlns:p="http://schemas.openxmlformats.org/presentationml/2006/main">
  <p:tag name="RAINPROBLEM" val="ProblemSetting"/>
  <p:tag name="RAINPROBLEMTYPE" val="Polling"/>
</p:tagLst>
</file>

<file path=ppt/tags/tag2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7.xml><?xml version="1.0" encoding="utf-8"?>
<p:tagLst xmlns:p="http://schemas.openxmlformats.org/presentationml/2006/main">
  <p:tag name="RAINPROBLEM" val="ProblemBody"/>
</p:tagLst>
</file>

<file path=ppt/tags/tag28.xml><?xml version="1.0" encoding="utf-8"?>
<p:tagLst xmlns:p="http://schemas.openxmlformats.org/presentationml/2006/main">
  <p:tag name="RAINPROBLEM" val="ProblemItem"/>
</p:tagLst>
</file>

<file path=ppt/tags/tag29.xml><?xml version="1.0" encoding="utf-8"?>
<p:tagLst xmlns:p="http://schemas.openxmlformats.org/presentationml/2006/main">
  <p:tag name="RAINPROBLEM" val="ProblemItem"/>
</p:tagLst>
</file>

<file path=ppt/tags/tag3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1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2.xml><?xml version="1.0" encoding="utf-8"?>
<p:tagLst xmlns:p="http://schemas.openxmlformats.org/presentationml/2006/main">
  <p:tag name="RAINPROBLEM" val="ProblemSubmit"/>
  <p:tag name="RAINPROBLEMTYPE" val="Polling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  <p:tag name="RAINPROBLEM" val="PollingAnswer"/>
</p:tagLst>
</file>

<file path=ppt/tags/tag38.xml><?xml version="1.0" encoding="utf-8"?>
<p:tagLst xmlns:p="http://schemas.openxmlformats.org/presentationml/2006/main">
  <p:tag name="RAINPROBLEM" val="ProblemSetting"/>
  <p:tag name="RAINPROBLEMTYPE" val="Polling"/>
</p:tagLst>
</file>

<file path=ppt/tags/tag3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0.xml><?xml version="1.0" encoding="utf-8"?>
<p:tagLst xmlns:p="http://schemas.openxmlformats.org/presentationml/2006/main">
  <p:tag name="RAINPROBLEM" val="ProblemBody"/>
</p:tagLst>
</file>

<file path=ppt/tags/tag41.xml><?xml version="1.0" encoding="utf-8"?>
<p:tagLst xmlns:p="http://schemas.openxmlformats.org/presentationml/2006/main">
  <p:tag name="RAINPROBLEM" val="ProblemSubmit"/>
  <p:tag name="RAINPROBLEMTYPE" val="FillBlank"/>
</p:tagLst>
</file>

<file path=ppt/tags/tag42.xml><?xml version="1.0" encoding="utf-8"?>
<p:tagLst xmlns:p="http://schemas.openxmlformats.org/presentationml/2006/main">
  <p:tag name="PRODUCTVERSIONTIP3" val="PRODUCTVERSIONTIP3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" val="ProblemSetting"/>
  <p:tag name="RAINPROBLEMTYPE" val="FillBlank"/>
</p:tagLst>
</file>

<file path=ppt/tags/tag49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路由聚合&quot;],&quot;CaseSensitive&quot;:false,&quot;FuzzyMatch&quot;:false},{&quot;Num&quot;:2,&quot;Score&quot;:1.0,&quot;Answers&quot;:[&quot;减少&quot;],&quot;CaseSensitive&quot;:false,&quot;FuzzyMatch&quot;:false}]"/>
</p:tagLst>
</file>

<file path=ppt/tags/tag50.xml><?xml version="1.0" encoding="utf-8"?>
<p:tagLst xmlns:p="http://schemas.openxmlformats.org/presentationml/2006/main">
  <p:tag name="RAINPROBLEM" val="ProblemBody"/>
</p:tagLst>
</file>

<file path=ppt/tags/tag51.xml><?xml version="1.0" encoding="utf-8"?>
<p:tagLst xmlns:p="http://schemas.openxmlformats.org/presentationml/2006/main">
  <p:tag name="RAINPROBLEM" val="ProblemItem"/>
</p:tagLst>
</file>

<file path=ppt/tags/tag52.xml><?xml version="1.0" encoding="utf-8"?>
<p:tagLst xmlns:p="http://schemas.openxmlformats.org/presentationml/2006/main">
  <p:tag name="RAINPROBLEM" val="ProblemItem"/>
</p:tagLst>
</file>

<file path=ppt/tags/tag53.xml><?xml version="1.0" encoding="utf-8"?>
<p:tagLst xmlns:p="http://schemas.openxmlformats.org/presentationml/2006/main">
  <p:tag name="RAINPROBLEM" val="ProblemItem"/>
</p:tagLst>
</file>

<file path=ppt/tags/tag5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7.xml><?xml version="1.0" encoding="utf-8"?>
<p:tagLst xmlns:p="http://schemas.openxmlformats.org/presentationml/2006/main">
  <p:tag name="RAINPROBLEM" val="ProblemSubmit"/>
  <p:tag name="RAINPROBLEMTYPE" val="Polling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  <p:tag name="RAINPROBLEM" val="PollingAnswer"/>
</p:tagLst>
</file>

<file path=ppt/tags/tag63.xml><?xml version="1.0" encoding="utf-8"?>
<p:tagLst xmlns:p="http://schemas.openxmlformats.org/presentationml/2006/main">
  <p:tag name="RAINPROBLEM" val="ProblemSetting"/>
  <p:tag name="RAINPROBLEMTYPE" val="Polling"/>
</p:tagLst>
</file>

<file path=ppt/tags/tag64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5.xml><?xml version="1.0" encoding="utf-8"?>
<p:tagLst xmlns:p="http://schemas.openxmlformats.org/presentationml/2006/main">
  <p:tag name="RAINPROBLEM" val="ProblemBody"/>
</p:tagLst>
</file>

<file path=ppt/tags/tag66.xml><?xml version="1.0" encoding="utf-8"?>
<p:tagLst xmlns:p="http://schemas.openxmlformats.org/presentationml/2006/main">
  <p:tag name="RAINPROBLEM" val="ProblemItem"/>
</p:tagLst>
</file>

<file path=ppt/tags/tag67.xml><?xml version="1.0" encoding="utf-8"?>
<p:tagLst xmlns:p="http://schemas.openxmlformats.org/presentationml/2006/main">
  <p:tag name="RAINPROBLEM" val="ProblemItem"/>
</p:tagLst>
</file>

<file path=ppt/tags/tag6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9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70.xml><?xml version="1.0" encoding="utf-8"?>
<p:tagLst xmlns:p="http://schemas.openxmlformats.org/presentationml/2006/main">
  <p:tag name="RAINPROBLEM" val="ProblemSubmit"/>
  <p:tag name="RAINPROBLEMTYPE" val="Polling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TYPE" val="ProblemTypeMarker"/>
</p:tagLst>
</file>

<file path=ppt/tags/tag75.xml><?xml version="1.0" encoding="utf-8"?>
<p:tagLst xmlns:p="http://schemas.openxmlformats.org/presentationml/2006/main">
  <p:tag name="RAINPROBLEMTYPE" val="ProblemTypeMarker"/>
  <p:tag name="RAINPROBLEM" val="PollingAnswer"/>
</p:tagLst>
</file>

<file path=ppt/tags/tag76.xml><?xml version="1.0" encoding="utf-8"?>
<p:tagLst xmlns:p="http://schemas.openxmlformats.org/presentationml/2006/main">
  <p:tag name="RAINPROBLEM" val="ProblemSetting"/>
  <p:tag name="RAINPROBLEMTYPE" val="Polling"/>
</p:tagLst>
</file>

<file path=ppt/tags/tag77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8.xml><?xml version="1.0" encoding="utf-8"?>
<p:tagLst xmlns:p="http://schemas.openxmlformats.org/presentationml/2006/main">
  <p:tag name="RAINPROBLEM" val="ProblemBody"/>
</p:tagLst>
</file>

<file path=ppt/tags/tag79.xml><?xml version="1.0" encoding="utf-8"?>
<p:tagLst xmlns:p="http://schemas.openxmlformats.org/presentationml/2006/main">
  <p:tag name="RAINPROBLEM" val="ProblemSubmit"/>
  <p:tag name="RAINPROBLEMTYPE" val="FillBlank"/>
</p:tagLst>
</file>

<file path=ppt/tags/tag80.xml><?xml version="1.0" encoding="utf-8"?>
<p:tagLst xmlns:p="http://schemas.openxmlformats.org/presentationml/2006/main">
  <p:tag name="PRODUCTVERSIONTIP3" val="PRODUCTVERSIONTIP3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" val="ProblemSetting"/>
  <p:tag name="RAINPROBLEMTYPE" val="FillBlank"/>
</p:tagLst>
</file>

<file path=ppt/tags/tag87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ICMP 差错报告报文&quot;],&quot;CaseSensitive&quot;:false,&quot;FuzzyMatch&quot;:false},{&quot;Num&quot;:2,&quot;Score&quot;:1.0,&quot;Answers&quot;:[&quot;ICMP 询问报文&quot;],&quot;CaseSensitive&quot;:false,&quot;FuzzyMatch&quot;:false}]"/>
</p:tagLst>
</file>

<file path=ppt/tags/tag88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WPS 演示</Application>
  <PresentationFormat>宽屏</PresentationFormat>
  <Paragraphs>104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黑体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58</cp:revision>
  <dcterms:created xsi:type="dcterms:W3CDTF">2020-02-20T13:08:00Z</dcterms:created>
  <dcterms:modified xsi:type="dcterms:W3CDTF">2022-05-25T12:55:36Z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6D823F10F75B4867919AAD086D3927B1</vt:lpwstr>
  </property>
  <property fmtid="{D5CDD505-2E9C-101B-9397-08002B2CF9AE}" pid="3" name="KSOProductBuildVer">
    <vt:lpwstr>2052-11.1.0.11744</vt:lpwstr>
  </property>
</Properties>
</file>