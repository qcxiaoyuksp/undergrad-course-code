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4" r:id="rId3"/>
    <p:sldId id="305" r:id="rId5"/>
    <p:sldId id="306" r:id="rId6"/>
    <p:sldId id="307" r:id="rId7"/>
    <p:sldId id="308" r:id="rId8"/>
    <p:sldId id="309" r:id="rId9"/>
    <p:sldId id="310" r:id="rId10"/>
    <p:sldId id="311" r:id="rId11"/>
    <p:sldId id="313" r:id="rId12"/>
    <p:sldId id="312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27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FC486-FFD8-4106-8265-B6970136F4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静态</a:t>
            </a:r>
            <a:r>
              <a:rPr lang="zh-CN" altLang="en-US" dirty="0">
                <a:ea typeface="黑体" panose="02010609060101010101" pitchFamily="49" charset="-122"/>
              </a:rPr>
              <a:t>路由选择策略</a:t>
            </a:r>
            <a:r>
              <a:rPr lang="en-US" altLang="zh-CN" dirty="0">
                <a:ea typeface="黑体" panose="02010609060101010101" pitchFamily="49" charset="-122"/>
              </a:rPr>
              <a:t>	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动态</a:t>
            </a:r>
            <a:r>
              <a:rPr lang="zh-CN" altLang="en-US" dirty="0">
                <a:ea typeface="黑体" panose="02010609060101010101" pitchFamily="49" charset="-122"/>
              </a:rPr>
              <a:t>路由选择策略</a:t>
            </a:r>
            <a:r>
              <a:rPr lang="en-US" altLang="zh-CN" dirty="0">
                <a:ea typeface="黑体" panose="02010609060101010101" pitchFamily="49" charset="-122"/>
              </a:rPr>
              <a:t>	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动态</a:t>
            </a:r>
            <a:r>
              <a:rPr lang="zh-CN" altLang="en-US" dirty="0">
                <a:ea typeface="黑体" panose="02010609060101010101" pitchFamily="49" charset="-122"/>
              </a:rPr>
              <a:t>路由选择策略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u="sng" dirty="0">
                <a:solidFill>
                  <a:srgbClr val="FF0000"/>
                </a:solidFill>
                <a:ea typeface="黑体" panose="02010609060101010101" pitchFamily="49" charset="-122"/>
              </a:rPr>
              <a:t>内部网关协议 </a:t>
            </a:r>
            <a:r>
              <a:rPr lang="en-US" altLang="zh-CN" u="sng" dirty="0">
                <a:ea typeface="黑体" panose="02010609060101010101" pitchFamily="49" charset="-122"/>
              </a:rPr>
              <a:t>IGP 	</a:t>
            </a:r>
            <a:r>
              <a:rPr lang="en-US" altLang="zh-CN" dirty="0">
                <a:ea typeface="黑体" panose="02010609060101010101" pitchFamily="49" charset="-122"/>
              </a:rPr>
              <a:t>RIP </a:t>
            </a:r>
            <a:r>
              <a:rPr lang="zh-CN" altLang="en-US" dirty="0">
                <a:ea typeface="黑体" panose="02010609060101010101" pitchFamily="49" charset="-122"/>
              </a:rPr>
              <a:t>  </a:t>
            </a:r>
            <a:r>
              <a:rPr lang="en-US" altLang="zh-CN" dirty="0">
                <a:ea typeface="黑体" panose="02010609060101010101" pitchFamily="49" charset="-122"/>
              </a:rPr>
              <a:t>OSPF </a:t>
            </a:r>
            <a:r>
              <a:rPr lang="zh-CN" altLang="en-US" dirty="0">
                <a:ea typeface="黑体" panose="02010609060101010101" pitchFamily="49" charset="-122"/>
              </a:rPr>
              <a:t>协议</a:t>
            </a:r>
            <a:r>
              <a:rPr lang="en-US" altLang="zh-CN" dirty="0">
                <a:ea typeface="黑体" panose="02010609060101010101" pitchFamily="49" charset="-122"/>
              </a:rPr>
              <a:t>	</a:t>
            </a:r>
            <a:r>
              <a:rPr lang="zh-CN" altLang="en-US" u="sng" dirty="0">
                <a:solidFill>
                  <a:srgbClr val="FF0000"/>
                </a:solidFill>
                <a:ea typeface="黑体" panose="02010609060101010101" pitchFamily="49" charset="-122"/>
              </a:rPr>
              <a:t>外部网关协议 </a:t>
            </a:r>
            <a:r>
              <a:rPr lang="en-US" altLang="zh-CN" u="sng" dirty="0">
                <a:ea typeface="黑体" panose="02010609060101010101" pitchFamily="49" charset="-122"/>
              </a:rPr>
              <a:t>EGP 	</a:t>
            </a:r>
            <a:r>
              <a:rPr lang="en-US" altLang="zh-CN" dirty="0">
                <a:ea typeface="黑体" panose="02010609060101010101" pitchFamily="49" charset="-122"/>
              </a:rPr>
              <a:t>BGP-4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洪泛法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FF0000"/>
                </a:solidFill>
                <a:ea typeface="黑体" panose="02010609060101010101" pitchFamily="49" charset="-122"/>
              </a:rPr>
              <a:t>主干区域 </a:t>
            </a:r>
            <a:r>
              <a:rPr lang="en-US" altLang="zh-CN" sz="1200" dirty="0">
                <a:solidFill>
                  <a:srgbClr val="FF0000"/>
                </a:solidFill>
                <a:ea typeface="黑体" panose="02010609060101010101" pitchFamily="49" charset="-122"/>
              </a:rPr>
              <a:t>	0.0.0.0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CAAF-E127-40FE-AF92-AD7E3DB07D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3.xml"/><Relationship Id="rId10" Type="http://schemas.openxmlformats.org/officeDocument/2006/relationships/image" Target="../media/image1.png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3.xml"/><Relationship Id="rId10" Type="http://schemas.openxmlformats.org/officeDocument/2006/relationships/image" Target="../media/image1.png"/><Relationship Id="rId1" Type="http://schemas.openxmlformats.org/officeDocument/2006/relationships/tags" Target="../tags/tag2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46.xml"/><Relationship Id="rId13" Type="http://schemas.openxmlformats.org/officeDocument/2006/relationships/image" Target="../media/image1.png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4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3.xml"/><Relationship Id="rId17" Type="http://schemas.openxmlformats.org/officeDocument/2006/relationships/image" Target="../media/image1.png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76.xml"/><Relationship Id="rId13" Type="http://schemas.openxmlformats.org/officeDocument/2006/relationships/image" Target="../media/image1.png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89.xml"/><Relationship Id="rId13" Type="http://schemas.openxmlformats.org/officeDocument/2006/relationships/image" Target="../media/image1.png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99.xml"/><Relationship Id="rId10" Type="http://schemas.openxmlformats.org/officeDocument/2006/relationships/image" Target="../media/image1.png"/><Relationship Id="rId1" Type="http://schemas.openxmlformats.org/officeDocument/2006/relationships/tags" Target="../tags/tag9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09.xml"/><Relationship Id="rId10" Type="http://schemas.openxmlformats.org/officeDocument/2006/relationships/image" Target="../media/image1.png"/><Relationship Id="rId1" Type="http://schemas.openxmlformats.org/officeDocument/2006/relationships/tags" Target="../tags/tag10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11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26.xml"/><Relationship Id="rId17" Type="http://schemas.openxmlformats.org/officeDocument/2006/relationships/image" Target="../media/image1.png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、不存在一种绝对的最佳路由算法。所谓“最佳”只能是相对于某一种特定要求下得出的较为合理的选择而已。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、从自适应性考虑，路由算法可分为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静态路由选择策略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动态路由选择策略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，其中，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动态路由选择策略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能较好地适应网络状态的变化，但实现起来较为复杂，开销也比较大。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06500" y="175768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、路由选择协议分成两大类：在一个自治系统内部使用的路由选择协议，称作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内部网关协议 IGP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，例如，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RIP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OSPF 协议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；将路由选择信息传递到另一个自治系统中的协议，称作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外部网关协议 EGP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，例如，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BGP-4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是一种分布式的、基于距离向量的路由选择协议。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允许一条路径最多只能包含 （    ）个路由器。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15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40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可以在两个网络之间同时使用多条路由。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选择一个具有最少路由器的路由（即最短路由），哪怕还存在另一条高速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(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低时延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)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但路由器较多的路由。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OSPF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协议中，只有当链路状态发生变化时，路由器才用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洪泛法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向所有路由器发送此信息。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OSPF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使用层次结构的区域划分。在上层的区域叫作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主干区域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(backbone area)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。主干区域的标识符规定为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0.0.0.0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下列关于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OSPF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的说法，错误的是（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OSPF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不用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UDP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而是直接用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数据报传送。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OSPF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对于不同类型的业务可计算出不同的路由。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如果到同一个目的网络有多条相同代价的路径，那么可以将通信量分配给这几条路径。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每一个链路状态都带上一个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32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位的序号，序号越小状态就越新。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.xml><?xml version="1.0" encoding="utf-8"?>
<p:tagLst xmlns:p="http://schemas.openxmlformats.org/presentationml/2006/main">
  <p:tag name="RAINPROBLEM" val="ProblemSubmit"/>
  <p:tag name="RAINPROBLEMTYPE" val="Polling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  <p:tag name="RAINPROBLEM" val="PollingAnswer"/>
</p:tagLst>
</file>

<file path=ppt/tags/tag12.xml><?xml version="1.0" encoding="utf-8"?>
<p:tagLst xmlns:p="http://schemas.openxmlformats.org/presentationml/2006/main">
  <p:tag name="RAINPROBLEM" val="ProblemSetting"/>
  <p:tag name="RAINPROBLEMTYPE" val="Polling"/>
</p:tagLst>
</file>

<file path=ppt/tags/tag1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4.xml><?xml version="1.0" encoding="utf-8"?>
<p:tagLst xmlns:p="http://schemas.openxmlformats.org/presentationml/2006/main">
  <p:tag name="RAINPROBLEM" val="ProblemBody"/>
</p:tagLst>
</file>

<file path=ppt/tags/tag15.xml><?xml version="1.0" encoding="utf-8"?>
<p:tagLst xmlns:p="http://schemas.openxmlformats.org/presentationml/2006/main">
  <p:tag name="RAINPROBLEM" val="ProblemSubmit"/>
  <p:tag name="RAINPROBLEMTYPE" val="FillBlank"/>
</p:tagLst>
</file>

<file path=ppt/tags/tag16.xml><?xml version="1.0" encoding="utf-8"?>
<p:tagLst xmlns:p="http://schemas.openxmlformats.org/presentationml/2006/main">
  <p:tag name="PRODUCTVERSIONTIP3" val="PRODUCTVERSIONTIP3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" val="ProblemSetting"/>
  <p:tag name="RAINPROBLEMTYPE" val="FillBlank"/>
</p:tagLst>
</file>

<file path=ppt/tags/tag23.xml><?xml version="1.0" encoding="utf-8"?>
<p:tagLst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静态路由选择策略&quot;],&quot;CaseSensitive&quot;:false,&quot;FuzzyMatch&quot;:false},{&quot;Num&quot;:2,&quot;Score&quot;:1.0,&quot;Answers&quot;:[&quot;动态路由选择策略&quot;],&quot;CaseSensitive&quot;:false,&quot;FuzzyMatch&quot;:false},{&quot;Num&quot;:3,&quot;Score&quot;:1.0,&quot;Answers&quot;:[&quot;动态路由选择策略&quot;],&quot;CaseSensitive&quot;:false,&quot;FuzzyMatch&quot;:false}]"/>
</p:tagLst>
</file>

<file path=ppt/tags/tag24.xml><?xml version="1.0" encoding="utf-8"?>
<p:tagLst xmlns:p="http://schemas.openxmlformats.org/presentationml/2006/main">
  <p:tag name="RAINPROBLEM" val="ProblemBody"/>
</p:tagLst>
</file>

<file path=ppt/tags/tag25.xml><?xml version="1.0" encoding="utf-8"?>
<p:tagLst xmlns:p="http://schemas.openxmlformats.org/presentationml/2006/main">
  <p:tag name="RAINPROBLEM" val="ProblemSubmit"/>
  <p:tag name="RAINPROBLEMTYPE" val="FillBlank"/>
</p:tagLst>
</file>

<file path=ppt/tags/tag26.xml><?xml version="1.0" encoding="utf-8"?>
<p:tagLst xmlns:p="http://schemas.openxmlformats.org/presentationml/2006/main">
  <p:tag name="PRODUCTVERSIONTIP3" val="PRODUCTVERSIONTIP3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" val="ProblemSetting"/>
  <p:tag name="RAINPROBLEMTYPE" val="FillBlank"/>
</p:tagLst>
</file>

<file path=ppt/tags/tag33.xml><?xml version="1.0" encoding="utf-8"?>
<p:tagLst xmlns:p="http://schemas.openxmlformats.org/presentationml/2006/main">
  <p:tag name="RAINPROBLEM" val="FillBlank"/>
  <p:tag name="PROBLEMBLANKKEYWORD" val="填空"/>
  <p:tag name="PROBLEMSCORE" val="5.0"/>
  <p:tag name="PROBLEMBLANK" val="[{&quot;Num&quot;:1,&quot;Score&quot;:1.0,&quot;Answers&quot;:[&quot;内部网关协议IGP&quot;],&quot;CaseSensitive&quot;:false,&quot;FuzzyMatch&quot;:false},{&quot;Num&quot;:2,&quot;Score&quot;:1.0,&quot;Answers&quot;:[&quot;RIP协议&quot;],&quot;CaseSensitive&quot;:false,&quot;FuzzyMatch&quot;:false},{&quot;Num&quot;:3,&quot;Score&quot;:1.0,&quot;Answers&quot;:[&quot;OSPF协议&quot;],&quot;CaseSensitive&quot;:false,&quot;FuzzyMatch&quot;:false},{&quot;Num&quot;:4,&quot;Score&quot;:1.0,&quot;Answers&quot;:[&quot;外部网关协议EGP&quot;],&quot;CaseSensitive&quot;:false,&quot;FuzzyMatch&quot;:false},{&quot;Num&quot;:5,&quot;Score&quot;:1.0,&quot;Answers&quot;:[&quot;BGP协议&quot;],&quot;CaseSensitive&quot;:false,&quot;FuzzyMatch&quot;:false}]"/>
</p:tagLst>
</file>

<file path=ppt/tags/tag34.xml><?xml version="1.0" encoding="utf-8"?>
<p:tagLst xmlns:p="http://schemas.openxmlformats.org/presentationml/2006/main">
  <p:tag name="RAINPROBLEM" val="ProblemBody"/>
</p:tagLst>
</file>

<file path=ppt/tags/tag35.xml><?xml version="1.0" encoding="utf-8"?>
<p:tagLst xmlns:p="http://schemas.openxmlformats.org/presentationml/2006/main">
  <p:tag name="RAINPROBLEM" val="ProblemItem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9.xml><?xml version="1.0" encoding="utf-8"?>
<p:tagLst xmlns:p="http://schemas.openxmlformats.org/presentationml/2006/main">
  <p:tag name="RAINPROBLEM" val="ProblemSubmit"/>
  <p:tag name="RAINPROBLEMTYPE" val="Polling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TYPE" val="ProblemTypeMarker"/>
  <p:tag name="RAINPROBLEM" val="PollingAnswer"/>
</p:tagLst>
</file>

<file path=ppt/tags/tag45.xml><?xml version="1.0" encoding="utf-8"?>
<p:tagLst xmlns:p="http://schemas.openxmlformats.org/presentationml/2006/main">
  <p:tag name="RAINPROBLEM" val="ProblemSetting"/>
  <p:tag name="RAINPROBLEMTYPE" val="Polling"/>
</p:tagLst>
</file>

<file path=ppt/tags/tag4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7.xml><?xml version="1.0" encoding="utf-8"?>
<p:tagLst xmlns:p="http://schemas.openxmlformats.org/presentationml/2006/main">
  <p:tag name="RAINPROBLEM" val="ProblemBody"/>
</p:tagLst>
</file>

<file path=ppt/tags/tag48.xml><?xml version="1.0" encoding="utf-8"?>
<p:tagLst xmlns:p="http://schemas.openxmlformats.org/presentationml/2006/main">
  <p:tag name="RAINPROBLEM" val="ProblemItem"/>
</p:tagLst>
</file>

<file path=ppt/tags/tag49.xml><?xml version="1.0" encoding="utf-8"?>
<p:tagLst xmlns:p="http://schemas.openxmlformats.org/presentationml/2006/main">
  <p:tag name="RAINPROBLEM" val="ProblemItem"/>
</p:tagLst>
</file>

<file path=ppt/tags/tag50.xml><?xml version="1.0" encoding="utf-8"?>
<p:tagLst xmlns:p="http://schemas.openxmlformats.org/presentationml/2006/main">
  <p:tag name="RAINPROBLEM" val="ProblemItem"/>
</p:tagLst>
</file>

<file path=ppt/tags/tag51.xml><?xml version="1.0" encoding="utf-8"?>
<p:tagLst xmlns:p="http://schemas.openxmlformats.org/presentationml/2006/main">
  <p:tag name="RAINPROBLEM" val="ProblemItem"/>
</p:tagLst>
</file>

<file path=ppt/tags/tag5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3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6.xml><?xml version="1.0" encoding="utf-8"?>
<p:tagLst xmlns:p="http://schemas.openxmlformats.org/presentationml/2006/main">
  <p:tag name="RAINPROBLEM" val="ProblemSubmit"/>
  <p:tag name="RAINPROBLEMTYPE" val="Polling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  <p:tag name="RAINPROBLEM" val="PollingAnswer"/>
</p:tagLst>
</file>

<file path=ppt/tags/tag62.xml><?xml version="1.0" encoding="utf-8"?>
<p:tagLst xmlns:p="http://schemas.openxmlformats.org/presentationml/2006/main">
  <p:tag name="RAINPROBLEM" val="ProblemSetting"/>
  <p:tag name="RAINPROBLEMTYPE" val="Polling"/>
</p:tagLst>
</file>

<file path=ppt/tags/tag6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4.xml><?xml version="1.0" encoding="utf-8"?>
<p:tagLst xmlns:p="http://schemas.openxmlformats.org/presentationml/2006/main">
  <p:tag name="RAINPROBLEM" val="ProblemBody"/>
</p:tagLst>
</file>

<file path=ppt/tags/tag65.xml><?xml version="1.0" encoding="utf-8"?>
<p:tagLst xmlns:p="http://schemas.openxmlformats.org/presentationml/2006/main">
  <p:tag name="RAINPROBLEM" val="ProblemItem"/>
</p:tagLst>
</file>

<file path=ppt/tags/tag66.xml><?xml version="1.0" encoding="utf-8"?>
<p:tagLst xmlns:p="http://schemas.openxmlformats.org/presentationml/2006/main">
  <p:tag name="RAINPROBLEM" val="ProblemItem"/>
</p:tagLst>
</file>

<file path=ppt/tags/tag6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69.xml><?xml version="1.0" encoding="utf-8"?>
<p:tagLst xmlns:p="http://schemas.openxmlformats.org/presentationml/2006/main">
  <p:tag name="RAINPROBLEM" val="ProblemSubmit"/>
  <p:tag name="RAINPROBLEMTYPE" val="Polling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TYPE" val="ProblemTypeMarker"/>
  <p:tag name="RAINPROBLEM" val="PollingAnswer"/>
</p:tagLst>
</file>

<file path=ppt/tags/tag75.xml><?xml version="1.0" encoding="utf-8"?>
<p:tagLst xmlns:p="http://schemas.openxmlformats.org/presentationml/2006/main">
  <p:tag name="RAINPROBLEM" val="ProblemSetting"/>
  <p:tag name="RAINPROBLEMTYPE" val="Polling"/>
</p:tagLst>
</file>

<file path=ppt/tags/tag7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7.xml><?xml version="1.0" encoding="utf-8"?>
<p:tagLst xmlns:p="http://schemas.openxmlformats.org/presentationml/2006/main">
  <p:tag name="RAINPROBLEM" val="ProblemBody"/>
</p:tagLst>
</file>

<file path=ppt/tags/tag78.xml><?xml version="1.0" encoding="utf-8"?>
<p:tagLst xmlns:p="http://schemas.openxmlformats.org/presentationml/2006/main">
  <p:tag name="RAINPROBLEM" val="ProblemItem"/>
</p:tagLst>
</file>

<file path=ppt/tags/tag79.xml><?xml version="1.0" encoding="utf-8"?>
<p:tagLst xmlns:p="http://schemas.openxmlformats.org/presentationml/2006/main">
  <p:tag name="RAINPROBLEM" val="ProblemItem"/>
</p:tagLst>
</file>

<file path=ppt/tags/tag80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2.xml><?xml version="1.0" encoding="utf-8"?>
<p:tagLst xmlns:p="http://schemas.openxmlformats.org/presentationml/2006/main">
  <p:tag name="RAINPROBLEM" val="ProblemSubmit"/>
  <p:tag name="RAINPROBLEMTYPE" val="Polling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TYPE" val="ProblemTypeMarker"/>
</p:tagLst>
</file>

<file path=ppt/tags/tag87.xml><?xml version="1.0" encoding="utf-8"?>
<p:tagLst xmlns:p="http://schemas.openxmlformats.org/presentationml/2006/main">
  <p:tag name="RAINPROBLEMTYPE" val="ProblemTypeMarker"/>
  <p:tag name="RAINPROBLEM" val="PollingAnswer"/>
</p:tagLst>
</file>

<file path=ppt/tags/tag88.xml><?xml version="1.0" encoding="utf-8"?>
<p:tagLst xmlns:p="http://schemas.openxmlformats.org/presentationml/2006/main">
  <p:tag name="RAINPROBLEM" val="ProblemSetting"/>
  <p:tag name="RAINPROBLEMTYPE" val="Polling"/>
</p:tagLst>
</file>

<file path=ppt/tags/tag8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0.xml><?xml version="1.0" encoding="utf-8"?>
<p:tagLst xmlns:p="http://schemas.openxmlformats.org/presentationml/2006/main">
  <p:tag name="RAINPROBLEM" val="ProblemBody"/>
</p:tagLst>
</file>

<file path=ppt/tags/tag91.xml><?xml version="1.0" encoding="utf-8"?>
<p:tagLst xmlns:p="http://schemas.openxmlformats.org/presentationml/2006/main">
  <p:tag name="RAINPROBLEM" val="ProblemSubmit"/>
  <p:tag name="RAINPROBLEMTYPE" val="FillBlank"/>
</p:tagLst>
</file>

<file path=ppt/tags/tag92.xml><?xml version="1.0" encoding="utf-8"?>
<p:tagLst xmlns:p="http://schemas.openxmlformats.org/presentationml/2006/main">
  <p:tag name="PRODUCTVERSIONTIP3" val="PRODUCTVERSIONTIP3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</p:tagLst>
</file>

<file path=ppt/tags/tag95.xml><?xml version="1.0" encoding="utf-8"?>
<p:tagLst xmlns:p="http://schemas.openxmlformats.org/presentationml/2006/main">
  <p:tag name="RAINPROBLEMTYPE" val="ProblemTypeMarker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" val="ProblemSetting"/>
  <p:tag name="RAINPROBLEMTYPE" val="FillBlank"/>
</p:tagLst>
</file>

<file path=ppt/tags/tag99.xml><?xml version="1.0" encoding="utf-8"?>
<p:tagLst xmlns:p="http://schemas.openxmlformats.org/presentationml/2006/main">
  <p:tag name="RAINPROBLEM" val="FillBlank"/>
  <p:tag name="PROBLEMBLANKKEYWORD" val="填空"/>
  <p:tag name="PROBLEMSCORE" val="1.0"/>
  <p:tag name="PROBLEMBLANK" val="[{&quot;Num&quot;:1,&quot;Score&quot;:1.0,&quot;Answers&quot;:[&quot;洪泛法&quot;],&quot;CaseSensitive&quot;:false,&quot;FuzzyMatch&quot;:false}]"/>
</p:tagLst>
</file>

<file path=ppt/tags/tag100.xml><?xml version="1.0" encoding="utf-8"?>
<p:tagLst xmlns:p="http://schemas.openxmlformats.org/presentationml/2006/main">
  <p:tag name="RAINPROBLEM" val="ProblemBody"/>
</p:tagLst>
</file>

<file path=ppt/tags/tag101.xml><?xml version="1.0" encoding="utf-8"?>
<p:tagLst xmlns:p="http://schemas.openxmlformats.org/presentationml/2006/main">
  <p:tag name="RAINPROBLEM" val="ProblemSubmit"/>
  <p:tag name="RAINPROBLEMTYPE" val="FillBlank"/>
</p:tagLst>
</file>

<file path=ppt/tags/tag102.xml><?xml version="1.0" encoding="utf-8"?>
<p:tagLst xmlns:p="http://schemas.openxmlformats.org/presentationml/2006/main">
  <p:tag name="PRODUCTVERSIONTIP3" val="PRODUCTVERSIONTIP3"/>
</p:tagLst>
</file>

<file path=ppt/tags/tag103.xml><?xml version="1.0" encoding="utf-8"?>
<p:tagLst xmlns:p="http://schemas.openxmlformats.org/presentationml/2006/main">
  <p:tag name="RAINPROBLEMTYPE" val="ProblemTypeMarker"/>
</p:tagLst>
</file>

<file path=ppt/tags/tag104.xml><?xml version="1.0" encoding="utf-8"?>
<p:tagLst xmlns:p="http://schemas.openxmlformats.org/presentationml/2006/main">
  <p:tag name="RAINPROBLEMTYPE" val="ProblemTypeMarker"/>
</p:tagLst>
</file>

<file path=ppt/tags/tag105.xml><?xml version="1.0" encoding="utf-8"?>
<p:tagLst xmlns:p="http://schemas.openxmlformats.org/presentationml/2006/main">
  <p:tag name="RAINPROBLEMTYPE" val="ProblemTypeMarker"/>
</p:tagLst>
</file>

<file path=ppt/tags/tag106.xml><?xml version="1.0" encoding="utf-8"?>
<p:tagLst xmlns:p="http://schemas.openxmlformats.org/presentationml/2006/main">
  <p:tag name="RAINPROBLEMTYPE" val="ProblemTypeMarker"/>
</p:tagLst>
</file>

<file path=ppt/tags/tag107.xml><?xml version="1.0" encoding="utf-8"?>
<p:tagLst xmlns:p="http://schemas.openxmlformats.org/presentationml/2006/main">
  <p:tag name="RAINPROBLEMTYPE" val="ProblemTypeMarker"/>
</p:tagLst>
</file>

<file path=ppt/tags/tag108.xml><?xml version="1.0" encoding="utf-8"?>
<p:tagLst xmlns:p="http://schemas.openxmlformats.org/presentationml/2006/main">
  <p:tag name="RAINPROBLEM" val="ProblemSetting"/>
  <p:tag name="RAINPROBLEMTYPE" val="FillBlank"/>
</p:tagLst>
</file>

<file path=ppt/tags/tag109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主干区域&quot;],&quot;CaseSensitive&quot;:false,&quot;FuzzyMatch&quot;:false},{&quot;Num&quot;:2,&quot;Score&quot;:1.0,&quot;Answers&quot;:[&quot;0.0.0.0&quot;],&quot;CaseSensitive&quot;:false,&quot;FuzzyMatch&quot;:false}]"/>
</p:tagLst>
</file>

<file path=ppt/tags/tag110.xml><?xml version="1.0" encoding="utf-8"?>
<p:tagLst xmlns:p="http://schemas.openxmlformats.org/presentationml/2006/main">
  <p:tag name="RAINPROBLEM" val="ProblemBody"/>
</p:tagLst>
</file>

<file path=ppt/tags/tag111.xml><?xml version="1.0" encoding="utf-8"?>
<p:tagLst xmlns:p="http://schemas.openxmlformats.org/presentationml/2006/main">
  <p:tag name="RAINPROBLEM" val="ProblemItem"/>
</p:tagLst>
</file>

<file path=ppt/tags/tag112.xml><?xml version="1.0" encoding="utf-8"?>
<p:tagLst xmlns:p="http://schemas.openxmlformats.org/presentationml/2006/main">
  <p:tag name="RAINPROBLEM" val="ProblemItem"/>
</p:tagLst>
</file>

<file path=ppt/tags/tag113.xml><?xml version="1.0" encoding="utf-8"?>
<p:tagLst xmlns:p="http://schemas.openxmlformats.org/presentationml/2006/main">
  <p:tag name="RAINPROBLEM" val="ProblemItem"/>
</p:tagLst>
</file>

<file path=ppt/tags/tag114.xml><?xml version="1.0" encoding="utf-8"?>
<p:tagLst xmlns:p="http://schemas.openxmlformats.org/presentationml/2006/main">
  <p:tag name="RAINPROBLEM" val="ProblemItem"/>
</p:tagLst>
</file>

<file path=ppt/tags/tag11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1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1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1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19.xml><?xml version="1.0" encoding="utf-8"?>
<p:tagLst xmlns:p="http://schemas.openxmlformats.org/presentationml/2006/main">
  <p:tag name="RAINPROBLEM" val="ProblemSubmit"/>
  <p:tag name="RAINPROBLEMTYPE" val="Polling"/>
</p:tagLst>
</file>

<file path=ppt/tags/tag120.xml><?xml version="1.0" encoding="utf-8"?>
<p:tagLst xmlns:p="http://schemas.openxmlformats.org/presentationml/2006/main">
  <p:tag name="RAINPROBLEMTYPE" val="ProblemTypeMarker"/>
</p:tagLst>
</file>

<file path=ppt/tags/tag121.xml><?xml version="1.0" encoding="utf-8"?>
<p:tagLst xmlns:p="http://schemas.openxmlformats.org/presentationml/2006/main">
  <p:tag name="RAINPROBLEMTYPE" val="ProblemTypeMarker"/>
</p:tagLst>
</file>

<file path=ppt/tags/tag122.xml><?xml version="1.0" encoding="utf-8"?>
<p:tagLst xmlns:p="http://schemas.openxmlformats.org/presentationml/2006/main">
  <p:tag name="RAINPROBLEMTYPE" val="ProblemTypeMarker"/>
</p:tagLst>
</file>

<file path=ppt/tags/tag123.xml><?xml version="1.0" encoding="utf-8"?>
<p:tagLst xmlns:p="http://schemas.openxmlformats.org/presentationml/2006/main">
  <p:tag name="RAINPROBLEMTYPE" val="ProblemTypeMarker"/>
</p:tagLst>
</file>

<file path=ppt/tags/tag124.xml><?xml version="1.0" encoding="utf-8"?>
<p:tagLst xmlns:p="http://schemas.openxmlformats.org/presentationml/2006/main">
  <p:tag name="RAINPROBLEMTYPE" val="ProblemTypeMarker"/>
  <p:tag name="RAINPROBLEM" val="PollingAnswer"/>
</p:tagLst>
</file>

<file path=ppt/tags/tag125.xml><?xml version="1.0" encoding="utf-8"?>
<p:tagLst xmlns:p="http://schemas.openxmlformats.org/presentationml/2006/main">
  <p:tag name="RAINPROBLEM" val="ProblemSetting"/>
  <p:tag name="RAINPROBLEMTYPE" val="Polling"/>
</p:tagLst>
</file>

<file path=ppt/tags/tag12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7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WPS 演示</Application>
  <PresentationFormat>宽屏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黑体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67</cp:revision>
  <dcterms:created xsi:type="dcterms:W3CDTF">2020-02-20T13:08:00Z</dcterms:created>
  <dcterms:modified xsi:type="dcterms:W3CDTF">2022-05-25T13:00:41Z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8AC0D270D57948A3B7F7D0E35D22FD2A</vt:lpwstr>
  </property>
  <property fmtid="{D5CDD505-2E9C-101B-9397-08002B2CF9AE}" pid="3" name="KSOProductBuildVer">
    <vt:lpwstr>2052-11.1.0.11744</vt:lpwstr>
  </property>
</Properties>
</file>