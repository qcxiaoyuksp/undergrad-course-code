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9" r:id="rId3"/>
    <p:sldId id="280" r:id="rId5"/>
    <p:sldId id="281" r:id="rId6"/>
    <p:sldId id="282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6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2A921E-2A47-4C3E-98E2-CAC4AED266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661F5-4C38-4148-BE60-D13D3AD56A8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661F5-4C38-4148-BE60-D13D3AD56A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661F5-4C38-4148-BE60-D13D3AD56A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661F5-4C38-4148-BE60-D13D3AD56A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9661F5-4C38-4148-BE60-D13D3AD56A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image" Target="../media/image1.png"/><Relationship Id="rId20" Type="http://schemas.openxmlformats.org/officeDocument/2006/relationships/tags" Target="../tags/tag34.xml"/><Relationship Id="rId2" Type="http://schemas.openxmlformats.org/officeDocument/2006/relationships/tags" Target="../tags/tag16.xml"/><Relationship Id="rId19" Type="http://schemas.openxmlformats.org/officeDocument/2006/relationships/tags" Target="../tags/tag33.xml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49.xml"/><Relationship Id="rId13" Type="http://schemas.openxmlformats.org/officeDocument/2006/relationships/image" Target="../media/image1.png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62.xml"/><Relationship Id="rId13" Type="http://schemas.openxmlformats.org/officeDocument/2006/relationships/image" Target="../media/image1.png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、使用集线器对以太网进行扩展，可以提高总吞吐量。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、下列关于以太网交换机的说法中，错误的是（    ）。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实质上就是一个多接口的网桥；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275920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相互通信的主机共享传输媒体；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3765777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接口有存储器，在输出端口繁忙时把到来的帧进行缓存；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425563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使用了专用的交换结构芯片，用硬件转发，转发速率快；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340214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830071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319928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5064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1"/>
            </p:custDataLst>
          </p:nvPr>
        </p:nvSpPr>
        <p:spPr>
          <a:xfrm>
            <a:off x="2438400" y="474549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工作在全双工方式，具有并行性；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椭圆 19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571625" y="4809785"/>
            <a:ext cx="514350" cy="514350"/>
          </a:xfrm>
          <a:prstGeom prst="ellipse">
            <a:avLst/>
          </a:prstGeom>
          <a:solidFill>
            <a:srgbClr val="92D05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3"/>
            </p:custDataLst>
          </p:nvPr>
        </p:nvSpPr>
        <p:spPr>
          <a:xfrm>
            <a:off x="2438400" y="5235349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一种即插即用设备；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椭圆 21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529964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、接收数据帧的同时就立即按数据帧的目的 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MAC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地址决定该帧的转发接口，这属于以太网交换机的哪种交换方式？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存储转发方式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直通方式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、虚拟局域网是一种新型局域网。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92D05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6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.xml><?xml version="1.0" encoding="utf-8"?>
<p:tagLst xmlns:p="http://schemas.openxmlformats.org/presentationml/2006/main">
  <p:tag name="RAINPROBLEM" val="ProblemSubmit"/>
  <p:tag name="RAINPROBLEMTYPE" val="MultipleChoice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" val="ProblemSetting"/>
  <p:tag name="RAINPROBLEMTYPE" val="MultipleChoice"/>
</p:tagLst>
</file>

<file path=ppt/tags/tag13.xml><?xml version="1.0" encoding="utf-8"?>
<p:tagLst xmlns:p="http://schemas.openxmlformats.org/presentationml/2006/main">
  <p:tag name="RAINPROBLEM" val="ProblemWarning"/>
</p:tagLst>
</file>

<file path=ppt/tags/tag14.xml><?xml version="1.0" encoding="utf-8"?>
<p:tagLst xmlns:p="http://schemas.openxmlformats.org/presentationml/2006/main">
  <p:tag name="RAINPROBLEM" val="MultipleChoice"/>
  <p:tag name="PROBLEMSCORE" val="1.0"/>
</p:tagLst>
</file>

<file path=ppt/tags/tag15.xml><?xml version="1.0" encoding="utf-8"?>
<p:tagLst xmlns:p="http://schemas.openxmlformats.org/presentationml/2006/main">
  <p:tag name="RAINPROBLEM" val="ProblemBody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p="http://schemas.openxmlformats.org/presentationml/2006/main">
  <p:tag name="RAINPROBLEM" val="ProblemItem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p="http://schemas.openxmlformats.org/presentationml/2006/main">
  <p:tag name="RAINPROBLEM" val="ProblemItem"/>
</p:tagLst>
</file>

<file path=ppt/tags/tag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ProblemWarning"/>
</p:tagLst>
</file>

<file path=ppt/tags/tag36.xml><?xml version="1.0" encoding="utf-8"?>
<p:tagLst xmlns:p="http://schemas.openxmlformats.org/presentationml/2006/main">
  <p:tag name="RAINPROBLEM" val="MultipleChoice"/>
  <p:tag name="PROBLEMSCORE" val="1.0"/>
</p:tagLst>
</file>

<file path=ppt/tags/tag37.xml><?xml version="1.0" encoding="utf-8"?>
<p:tagLst xmlns:p="http://schemas.openxmlformats.org/presentationml/2006/main">
  <p:tag name="RAINPROBLEM" val="ProblemBody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Submit"/>
  <p:tag name="RAINPROBLEMTYPE" val="MultipleChoice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TYPE" val="ProblemTypeMarker"/>
</p:tagLst>
</file>

<file path=ppt/tags/tag45.xml><?xml version="1.0" encoding="utf-8"?>
<p:tagLst xmlns:p="http://schemas.openxmlformats.org/presentationml/2006/main">
  <p:tag name="RAINPROBLEMTYPE" val="ProblemTypeMarker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" val="ProblemSetting"/>
  <p:tag name="RAINPROBLEMTYPE" val="MultipleChoice"/>
</p:tagLst>
</file>

<file path=ppt/tags/tag49.xml><?xml version="1.0" encoding="utf-8"?>
<p:tagLst xmlns:p="http://schemas.openxmlformats.org/presentationml/2006/main">
  <p:tag name="RAINPROBLEM" val="MultipleChoice"/>
  <p:tag name="PROBLEMSCORE" val="1.0"/>
</p:tagLst>
</file>

<file path=ppt/tags/tag50.xml><?xml version="1.0" encoding="utf-8"?>
<p:tagLst xmlns:p="http://schemas.openxmlformats.org/presentationml/2006/main">
  <p:tag name="RAINPROBLEM" val="ProblemBody"/>
</p:tagLst>
</file>

<file path=ppt/tags/tag51.xml><?xml version="1.0" encoding="utf-8"?>
<p:tagLst xmlns:p="http://schemas.openxmlformats.org/presentationml/2006/main">
  <p:tag name="RAINPROBLEM" val="ProblemItem"/>
</p:tagLst>
</file>

<file path=ppt/tags/tag52.xml><?xml version="1.0" encoding="utf-8"?>
<p:tagLst xmlns:p="http://schemas.openxmlformats.org/presentationml/2006/main">
  <p:tag name="RAINPROBLEM" val="ProblemItem"/>
</p:tagLst>
</file>

<file path=ppt/tags/tag5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p="http://schemas.openxmlformats.org/presentationml/2006/main">
  <p:tag name="RAINPROBLEM" val="ProblemSubmit"/>
  <p:tag name="RAINPROBLEMTYPE" val="MultipleChoice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MultipleChoice"/>
</p:tagLst>
</file>

<file path=ppt/tags/tag62.xml><?xml version="1.0" encoding="utf-8"?>
<p:tagLst xmlns:p="http://schemas.openxmlformats.org/presentationml/2006/main">
  <p:tag name="RAINPROBLEM" val="MultipleChoice"/>
  <p:tag name="PROBLEMSCORE" val="1.0"/>
</p:tagLst>
</file>

<file path=ppt/tags/tag63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WPS 演示</Application>
  <PresentationFormat>宽屏</PresentationFormat>
  <Paragraphs>84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41</cp:revision>
  <dcterms:created xsi:type="dcterms:W3CDTF">2020-02-20T13:08:00Z</dcterms:created>
  <dcterms:modified xsi:type="dcterms:W3CDTF">2022-05-26T12:39:42Z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7251B8495C804088A9F76DE9E70A8A4C</vt:lpwstr>
  </property>
  <property fmtid="{D5CDD505-2E9C-101B-9397-08002B2CF9AE}" pid="3" name="KSOProductBuildVer">
    <vt:lpwstr>2052-11.1.0.11744</vt:lpwstr>
  </property>
</Properties>
</file>