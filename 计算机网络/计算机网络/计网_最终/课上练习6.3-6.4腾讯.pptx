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25" r:id="rId3"/>
    <p:sldId id="326" r:id="rId5"/>
    <p:sldId id="327" r:id="rId6"/>
    <p:sldId id="328" r:id="rId7"/>
    <p:sldId id="329" r:id="rId8"/>
    <p:sldId id="330" r:id="rId9"/>
    <p:sldId id="331" r:id="rId10"/>
    <p:sldId id="332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12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04BC2-D78A-4264-BB6B-5F4F76B82F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B66FD1-DD7B-404F-BF28-765AFFBD42B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66FD1-DD7B-404F-BF28-765AFFBD42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超媒体  超文本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66FD1-DD7B-404F-BF28-765AFFBD42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66FD1-DD7B-404F-BF28-765AFFBD42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66FD1-DD7B-404F-BF28-765AFFBD42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66FD1-DD7B-404F-BF28-765AFFBD42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66FD1-DD7B-404F-BF28-765AFFBD42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66FD1-DD7B-404F-BF28-765AFFBD42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B66FD1-DD7B-404F-BF28-765AFFBD42B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3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3.xml"/><Relationship Id="rId10" Type="http://schemas.openxmlformats.org/officeDocument/2006/relationships/image" Target="../media/image1.png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36.xml"/><Relationship Id="rId13" Type="http://schemas.openxmlformats.org/officeDocument/2006/relationships/image" Target="../media/image1.png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38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53.xml"/><Relationship Id="rId17" Type="http://schemas.openxmlformats.org/officeDocument/2006/relationships/image" Target="../media/image1.png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66.xml"/><Relationship Id="rId13" Type="http://schemas.openxmlformats.org/officeDocument/2006/relationships/image" Target="../media/image1.png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81.xml"/><Relationship Id="rId15" Type="http://schemas.openxmlformats.org/officeDocument/2006/relationships/image" Target="../media/image1.png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96.xml"/><Relationship Id="rId15" Type="http://schemas.openxmlformats.org/officeDocument/2006/relationships/image" Target="../media/image1.png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11.xml"/><Relationship Id="rId15" Type="http://schemas.openxmlformats.org/officeDocument/2006/relationships/image" Target="../media/image1.png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tags" Target="../tags/tag9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06500" y="1097122"/>
            <a:ext cx="9753600" cy="113776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TELNET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的客户软件把用户的击键和命令转换成（    ）， 并送交服务器。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远地系统所需的格式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NVT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格式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、万维网是分布式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超媒体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系统，它是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超文本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系统的扩充。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42646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、超文本文档除了包含文本信息，还包含其他表示方式的信息，如图形、图像、声音、动画，甚至活动视频图像。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、使用（    ）来标志万维网上的各种文档。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超文本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超媒体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链接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统一资源定位符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、在万维网客户程序与万维网服务器程序之间进行交互所使用的协议，是超文本传送协议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HTTP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，它是一个应用层协议，使用（   ） 进行可靠的传送。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连接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UDP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报文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、万维网站点使用（    ）来跟踪用户。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高速缓存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持续连接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Cookie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92D05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、万维网上的（   ）文档，其内容是在浏览器访问万维网服务器时才由应用程序动态创建。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静态文档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动态文档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活动文档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、针对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某一特定领域、特定人群或某一特定需求提供搜索服务的是（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全文检索搜索引擎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分类目录搜索引擎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垂直搜索引擎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6.xml><?xml version="1.0" encoding="utf-8"?>
<p:tagLst xmlns:p="http://schemas.openxmlformats.org/presentationml/2006/main">
  <p:tag name="RAINPROBLEM" val="ProblemSubmit"/>
  <p:tag name="RAINPROBLEMTYPE" val="Polling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  <p:tag name="RAINPROBLEM" val="PollingAnswer"/>
</p:tagLst>
</file>

<file path=ppt/tags/tag12.xml><?xml version="1.0" encoding="utf-8"?>
<p:tagLst xmlns:p="http://schemas.openxmlformats.org/presentationml/2006/main">
  <p:tag name="RAINPROBLEM" val="ProblemSetting"/>
  <p:tag name="RAINPROBLEMTYPE" val="Polling"/>
</p:tagLst>
</file>

<file path=ppt/tags/tag1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4.xml><?xml version="1.0" encoding="utf-8"?>
<p:tagLst xmlns:p="http://schemas.openxmlformats.org/presentationml/2006/main">
  <p:tag name="RAINPROBLEM" val="ProblemBody"/>
</p:tagLst>
</file>

<file path=ppt/tags/tag15.xml><?xml version="1.0" encoding="utf-8"?>
<p:tagLst xmlns:p="http://schemas.openxmlformats.org/presentationml/2006/main">
  <p:tag name="RAINPROBLEM" val="ProblemSubmit"/>
  <p:tag name="RAINPROBLEMTYPE" val="FillBlank"/>
</p:tagLst>
</file>

<file path=ppt/tags/tag16.xml><?xml version="1.0" encoding="utf-8"?>
<p:tagLst xmlns:p="http://schemas.openxmlformats.org/presentationml/2006/main">
  <p:tag name="PRODUCTVERSIONTIP3" val="PRODUCTVERSIONTIP3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TYPE" val="ProblemTypeMarker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" val="ProblemSetting"/>
  <p:tag name="RAINPROBLEMTYPE" val="FillBlank"/>
</p:tagLst>
</file>

<file path=ppt/tags/tag23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超媒体&quot;],&quot;CaseSensitive&quot;:false,&quot;FuzzyMatch&quot;:false},{&quot;Num&quot;:2,&quot;Score&quot;:1.0,&quot;Answers&quot;:[&quot;超文本&quot;],&quot;CaseSensitive&quot;:false,&quot;FuzzyMatch&quot;:false}]"/>
</p:tagLst>
</file>

<file path=ppt/tags/tag24.xml><?xml version="1.0" encoding="utf-8"?>
<p:tagLst xmlns:p="http://schemas.openxmlformats.org/presentationml/2006/main">
  <p:tag name="RAINPROBLEM" val="ProblemBody"/>
</p:tagLst>
</file>

<file path=ppt/tags/tag25.xml><?xml version="1.0" encoding="utf-8"?>
<p:tagLst xmlns:p="http://schemas.openxmlformats.org/presentationml/2006/main">
  <p:tag name="RAINPROBLEM" val="ProblemItem"/>
</p:tagLst>
</file>

<file path=ppt/tags/tag26.xml><?xml version="1.0" encoding="utf-8"?>
<p:tagLst xmlns:p="http://schemas.openxmlformats.org/presentationml/2006/main">
  <p:tag name="RAINPROBLEM" val="ProblemItem"/>
</p:tagLst>
</file>

<file path=ppt/tags/tag2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8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29.xml><?xml version="1.0" encoding="utf-8"?>
<p:tagLst xmlns:p="http://schemas.openxmlformats.org/presentationml/2006/main">
  <p:tag name="RAINPROBLEM" val="ProblemSubmit"/>
  <p:tag name="RAINPROBLEMTYPE" val="Polling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TYPE" val="ProblemTypeMarker"/>
  <p:tag name="RAINPROBLEM" val="PollingAnswer"/>
</p:tagLst>
</file>

<file path=ppt/tags/tag35.xml><?xml version="1.0" encoding="utf-8"?>
<p:tagLst xmlns:p="http://schemas.openxmlformats.org/presentationml/2006/main">
  <p:tag name="RAINPROBLEM" val="ProblemSetting"/>
  <p:tag name="RAINPROBLEMTYPE" val="Polling"/>
</p:tagLst>
</file>

<file path=ppt/tags/tag3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7.xml><?xml version="1.0" encoding="utf-8"?>
<p:tagLst xmlns:p="http://schemas.openxmlformats.org/presentationml/2006/main">
  <p:tag name="RAINPROBLEM" val="ProblemBody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Item"/>
</p:tagLst>
</file>

<file path=ppt/tags/tag4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5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46.xml><?xml version="1.0" encoding="utf-8"?>
<p:tagLst xmlns:p="http://schemas.openxmlformats.org/presentationml/2006/main">
  <p:tag name="RAINPROBLEM" val="ProblemSubmit"/>
  <p:tag name="RAINPROBLEMTYPE" val="Polling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TYPE" val="ProblemTypeMarker"/>
  <p:tag name="RAINPROBLEM" val="PollingAnswer"/>
</p:tagLst>
</file>

<file path=ppt/tags/tag52.xml><?xml version="1.0" encoding="utf-8"?>
<p:tagLst xmlns:p="http://schemas.openxmlformats.org/presentationml/2006/main">
  <p:tag name="RAINPROBLEM" val="ProblemSetting"/>
  <p:tag name="RAINPROBLEMTYPE" val="Polling"/>
</p:tagLst>
</file>

<file path=ppt/tags/tag5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4.xml><?xml version="1.0" encoding="utf-8"?>
<p:tagLst xmlns:p="http://schemas.openxmlformats.org/presentationml/2006/main">
  <p:tag name="RAINPROBLEM" val="ProblemBody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5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9.xml><?xml version="1.0" encoding="utf-8"?>
<p:tagLst xmlns:p="http://schemas.openxmlformats.org/presentationml/2006/main">
  <p:tag name="RAINPROBLEM" val="ProblemSubmit"/>
  <p:tag name="RAINPROBLEMTYPE" val="Polling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TYPE" val="ProblemTypeMarker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  <p:tag name="RAINPROBLEM" val="PollingAnswer"/>
</p:tagLst>
</file>

<file path=ppt/tags/tag65.xml><?xml version="1.0" encoding="utf-8"?>
<p:tagLst xmlns:p="http://schemas.openxmlformats.org/presentationml/2006/main">
  <p:tag name="RAINPROBLEM" val="ProblemSetting"/>
  <p:tag name="RAINPROBLEMTYPE" val="Polling"/>
</p:tagLst>
</file>

<file path=ppt/tags/tag6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7.xml><?xml version="1.0" encoding="utf-8"?>
<p:tagLst xmlns:p="http://schemas.openxmlformats.org/presentationml/2006/main">
  <p:tag name="RAINPROBLEM" val="ProblemBody"/>
</p:tagLst>
</file>

<file path=ppt/tags/tag68.xml><?xml version="1.0" encoding="utf-8"?>
<p:tagLst xmlns:p="http://schemas.openxmlformats.org/presentationml/2006/main">
  <p:tag name="RAINPROBLEM" val="ProblemItem"/>
</p:tagLst>
</file>

<file path=ppt/tags/tag69.xml><?xml version="1.0" encoding="utf-8"?>
<p:tagLst xmlns:p="http://schemas.openxmlformats.org/presentationml/2006/main">
  <p:tag name="RAINPROBLEM" val="ProblemItem"/>
</p:tagLst>
</file>

<file path=ppt/tags/tag70.xml><?xml version="1.0" encoding="utf-8"?>
<p:tagLst xmlns:p="http://schemas.openxmlformats.org/presentationml/2006/main">
  <p:tag name="RAINPROBLEM" val="ProblemItem"/>
</p:tagLst>
</file>

<file path=ppt/tags/tag7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4.xml><?xml version="1.0" encoding="utf-8"?>
<p:tagLst xmlns:p="http://schemas.openxmlformats.org/presentationml/2006/main">
  <p:tag name="RAINPROBLEM" val="ProblemSubmit"/>
  <p:tag name="RAINPROBLEMTYPE" val="Polling"/>
</p:tagLst>
</file>

<file path=ppt/tags/tag75.xml><?xml version="1.0" encoding="utf-8"?>
<p:tagLst xmlns:p="http://schemas.openxmlformats.org/presentationml/2006/main">
  <p:tag name="RAINPROBLEMTYPE" val="ProblemTypeMarker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TYPE" val="ProblemTypeMarker"/>
</p:tagLst>
</file>

<file path=ppt/tags/tag78.xml><?xml version="1.0" encoding="utf-8"?>
<p:tagLst xmlns:p="http://schemas.openxmlformats.org/presentationml/2006/main">
  <p:tag name="RAINPROBLEMTYPE" val="ProblemTypeMarker"/>
</p:tagLst>
</file>

<file path=ppt/tags/tag79.xml><?xml version="1.0" encoding="utf-8"?>
<p:tagLst xmlns:p="http://schemas.openxmlformats.org/presentationml/2006/main">
  <p:tag name="RAINPROBLEMTYPE" val="ProblemTypeMarker"/>
  <p:tag name="RAINPROBLEM" val="PollingAnswer"/>
</p:tagLst>
</file>

<file path=ppt/tags/tag80.xml><?xml version="1.0" encoding="utf-8"?>
<p:tagLst xmlns:p="http://schemas.openxmlformats.org/presentationml/2006/main">
  <p:tag name="RAINPROBLEM" val="ProblemSetting"/>
  <p:tag name="RAINPROBLEMTYPE" val="Polling"/>
</p:tagLst>
</file>

<file path=ppt/tags/tag81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2.xml><?xml version="1.0" encoding="utf-8"?>
<p:tagLst xmlns:p="http://schemas.openxmlformats.org/presentationml/2006/main">
  <p:tag name="RAINPROBLEM" val="ProblemBody"/>
</p:tagLst>
</file>

<file path=ppt/tags/tag83.xml><?xml version="1.0" encoding="utf-8"?>
<p:tagLst xmlns:p="http://schemas.openxmlformats.org/presentationml/2006/main">
  <p:tag name="RAINPROBLEM" val="ProblemItem"/>
</p:tagLst>
</file>

<file path=ppt/tags/tag84.xml><?xml version="1.0" encoding="utf-8"?>
<p:tagLst xmlns:p="http://schemas.openxmlformats.org/presentationml/2006/main">
  <p:tag name="RAINPROBLEM" val="ProblemItem"/>
</p:tagLst>
</file>

<file path=ppt/tags/tag85.xml><?xml version="1.0" encoding="utf-8"?>
<p:tagLst xmlns:p="http://schemas.openxmlformats.org/presentationml/2006/main">
  <p:tag name="RAINPROBLEM" val="ProblemItem"/>
</p:tagLst>
</file>

<file path=ppt/tags/tag8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7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8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9.xml><?xml version="1.0" encoding="utf-8"?>
<p:tagLst xmlns:p="http://schemas.openxmlformats.org/presentationml/2006/main">
  <p:tag name="RAINPROBLEM" val="ProblemSubmit"/>
  <p:tag name="RAINPROBLEMTYPE" val="Polling"/>
</p:tagLst>
</file>

<file path=ppt/tags/tag90.xml><?xml version="1.0" encoding="utf-8"?>
<p:tagLst xmlns:p="http://schemas.openxmlformats.org/presentationml/2006/main">
  <p:tag name="RAINPROBLEMTYPE" val="ProblemTypeMarker"/>
</p:tagLst>
</file>

<file path=ppt/tags/tag91.xml><?xml version="1.0" encoding="utf-8"?>
<p:tagLst xmlns:p="http://schemas.openxmlformats.org/presentationml/2006/main">
  <p:tag name="RAINPROBLEMTYPE" val="ProblemTypeMarker"/>
</p:tagLst>
</file>

<file path=ppt/tags/tag92.xml><?xml version="1.0" encoding="utf-8"?>
<p:tagLst xmlns:p="http://schemas.openxmlformats.org/presentationml/2006/main">
  <p:tag name="RAINPROBLEMTYPE" val="ProblemTypeMarker"/>
</p:tagLst>
</file>

<file path=ppt/tags/tag93.xml><?xml version="1.0" encoding="utf-8"?>
<p:tagLst xmlns:p="http://schemas.openxmlformats.org/presentationml/2006/main">
  <p:tag name="RAINPROBLEMTYPE" val="ProblemTypeMarker"/>
</p:tagLst>
</file>

<file path=ppt/tags/tag94.xml><?xml version="1.0" encoding="utf-8"?>
<p:tagLst xmlns:p="http://schemas.openxmlformats.org/presentationml/2006/main">
  <p:tag name="RAINPROBLEMTYPE" val="ProblemTypeMarker"/>
  <p:tag name="RAINPROBLEM" val="PollingAnswer"/>
</p:tagLst>
</file>

<file path=ppt/tags/tag95.xml><?xml version="1.0" encoding="utf-8"?>
<p:tagLst xmlns:p="http://schemas.openxmlformats.org/presentationml/2006/main">
  <p:tag name="RAINPROBLEM" val="ProblemSetting"/>
  <p:tag name="RAINPROBLEMTYPE" val="Polling"/>
</p:tagLst>
</file>

<file path=ppt/tags/tag96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97.xml><?xml version="1.0" encoding="utf-8"?>
<p:tagLst xmlns:p="http://schemas.openxmlformats.org/presentationml/2006/main">
  <p:tag name="RAINPROBLEM" val="ProblemBody"/>
</p:tagLst>
</file>

<file path=ppt/tags/tag98.xml><?xml version="1.0" encoding="utf-8"?>
<p:tagLst xmlns:p="http://schemas.openxmlformats.org/presentationml/2006/main">
  <p:tag name="RAINPROBLEM" val="ProblemItem"/>
</p:tagLst>
</file>

<file path=ppt/tags/tag99.xml><?xml version="1.0" encoding="utf-8"?>
<p:tagLst xmlns:p="http://schemas.openxmlformats.org/presentationml/2006/main">
  <p:tag name="RAINPROBLEM" val="ProblemItem"/>
</p:tagLst>
</file>

<file path=ppt/tags/tag100.xml><?xml version="1.0" encoding="utf-8"?>
<p:tagLst xmlns:p="http://schemas.openxmlformats.org/presentationml/2006/main">
  <p:tag name="RAINPROBLEM" val="ProblemItem"/>
</p:tagLst>
</file>

<file path=ppt/tags/tag10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0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03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04.xml><?xml version="1.0" encoding="utf-8"?>
<p:tagLst xmlns:p="http://schemas.openxmlformats.org/presentationml/2006/main">
  <p:tag name="RAINPROBLEM" val="ProblemSubmit"/>
  <p:tag name="RAINPROBLEMTYPE" val="Polling"/>
</p:tagLst>
</file>

<file path=ppt/tags/tag105.xml><?xml version="1.0" encoding="utf-8"?>
<p:tagLst xmlns:p="http://schemas.openxmlformats.org/presentationml/2006/main">
  <p:tag name="RAINPROBLEMTYPE" val="ProblemTypeMarker"/>
</p:tagLst>
</file>

<file path=ppt/tags/tag106.xml><?xml version="1.0" encoding="utf-8"?>
<p:tagLst xmlns:p="http://schemas.openxmlformats.org/presentationml/2006/main">
  <p:tag name="RAINPROBLEMTYPE" val="ProblemTypeMarker"/>
</p:tagLst>
</file>

<file path=ppt/tags/tag107.xml><?xml version="1.0" encoding="utf-8"?>
<p:tagLst xmlns:p="http://schemas.openxmlformats.org/presentationml/2006/main">
  <p:tag name="RAINPROBLEMTYPE" val="ProblemTypeMarker"/>
</p:tagLst>
</file>

<file path=ppt/tags/tag108.xml><?xml version="1.0" encoding="utf-8"?>
<p:tagLst xmlns:p="http://schemas.openxmlformats.org/presentationml/2006/main">
  <p:tag name="RAINPROBLEMTYPE" val="ProblemTypeMarker"/>
</p:tagLst>
</file>

<file path=ppt/tags/tag109.xml><?xml version="1.0" encoding="utf-8"?>
<p:tagLst xmlns:p="http://schemas.openxmlformats.org/presentationml/2006/main">
  <p:tag name="RAINPROBLEMTYPE" val="ProblemTypeMarker"/>
  <p:tag name="RAINPROBLEM" val="PollingAnswer"/>
</p:tagLst>
</file>

<file path=ppt/tags/tag110.xml><?xml version="1.0" encoding="utf-8"?>
<p:tagLst xmlns:p="http://schemas.openxmlformats.org/presentationml/2006/main">
  <p:tag name="RAINPROBLEM" val="ProblemSetting"/>
  <p:tag name="RAINPROBLEMTYPE" val="Polling"/>
</p:tagLst>
</file>

<file path=ppt/tags/tag111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12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</Words>
  <Application>WPS 演示</Application>
  <PresentationFormat>宽屏</PresentationFormat>
  <Paragraphs>142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114</cp:revision>
  <dcterms:created xsi:type="dcterms:W3CDTF">2020-02-20T13:08:00Z</dcterms:created>
  <dcterms:modified xsi:type="dcterms:W3CDTF">2022-05-25T13:32:17Z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1F4932A53419478D8279CC18EA81A064</vt:lpwstr>
  </property>
  <property fmtid="{D5CDD505-2E9C-101B-9397-08002B2CF9AE}" pid="3" name="KSOProductBuildVer">
    <vt:lpwstr>2052-11.1.0.11744</vt:lpwstr>
  </property>
</Properties>
</file>