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1" r:id="rId6"/>
    <p:sldId id="259" r:id="rId7"/>
    <p:sldId id="260" r:id="rId8"/>
    <p:sldId id="262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82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速率、带宽、吞吐率、时延、时延带宽积、往返时间</a:t>
            </a:r>
            <a:r>
              <a:rPr lang="en-US" altLang="zh-CN"/>
              <a:t>RTT</a:t>
            </a:r>
            <a:r>
              <a:rPr lang="zh-CN" altLang="en-US"/>
              <a:t>、利用</a:t>
            </a:r>
            <a:r>
              <a:rPr lang="zh-CN" altLang="en-US"/>
              <a:t>率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费用、质量、标准化、可靠性、可扩展性和可升级性、易于管理和</a:t>
            </a:r>
            <a:r>
              <a:rPr lang="zh-CN" altLang="en-US"/>
              <a:t>维护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发送时延、传播时延、处理时延、排队</a:t>
            </a:r>
            <a:r>
              <a:rPr lang="zh-CN" altLang="en-US"/>
              <a:t>时延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65B79-BDA2-40C5-BBA2-DF702DC68C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98128-421B-44ED-9633-01B7445786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0.xml"/><Relationship Id="rId10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0.xml"/><Relationship Id="rId10" Type="http://schemas.openxmlformats.org/officeDocument/2006/relationships/image" Target="../media/image1.png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0.xml"/><Relationship Id="rId10" Type="http://schemas.openxmlformats.org/officeDocument/2006/relationships/image" Target="../media/image1.png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7.xml"/><Relationship Id="rId17" Type="http://schemas.openxmlformats.org/officeDocument/2006/relationships/image" Target="../media/image1.png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4.xml"/><Relationship Id="rId17" Type="http://schemas.openxmlformats.org/officeDocument/2006/relationships/image" Target="../media/image1.png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1.xml"/><Relationship Id="rId17" Type="http://schemas.openxmlformats.org/officeDocument/2006/relationships/image" Target="../media/image1.png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161036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的性能一般是指它的几个重要的性能指标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，主要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吞吐率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时延带宽积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往返时间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RTT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7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的非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性能指标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可靠性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可扩展性和可升级性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易于管理和维护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6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zh-CN" altLang="zh-CN" dirty="0" smtClean="0"/>
              <a:t>总</a:t>
            </a:r>
            <a:r>
              <a:rPr lang="zh-CN" altLang="zh-CN" dirty="0"/>
              <a:t>时延 </a:t>
            </a:r>
            <a:r>
              <a:rPr lang="en-US" altLang="zh-CN" dirty="0"/>
              <a:t>= 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发送时延</a:t>
            </a:r>
            <a:r>
              <a:rPr lang="en-US" altLang="zh-CN" dirty="0" smtClean="0">
                <a:solidFill>
                  <a:srgbClr val="639EF4"/>
                </a:solidFill>
              </a:rPr>
              <a:t>]</a:t>
            </a:r>
            <a:r>
              <a:rPr lang="en-US" altLang="zh-CN" dirty="0" smtClean="0"/>
              <a:t> + 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传播时延</a:t>
            </a:r>
            <a:r>
              <a:rPr lang="en-US" altLang="zh-CN" dirty="0" smtClean="0">
                <a:solidFill>
                  <a:srgbClr val="639EF4"/>
                </a:solidFill>
              </a:rPr>
              <a:t>]</a:t>
            </a:r>
            <a:r>
              <a:rPr lang="en-US" altLang="zh-CN" dirty="0" smtClean="0"/>
              <a:t> + 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处理时延</a:t>
            </a:r>
            <a:r>
              <a:rPr lang="en-US" altLang="zh-CN" dirty="0" smtClean="0">
                <a:solidFill>
                  <a:srgbClr val="639EF4"/>
                </a:solidFill>
              </a:rPr>
              <a:t>]</a:t>
            </a:r>
            <a:r>
              <a:rPr lang="en-US" altLang="zh-CN" dirty="0" smtClean="0"/>
              <a:t> + </a:t>
            </a:r>
            <a:r>
              <a:rPr lang="zh-CN" altLang="en-US" dirty="0" smtClean="0">
                <a:solidFill>
                  <a:srgbClr val="639EF4"/>
                </a:solidFill>
              </a:rPr>
              <a:t> </a:t>
            </a:r>
            <a:r>
              <a:rPr lang="en-US" altLang="zh-CN" dirty="0" smtClean="0">
                <a:solidFill>
                  <a:srgbClr val="639EF4"/>
                </a:solidFill>
              </a:rPr>
              <a:t>[</a:t>
            </a:r>
            <a:r>
              <a:rPr lang="zh-CN" altLang="en-US" dirty="0" smtClean="0">
                <a:solidFill>
                  <a:srgbClr val="639EF4"/>
                </a:solidFill>
              </a:rPr>
              <a:t>排队时延</a:t>
            </a:r>
            <a:r>
              <a:rPr lang="en-US" altLang="zh-CN" dirty="0" smtClean="0">
                <a:solidFill>
                  <a:srgbClr val="639EF4"/>
                </a:solidFill>
              </a:rPr>
              <a:t>]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网络中某通道传送数据的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的指标是：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吞吐量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时延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带宽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利用率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chemeClr val="accent6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表示在单位时间内通过某个网络的实际数据量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的指标是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吞吐量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时延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带宽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利用率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chemeClr val="accent6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链路以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比特为单位的链路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称作：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吞吐量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速率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带宽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时延带宽积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chemeClr val="accent6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TipText"/>
          <p:cNvSpPr txBox="1"/>
          <p:nvPr>
            <p:custDataLst>
              <p:tags r:id="rId11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FillBlank"/>
</p:tagLst>
</file>

<file path=ppt/tags/tag3.xml><?xml version="1.0" encoding="utf-8"?>
<p:tagLst xmlns:p="http://schemas.openxmlformats.org/presentationml/2006/main">
  <p:tag name="PRODUCTVERSIONTIP3" val="PRODUCTVERSIONTIP3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" val="ProblemSetting"/>
  <p:tag name="RAINPROBLEMTYPE" val="FillBlank"/>
</p:tagLst>
</file>

<file path=ppt/tags/tag10.xml><?xml version="1.0" encoding="utf-8"?>
<p:tagLst xmlns:p="http://schemas.openxmlformats.org/presentationml/2006/main">
  <p:tag name="RAINPROBLEM" val="FillBlank"/>
  <p:tag name="PROBLEMBLANKKEYWORD" val="填空"/>
  <p:tag name="PROBLEMBLANKORDER" val="true"/>
  <p:tag name="PROBLEMSCORE" val="7.0"/>
  <p:tag name="PROBLEMBLANK" val="[{&quot;Num&quot;:1,&quot;Score&quot;:1.0,&quot;Answers&quot;:[&quot;速率&quot;],&quot;CaseSensitive&quot;:false,&quot;FuzzyMatch&quot;:false},{&quot;Num&quot;:2,&quot;Score&quot;:1.0,&quot;Answers&quot;:[&quot;带宽&quot;],&quot;CaseSensitive&quot;:false,&quot;FuzzyMatch&quot;:false},{&quot;Num&quot;:3,&quot;Score&quot;:1.0,&quot;Answers&quot;:[&quot;吞吐率&quot;],&quot;CaseSensitive&quot;:false,&quot;FuzzyMatch&quot;:false},{&quot;Num&quot;:4,&quot;Score&quot;:1.0,&quot;Answers&quot;:[&quot;时延&quot;],&quot;CaseSensitive&quot;:false,&quot;FuzzyMatch&quot;:false},{&quot;Num&quot;:5,&quot;Score&quot;:1.0,&quot;Answers&quot;:[&quot;时延带宽积&quot;],&quot;CaseSensitive&quot;:false,&quot;FuzzyMatch&quot;:false},{&quot;Num&quot;:6,&quot;Score&quot;:1.0,&quot;Answers&quot;:[&quot;往返时间&quot;],&quot;CaseSensitive&quot;:false,&quot;FuzzyMatch&quot;:false},{&quot;Num&quot;:7,&quot;Score&quot;:1.0,&quot;Answers&quot;:[&quot;利用率&quot;],&quot;CaseSensitive&quot;:false,&quot;FuzzyMatch&quot;:false}]"/>
</p:tagLst>
</file>

<file path=ppt/tags/tag11.xml><?xml version="1.0" encoding="utf-8"?>
<p:tagLst xmlns:p="http://schemas.openxmlformats.org/presentationml/2006/main">
  <p:tag name="RAINPROBLEM" val="ProblemBody"/>
</p:tagLst>
</file>

<file path=ppt/tags/tag12.xml><?xml version="1.0" encoding="utf-8"?>
<p:tagLst xmlns:p="http://schemas.openxmlformats.org/presentationml/2006/main">
  <p:tag name="RAINPROBLEM" val="ProblemSubmit"/>
  <p:tag name="RAINPROBLEMTYPE" val="FillBlank"/>
</p:tagLst>
</file>

<file path=ppt/tags/tag13.xml><?xml version="1.0" encoding="utf-8"?>
<p:tagLst xmlns:p="http://schemas.openxmlformats.org/presentationml/2006/main">
  <p:tag name="PRODUCTVERSIONTIP3" val="PRODUCTVERSIONTIP3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" val="ProblemSetting"/>
  <p:tag name="RAINPROBLEMTYPE" val="FillBlank"/>
</p:tagLst>
</file>

<file path=ppt/tags/tag20.xml><?xml version="1.0" encoding="utf-8"?>
<p:tagLst xmlns:p="http://schemas.openxmlformats.org/presentationml/2006/main">
  <p:tag name="RAINPROBLEM" val="FillBlank"/>
  <p:tag name="PROBLEMBLANKKEYWORD" val="填空"/>
  <p:tag name="PROBLEMBLANKORDER" val="true"/>
  <p:tag name="PROBLEMSCORE" val="6.0"/>
  <p:tag name="PROBLEMBLANK" val="[{&quot;Num&quot;:1,&quot;Score&quot;:1.0,&quot;Answers&quot;:[&quot;费用&quot;],&quot;CaseSensitive&quot;:false,&quot;FuzzyMatch&quot;:false},{&quot;Num&quot;:2,&quot;Score&quot;:1.0,&quot;Answers&quot;:[&quot;质量&quot;],&quot;CaseSensitive&quot;:false,&quot;FuzzyMatch&quot;:false},{&quot;Num&quot;:3,&quot;Score&quot;:1.0,&quot;Answers&quot;:[&quot;标准化&quot;],&quot;CaseSensitive&quot;:false,&quot;FuzzyMatch&quot;:false},{&quot;Num&quot;:4,&quot;Score&quot;:1.0,&quot;Answers&quot;:[&quot;可靠性&quot;],&quot;CaseSensitive&quot;:false,&quot;FuzzyMatch&quot;:false},{&quot;Num&quot;:5,&quot;Score&quot;:1.0,&quot;Answers&quot;:[&quot;可扩展性和可升级性&quot;],&quot;CaseSensitive&quot;:false,&quot;FuzzyMatch&quot;:false},{&quot;Num&quot;:6,&quot;Score&quot;:1.0,&quot;Answers&quot;:[&quot;易于管理和维护&quot;],&quot;CaseSensitive&quot;:false,&quot;FuzzyMatch&quot;:false}]"/>
</p:tagLst>
</file>

<file path=ppt/tags/tag21.xml><?xml version="1.0" encoding="utf-8"?>
<p:tagLst xmlns:p="http://schemas.openxmlformats.org/presentationml/2006/main">
  <p:tag name="RAINPROBLEM" val="ProblemBody"/>
</p:tagLst>
</file>

<file path=ppt/tags/tag22.xml><?xml version="1.0" encoding="utf-8"?>
<p:tagLst xmlns:p="http://schemas.openxmlformats.org/presentationml/2006/main">
  <p:tag name="RAINPROBLEM" val="ProblemSubmit"/>
  <p:tag name="RAINPROBLEMTYPE" val="FillBlank"/>
</p:tagLst>
</file>

<file path=ppt/tags/tag23.xml><?xml version="1.0" encoding="utf-8"?>
<p:tagLst xmlns:p="http://schemas.openxmlformats.org/presentationml/2006/main">
  <p:tag name="PRODUCTVERSIONTIP3" val="PRODUCTVERSIONTIP3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TYPE" val="ProblemTypeMarker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" val="ProblemSetting"/>
  <p:tag name="RAINPROBLEMTYPE" val="FillBlank"/>
</p:tagLst>
</file>

<file path=ppt/tags/tag30.xml><?xml version="1.0" encoding="utf-8"?>
<p:tagLst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发送时延&quot;],&quot;CaseSensitive&quot;:false,&quot;FuzzyMatch&quot;:false},{&quot;Num&quot;:2,&quot;Score&quot;:1.0,&quot;Answers&quot;:[&quot;传播时延&quot;],&quot;CaseSensitive&quot;:false,&quot;FuzzyMatch&quot;:false},{&quot;Num&quot;:3,&quot;Score&quot;:1.0,&quot;Answers&quot;:[&quot;处理时延&quot;],&quot;CaseSensitive&quot;:false,&quot;FuzzyMatch&quot;:false},{&quot;Num&quot;:4,&quot;Score&quot;:1.0,&quot;Answers&quot;:[&quot;排队时延&quot;],&quot;CaseSensitive&quot;:false,&quot;FuzzyMatch&quot;:false}]"/>
  <p:tag name="PROBLEMBLANKORDER" val="true"/>
</p:tagLst>
</file>

<file path=ppt/tags/tag31.xml><?xml version="1.0" encoding="utf-8"?>
<p:tagLst xmlns:p="http://schemas.openxmlformats.org/presentationml/2006/main">
  <p:tag name="RAINPROBLEM" val="ProblemBody"/>
</p:tagLst>
</file>

<file path=ppt/tags/tag32.xml><?xml version="1.0" encoding="utf-8"?>
<p:tagLst xmlns:p="http://schemas.openxmlformats.org/presentationml/2006/main">
  <p:tag name="RAINPROBLEM" val="ProblemItem"/>
</p:tagLst>
</file>

<file path=ppt/tags/tag33.xml><?xml version="1.0" encoding="utf-8"?>
<p:tagLst xmlns:p="http://schemas.openxmlformats.org/presentationml/2006/main">
  <p:tag name="RAINPROBLEM" val="ProblemItem"/>
</p:tagLst>
</file>

<file path=ppt/tags/tag34.xml><?xml version="1.0" encoding="utf-8"?>
<p:tagLst xmlns:p="http://schemas.openxmlformats.org/presentationml/2006/main">
  <p:tag name="RAINPROBLEM" val="ProblemItem"/>
</p:tagLst>
</file>

<file path=ppt/tags/tag35.xml><?xml version="1.0" encoding="utf-8"?>
<p:tagLst xmlns:p="http://schemas.openxmlformats.org/presentationml/2006/main">
  <p:tag name="RAINPROBLEM" val="ProblemItem"/>
</p:tagLst>
</file>

<file path=ppt/tags/tag3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0.xml><?xml version="1.0" encoding="utf-8"?>
<p:tagLst xmlns:p="http://schemas.openxmlformats.org/presentationml/2006/main">
  <p:tag name="RAINPROBLEM" val="ProblemSubmit"/>
  <p:tag name="RAINPROBLEMTYPE" val="Polling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TYPE" val="ProblemTypeMarker"/>
</p:tagLst>
</file>

<file path=ppt/tags/tag45.xml><?xml version="1.0" encoding="utf-8"?>
<p:tagLst xmlns:p="http://schemas.openxmlformats.org/presentationml/2006/main">
  <p:tag name="RAINPROBLEMTYPE" val="ProblemTypeMarker"/>
  <p:tag name="RAINPROBLEM" val="PollingAnswer"/>
</p:tagLst>
</file>

<file path=ppt/tags/tag46.xml><?xml version="1.0" encoding="utf-8"?>
<p:tagLst xmlns:p="http://schemas.openxmlformats.org/presentationml/2006/main">
  <p:tag name="RAINPROBLEM" val="ProblemSetting"/>
  <p:tag name="RAINPROBLEMTYPE" val="Polling"/>
</p:tagLst>
</file>

<file path=ppt/tags/tag47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8.xml><?xml version="1.0" encoding="utf-8"?>
<p:tagLst xmlns:p="http://schemas.openxmlformats.org/presentationml/2006/main">
  <p:tag name="RAINPROBLEM" val="ProblemBody"/>
</p:tagLst>
</file>

<file path=ppt/tags/tag49.xml><?xml version="1.0" encoding="utf-8"?>
<p:tagLst xmlns:p="http://schemas.openxmlformats.org/presentationml/2006/main">
  <p:tag name="RAINPROBLEM" val="ProblemItem"/>
</p:tagLst>
</file>

<file path=ppt/tags/tag50.xml><?xml version="1.0" encoding="utf-8"?>
<p:tagLst xmlns:p="http://schemas.openxmlformats.org/presentationml/2006/main">
  <p:tag name="RAINPROBLEM" val="ProblemItem"/>
</p:tagLst>
</file>

<file path=ppt/tags/tag51.xml><?xml version="1.0" encoding="utf-8"?>
<p:tagLst xmlns:p="http://schemas.openxmlformats.org/presentationml/2006/main">
  <p:tag name="RAINPROBLEM" val="ProblemItem"/>
</p:tagLst>
</file>

<file path=ppt/tags/tag52.xml><?xml version="1.0" encoding="utf-8"?>
<p:tagLst xmlns:p="http://schemas.openxmlformats.org/presentationml/2006/main">
  <p:tag name="RAINPROBLEM" val="ProblemItem"/>
</p:tagLst>
</file>

<file path=ppt/tags/tag53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7.xml><?xml version="1.0" encoding="utf-8"?>
<p:tagLst xmlns:p="http://schemas.openxmlformats.org/presentationml/2006/main">
  <p:tag name="RAINPROBLEM" val="ProblemSubmit"/>
  <p:tag name="RAINPROBLEMTYPE" val="Polling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</p:tagLst>
</file>

<file path=ppt/tags/tag62.xml><?xml version="1.0" encoding="utf-8"?>
<p:tagLst xmlns:p="http://schemas.openxmlformats.org/presentationml/2006/main">
  <p:tag name="RAINPROBLEMTYPE" val="ProblemTypeMarker"/>
  <p:tag name="RAINPROBLEM" val="PollingAnswer"/>
</p:tagLst>
</file>

<file path=ppt/tags/tag63.xml><?xml version="1.0" encoding="utf-8"?>
<p:tagLst xmlns:p="http://schemas.openxmlformats.org/presentationml/2006/main">
  <p:tag name="RAINPROBLEM" val="ProblemSetting"/>
  <p:tag name="RAINPROBLEMTYPE" val="Polling"/>
</p:tagLst>
</file>

<file path=ppt/tags/tag64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5.xml><?xml version="1.0" encoding="utf-8"?>
<p:tagLst xmlns:p="http://schemas.openxmlformats.org/presentationml/2006/main">
  <p:tag name="RAINPROBLEM" val="ProblemBody"/>
</p:tagLst>
</file>

<file path=ppt/tags/tag66.xml><?xml version="1.0" encoding="utf-8"?>
<p:tagLst xmlns:p="http://schemas.openxmlformats.org/presentationml/2006/main">
  <p:tag name="RAINPROBLEM" val="ProblemItem"/>
</p:tagLst>
</file>

<file path=ppt/tags/tag67.xml><?xml version="1.0" encoding="utf-8"?>
<p:tagLst xmlns:p="http://schemas.openxmlformats.org/presentationml/2006/main">
  <p:tag name="RAINPROBLEM" val="ProblemItem"/>
</p:tagLst>
</file>

<file path=ppt/tags/tag68.xml><?xml version="1.0" encoding="utf-8"?>
<p:tagLst xmlns:p="http://schemas.openxmlformats.org/presentationml/2006/main">
  <p:tag name="RAINPROBLEM" val="ProblemItem"/>
</p:tagLst>
</file>

<file path=ppt/tags/tag69.xml><?xml version="1.0" encoding="utf-8"?>
<p:tagLst xmlns:p="http://schemas.openxmlformats.org/presentationml/2006/main">
  <p:tag name="RAINPROBLEM" val="ProblemItem"/>
</p:tagLst>
</file>

<file path=ppt/tags/tag7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4.xml><?xml version="1.0" encoding="utf-8"?>
<p:tagLst xmlns:p="http://schemas.openxmlformats.org/presentationml/2006/main">
  <p:tag name="RAINPROBLEM" val="ProblemSubmit"/>
  <p:tag name="RAINPROBLEMTYPE" val="Polling"/>
</p:tagLst>
</file>

<file path=ppt/tags/tag75.xml><?xml version="1.0" encoding="utf-8"?>
<p:tagLst xmlns:p="http://schemas.openxmlformats.org/presentationml/2006/main">
  <p:tag name="RAINPROBLEMTYPE" val="ProblemTypeMarker"/>
  <p:tag name="RAINPROBLEM" val="PollingAnswer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" val="ProblemSetting"/>
  <p:tag name="RAINPROBLEMTYPE" val="Polling"/>
</p:tagLst>
</file>

<file path=ppt/tags/tag81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2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WPS 演示</Application>
  <PresentationFormat>宽屏</PresentationFormat>
  <Paragraphs>102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11</cp:revision>
  <dcterms:created xsi:type="dcterms:W3CDTF">2020-02-20T12:43:00Z</dcterms:created>
  <dcterms:modified xsi:type="dcterms:W3CDTF">2022-05-26T03:15:14Z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D22141B3A48A435699C7832AE999282F</vt:lpwstr>
  </property>
  <property fmtid="{D5CDD505-2E9C-101B-9397-08002B2CF9AE}" pid="3" name="KSOProductBuildVer">
    <vt:lpwstr>2052-11.1.0.11744</vt:lpwstr>
  </property>
</Properties>
</file>