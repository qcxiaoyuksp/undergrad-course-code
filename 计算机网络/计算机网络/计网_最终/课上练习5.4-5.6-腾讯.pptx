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305" r:id="rId3"/>
    <p:sldId id="313" r:id="rId5"/>
    <p:sldId id="288" r:id="rId6"/>
    <p:sldId id="306" r:id="rId7"/>
    <p:sldId id="307" r:id="rId8"/>
    <p:sldId id="308" r:id="rId9"/>
    <p:sldId id="309" r:id="rId10"/>
    <p:sldId id="310" r:id="rId11"/>
    <p:sldId id="311" r:id="rId12"/>
    <p:sldId id="312" r:id="rId13"/>
  </p:sldIdLst>
  <p:sldSz cx="12192000" cy="6858000"/>
  <p:notesSz cx="6858000" cy="9144000"/>
  <p:custDataLst>
    <p:tags r:id="rId1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725"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7" Type="http://schemas.openxmlformats.org/officeDocument/2006/relationships/tags" Target="tags/tag135.xml"/><Relationship Id="rId16" Type="http://schemas.openxmlformats.org/officeDocument/2006/relationships/tableStyles" Target="tableStyles.xml"/><Relationship Id="rId15" Type="http://schemas.openxmlformats.org/officeDocument/2006/relationships/viewProps" Target="viewProps.xml"/><Relationship Id="rId14" Type="http://schemas.openxmlformats.org/officeDocument/2006/relationships/presProps" Target="presProps.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0E52A10-D724-4D17-BD53-754DE0792D85}"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019D281-2098-4986-86AB-4608C0EFF2B7}"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B</a:t>
            </a:r>
            <a:endParaRPr lang="zh-CN" altLang="en-US" dirty="0"/>
          </a:p>
        </p:txBody>
      </p:sp>
      <p:sp>
        <p:nvSpPr>
          <p:cNvPr id="4" name="灯片编号占位符 3"/>
          <p:cNvSpPr>
            <a:spLocks noGrp="1"/>
          </p:cNvSpPr>
          <p:nvPr>
            <p:ph type="sldNum" sz="quarter" idx="5"/>
          </p:nvPr>
        </p:nvSpPr>
        <p:spPr/>
        <p:txBody>
          <a:bodyPr/>
          <a:lstStyle/>
          <a:p>
            <a:fld id="{C019D281-2098-4986-86AB-4608C0EFF2B7}"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B</a:t>
            </a:r>
            <a:endParaRPr lang="zh-CN" altLang="en-US" dirty="0"/>
          </a:p>
        </p:txBody>
      </p:sp>
      <p:sp>
        <p:nvSpPr>
          <p:cNvPr id="4" name="灯片编号占位符 3"/>
          <p:cNvSpPr>
            <a:spLocks noGrp="1"/>
          </p:cNvSpPr>
          <p:nvPr>
            <p:ph type="sldNum" sz="quarter" idx="5"/>
          </p:nvPr>
        </p:nvSpPr>
        <p:spPr/>
        <p:txBody>
          <a:bodyPr/>
          <a:lstStyle/>
          <a:p>
            <a:fld id="{C019D281-2098-4986-86AB-4608C0EFF2B7}"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a:t>
            </a:r>
            <a:endParaRPr lang="zh-CN" altLang="en-US" dirty="0"/>
          </a:p>
        </p:txBody>
      </p:sp>
      <p:sp>
        <p:nvSpPr>
          <p:cNvPr id="4" name="灯片编号占位符 3"/>
          <p:cNvSpPr>
            <a:spLocks noGrp="1"/>
          </p:cNvSpPr>
          <p:nvPr>
            <p:ph type="sldNum" sz="quarter" idx="5"/>
          </p:nvPr>
        </p:nvSpPr>
        <p:spPr/>
        <p:txBody>
          <a:bodyPr/>
          <a:lstStyle/>
          <a:p>
            <a:fld id="{C019D281-2098-4986-86AB-4608C0EFF2B7}"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C</a:t>
            </a:r>
            <a:endParaRPr lang="zh-CN" altLang="en-US" dirty="0"/>
          </a:p>
        </p:txBody>
      </p:sp>
      <p:sp>
        <p:nvSpPr>
          <p:cNvPr id="4" name="灯片编号占位符 3"/>
          <p:cNvSpPr>
            <a:spLocks noGrp="1"/>
          </p:cNvSpPr>
          <p:nvPr>
            <p:ph type="sldNum" sz="quarter" idx="5"/>
          </p:nvPr>
        </p:nvSpPr>
        <p:spPr/>
        <p:txBody>
          <a:bodyPr/>
          <a:lstStyle/>
          <a:p>
            <a:fld id="{C019D281-2098-4986-86AB-4608C0EFF2B7}"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字节流  报文段</a:t>
            </a:r>
            <a:endParaRPr lang="zh-CN" altLang="en-US" dirty="0"/>
          </a:p>
        </p:txBody>
      </p:sp>
      <p:sp>
        <p:nvSpPr>
          <p:cNvPr id="4" name="灯片编号占位符 3"/>
          <p:cNvSpPr>
            <a:spLocks noGrp="1"/>
          </p:cNvSpPr>
          <p:nvPr>
            <p:ph type="sldNum" sz="quarter" idx="5"/>
          </p:nvPr>
        </p:nvSpPr>
        <p:spPr/>
        <p:txBody>
          <a:bodyPr/>
          <a:lstStyle/>
          <a:p>
            <a:fld id="{C019D281-2098-4986-86AB-4608C0EFF2B7}"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首部  数据  </a:t>
            </a:r>
            <a:r>
              <a:rPr lang="en-US" altLang="zh-CN" dirty="0"/>
              <a:t>20</a:t>
            </a:r>
            <a:endParaRPr lang="zh-CN" altLang="en-US" dirty="0"/>
          </a:p>
        </p:txBody>
      </p:sp>
      <p:sp>
        <p:nvSpPr>
          <p:cNvPr id="4" name="灯片编号占位符 3"/>
          <p:cNvSpPr>
            <a:spLocks noGrp="1"/>
          </p:cNvSpPr>
          <p:nvPr>
            <p:ph type="sldNum" sz="quarter" idx="5"/>
          </p:nvPr>
        </p:nvSpPr>
        <p:spPr/>
        <p:txBody>
          <a:bodyPr/>
          <a:lstStyle/>
          <a:p>
            <a:fld id="{C019D281-2098-4986-86AB-4608C0EFF2B7}"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a:t>
            </a:r>
            <a:endParaRPr lang="zh-CN" altLang="en-US" dirty="0"/>
          </a:p>
        </p:txBody>
      </p:sp>
      <p:sp>
        <p:nvSpPr>
          <p:cNvPr id="4" name="灯片编号占位符 3"/>
          <p:cNvSpPr>
            <a:spLocks noGrp="1"/>
          </p:cNvSpPr>
          <p:nvPr>
            <p:ph type="sldNum" sz="quarter" idx="5"/>
          </p:nvPr>
        </p:nvSpPr>
        <p:spPr/>
        <p:txBody>
          <a:bodyPr/>
          <a:lstStyle/>
          <a:p>
            <a:fld id="{C019D281-2098-4986-86AB-4608C0EFF2B7}"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字节 窗口  确认号 </a:t>
            </a:r>
            <a:endParaRPr lang="zh-CN" altLang="en-US" dirty="0"/>
          </a:p>
        </p:txBody>
      </p:sp>
      <p:sp>
        <p:nvSpPr>
          <p:cNvPr id="4" name="灯片编号占位符 3"/>
          <p:cNvSpPr>
            <a:spLocks noGrp="1"/>
          </p:cNvSpPr>
          <p:nvPr>
            <p:ph type="sldNum" sz="quarter" idx="5"/>
          </p:nvPr>
        </p:nvSpPr>
        <p:spPr/>
        <p:txBody>
          <a:bodyPr/>
          <a:lstStyle/>
          <a:p>
            <a:fld id="{C019D281-2098-4986-86AB-4608C0EFF2B7}"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D</a:t>
            </a:r>
            <a:endParaRPr lang="zh-CN" altLang="en-US" dirty="0"/>
          </a:p>
        </p:txBody>
      </p:sp>
      <p:sp>
        <p:nvSpPr>
          <p:cNvPr id="4" name="灯片编号占位符 3"/>
          <p:cNvSpPr>
            <a:spLocks noGrp="1"/>
          </p:cNvSpPr>
          <p:nvPr>
            <p:ph type="sldNum" sz="quarter" idx="5"/>
          </p:nvPr>
        </p:nvSpPr>
        <p:spPr/>
        <p:txBody>
          <a:bodyPr/>
          <a:lstStyle/>
          <a:p>
            <a:fld id="{C019D281-2098-4986-86AB-4608C0EFF2B7}"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B</a:t>
            </a:r>
            <a:endParaRPr lang="zh-CN" altLang="en-US" dirty="0"/>
          </a:p>
        </p:txBody>
      </p:sp>
      <p:sp>
        <p:nvSpPr>
          <p:cNvPr id="4" name="灯片编号占位符 3"/>
          <p:cNvSpPr>
            <a:spLocks noGrp="1"/>
          </p:cNvSpPr>
          <p:nvPr>
            <p:ph type="sldNum" sz="quarter" idx="5"/>
          </p:nvPr>
        </p:nvSpPr>
        <p:spPr/>
        <p:txBody>
          <a:bodyPr/>
          <a:lstStyle/>
          <a:p>
            <a:fld id="{C019D281-2098-4986-86AB-4608C0EFF2B7}"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4" name="日期占位符 3"/>
          <p:cNvSpPr>
            <a:spLocks noGrp="1"/>
          </p:cNvSpPr>
          <p:nvPr>
            <p:ph type="dt" sz="half" idx="10"/>
          </p:nvPr>
        </p:nvSpPr>
        <p:spPr/>
        <p:txBody>
          <a:bodyPr/>
          <a:lstStyle/>
          <a:p>
            <a:fld id="{B0CB7456-3132-4DB2-8F31-A57075A28DB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2B8515A-1257-4300-8B79-552042D98343}"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B0CB7456-3132-4DB2-8F31-A57075A28DB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2B8515A-1257-4300-8B79-552042D98343}"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日期占位符 3"/>
          <p:cNvSpPr>
            <a:spLocks noGrp="1"/>
          </p:cNvSpPr>
          <p:nvPr>
            <p:ph type="dt" sz="half" idx="10"/>
          </p:nvPr>
        </p:nvSpPr>
        <p:spPr/>
        <p:txBody>
          <a:bodyPr/>
          <a:lstStyle/>
          <a:p>
            <a:fld id="{B0CB7456-3132-4DB2-8F31-A57075A28DB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2B8515A-1257-4300-8B79-552042D98343}"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B0CB7456-3132-4DB2-8F31-A57075A28DB8}"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2B8515A-1257-4300-8B79-552042D98343}"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B0CB7456-3132-4DB2-8F31-A57075A28DB8}"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D2B8515A-1257-4300-8B79-552042D98343}"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B0CB7456-3132-4DB2-8F31-A57075A28DB8}"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D2B8515A-1257-4300-8B79-552042D98343}"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B0CB7456-3132-4DB2-8F31-A57075A28DB8}"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D2B8515A-1257-4300-8B79-552042D98343}"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B0CB7456-3132-4DB2-8F31-A57075A28DB8}"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2B8515A-1257-4300-8B79-552042D98343}"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B0CB7456-3132-4DB2-8F31-A57075A28DB8}"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2B8515A-1257-4300-8B79-552042D98343}"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B0CB7456-3132-4DB2-8F31-A57075A28DB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2B8515A-1257-4300-8B79-552042D98343}"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B0CB7456-3132-4DB2-8F31-A57075A28DB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2B8515A-1257-4300-8B79-552042D98343}"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0CB7456-3132-4DB2-8F31-A57075A28DB8}"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B8515A-1257-4300-8B79-552042D98343}"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0" Type="http://schemas.openxmlformats.org/officeDocument/2006/relationships/notesSlide" Target="../notesSlides/notesSlide1.xml"/><Relationship Id="rId2" Type="http://schemas.openxmlformats.org/officeDocument/2006/relationships/tags" Target="../tags/tag2.xml"/><Relationship Id="rId19" Type="http://schemas.openxmlformats.org/officeDocument/2006/relationships/slideLayout" Target="../slideLayouts/slideLayout7.xml"/><Relationship Id="rId18" Type="http://schemas.openxmlformats.org/officeDocument/2006/relationships/tags" Target="../tags/tag17.xml"/><Relationship Id="rId17" Type="http://schemas.openxmlformats.org/officeDocument/2006/relationships/image" Target="../media/image1.png"/><Relationship Id="rId16" Type="http://schemas.openxmlformats.org/officeDocument/2006/relationships/tags" Target="../tags/tag16.xml"/><Relationship Id="rId15" Type="http://schemas.openxmlformats.org/officeDocument/2006/relationships/tags" Target="../tags/tag15.xml"/><Relationship Id="rId14" Type="http://schemas.openxmlformats.org/officeDocument/2006/relationships/tags" Target="../tags/tag14.xml"/><Relationship Id="rId13" Type="http://schemas.openxmlformats.org/officeDocument/2006/relationships/tags" Target="../tags/tag1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9" Type="http://schemas.openxmlformats.org/officeDocument/2006/relationships/tags" Target="../tags/tag26.xml"/><Relationship Id="rId8" Type="http://schemas.openxmlformats.org/officeDocument/2006/relationships/tags" Target="../tags/tag25.xml"/><Relationship Id="rId7" Type="http://schemas.openxmlformats.org/officeDocument/2006/relationships/tags" Target="../tags/tag24.xml"/><Relationship Id="rId6" Type="http://schemas.openxmlformats.org/officeDocument/2006/relationships/tags" Target="../tags/tag23.xml"/><Relationship Id="rId5" Type="http://schemas.openxmlformats.org/officeDocument/2006/relationships/tags" Target="../tags/tag22.xml"/><Relationship Id="rId4" Type="http://schemas.openxmlformats.org/officeDocument/2006/relationships/tags" Target="../tags/tag21.xml"/><Relationship Id="rId3" Type="http://schemas.openxmlformats.org/officeDocument/2006/relationships/tags" Target="../tags/tag20.xml"/><Relationship Id="rId2" Type="http://schemas.openxmlformats.org/officeDocument/2006/relationships/tags" Target="../tags/tag19.xml"/><Relationship Id="rId17" Type="http://schemas.openxmlformats.org/officeDocument/2006/relationships/notesSlide" Target="../notesSlides/notesSlide2.xml"/><Relationship Id="rId16" Type="http://schemas.openxmlformats.org/officeDocument/2006/relationships/slideLayout" Target="../slideLayouts/slideLayout7.xml"/><Relationship Id="rId15" Type="http://schemas.openxmlformats.org/officeDocument/2006/relationships/tags" Target="../tags/tag31.xml"/><Relationship Id="rId14" Type="http://schemas.openxmlformats.org/officeDocument/2006/relationships/tags" Target="../tags/tag30.xml"/><Relationship Id="rId13" Type="http://schemas.openxmlformats.org/officeDocument/2006/relationships/image" Target="../media/image1.png"/><Relationship Id="rId12" Type="http://schemas.openxmlformats.org/officeDocument/2006/relationships/tags" Target="../tags/tag29.xml"/><Relationship Id="rId11" Type="http://schemas.openxmlformats.org/officeDocument/2006/relationships/tags" Target="../tags/tag28.xml"/><Relationship Id="rId10" Type="http://schemas.openxmlformats.org/officeDocument/2006/relationships/tags" Target="../tags/tag27.xml"/><Relationship Id="rId1" Type="http://schemas.openxmlformats.org/officeDocument/2006/relationships/tags" Target="../tags/tag18.xml"/></Relationships>
</file>

<file path=ppt/slides/_rels/slide3.xml.rels><?xml version="1.0" encoding="UTF-8" standalone="yes"?>
<Relationships xmlns="http://schemas.openxmlformats.org/package/2006/relationships"><Relationship Id="rId9" Type="http://schemas.openxmlformats.org/officeDocument/2006/relationships/tags" Target="../tags/tag40.xml"/><Relationship Id="rId8" Type="http://schemas.openxmlformats.org/officeDocument/2006/relationships/tags" Target="../tags/tag39.xml"/><Relationship Id="rId7" Type="http://schemas.openxmlformats.org/officeDocument/2006/relationships/tags" Target="../tags/tag38.xml"/><Relationship Id="rId6" Type="http://schemas.openxmlformats.org/officeDocument/2006/relationships/tags" Target="../tags/tag37.xml"/><Relationship Id="rId5" Type="http://schemas.openxmlformats.org/officeDocument/2006/relationships/tags" Target="../tags/tag36.xml"/><Relationship Id="rId4" Type="http://schemas.openxmlformats.org/officeDocument/2006/relationships/tags" Target="../tags/tag35.xml"/><Relationship Id="rId3" Type="http://schemas.openxmlformats.org/officeDocument/2006/relationships/tags" Target="../tags/tag34.xml"/><Relationship Id="rId2" Type="http://schemas.openxmlformats.org/officeDocument/2006/relationships/tags" Target="../tags/tag33.xml"/><Relationship Id="rId16" Type="http://schemas.openxmlformats.org/officeDocument/2006/relationships/notesSlide" Target="../notesSlides/notesSlide3.xml"/><Relationship Id="rId15" Type="http://schemas.openxmlformats.org/officeDocument/2006/relationships/slideLayout" Target="../slideLayouts/slideLayout7.xml"/><Relationship Id="rId14" Type="http://schemas.openxmlformats.org/officeDocument/2006/relationships/tags" Target="../tags/tag44.xml"/><Relationship Id="rId13" Type="http://schemas.openxmlformats.org/officeDocument/2006/relationships/image" Target="../media/image1.png"/><Relationship Id="rId12" Type="http://schemas.openxmlformats.org/officeDocument/2006/relationships/tags" Target="../tags/tag43.xml"/><Relationship Id="rId11" Type="http://schemas.openxmlformats.org/officeDocument/2006/relationships/tags" Target="../tags/tag42.xml"/><Relationship Id="rId10" Type="http://schemas.openxmlformats.org/officeDocument/2006/relationships/tags" Target="../tags/tag41.xml"/><Relationship Id="rId1" Type="http://schemas.openxmlformats.org/officeDocument/2006/relationships/tags" Target="../tags/tag32.xml"/></Relationships>
</file>

<file path=ppt/slides/_rels/slide4.xml.rels><?xml version="1.0" encoding="UTF-8" standalone="yes"?>
<Relationships xmlns="http://schemas.openxmlformats.org/package/2006/relationships"><Relationship Id="rId9" Type="http://schemas.openxmlformats.org/officeDocument/2006/relationships/tags" Target="../tags/tag53.xml"/><Relationship Id="rId8" Type="http://schemas.openxmlformats.org/officeDocument/2006/relationships/tags" Target="../tags/tag52.xml"/><Relationship Id="rId7" Type="http://schemas.openxmlformats.org/officeDocument/2006/relationships/tags" Target="../tags/tag51.xml"/><Relationship Id="rId6" Type="http://schemas.openxmlformats.org/officeDocument/2006/relationships/tags" Target="../tags/tag50.xml"/><Relationship Id="rId5" Type="http://schemas.openxmlformats.org/officeDocument/2006/relationships/tags" Target="../tags/tag49.xml"/><Relationship Id="rId4" Type="http://schemas.openxmlformats.org/officeDocument/2006/relationships/tags" Target="../tags/tag48.xml"/><Relationship Id="rId3" Type="http://schemas.openxmlformats.org/officeDocument/2006/relationships/tags" Target="../tags/tag47.xml"/><Relationship Id="rId20" Type="http://schemas.openxmlformats.org/officeDocument/2006/relationships/notesSlide" Target="../notesSlides/notesSlide4.xml"/><Relationship Id="rId2" Type="http://schemas.openxmlformats.org/officeDocument/2006/relationships/tags" Target="../tags/tag46.xml"/><Relationship Id="rId19" Type="http://schemas.openxmlformats.org/officeDocument/2006/relationships/slideLayout" Target="../slideLayouts/slideLayout7.xml"/><Relationship Id="rId18" Type="http://schemas.openxmlformats.org/officeDocument/2006/relationships/tags" Target="../tags/tag61.xml"/><Relationship Id="rId17" Type="http://schemas.openxmlformats.org/officeDocument/2006/relationships/image" Target="../media/image1.png"/><Relationship Id="rId16" Type="http://schemas.openxmlformats.org/officeDocument/2006/relationships/tags" Target="../tags/tag60.xml"/><Relationship Id="rId15" Type="http://schemas.openxmlformats.org/officeDocument/2006/relationships/tags" Target="../tags/tag59.xml"/><Relationship Id="rId14" Type="http://schemas.openxmlformats.org/officeDocument/2006/relationships/tags" Target="../tags/tag58.xml"/><Relationship Id="rId13" Type="http://schemas.openxmlformats.org/officeDocument/2006/relationships/tags" Target="../tags/tag57.xml"/><Relationship Id="rId12" Type="http://schemas.openxmlformats.org/officeDocument/2006/relationships/tags" Target="../tags/tag56.xml"/><Relationship Id="rId11" Type="http://schemas.openxmlformats.org/officeDocument/2006/relationships/tags" Target="../tags/tag55.xml"/><Relationship Id="rId10" Type="http://schemas.openxmlformats.org/officeDocument/2006/relationships/tags" Target="../tags/tag54.xml"/><Relationship Id="rId1" Type="http://schemas.openxmlformats.org/officeDocument/2006/relationships/tags" Target="../tags/tag45.xml"/></Relationships>
</file>

<file path=ppt/slides/_rels/slide5.xml.rels><?xml version="1.0" encoding="UTF-8" standalone="yes"?>
<Relationships xmlns="http://schemas.openxmlformats.org/package/2006/relationships"><Relationship Id="rId9" Type="http://schemas.openxmlformats.org/officeDocument/2006/relationships/tags" Target="../tags/tag70.xml"/><Relationship Id="rId8" Type="http://schemas.openxmlformats.org/officeDocument/2006/relationships/tags" Target="../tags/tag69.xml"/><Relationship Id="rId7" Type="http://schemas.openxmlformats.org/officeDocument/2006/relationships/tags" Target="../tags/tag68.xml"/><Relationship Id="rId6" Type="http://schemas.openxmlformats.org/officeDocument/2006/relationships/tags" Target="../tags/tag67.xml"/><Relationship Id="rId5" Type="http://schemas.openxmlformats.org/officeDocument/2006/relationships/tags" Target="../tags/tag66.xml"/><Relationship Id="rId4" Type="http://schemas.openxmlformats.org/officeDocument/2006/relationships/tags" Target="../tags/tag65.xml"/><Relationship Id="rId3" Type="http://schemas.openxmlformats.org/officeDocument/2006/relationships/tags" Target="../tags/tag64.xml"/><Relationship Id="rId2" Type="http://schemas.openxmlformats.org/officeDocument/2006/relationships/tags" Target="../tags/tag63.xml"/><Relationship Id="rId13" Type="http://schemas.openxmlformats.org/officeDocument/2006/relationships/notesSlide" Target="../notesSlides/notesSlide5.xml"/><Relationship Id="rId12" Type="http://schemas.openxmlformats.org/officeDocument/2006/relationships/slideLayout" Target="../slideLayouts/slideLayout7.xml"/><Relationship Id="rId11" Type="http://schemas.openxmlformats.org/officeDocument/2006/relationships/tags" Target="../tags/tag71.xml"/><Relationship Id="rId10" Type="http://schemas.openxmlformats.org/officeDocument/2006/relationships/image" Target="../media/image1.png"/><Relationship Id="rId1" Type="http://schemas.openxmlformats.org/officeDocument/2006/relationships/tags" Target="../tags/tag62.xml"/></Relationships>
</file>

<file path=ppt/slides/_rels/slide6.xml.rels><?xml version="1.0" encoding="UTF-8" standalone="yes"?>
<Relationships xmlns="http://schemas.openxmlformats.org/package/2006/relationships"><Relationship Id="rId9" Type="http://schemas.openxmlformats.org/officeDocument/2006/relationships/tags" Target="../tags/tag80.xml"/><Relationship Id="rId8" Type="http://schemas.openxmlformats.org/officeDocument/2006/relationships/tags" Target="../tags/tag79.xml"/><Relationship Id="rId7" Type="http://schemas.openxmlformats.org/officeDocument/2006/relationships/tags" Target="../tags/tag78.xml"/><Relationship Id="rId6" Type="http://schemas.openxmlformats.org/officeDocument/2006/relationships/tags" Target="../tags/tag77.xml"/><Relationship Id="rId5" Type="http://schemas.openxmlformats.org/officeDocument/2006/relationships/tags" Target="../tags/tag76.xml"/><Relationship Id="rId4" Type="http://schemas.openxmlformats.org/officeDocument/2006/relationships/tags" Target="../tags/tag75.xml"/><Relationship Id="rId3" Type="http://schemas.openxmlformats.org/officeDocument/2006/relationships/tags" Target="../tags/tag74.xml"/><Relationship Id="rId2" Type="http://schemas.openxmlformats.org/officeDocument/2006/relationships/tags" Target="../tags/tag73.xml"/><Relationship Id="rId13" Type="http://schemas.openxmlformats.org/officeDocument/2006/relationships/notesSlide" Target="../notesSlides/notesSlide6.xml"/><Relationship Id="rId12" Type="http://schemas.openxmlformats.org/officeDocument/2006/relationships/slideLayout" Target="../slideLayouts/slideLayout7.xml"/><Relationship Id="rId11" Type="http://schemas.openxmlformats.org/officeDocument/2006/relationships/tags" Target="../tags/tag81.xml"/><Relationship Id="rId10" Type="http://schemas.openxmlformats.org/officeDocument/2006/relationships/image" Target="../media/image1.png"/><Relationship Id="rId1" Type="http://schemas.openxmlformats.org/officeDocument/2006/relationships/tags" Target="../tags/tag72.xml"/></Relationships>
</file>

<file path=ppt/slides/_rels/slide7.xml.rels><?xml version="1.0" encoding="UTF-8" standalone="yes"?>
<Relationships xmlns="http://schemas.openxmlformats.org/package/2006/relationships"><Relationship Id="rId9" Type="http://schemas.openxmlformats.org/officeDocument/2006/relationships/tags" Target="../tags/tag90.xml"/><Relationship Id="rId8" Type="http://schemas.openxmlformats.org/officeDocument/2006/relationships/tags" Target="../tags/tag89.xml"/><Relationship Id="rId7" Type="http://schemas.openxmlformats.org/officeDocument/2006/relationships/tags" Target="../tags/tag88.xml"/><Relationship Id="rId6" Type="http://schemas.openxmlformats.org/officeDocument/2006/relationships/tags" Target="../tags/tag87.xml"/><Relationship Id="rId5" Type="http://schemas.openxmlformats.org/officeDocument/2006/relationships/tags" Target="../tags/tag86.xml"/><Relationship Id="rId4" Type="http://schemas.openxmlformats.org/officeDocument/2006/relationships/tags" Target="../tags/tag85.xml"/><Relationship Id="rId3" Type="http://schemas.openxmlformats.org/officeDocument/2006/relationships/tags" Target="../tags/tag84.xml"/><Relationship Id="rId2" Type="http://schemas.openxmlformats.org/officeDocument/2006/relationships/tags" Target="../tags/tag83.xml"/><Relationship Id="rId16" Type="http://schemas.openxmlformats.org/officeDocument/2006/relationships/notesSlide" Target="../notesSlides/notesSlide7.xml"/><Relationship Id="rId15" Type="http://schemas.openxmlformats.org/officeDocument/2006/relationships/slideLayout" Target="../slideLayouts/slideLayout7.xml"/><Relationship Id="rId14" Type="http://schemas.openxmlformats.org/officeDocument/2006/relationships/tags" Target="../tags/tag94.xml"/><Relationship Id="rId13" Type="http://schemas.openxmlformats.org/officeDocument/2006/relationships/image" Target="../media/image1.png"/><Relationship Id="rId12" Type="http://schemas.openxmlformats.org/officeDocument/2006/relationships/tags" Target="../tags/tag93.xml"/><Relationship Id="rId11" Type="http://schemas.openxmlformats.org/officeDocument/2006/relationships/tags" Target="../tags/tag92.xml"/><Relationship Id="rId10" Type="http://schemas.openxmlformats.org/officeDocument/2006/relationships/tags" Target="../tags/tag91.xml"/><Relationship Id="rId1" Type="http://schemas.openxmlformats.org/officeDocument/2006/relationships/tags" Target="../tags/tag82.xml"/></Relationships>
</file>

<file path=ppt/slides/_rels/slide8.xml.rels><?xml version="1.0" encoding="UTF-8" standalone="yes"?>
<Relationships xmlns="http://schemas.openxmlformats.org/package/2006/relationships"><Relationship Id="rId9" Type="http://schemas.openxmlformats.org/officeDocument/2006/relationships/tags" Target="../tags/tag103.xml"/><Relationship Id="rId8" Type="http://schemas.openxmlformats.org/officeDocument/2006/relationships/tags" Target="../tags/tag102.xml"/><Relationship Id="rId7" Type="http://schemas.openxmlformats.org/officeDocument/2006/relationships/tags" Target="../tags/tag101.xml"/><Relationship Id="rId6" Type="http://schemas.openxmlformats.org/officeDocument/2006/relationships/tags" Target="../tags/tag100.xml"/><Relationship Id="rId5" Type="http://schemas.openxmlformats.org/officeDocument/2006/relationships/tags" Target="../tags/tag99.xml"/><Relationship Id="rId4" Type="http://schemas.openxmlformats.org/officeDocument/2006/relationships/tags" Target="../tags/tag98.xml"/><Relationship Id="rId3" Type="http://schemas.openxmlformats.org/officeDocument/2006/relationships/tags" Target="../tags/tag97.xml"/><Relationship Id="rId2" Type="http://schemas.openxmlformats.org/officeDocument/2006/relationships/tags" Target="../tags/tag96.xml"/><Relationship Id="rId13" Type="http://schemas.openxmlformats.org/officeDocument/2006/relationships/notesSlide" Target="../notesSlides/notesSlide8.xml"/><Relationship Id="rId12" Type="http://schemas.openxmlformats.org/officeDocument/2006/relationships/slideLayout" Target="../slideLayouts/slideLayout7.xml"/><Relationship Id="rId11" Type="http://schemas.openxmlformats.org/officeDocument/2006/relationships/tags" Target="../tags/tag104.xml"/><Relationship Id="rId10" Type="http://schemas.openxmlformats.org/officeDocument/2006/relationships/image" Target="../media/image1.png"/><Relationship Id="rId1" Type="http://schemas.openxmlformats.org/officeDocument/2006/relationships/tags" Target="../tags/tag95.xml"/></Relationships>
</file>

<file path=ppt/slides/_rels/slide9.xml.rels><?xml version="1.0" encoding="UTF-8" standalone="yes"?>
<Relationships xmlns="http://schemas.openxmlformats.org/package/2006/relationships"><Relationship Id="rId9" Type="http://schemas.openxmlformats.org/officeDocument/2006/relationships/tags" Target="../tags/tag113.xml"/><Relationship Id="rId8" Type="http://schemas.openxmlformats.org/officeDocument/2006/relationships/tags" Target="../tags/tag112.xml"/><Relationship Id="rId7" Type="http://schemas.openxmlformats.org/officeDocument/2006/relationships/tags" Target="../tags/tag111.xml"/><Relationship Id="rId6" Type="http://schemas.openxmlformats.org/officeDocument/2006/relationships/tags" Target="../tags/tag110.xml"/><Relationship Id="rId5" Type="http://schemas.openxmlformats.org/officeDocument/2006/relationships/tags" Target="../tags/tag109.xml"/><Relationship Id="rId4" Type="http://schemas.openxmlformats.org/officeDocument/2006/relationships/tags" Target="../tags/tag108.xml"/><Relationship Id="rId3" Type="http://schemas.openxmlformats.org/officeDocument/2006/relationships/tags" Target="../tags/tag107.xml"/><Relationship Id="rId20" Type="http://schemas.openxmlformats.org/officeDocument/2006/relationships/notesSlide" Target="../notesSlides/notesSlide9.xml"/><Relationship Id="rId2" Type="http://schemas.openxmlformats.org/officeDocument/2006/relationships/tags" Target="../tags/tag106.xml"/><Relationship Id="rId19" Type="http://schemas.openxmlformats.org/officeDocument/2006/relationships/slideLayout" Target="../slideLayouts/slideLayout7.xml"/><Relationship Id="rId18" Type="http://schemas.openxmlformats.org/officeDocument/2006/relationships/tags" Target="../tags/tag121.xml"/><Relationship Id="rId17" Type="http://schemas.openxmlformats.org/officeDocument/2006/relationships/image" Target="../media/image1.png"/><Relationship Id="rId16" Type="http://schemas.openxmlformats.org/officeDocument/2006/relationships/tags" Target="../tags/tag120.xml"/><Relationship Id="rId15" Type="http://schemas.openxmlformats.org/officeDocument/2006/relationships/tags" Target="../tags/tag119.xml"/><Relationship Id="rId14" Type="http://schemas.openxmlformats.org/officeDocument/2006/relationships/tags" Target="../tags/tag118.xml"/><Relationship Id="rId13" Type="http://schemas.openxmlformats.org/officeDocument/2006/relationships/tags" Target="../tags/tag117.xml"/><Relationship Id="rId12" Type="http://schemas.openxmlformats.org/officeDocument/2006/relationships/tags" Target="../tags/tag116.xml"/><Relationship Id="rId11" Type="http://schemas.openxmlformats.org/officeDocument/2006/relationships/tags" Target="../tags/tag115.xml"/><Relationship Id="rId10" Type="http://schemas.openxmlformats.org/officeDocument/2006/relationships/tags" Target="../tags/tag114.xml"/><Relationship Id="rId1" Type="http://schemas.openxmlformats.org/officeDocument/2006/relationships/tags" Target="../tags/tag105.xml"/></Relationships>
</file>

<file path=ppt/slides/_rels/slide10.xml.rels><?xml version="1.0" encoding="UTF-8" standalone="yes"?>
<Relationships xmlns="http://schemas.openxmlformats.org/package/2006/relationships"><Relationship Id="rId9" Type="http://schemas.openxmlformats.org/officeDocument/2006/relationships/tags" Target="../tags/tag130.xml"/><Relationship Id="rId8" Type="http://schemas.openxmlformats.org/officeDocument/2006/relationships/tags" Target="../tags/tag129.xml"/><Relationship Id="rId7" Type="http://schemas.openxmlformats.org/officeDocument/2006/relationships/tags" Target="../tags/tag128.xml"/><Relationship Id="rId6" Type="http://schemas.openxmlformats.org/officeDocument/2006/relationships/tags" Target="../tags/tag127.xml"/><Relationship Id="rId5" Type="http://schemas.openxmlformats.org/officeDocument/2006/relationships/tags" Target="../tags/tag126.xml"/><Relationship Id="rId4" Type="http://schemas.openxmlformats.org/officeDocument/2006/relationships/tags" Target="../tags/tag125.xml"/><Relationship Id="rId3" Type="http://schemas.openxmlformats.org/officeDocument/2006/relationships/tags" Target="../tags/tag124.xml"/><Relationship Id="rId2" Type="http://schemas.openxmlformats.org/officeDocument/2006/relationships/tags" Target="../tags/tag123.xml"/><Relationship Id="rId16" Type="http://schemas.openxmlformats.org/officeDocument/2006/relationships/notesSlide" Target="../notesSlides/notesSlide10.xml"/><Relationship Id="rId15" Type="http://schemas.openxmlformats.org/officeDocument/2006/relationships/slideLayout" Target="../slideLayouts/slideLayout7.xml"/><Relationship Id="rId14" Type="http://schemas.openxmlformats.org/officeDocument/2006/relationships/tags" Target="../tags/tag134.xml"/><Relationship Id="rId13" Type="http://schemas.openxmlformats.org/officeDocument/2006/relationships/image" Target="../media/image1.png"/><Relationship Id="rId12" Type="http://schemas.openxmlformats.org/officeDocument/2006/relationships/tags" Target="../tags/tag133.xml"/><Relationship Id="rId11" Type="http://schemas.openxmlformats.org/officeDocument/2006/relationships/tags" Target="../tags/tag132.xml"/><Relationship Id="rId10" Type="http://schemas.openxmlformats.org/officeDocument/2006/relationships/tags" Target="../tags/tag131.xml"/><Relationship Id="rId1" Type="http://schemas.openxmlformats.org/officeDocument/2006/relationships/tags" Target="../tags/tag1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1"/>
            </p:custDataLst>
          </p:nvPr>
        </p:nvSpPr>
        <p:spPr>
          <a:xfrm>
            <a:off x="1219200" y="635000"/>
            <a:ext cx="9753600" cy="2143125"/>
          </a:xfrm>
          <a:prstGeom prst="rect">
            <a:avLst/>
          </a:prstGeom>
          <a:noFill/>
        </p:spPr>
        <p:txBody>
          <a:bodyPr vert="horz" wrap="square" rtlCol="0" anchor="ctr" anchorCtr="0">
            <a:noAutofit/>
          </a:bodyPr>
          <a:lstStyle/>
          <a:p>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、下列关于“停止等待”协议的说法中，错误的是（    ）。</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 name="文本框 3"/>
          <p:cNvSpPr txBox="1"/>
          <p:nvPr>
            <p:custDataLst>
              <p:tags r:id="rId2"/>
            </p:custDataLst>
          </p:nvPr>
        </p:nvSpPr>
        <p:spPr>
          <a:xfrm>
            <a:off x="2438400" y="2786063"/>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每发送完一个分组就停止发送，等待对方的确认。在收到确认后再发送下一个分组。</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 name="文本框 4"/>
          <p:cNvSpPr txBox="1"/>
          <p:nvPr>
            <p:custDataLst>
              <p:tags r:id="rId3"/>
            </p:custDataLst>
          </p:nvPr>
        </p:nvSpPr>
        <p:spPr>
          <a:xfrm>
            <a:off x="2438400" y="3643313"/>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在发送完一个分组后，就可以删除已发送的分组的副本。</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6" name="文本框 5"/>
          <p:cNvSpPr txBox="1"/>
          <p:nvPr>
            <p:custDataLst>
              <p:tags r:id="rId4"/>
            </p:custDataLst>
          </p:nvPr>
        </p:nvSpPr>
        <p:spPr>
          <a:xfrm>
            <a:off x="2438400" y="4500563"/>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分组和确认分组都必须进行编号。</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7" name="文本框 6"/>
          <p:cNvSpPr txBox="1"/>
          <p:nvPr>
            <p:custDataLst>
              <p:tags r:id="rId5"/>
            </p:custDataLst>
          </p:nvPr>
        </p:nvSpPr>
        <p:spPr>
          <a:xfrm>
            <a:off x="2438400" y="5357813"/>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超时计时器的重传时间应当比数据在分组传输的平均往返时间更长一些。</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8" name="椭圆 7"/>
          <p:cNvSpPr>
            <a:spLocks noChangeAspect="1"/>
          </p:cNvSpPr>
          <p:nvPr>
            <p:custDataLst>
              <p:tags r:id="rId6"/>
            </p:custDataLst>
          </p:nvPr>
        </p:nvSpPr>
        <p:spPr>
          <a:xfrm>
            <a:off x="1571625" y="285035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A</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9" name="椭圆 8"/>
          <p:cNvSpPr>
            <a:spLocks noChangeAspect="1"/>
          </p:cNvSpPr>
          <p:nvPr>
            <p:custDataLst>
              <p:tags r:id="rId7"/>
            </p:custDataLst>
          </p:nvPr>
        </p:nvSpPr>
        <p:spPr>
          <a:xfrm>
            <a:off x="1571625" y="3707606"/>
            <a:ext cx="514350" cy="514350"/>
          </a:xfrm>
          <a:prstGeom prst="ellipse">
            <a:avLst/>
          </a:prstGeom>
          <a:solidFill>
            <a:srgbClr val="92D05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B</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0" name="椭圆 9"/>
          <p:cNvSpPr>
            <a:spLocks noChangeAspect="1"/>
          </p:cNvSpPr>
          <p:nvPr>
            <p:custDataLst>
              <p:tags r:id="rId8"/>
            </p:custDataLst>
          </p:nvPr>
        </p:nvSpPr>
        <p:spPr>
          <a:xfrm>
            <a:off x="1571625" y="456485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C</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1" name="椭圆 10"/>
          <p:cNvSpPr>
            <a:spLocks noChangeAspect="1"/>
          </p:cNvSpPr>
          <p:nvPr>
            <p:custDataLst>
              <p:tags r:id="rId9"/>
            </p:custDataLst>
          </p:nvPr>
        </p:nvSpPr>
        <p:spPr>
          <a:xfrm>
            <a:off x="1571625" y="542210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D</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2" name="圆角矩形 11"/>
          <p:cNvSpPr/>
          <p:nvPr>
            <p:custDataLst>
              <p:tags r:id="rId10"/>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提交</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19" name="组合 18"/>
          <p:cNvGrpSpPr/>
          <p:nvPr>
            <p:custDataLst>
              <p:tags r:id="rId11"/>
            </p:custDataLst>
          </p:nvPr>
        </p:nvGrpSpPr>
        <p:grpSpPr>
          <a:xfrm>
            <a:off x="0" y="0"/>
            <a:ext cx="12192000" cy="635000"/>
            <a:chOff x="0" y="0"/>
            <a:chExt cx="12192000" cy="635000"/>
          </a:xfrm>
        </p:grpSpPr>
        <p:sp>
          <p:nvSpPr>
            <p:cNvPr id="13" name="TitleBackground"/>
            <p:cNvSpPr/>
            <p:nvPr>
              <p:custDataLst>
                <p:tags r:id="rId12"/>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3"/>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4"/>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投票</a:t>
              </a:r>
              <a:endPar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8" name="TipText"/>
            <p:cNvSpPr txBox="1"/>
            <p:nvPr>
              <p:custDataLst>
                <p:tags r:id="rId15"/>
              </p:custDataLst>
            </p:nvPr>
          </p:nvSpPr>
          <p:spPr>
            <a:xfrm>
              <a:off x="1195705" y="109220"/>
              <a:ext cx="2286000" cy="508000"/>
            </a:xfrm>
            <a:prstGeom prst="rect">
              <a:avLst/>
            </a:prstGeom>
            <a:noFill/>
          </p:spPr>
          <p:txBody>
            <a:bodyPr vert="horz" wrap="none" rtlCol="0" anchor="ctr" anchorCtr="0">
              <a:noAutofit/>
            </a:bodyPr>
            <a:lstStyle/>
            <a:p>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最多可选</a:t>
              </a:r>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项</a:t>
              </a:r>
              <a:endPar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pic>
        <p:nvPicPr>
          <p:cNvPr id="2" name="图片 1"/>
          <p:cNvPicPr/>
          <p:nvPr>
            <p:custDataLst>
              <p:tags r:id="rId16"/>
            </p:custDataLst>
          </p:nvPr>
        </p:nvPicPr>
        <p:blipFill>
          <a:blip r:embed="rId17">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8"/>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1"/>
            </p:custDataLst>
          </p:nvPr>
        </p:nvSpPr>
        <p:spPr>
          <a:xfrm>
            <a:off x="1219200" y="635000"/>
            <a:ext cx="9753600" cy="2143125"/>
          </a:xfrm>
          <a:prstGeom prst="rect">
            <a:avLst/>
          </a:prstGeom>
          <a:noFill/>
        </p:spPr>
        <p:txBody>
          <a:bodyPr vert="horz" wrap="square" rtlCol="0" anchor="ctr" anchorCtr="0">
            <a:noAutofit/>
          </a:bodyPr>
          <a:lstStyle/>
          <a:p>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2</a:t>
            </a: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、在停止等待协议中，若接收方收到重复分组，就丢弃该分组，不必发送确认。</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 name="文本框 3"/>
          <p:cNvSpPr txBox="1"/>
          <p:nvPr>
            <p:custDataLst>
              <p:tags r:id="rId2"/>
            </p:custDataLst>
          </p:nvPr>
        </p:nvSpPr>
        <p:spPr>
          <a:xfrm>
            <a:off x="2438400" y="2786063"/>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对</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 name="文本框 4"/>
          <p:cNvSpPr txBox="1"/>
          <p:nvPr>
            <p:custDataLst>
              <p:tags r:id="rId3"/>
            </p:custDataLst>
          </p:nvPr>
        </p:nvSpPr>
        <p:spPr>
          <a:xfrm>
            <a:off x="2438400" y="3929063"/>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错</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8" name="椭圆 7"/>
          <p:cNvSpPr>
            <a:spLocks noChangeAspect="1"/>
          </p:cNvSpPr>
          <p:nvPr>
            <p:custDataLst>
              <p:tags r:id="rId4"/>
            </p:custDataLst>
          </p:nvPr>
        </p:nvSpPr>
        <p:spPr>
          <a:xfrm>
            <a:off x="1571625" y="285035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A</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9" name="椭圆 8"/>
          <p:cNvSpPr>
            <a:spLocks noChangeAspect="1"/>
          </p:cNvSpPr>
          <p:nvPr>
            <p:custDataLst>
              <p:tags r:id="rId5"/>
            </p:custDataLst>
          </p:nvPr>
        </p:nvSpPr>
        <p:spPr>
          <a:xfrm>
            <a:off x="1571625" y="3993356"/>
            <a:ext cx="514350" cy="514350"/>
          </a:xfrm>
          <a:prstGeom prst="ellipse">
            <a:avLst/>
          </a:prstGeom>
          <a:solidFill>
            <a:srgbClr val="92D05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B</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2" name="圆角矩形 11"/>
          <p:cNvSpPr/>
          <p:nvPr>
            <p:custDataLst>
              <p:tags r:id="rId6"/>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提交</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17" name="组合 16"/>
          <p:cNvGrpSpPr/>
          <p:nvPr>
            <p:custDataLst>
              <p:tags r:id="rId7"/>
            </p:custDataLst>
          </p:nvPr>
        </p:nvGrpSpPr>
        <p:grpSpPr>
          <a:xfrm>
            <a:off x="0" y="0"/>
            <a:ext cx="12192000" cy="635000"/>
            <a:chOff x="0" y="0"/>
            <a:chExt cx="12192000" cy="635000"/>
          </a:xfrm>
        </p:grpSpPr>
        <p:sp>
          <p:nvSpPr>
            <p:cNvPr id="13" name="TitleBackground"/>
            <p:cNvSpPr/>
            <p:nvPr>
              <p:custDataLst>
                <p:tags r:id="rId8"/>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9"/>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0"/>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单选题</a:t>
              </a:r>
              <a:endPar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6" name="TipText"/>
            <p:cNvSpPr txBox="1"/>
            <p:nvPr>
              <p:custDataLst>
                <p:tags r:id="rId11"/>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endPar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pic>
        <p:nvPicPr>
          <p:cNvPr id="2" name="图片 1"/>
          <p:cNvPicPr/>
          <p:nvPr>
            <p:custDataLst>
              <p:tags r:id="rId12"/>
            </p:custDataLst>
          </p:nvPr>
        </p:nvPicPr>
        <p:blipFill>
          <a:blip r:embed="rId13">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
        <p:nvSpPr>
          <p:cNvPr id="10" name="文本框 9"/>
          <p:cNvSpPr txBox="1"/>
          <p:nvPr>
            <p:custDataLst>
              <p:tags r:id="rId14"/>
            </p:custDataLst>
          </p:nvPr>
        </p:nvSpPr>
        <p:spPr>
          <a:xfrm>
            <a:off x="1219200" y="635000"/>
            <a:ext cx="9753600" cy="487680"/>
          </a:xfrm>
          <a:prstGeom prst="rect">
            <a:avLst/>
          </a:prstGeom>
          <a:solidFill>
            <a:srgbClr val="FBFAEF">
              <a:alpha val="90000"/>
            </a:srgbClr>
          </a:solidFill>
        </p:spPr>
        <p:txBody>
          <a:bodyPr vert="horz" wrap="none" rtlCol="0" anchor="ctr" anchorCtr="1">
            <a:noAutofit/>
          </a:bodyPr>
          <a:lstStyle/>
          <a:p>
            <a:r>
              <a:rPr lang="zh-CN" altLang="en-US" sz="16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此题未设置答案，请点击右侧设置按钮</a:t>
            </a:r>
            <a:endParaRPr lang="zh-CN" altLang="en-US" sz="16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endParaRPr>
          </a:p>
        </p:txBody>
      </p:sp>
    </p:spTree>
    <p:custDataLst>
      <p:tags r:id="rId15"/>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1"/>
            </p:custDataLst>
          </p:nvPr>
        </p:nvSpPr>
        <p:spPr>
          <a:xfrm>
            <a:off x="1219200" y="635000"/>
            <a:ext cx="9753600" cy="2143125"/>
          </a:xfrm>
          <a:prstGeom prst="rect">
            <a:avLst/>
          </a:prstGeom>
          <a:noFill/>
        </p:spPr>
        <p:txBody>
          <a:bodyPr vert="horz" wrap="square" rtlCol="0" anchor="ctr" anchorCtr="0">
            <a:noAutofit/>
          </a:bodyPr>
          <a:lstStyle/>
          <a:p>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3</a:t>
            </a: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、流水线传输就是发送方可连续发送多个分组，不必每发完一个分组就停顿下来等待对方的确认。这样可使信道上一直有数据不间断地传送，因而可获得很高的信道利用率。</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 name="文本框 3"/>
          <p:cNvSpPr txBox="1"/>
          <p:nvPr>
            <p:custDataLst>
              <p:tags r:id="rId2"/>
            </p:custDataLst>
          </p:nvPr>
        </p:nvSpPr>
        <p:spPr>
          <a:xfrm>
            <a:off x="2438400" y="2786063"/>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对</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 name="文本框 4"/>
          <p:cNvSpPr txBox="1"/>
          <p:nvPr>
            <p:custDataLst>
              <p:tags r:id="rId3"/>
            </p:custDataLst>
          </p:nvPr>
        </p:nvSpPr>
        <p:spPr>
          <a:xfrm>
            <a:off x="2438400" y="3643313"/>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错</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8" name="椭圆 7"/>
          <p:cNvSpPr>
            <a:spLocks noChangeAspect="1"/>
          </p:cNvSpPr>
          <p:nvPr>
            <p:custDataLst>
              <p:tags r:id="rId4"/>
            </p:custDataLst>
          </p:nvPr>
        </p:nvSpPr>
        <p:spPr>
          <a:xfrm>
            <a:off x="1571625" y="2850356"/>
            <a:ext cx="514350" cy="514350"/>
          </a:xfrm>
          <a:prstGeom prst="ellipse">
            <a:avLst/>
          </a:prstGeom>
          <a:solidFill>
            <a:srgbClr val="92D05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A</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9" name="椭圆 8"/>
          <p:cNvSpPr>
            <a:spLocks noChangeAspect="1"/>
          </p:cNvSpPr>
          <p:nvPr>
            <p:custDataLst>
              <p:tags r:id="rId5"/>
            </p:custDataLst>
          </p:nvPr>
        </p:nvSpPr>
        <p:spPr>
          <a:xfrm>
            <a:off x="1571625" y="370760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B</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2" name="圆角矩形 11"/>
          <p:cNvSpPr/>
          <p:nvPr>
            <p:custDataLst>
              <p:tags r:id="rId6"/>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提交</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7" name="组合 6"/>
          <p:cNvGrpSpPr/>
          <p:nvPr>
            <p:custDataLst>
              <p:tags r:id="rId7"/>
            </p:custDataLst>
          </p:nvPr>
        </p:nvGrpSpPr>
        <p:grpSpPr>
          <a:xfrm>
            <a:off x="0" y="0"/>
            <a:ext cx="12192000" cy="635000"/>
            <a:chOff x="0" y="0"/>
            <a:chExt cx="12192000" cy="635000"/>
          </a:xfrm>
        </p:grpSpPr>
        <p:sp>
          <p:nvSpPr>
            <p:cNvPr id="13" name="TitleBackground"/>
            <p:cNvSpPr/>
            <p:nvPr>
              <p:custDataLst>
                <p:tags r:id="rId8"/>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9"/>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0"/>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投票</a:t>
              </a:r>
              <a:endPar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6" name="TipText"/>
            <p:cNvSpPr txBox="1"/>
            <p:nvPr>
              <p:custDataLst>
                <p:tags r:id="rId11"/>
              </p:custDataLst>
            </p:nvPr>
          </p:nvSpPr>
          <p:spPr>
            <a:xfrm>
              <a:off x="1195705" y="109220"/>
              <a:ext cx="2286000" cy="508000"/>
            </a:xfrm>
            <a:prstGeom prst="rect">
              <a:avLst/>
            </a:prstGeom>
            <a:noFill/>
          </p:spPr>
          <p:txBody>
            <a:bodyPr vert="horz" wrap="none" rtlCol="0" anchor="ctr" anchorCtr="0">
              <a:noAutofit/>
            </a:bodyPr>
            <a:lstStyle/>
            <a:p>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最多可选</a:t>
              </a:r>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项</a:t>
              </a:r>
              <a:endPar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pic>
        <p:nvPicPr>
          <p:cNvPr id="2" name="图片 1"/>
          <p:cNvPicPr/>
          <p:nvPr>
            <p:custDataLst>
              <p:tags r:id="rId12"/>
            </p:custDataLst>
          </p:nvPr>
        </p:nvPicPr>
        <p:blipFill>
          <a:blip r:embed="rId13">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4"/>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1"/>
            </p:custDataLst>
          </p:nvPr>
        </p:nvSpPr>
        <p:spPr>
          <a:xfrm>
            <a:off x="1219200" y="635000"/>
            <a:ext cx="9753600" cy="2143125"/>
          </a:xfrm>
          <a:prstGeom prst="rect">
            <a:avLst/>
          </a:prstGeom>
          <a:noFill/>
        </p:spPr>
        <p:txBody>
          <a:bodyPr vert="horz" wrap="square" rtlCol="0" anchor="ctr" anchorCtr="0">
            <a:noAutofit/>
          </a:bodyPr>
          <a:lstStyle/>
          <a:p>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4</a:t>
            </a: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、下列关于</a:t>
            </a:r>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TCP </a:t>
            </a: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可靠通信具体实现的说法中，错误的是（    ）</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 name="文本框 3"/>
          <p:cNvSpPr txBox="1"/>
          <p:nvPr>
            <p:custDataLst>
              <p:tags r:id="rId2"/>
            </p:custDataLst>
          </p:nvPr>
        </p:nvSpPr>
        <p:spPr>
          <a:xfrm>
            <a:off x="2438400" y="2786063"/>
            <a:ext cx="85344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TCP </a:t>
            </a: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连接的每一端都必须设有两个窗口</a:t>
            </a:r>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a:t>
            </a: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一个发送窗口和一个接收窗口。	</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 name="文本框 4"/>
          <p:cNvSpPr txBox="1"/>
          <p:nvPr>
            <p:custDataLst>
              <p:tags r:id="rId3"/>
            </p:custDataLst>
          </p:nvPr>
        </p:nvSpPr>
        <p:spPr>
          <a:xfrm>
            <a:off x="2438400" y="3643313"/>
            <a:ext cx="85344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TCP </a:t>
            </a: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的可靠传输机制用字节的序号进行控制。</a:t>
            </a:r>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TCP </a:t>
            </a: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所有的确认都是基于序号而不是基于报文段。</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6" name="文本框 5"/>
          <p:cNvSpPr txBox="1"/>
          <p:nvPr>
            <p:custDataLst>
              <p:tags r:id="rId4"/>
            </p:custDataLst>
          </p:nvPr>
        </p:nvSpPr>
        <p:spPr>
          <a:xfrm>
            <a:off x="2438400" y="4500563"/>
            <a:ext cx="85344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TCP </a:t>
            </a: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两端的四个窗口设置好后在通信过程中保持不变。</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7" name="文本框 6"/>
          <p:cNvSpPr txBox="1"/>
          <p:nvPr>
            <p:custDataLst>
              <p:tags r:id="rId5"/>
            </p:custDataLst>
          </p:nvPr>
        </p:nvSpPr>
        <p:spPr>
          <a:xfrm>
            <a:off x="2438400" y="5357813"/>
            <a:ext cx="85344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TCP</a:t>
            </a: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连接的往返时间 </a:t>
            </a:r>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RTT </a:t>
            </a: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不是固定不变的，因而需要使用特定的算法估算较为合理的重传时间。 </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8" name="椭圆 7"/>
          <p:cNvSpPr>
            <a:spLocks noChangeAspect="1"/>
          </p:cNvSpPr>
          <p:nvPr>
            <p:custDataLst>
              <p:tags r:id="rId6"/>
            </p:custDataLst>
          </p:nvPr>
        </p:nvSpPr>
        <p:spPr>
          <a:xfrm>
            <a:off x="1571625" y="285035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A</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9" name="椭圆 8"/>
          <p:cNvSpPr>
            <a:spLocks noChangeAspect="1"/>
          </p:cNvSpPr>
          <p:nvPr>
            <p:custDataLst>
              <p:tags r:id="rId7"/>
            </p:custDataLst>
          </p:nvPr>
        </p:nvSpPr>
        <p:spPr>
          <a:xfrm>
            <a:off x="1571625" y="370760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B</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0" name="椭圆 9"/>
          <p:cNvSpPr>
            <a:spLocks noChangeAspect="1"/>
          </p:cNvSpPr>
          <p:nvPr>
            <p:custDataLst>
              <p:tags r:id="rId8"/>
            </p:custDataLst>
          </p:nvPr>
        </p:nvSpPr>
        <p:spPr>
          <a:xfrm>
            <a:off x="1571625" y="4564856"/>
            <a:ext cx="514350" cy="514350"/>
          </a:xfrm>
          <a:prstGeom prst="ellipse">
            <a:avLst/>
          </a:prstGeom>
          <a:solidFill>
            <a:srgbClr val="92D05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C</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1" name="椭圆 10"/>
          <p:cNvSpPr>
            <a:spLocks noChangeAspect="1"/>
          </p:cNvSpPr>
          <p:nvPr>
            <p:custDataLst>
              <p:tags r:id="rId9"/>
            </p:custDataLst>
          </p:nvPr>
        </p:nvSpPr>
        <p:spPr>
          <a:xfrm>
            <a:off x="1571625" y="542210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D</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2" name="圆角矩形 11"/>
          <p:cNvSpPr/>
          <p:nvPr>
            <p:custDataLst>
              <p:tags r:id="rId10"/>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提交</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19" name="组合 18"/>
          <p:cNvGrpSpPr/>
          <p:nvPr>
            <p:custDataLst>
              <p:tags r:id="rId11"/>
            </p:custDataLst>
          </p:nvPr>
        </p:nvGrpSpPr>
        <p:grpSpPr>
          <a:xfrm>
            <a:off x="0" y="0"/>
            <a:ext cx="12192000" cy="635000"/>
            <a:chOff x="0" y="0"/>
            <a:chExt cx="12192000" cy="635000"/>
          </a:xfrm>
        </p:grpSpPr>
        <p:sp>
          <p:nvSpPr>
            <p:cNvPr id="13" name="TitleBackground"/>
            <p:cNvSpPr/>
            <p:nvPr>
              <p:custDataLst>
                <p:tags r:id="rId12"/>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3"/>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4"/>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投票</a:t>
              </a:r>
              <a:endPar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8" name="TipText"/>
            <p:cNvSpPr txBox="1"/>
            <p:nvPr>
              <p:custDataLst>
                <p:tags r:id="rId15"/>
              </p:custDataLst>
            </p:nvPr>
          </p:nvSpPr>
          <p:spPr>
            <a:xfrm>
              <a:off x="1195705" y="109220"/>
              <a:ext cx="2286000" cy="508000"/>
            </a:xfrm>
            <a:prstGeom prst="rect">
              <a:avLst/>
            </a:prstGeom>
            <a:noFill/>
          </p:spPr>
          <p:txBody>
            <a:bodyPr vert="horz" wrap="none" rtlCol="0" anchor="ctr" anchorCtr="0">
              <a:noAutofit/>
            </a:bodyPr>
            <a:lstStyle/>
            <a:p>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最多可选</a:t>
              </a:r>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项</a:t>
              </a:r>
              <a:endPar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pic>
        <p:nvPicPr>
          <p:cNvPr id="2" name="图片 1"/>
          <p:cNvPicPr/>
          <p:nvPr>
            <p:custDataLst>
              <p:tags r:id="rId16"/>
            </p:custDataLst>
          </p:nvPr>
        </p:nvPicPr>
        <p:blipFill>
          <a:blip r:embed="rId17">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8"/>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1"/>
            </p:custDataLst>
          </p:nvPr>
        </p:nvSpPr>
        <p:spPr>
          <a:xfrm>
            <a:off x="1219200" y="634999"/>
            <a:ext cx="9753600" cy="4063609"/>
          </a:xfrm>
          <a:prstGeom prst="rect">
            <a:avLst/>
          </a:prstGeom>
          <a:noFill/>
        </p:spPr>
        <p:txBody>
          <a:bodyPr vert="horz" wrap="square" rtlCol="0" anchor="ctr" anchorCtr="0">
            <a:noAutofit/>
          </a:bodyPr>
          <a:lstStyle/>
          <a:p>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5</a:t>
            </a: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a:t>
            </a:r>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TCP </a:t>
            </a: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虽然是面向</a:t>
            </a:r>
            <a:r>
              <a:rPr lang="zh-CN" altLang="en-US" sz="2600" dirty="0">
                <a:solidFill>
                  <a:srgbClr val="639EF4"/>
                </a:solidFill>
                <a:latin typeface="微软雅黑" panose="020B0503020204020204" pitchFamily="34" charset="-122"/>
                <a:ea typeface="微软雅黑" panose="020B0503020204020204" pitchFamily="34" charset="-122"/>
                <a:sym typeface="微软雅黑" panose="020B0503020204020204" pitchFamily="34" charset="-122"/>
              </a:rPr>
              <a:t> </a:t>
            </a:r>
            <a:r>
              <a:rPr lang="en-US" altLang="zh-CN" sz="2600" dirty="0">
                <a:solidFill>
                  <a:srgbClr val="639EF4"/>
                </a:solidFill>
                <a:latin typeface="微软雅黑" panose="020B0503020204020204" pitchFamily="34" charset="-122"/>
                <a:ea typeface="微软雅黑" panose="020B0503020204020204" pitchFamily="34" charset="-122"/>
                <a:sym typeface="微软雅黑" panose="020B0503020204020204" pitchFamily="34" charset="-122"/>
              </a:rPr>
              <a:t>[</a:t>
            </a:r>
            <a:r>
              <a:rPr sz="2600" dirty="0">
                <a:solidFill>
                  <a:srgbClr val="639EF4"/>
                </a:solidFill>
                <a:latin typeface="微软雅黑" panose="020B0503020204020204" pitchFamily="34" charset="-122"/>
                <a:ea typeface="微软雅黑" panose="020B0503020204020204" pitchFamily="34" charset="-122"/>
                <a:sym typeface="微软雅黑" panose="020B0503020204020204" pitchFamily="34" charset="-122"/>
              </a:rPr>
              <a:t>字节流</a:t>
            </a:r>
            <a:r>
              <a:rPr lang="en-US" altLang="zh-CN" sz="2600" dirty="0">
                <a:solidFill>
                  <a:srgbClr val="639EF4"/>
                </a:solidFill>
                <a:latin typeface="微软雅黑" panose="020B0503020204020204" pitchFamily="34" charset="-122"/>
                <a:ea typeface="微软雅黑" panose="020B0503020204020204" pitchFamily="34" charset="-122"/>
                <a:sym typeface="微软雅黑" panose="020B0503020204020204" pitchFamily="34" charset="-122"/>
              </a:rPr>
              <a:t>]</a:t>
            </a:r>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 </a:t>
            </a: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的，但 </a:t>
            </a:r>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TCP </a:t>
            </a: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传送的数据单元却是</a:t>
            </a:r>
            <a:r>
              <a:rPr lang="zh-CN" altLang="en-US" sz="2600" dirty="0">
                <a:solidFill>
                  <a:srgbClr val="639EF4"/>
                </a:solidFill>
                <a:latin typeface="微软雅黑" panose="020B0503020204020204" pitchFamily="34" charset="-122"/>
                <a:ea typeface="微软雅黑" panose="020B0503020204020204" pitchFamily="34" charset="-122"/>
                <a:sym typeface="微软雅黑" panose="020B0503020204020204" pitchFamily="34" charset="-122"/>
              </a:rPr>
              <a:t> </a:t>
            </a:r>
            <a:r>
              <a:rPr lang="en-US" altLang="zh-CN" sz="2600" dirty="0">
                <a:solidFill>
                  <a:srgbClr val="639EF4"/>
                </a:solidFill>
                <a:latin typeface="微软雅黑" panose="020B0503020204020204" pitchFamily="34" charset="-122"/>
                <a:ea typeface="微软雅黑" panose="020B0503020204020204" pitchFamily="34" charset="-122"/>
                <a:sym typeface="微软雅黑" panose="020B0503020204020204" pitchFamily="34" charset="-122"/>
              </a:rPr>
              <a:t>[</a:t>
            </a:r>
            <a:r>
              <a:rPr sz="2600" dirty="0">
                <a:solidFill>
                  <a:srgbClr val="639EF4"/>
                </a:solidFill>
                <a:latin typeface="微软雅黑" panose="020B0503020204020204" pitchFamily="34" charset="-122"/>
                <a:ea typeface="微软雅黑" panose="020B0503020204020204" pitchFamily="34" charset="-122"/>
                <a:sym typeface="微软雅黑" panose="020B0503020204020204" pitchFamily="34" charset="-122"/>
              </a:rPr>
              <a:t>报文段</a:t>
            </a:r>
            <a:r>
              <a:rPr lang="en-US" altLang="zh-CN" sz="2600" dirty="0">
                <a:solidFill>
                  <a:srgbClr val="639EF4"/>
                </a:solidFill>
                <a:latin typeface="微软雅黑" panose="020B0503020204020204" pitchFamily="34" charset="-122"/>
                <a:ea typeface="微软雅黑" panose="020B0503020204020204" pitchFamily="34" charset="-122"/>
                <a:sym typeface="微软雅黑" panose="020B0503020204020204" pitchFamily="34" charset="-122"/>
              </a:rPr>
              <a:t>]</a:t>
            </a:r>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 </a:t>
            </a: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 name="圆角矩形 3"/>
          <p:cNvSpPr/>
          <p:nvPr>
            <p:custDataLst>
              <p:tags r:id="rId2"/>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作答</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0" name="矩形 9"/>
          <p:cNvSpPr/>
          <p:nvPr>
            <p:custDataLst>
              <p:tags r:id="rId3"/>
            </p:custDataLst>
          </p:nvPr>
        </p:nvSpPr>
        <p:spPr>
          <a:xfrm>
            <a:off x="0" y="5727383"/>
            <a:ext cx="12192000" cy="487680"/>
          </a:xfrm>
          <a:prstGeom prst="rect">
            <a:avLst/>
          </a:prstGeom>
          <a:solidFill>
            <a:srgbClr val="FBFAEF"/>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none" rtlCol="0" anchor="ctr" anchorCtr="1"/>
          <a:lstStyle/>
          <a:p>
            <a:r>
              <a:rPr lang="zh-CN" altLang="en-US" sz="16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正常使用填空题需</a:t>
            </a:r>
            <a:r>
              <a:rPr lang="en-US" altLang="zh-CN" sz="16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3.0</a:t>
            </a:r>
            <a:r>
              <a:rPr lang="zh-CN" altLang="en-US" sz="16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以上版本雨课堂</a:t>
            </a:r>
            <a:endParaRPr lang="zh-CN" altLang="en-US" sz="16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9" name="组合 8"/>
          <p:cNvGrpSpPr/>
          <p:nvPr>
            <p:custDataLst>
              <p:tags r:id="rId4"/>
            </p:custDataLst>
          </p:nvPr>
        </p:nvGrpSpPr>
        <p:grpSpPr>
          <a:xfrm>
            <a:off x="0" y="0"/>
            <a:ext cx="12192000" cy="635000"/>
            <a:chOff x="0" y="0"/>
            <a:chExt cx="12192000" cy="635000"/>
          </a:xfrm>
        </p:grpSpPr>
        <p:sp>
          <p:nvSpPr>
            <p:cNvPr id="5" name="TitleBackground"/>
            <p:cNvSpPr/>
            <p:nvPr>
              <p:custDataLst>
                <p:tags r:id="rId5"/>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ColorBlock"/>
            <p:cNvSpPr/>
            <p:nvPr>
              <p:custDataLst>
                <p:tags r:id="rId6"/>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TypeText"/>
            <p:cNvSpPr txBox="1"/>
            <p:nvPr>
              <p:custDataLst>
                <p:tags r:id="rId7"/>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填空题</a:t>
              </a:r>
              <a:endPar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8" name="TipText"/>
            <p:cNvSpPr txBox="1"/>
            <p:nvPr>
              <p:custDataLst>
                <p:tags r:id="rId8"/>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2</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endPar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pic>
        <p:nvPicPr>
          <p:cNvPr id="2" name="图片 1"/>
          <p:cNvPicPr/>
          <p:nvPr>
            <p:custDataLst>
              <p:tags r:id="rId9"/>
            </p:custDataLst>
          </p:nvPr>
        </p:nvPicPr>
        <p:blipFill>
          <a:blip r:embed="rId10">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1"/>
            </p:custDataLst>
          </p:nvPr>
        </p:nvSpPr>
        <p:spPr>
          <a:xfrm>
            <a:off x="1219200" y="634999"/>
            <a:ext cx="9753600" cy="4063609"/>
          </a:xfrm>
          <a:prstGeom prst="rect">
            <a:avLst/>
          </a:prstGeom>
          <a:noFill/>
        </p:spPr>
        <p:txBody>
          <a:bodyPr vert="horz" wrap="square" rtlCol="0" anchor="ctr" anchorCtr="0">
            <a:noAutofit/>
          </a:bodyPr>
          <a:lstStyle/>
          <a:p>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6</a:t>
            </a: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、一个 </a:t>
            </a:r>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TCP </a:t>
            </a: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报文段分为 </a:t>
            </a:r>
            <a:r>
              <a:rPr lang="en-US" altLang="zh-CN" sz="2600" dirty="0">
                <a:solidFill>
                  <a:srgbClr val="639EF4"/>
                </a:solidFill>
                <a:latin typeface="微软雅黑" panose="020B0503020204020204" pitchFamily="34" charset="-122"/>
                <a:ea typeface="微软雅黑" panose="020B0503020204020204" pitchFamily="34" charset="-122"/>
                <a:sym typeface="微软雅黑" panose="020B0503020204020204" pitchFamily="34" charset="-122"/>
              </a:rPr>
              <a:t>[</a:t>
            </a:r>
            <a:r>
              <a:rPr sz="2600" dirty="0">
                <a:solidFill>
                  <a:srgbClr val="639EF4"/>
                </a:solidFill>
                <a:latin typeface="微软雅黑" panose="020B0503020204020204" pitchFamily="34" charset="-122"/>
                <a:ea typeface="微软雅黑" panose="020B0503020204020204" pitchFamily="34" charset="-122"/>
                <a:sym typeface="微软雅黑" panose="020B0503020204020204" pitchFamily="34" charset="-122"/>
              </a:rPr>
              <a:t>首部</a:t>
            </a:r>
            <a:r>
              <a:rPr lang="en-US" altLang="zh-CN" sz="2600" dirty="0">
                <a:solidFill>
                  <a:srgbClr val="639EF4"/>
                </a:solidFill>
                <a:latin typeface="微软雅黑" panose="020B0503020204020204" pitchFamily="34" charset="-122"/>
                <a:ea typeface="微软雅黑" panose="020B0503020204020204" pitchFamily="34" charset="-122"/>
                <a:sym typeface="微软雅黑" panose="020B0503020204020204" pitchFamily="34" charset="-122"/>
              </a:rPr>
              <a:t>]</a:t>
            </a: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 和</a:t>
            </a:r>
            <a:r>
              <a:rPr lang="zh-CN" altLang="en-US" sz="2600" dirty="0">
                <a:solidFill>
                  <a:srgbClr val="639EF4"/>
                </a:solidFill>
                <a:latin typeface="微软雅黑" panose="020B0503020204020204" pitchFamily="34" charset="-122"/>
                <a:ea typeface="微软雅黑" panose="020B0503020204020204" pitchFamily="34" charset="-122"/>
                <a:sym typeface="微软雅黑" panose="020B0503020204020204" pitchFamily="34" charset="-122"/>
              </a:rPr>
              <a:t> </a:t>
            </a:r>
            <a:r>
              <a:rPr lang="en-US" altLang="zh-CN" sz="2600" dirty="0">
                <a:solidFill>
                  <a:srgbClr val="639EF4"/>
                </a:solidFill>
                <a:latin typeface="微软雅黑" panose="020B0503020204020204" pitchFamily="34" charset="-122"/>
                <a:ea typeface="微软雅黑" panose="020B0503020204020204" pitchFamily="34" charset="-122"/>
                <a:sym typeface="微软雅黑" panose="020B0503020204020204" pitchFamily="34" charset="-122"/>
              </a:rPr>
              <a:t>[</a:t>
            </a:r>
            <a:r>
              <a:rPr sz="2600" dirty="0">
                <a:solidFill>
                  <a:srgbClr val="639EF4"/>
                </a:solidFill>
                <a:latin typeface="微软雅黑" panose="020B0503020204020204" pitchFamily="34" charset="-122"/>
                <a:ea typeface="微软雅黑" panose="020B0503020204020204" pitchFamily="34" charset="-122"/>
                <a:sym typeface="微软雅黑" panose="020B0503020204020204" pitchFamily="34" charset="-122"/>
              </a:rPr>
              <a:t>数据</a:t>
            </a:r>
            <a:r>
              <a:rPr lang="en-US" altLang="zh-CN" sz="2600" dirty="0">
                <a:solidFill>
                  <a:srgbClr val="639EF4"/>
                </a:solidFill>
                <a:latin typeface="微软雅黑" panose="020B0503020204020204" pitchFamily="34" charset="-122"/>
                <a:ea typeface="微软雅黑" panose="020B0503020204020204" pitchFamily="34" charset="-122"/>
                <a:sym typeface="微软雅黑" panose="020B0503020204020204" pitchFamily="34" charset="-122"/>
              </a:rPr>
              <a:t>]</a:t>
            </a:r>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 </a:t>
            </a: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两部分，而 </a:t>
            </a:r>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TCP </a:t>
            </a: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的全部功能都体现在它首部中各字段的作用。</a:t>
            </a:r>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TCP </a:t>
            </a: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首部的最小长度是</a:t>
            </a:r>
            <a:r>
              <a:rPr lang="zh-CN" altLang="en-US" sz="2600" dirty="0">
                <a:solidFill>
                  <a:srgbClr val="639EF4"/>
                </a:solidFill>
                <a:latin typeface="微软雅黑" panose="020B0503020204020204" pitchFamily="34" charset="-122"/>
                <a:ea typeface="微软雅黑" panose="020B0503020204020204" pitchFamily="34" charset="-122"/>
                <a:sym typeface="微软雅黑" panose="020B0503020204020204" pitchFamily="34" charset="-122"/>
              </a:rPr>
              <a:t> </a:t>
            </a:r>
            <a:r>
              <a:rPr lang="en-US" altLang="zh-CN" sz="2600" dirty="0">
                <a:solidFill>
                  <a:srgbClr val="639EF4"/>
                </a:solidFill>
                <a:latin typeface="微软雅黑" panose="020B0503020204020204" pitchFamily="34" charset="-122"/>
                <a:ea typeface="微软雅黑" panose="020B0503020204020204" pitchFamily="34" charset="-122"/>
                <a:sym typeface="微软雅黑" panose="020B0503020204020204" pitchFamily="34" charset="-122"/>
              </a:rPr>
              <a:t>[</a:t>
            </a:r>
            <a:r>
              <a:rPr sz="2600" dirty="0">
                <a:solidFill>
                  <a:srgbClr val="639EF4"/>
                </a:solidFill>
                <a:latin typeface="微软雅黑" panose="020B0503020204020204" pitchFamily="34" charset="-122"/>
                <a:ea typeface="微软雅黑" panose="020B0503020204020204" pitchFamily="34" charset="-122"/>
                <a:sym typeface="微软雅黑" panose="020B0503020204020204" pitchFamily="34" charset="-122"/>
              </a:rPr>
              <a:t>20</a:t>
            </a:r>
            <a:r>
              <a:rPr lang="en-US" altLang="zh-CN" sz="2600" dirty="0">
                <a:solidFill>
                  <a:srgbClr val="639EF4"/>
                </a:solidFill>
                <a:latin typeface="微软雅黑" panose="020B0503020204020204" pitchFamily="34" charset="-122"/>
                <a:ea typeface="微软雅黑" panose="020B0503020204020204" pitchFamily="34" charset="-122"/>
                <a:sym typeface="微软雅黑" panose="020B0503020204020204" pitchFamily="34" charset="-122"/>
              </a:rPr>
              <a:t>]</a:t>
            </a:r>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 </a:t>
            </a: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字节。</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 name="圆角矩形 3"/>
          <p:cNvSpPr/>
          <p:nvPr>
            <p:custDataLst>
              <p:tags r:id="rId2"/>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作答</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0" name="矩形 9"/>
          <p:cNvSpPr/>
          <p:nvPr>
            <p:custDataLst>
              <p:tags r:id="rId3"/>
            </p:custDataLst>
          </p:nvPr>
        </p:nvSpPr>
        <p:spPr>
          <a:xfrm>
            <a:off x="0" y="5727383"/>
            <a:ext cx="12192000" cy="487680"/>
          </a:xfrm>
          <a:prstGeom prst="rect">
            <a:avLst/>
          </a:prstGeom>
          <a:solidFill>
            <a:srgbClr val="FBFAEF"/>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none" rtlCol="0" anchor="ctr" anchorCtr="1"/>
          <a:lstStyle/>
          <a:p>
            <a:r>
              <a:rPr lang="zh-CN" altLang="en-US" sz="16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正常使用填空题需</a:t>
            </a:r>
            <a:r>
              <a:rPr lang="en-US" altLang="zh-CN" sz="16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3.0</a:t>
            </a:r>
            <a:r>
              <a:rPr lang="zh-CN" altLang="en-US" sz="16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以上版本雨课堂</a:t>
            </a:r>
            <a:endParaRPr lang="zh-CN" altLang="en-US" sz="16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9" name="组合 8"/>
          <p:cNvGrpSpPr/>
          <p:nvPr>
            <p:custDataLst>
              <p:tags r:id="rId4"/>
            </p:custDataLst>
          </p:nvPr>
        </p:nvGrpSpPr>
        <p:grpSpPr>
          <a:xfrm>
            <a:off x="0" y="0"/>
            <a:ext cx="12192000" cy="635000"/>
            <a:chOff x="0" y="0"/>
            <a:chExt cx="12192000" cy="635000"/>
          </a:xfrm>
        </p:grpSpPr>
        <p:sp>
          <p:nvSpPr>
            <p:cNvPr id="5" name="TitleBackground"/>
            <p:cNvSpPr/>
            <p:nvPr>
              <p:custDataLst>
                <p:tags r:id="rId5"/>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ColorBlock"/>
            <p:cNvSpPr/>
            <p:nvPr>
              <p:custDataLst>
                <p:tags r:id="rId6"/>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TypeText"/>
            <p:cNvSpPr txBox="1"/>
            <p:nvPr>
              <p:custDataLst>
                <p:tags r:id="rId7"/>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填空题</a:t>
              </a:r>
              <a:endPar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8" name="TipText"/>
            <p:cNvSpPr txBox="1"/>
            <p:nvPr>
              <p:custDataLst>
                <p:tags r:id="rId8"/>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3</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endPar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pic>
        <p:nvPicPr>
          <p:cNvPr id="2" name="图片 1"/>
          <p:cNvPicPr/>
          <p:nvPr>
            <p:custDataLst>
              <p:tags r:id="rId9"/>
            </p:custDataLst>
          </p:nvPr>
        </p:nvPicPr>
        <p:blipFill>
          <a:blip r:embed="rId10">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1"/>
            </p:custDataLst>
          </p:nvPr>
        </p:nvSpPr>
        <p:spPr>
          <a:xfrm>
            <a:off x="1219200" y="635000"/>
            <a:ext cx="9753600" cy="2143125"/>
          </a:xfrm>
          <a:prstGeom prst="rect">
            <a:avLst/>
          </a:prstGeom>
          <a:noFill/>
        </p:spPr>
        <p:txBody>
          <a:bodyPr vert="horz" wrap="square" rtlCol="0" anchor="ctr" anchorCtr="0">
            <a:noAutofit/>
          </a:bodyPr>
          <a:lstStyle/>
          <a:p>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7</a:t>
            </a: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、选择较小的 </a:t>
            </a:r>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MSS </a:t>
            </a: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长度，网络的利用率就（    ）。</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 name="文本框 3"/>
          <p:cNvSpPr txBox="1"/>
          <p:nvPr>
            <p:custDataLst>
              <p:tags r:id="rId2"/>
            </p:custDataLst>
          </p:nvPr>
        </p:nvSpPr>
        <p:spPr>
          <a:xfrm>
            <a:off x="2438400" y="2786063"/>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降低</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 name="文本框 4"/>
          <p:cNvSpPr txBox="1"/>
          <p:nvPr>
            <p:custDataLst>
              <p:tags r:id="rId3"/>
            </p:custDataLst>
          </p:nvPr>
        </p:nvSpPr>
        <p:spPr>
          <a:xfrm>
            <a:off x="2438400" y="3643313"/>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提高</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8" name="椭圆 7"/>
          <p:cNvSpPr>
            <a:spLocks noChangeAspect="1"/>
          </p:cNvSpPr>
          <p:nvPr>
            <p:custDataLst>
              <p:tags r:id="rId4"/>
            </p:custDataLst>
          </p:nvPr>
        </p:nvSpPr>
        <p:spPr>
          <a:xfrm>
            <a:off x="1571625" y="2850356"/>
            <a:ext cx="514350" cy="514350"/>
          </a:xfrm>
          <a:prstGeom prst="ellipse">
            <a:avLst/>
          </a:prstGeom>
          <a:solidFill>
            <a:srgbClr val="92D05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A</a:t>
            </a:r>
            <a:endParaRPr lang="zh-CN" altLang="en-US" sz="16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9" name="椭圆 8"/>
          <p:cNvSpPr>
            <a:spLocks noChangeAspect="1"/>
          </p:cNvSpPr>
          <p:nvPr>
            <p:custDataLst>
              <p:tags r:id="rId5"/>
            </p:custDataLst>
          </p:nvPr>
        </p:nvSpPr>
        <p:spPr>
          <a:xfrm>
            <a:off x="1571625" y="370760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B</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2" name="圆角矩形 11"/>
          <p:cNvSpPr/>
          <p:nvPr>
            <p:custDataLst>
              <p:tags r:id="rId6"/>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提交</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7" name="组合 6"/>
          <p:cNvGrpSpPr/>
          <p:nvPr>
            <p:custDataLst>
              <p:tags r:id="rId7"/>
            </p:custDataLst>
          </p:nvPr>
        </p:nvGrpSpPr>
        <p:grpSpPr>
          <a:xfrm>
            <a:off x="0" y="0"/>
            <a:ext cx="12192000" cy="635000"/>
            <a:chOff x="0" y="0"/>
            <a:chExt cx="12192000" cy="635000"/>
          </a:xfrm>
        </p:grpSpPr>
        <p:sp>
          <p:nvSpPr>
            <p:cNvPr id="13" name="TitleBackground"/>
            <p:cNvSpPr/>
            <p:nvPr>
              <p:custDataLst>
                <p:tags r:id="rId8"/>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9"/>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0"/>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投票</a:t>
              </a:r>
              <a:endPar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6" name="TipText"/>
            <p:cNvSpPr txBox="1"/>
            <p:nvPr>
              <p:custDataLst>
                <p:tags r:id="rId11"/>
              </p:custDataLst>
            </p:nvPr>
          </p:nvSpPr>
          <p:spPr>
            <a:xfrm>
              <a:off x="1195705" y="109220"/>
              <a:ext cx="2286000" cy="508000"/>
            </a:xfrm>
            <a:prstGeom prst="rect">
              <a:avLst/>
            </a:prstGeom>
            <a:noFill/>
          </p:spPr>
          <p:txBody>
            <a:bodyPr vert="horz" wrap="none" rtlCol="0" anchor="ctr" anchorCtr="0">
              <a:noAutofit/>
            </a:bodyPr>
            <a:lstStyle/>
            <a:p>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最多可选</a:t>
              </a:r>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项</a:t>
              </a:r>
              <a:endPar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pic>
        <p:nvPicPr>
          <p:cNvPr id="2" name="图片 1"/>
          <p:cNvPicPr/>
          <p:nvPr>
            <p:custDataLst>
              <p:tags r:id="rId12"/>
            </p:custDataLst>
          </p:nvPr>
        </p:nvPicPr>
        <p:blipFill>
          <a:blip r:embed="rId13">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4"/>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1"/>
            </p:custDataLst>
          </p:nvPr>
        </p:nvSpPr>
        <p:spPr>
          <a:xfrm>
            <a:off x="1219200" y="635000"/>
            <a:ext cx="9753600" cy="2143125"/>
          </a:xfrm>
          <a:prstGeom prst="rect">
            <a:avLst/>
          </a:prstGeom>
          <a:noFill/>
        </p:spPr>
        <p:txBody>
          <a:bodyPr vert="horz" wrap="square" rtlCol="0" anchor="ctr" anchorCtr="0">
            <a:noAutofit/>
          </a:bodyPr>
          <a:lstStyle/>
          <a:p>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8</a:t>
            </a: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a:t>
            </a:r>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TCP </a:t>
            </a: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的滑动窗口是以</a:t>
            </a:r>
            <a:r>
              <a:rPr lang="zh-CN" altLang="en-US" sz="2600" dirty="0">
                <a:solidFill>
                  <a:srgbClr val="639EF4"/>
                </a:solidFill>
                <a:latin typeface="微软雅黑" panose="020B0503020204020204" pitchFamily="34" charset="-122"/>
                <a:ea typeface="微软雅黑" panose="020B0503020204020204" pitchFamily="34" charset="-122"/>
                <a:sym typeface="微软雅黑" panose="020B0503020204020204" pitchFamily="34" charset="-122"/>
              </a:rPr>
              <a:t> </a:t>
            </a:r>
            <a:r>
              <a:rPr lang="en-US" altLang="zh-CN" sz="2600" dirty="0">
                <a:solidFill>
                  <a:srgbClr val="639EF4"/>
                </a:solidFill>
                <a:latin typeface="微软雅黑" panose="020B0503020204020204" pitchFamily="34" charset="-122"/>
                <a:ea typeface="微软雅黑" panose="020B0503020204020204" pitchFamily="34" charset="-122"/>
                <a:sym typeface="微软雅黑" panose="020B0503020204020204" pitchFamily="34" charset="-122"/>
              </a:rPr>
              <a:t>[</a:t>
            </a:r>
            <a:r>
              <a:rPr sz="2600" dirty="0">
                <a:solidFill>
                  <a:srgbClr val="639EF4"/>
                </a:solidFill>
                <a:latin typeface="微软雅黑" panose="020B0503020204020204" pitchFamily="34" charset="-122"/>
                <a:ea typeface="微软雅黑" panose="020B0503020204020204" pitchFamily="34" charset="-122"/>
                <a:sym typeface="微软雅黑" panose="020B0503020204020204" pitchFamily="34" charset="-122"/>
              </a:rPr>
              <a:t>字节</a:t>
            </a:r>
            <a:r>
              <a:rPr lang="en-US" altLang="zh-CN" sz="2600" dirty="0">
                <a:solidFill>
                  <a:srgbClr val="639EF4"/>
                </a:solidFill>
                <a:latin typeface="微软雅黑" panose="020B0503020204020204" pitchFamily="34" charset="-122"/>
                <a:ea typeface="微软雅黑" panose="020B0503020204020204" pitchFamily="34" charset="-122"/>
                <a:sym typeface="微软雅黑" panose="020B0503020204020204" pitchFamily="34" charset="-122"/>
              </a:rPr>
              <a:t>]</a:t>
            </a:r>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 </a:t>
            </a: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为单位的。根据接收方确认报文段中的两个数据</a:t>
            </a:r>
            <a:r>
              <a:rPr lang="zh-CN" altLang="en-US" sz="2600" dirty="0">
                <a:solidFill>
                  <a:srgbClr val="639EF4"/>
                </a:solidFill>
                <a:latin typeface="微软雅黑" panose="020B0503020204020204" pitchFamily="34" charset="-122"/>
                <a:ea typeface="微软雅黑" panose="020B0503020204020204" pitchFamily="34" charset="-122"/>
                <a:sym typeface="微软雅黑" panose="020B0503020204020204" pitchFamily="34" charset="-122"/>
              </a:rPr>
              <a:t> </a:t>
            </a:r>
            <a:r>
              <a:rPr lang="en-US" altLang="zh-CN" sz="2600" dirty="0">
                <a:solidFill>
                  <a:srgbClr val="639EF4"/>
                </a:solidFill>
                <a:latin typeface="微软雅黑" panose="020B0503020204020204" pitchFamily="34" charset="-122"/>
                <a:ea typeface="微软雅黑" panose="020B0503020204020204" pitchFamily="34" charset="-122"/>
                <a:sym typeface="微软雅黑" panose="020B0503020204020204" pitchFamily="34" charset="-122"/>
              </a:rPr>
              <a:t>[</a:t>
            </a:r>
            <a:r>
              <a:rPr sz="2600" dirty="0">
                <a:solidFill>
                  <a:srgbClr val="639EF4"/>
                </a:solidFill>
                <a:latin typeface="微软雅黑" panose="020B0503020204020204" pitchFamily="34" charset="-122"/>
                <a:ea typeface="微软雅黑" panose="020B0503020204020204" pitchFamily="34" charset="-122"/>
                <a:sym typeface="微软雅黑" panose="020B0503020204020204" pitchFamily="34" charset="-122"/>
              </a:rPr>
              <a:t>窗口</a:t>
            </a:r>
            <a:r>
              <a:rPr lang="en-US" altLang="zh-CN" sz="2600" dirty="0">
                <a:solidFill>
                  <a:srgbClr val="639EF4"/>
                </a:solidFill>
                <a:latin typeface="微软雅黑" panose="020B0503020204020204" pitchFamily="34" charset="-122"/>
                <a:ea typeface="微软雅黑" panose="020B0503020204020204" pitchFamily="34" charset="-122"/>
                <a:sym typeface="微软雅黑" panose="020B0503020204020204" pitchFamily="34" charset="-122"/>
              </a:rPr>
              <a:t>]</a:t>
            </a:r>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 </a:t>
            </a: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和</a:t>
            </a:r>
            <a:r>
              <a:rPr lang="zh-CN" altLang="en-US" sz="2600" dirty="0">
                <a:solidFill>
                  <a:srgbClr val="639EF4"/>
                </a:solidFill>
                <a:latin typeface="微软雅黑" panose="020B0503020204020204" pitchFamily="34" charset="-122"/>
                <a:ea typeface="微软雅黑" panose="020B0503020204020204" pitchFamily="34" charset="-122"/>
                <a:sym typeface="微软雅黑" panose="020B0503020204020204" pitchFamily="34" charset="-122"/>
              </a:rPr>
              <a:t> </a:t>
            </a:r>
            <a:r>
              <a:rPr lang="en-US" altLang="zh-CN" sz="2600" dirty="0">
                <a:solidFill>
                  <a:srgbClr val="639EF4"/>
                </a:solidFill>
                <a:latin typeface="微软雅黑" panose="020B0503020204020204" pitchFamily="34" charset="-122"/>
                <a:ea typeface="微软雅黑" panose="020B0503020204020204" pitchFamily="34" charset="-122"/>
                <a:sym typeface="微软雅黑" panose="020B0503020204020204" pitchFamily="34" charset="-122"/>
              </a:rPr>
              <a:t>[</a:t>
            </a:r>
            <a:r>
              <a:rPr sz="2600" dirty="0">
                <a:solidFill>
                  <a:srgbClr val="639EF4"/>
                </a:solidFill>
                <a:latin typeface="微软雅黑" panose="020B0503020204020204" pitchFamily="34" charset="-122"/>
                <a:ea typeface="微软雅黑" panose="020B0503020204020204" pitchFamily="34" charset="-122"/>
                <a:sym typeface="微软雅黑" panose="020B0503020204020204" pitchFamily="34" charset="-122"/>
              </a:rPr>
              <a:t>确认号</a:t>
            </a:r>
            <a:r>
              <a:rPr lang="en-US" altLang="zh-CN" sz="2600" dirty="0">
                <a:solidFill>
                  <a:srgbClr val="639EF4"/>
                </a:solidFill>
                <a:latin typeface="微软雅黑" panose="020B0503020204020204" pitchFamily="34" charset="-122"/>
                <a:ea typeface="微软雅黑" panose="020B0503020204020204" pitchFamily="34" charset="-122"/>
                <a:sym typeface="微软雅黑" panose="020B0503020204020204" pitchFamily="34" charset="-122"/>
              </a:rPr>
              <a:t>]</a:t>
            </a:r>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 </a:t>
            </a: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，发送方就构造出自己的发送窗口。</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 name="圆角矩形 3"/>
          <p:cNvSpPr/>
          <p:nvPr>
            <p:custDataLst>
              <p:tags r:id="rId2"/>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作答</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0" name="矩形 9"/>
          <p:cNvSpPr/>
          <p:nvPr>
            <p:custDataLst>
              <p:tags r:id="rId3"/>
            </p:custDataLst>
          </p:nvPr>
        </p:nvSpPr>
        <p:spPr>
          <a:xfrm>
            <a:off x="0" y="5727383"/>
            <a:ext cx="12192000" cy="487680"/>
          </a:xfrm>
          <a:prstGeom prst="rect">
            <a:avLst/>
          </a:prstGeom>
          <a:solidFill>
            <a:srgbClr val="FBFAEF"/>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none" rtlCol="0" anchor="ctr" anchorCtr="1"/>
          <a:lstStyle/>
          <a:p>
            <a:r>
              <a:rPr lang="zh-CN" altLang="en-US" sz="16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正常使用填空题需</a:t>
            </a:r>
            <a:r>
              <a:rPr lang="en-US" altLang="zh-CN" sz="16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3.0</a:t>
            </a:r>
            <a:r>
              <a:rPr lang="zh-CN" altLang="en-US" sz="16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以上版本雨课堂</a:t>
            </a:r>
            <a:endParaRPr lang="zh-CN" altLang="en-US" sz="16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9" name="组合 8"/>
          <p:cNvGrpSpPr/>
          <p:nvPr>
            <p:custDataLst>
              <p:tags r:id="rId4"/>
            </p:custDataLst>
          </p:nvPr>
        </p:nvGrpSpPr>
        <p:grpSpPr>
          <a:xfrm>
            <a:off x="0" y="0"/>
            <a:ext cx="12192000" cy="635000"/>
            <a:chOff x="0" y="0"/>
            <a:chExt cx="12192000" cy="635000"/>
          </a:xfrm>
        </p:grpSpPr>
        <p:sp>
          <p:nvSpPr>
            <p:cNvPr id="5" name="TitleBackground"/>
            <p:cNvSpPr/>
            <p:nvPr>
              <p:custDataLst>
                <p:tags r:id="rId5"/>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ColorBlock"/>
            <p:cNvSpPr/>
            <p:nvPr>
              <p:custDataLst>
                <p:tags r:id="rId6"/>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TypeText"/>
            <p:cNvSpPr txBox="1"/>
            <p:nvPr>
              <p:custDataLst>
                <p:tags r:id="rId7"/>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填空题</a:t>
              </a:r>
              <a:endPar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8" name="TipText"/>
            <p:cNvSpPr txBox="1"/>
            <p:nvPr>
              <p:custDataLst>
                <p:tags r:id="rId8"/>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3</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endPar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pic>
        <p:nvPicPr>
          <p:cNvPr id="2" name="图片 1"/>
          <p:cNvPicPr/>
          <p:nvPr>
            <p:custDataLst>
              <p:tags r:id="rId9"/>
            </p:custDataLst>
          </p:nvPr>
        </p:nvPicPr>
        <p:blipFill>
          <a:blip r:embed="rId10">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1"/>
            </p:custDataLst>
          </p:nvPr>
        </p:nvSpPr>
        <p:spPr>
          <a:xfrm>
            <a:off x="1219200" y="635000"/>
            <a:ext cx="9753600" cy="2143125"/>
          </a:xfrm>
          <a:prstGeom prst="rect">
            <a:avLst/>
          </a:prstGeom>
          <a:noFill/>
        </p:spPr>
        <p:txBody>
          <a:bodyPr vert="horz" wrap="square" rtlCol="0" anchor="ctr" anchorCtr="0">
            <a:noAutofit/>
          </a:bodyPr>
          <a:lstStyle/>
          <a:p>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9</a:t>
            </a: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、下列说法中，错误的是（    ）。</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 name="文本框 3"/>
          <p:cNvSpPr txBox="1"/>
          <p:nvPr>
            <p:custDataLst>
              <p:tags r:id="rId2"/>
            </p:custDataLst>
          </p:nvPr>
        </p:nvSpPr>
        <p:spPr>
          <a:xfrm>
            <a:off x="2438400" y="2786063"/>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发送窗口并不总是和接收窗口一样大</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 name="文本框 4"/>
          <p:cNvSpPr txBox="1"/>
          <p:nvPr>
            <p:custDataLst>
              <p:tags r:id="rId3"/>
            </p:custDataLst>
          </p:nvPr>
        </p:nvSpPr>
        <p:spPr>
          <a:xfrm>
            <a:off x="2438400" y="3643313"/>
            <a:ext cx="85344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TCP </a:t>
            </a: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标准没有规定对不按序到达的数据应如何处理</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6" name="文本框 5"/>
          <p:cNvSpPr txBox="1"/>
          <p:nvPr>
            <p:custDataLst>
              <p:tags r:id="rId4"/>
            </p:custDataLst>
          </p:nvPr>
        </p:nvSpPr>
        <p:spPr>
          <a:xfrm>
            <a:off x="2438400" y="4500563"/>
            <a:ext cx="85344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TCP </a:t>
            </a: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要求接收方必须有累积确认的功能，这样可以减小传输开销</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7" name="文本框 6"/>
          <p:cNvSpPr txBox="1"/>
          <p:nvPr>
            <p:custDataLst>
              <p:tags r:id="rId5"/>
            </p:custDataLst>
          </p:nvPr>
        </p:nvSpPr>
        <p:spPr>
          <a:xfrm>
            <a:off x="2438400" y="5357813"/>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接收方不可以在自己有数据要发送时把确认信息顺便捎带上</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8" name="椭圆 7"/>
          <p:cNvSpPr>
            <a:spLocks noChangeAspect="1"/>
          </p:cNvSpPr>
          <p:nvPr>
            <p:custDataLst>
              <p:tags r:id="rId6"/>
            </p:custDataLst>
          </p:nvPr>
        </p:nvSpPr>
        <p:spPr>
          <a:xfrm>
            <a:off x="1571625" y="285035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A</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9" name="椭圆 8"/>
          <p:cNvSpPr>
            <a:spLocks noChangeAspect="1"/>
          </p:cNvSpPr>
          <p:nvPr>
            <p:custDataLst>
              <p:tags r:id="rId7"/>
            </p:custDataLst>
          </p:nvPr>
        </p:nvSpPr>
        <p:spPr>
          <a:xfrm>
            <a:off x="1571625" y="370760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B</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0" name="椭圆 9"/>
          <p:cNvSpPr>
            <a:spLocks noChangeAspect="1"/>
          </p:cNvSpPr>
          <p:nvPr>
            <p:custDataLst>
              <p:tags r:id="rId8"/>
            </p:custDataLst>
          </p:nvPr>
        </p:nvSpPr>
        <p:spPr>
          <a:xfrm>
            <a:off x="1571625" y="456485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C</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1" name="椭圆 10"/>
          <p:cNvSpPr>
            <a:spLocks noChangeAspect="1"/>
          </p:cNvSpPr>
          <p:nvPr>
            <p:custDataLst>
              <p:tags r:id="rId9"/>
            </p:custDataLst>
          </p:nvPr>
        </p:nvSpPr>
        <p:spPr>
          <a:xfrm>
            <a:off x="1571625" y="5422106"/>
            <a:ext cx="514350" cy="514350"/>
          </a:xfrm>
          <a:prstGeom prst="ellipse">
            <a:avLst/>
          </a:prstGeom>
          <a:solidFill>
            <a:srgbClr val="92D05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D</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2" name="圆角矩形 11"/>
          <p:cNvSpPr/>
          <p:nvPr>
            <p:custDataLst>
              <p:tags r:id="rId10"/>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提交</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19" name="组合 18"/>
          <p:cNvGrpSpPr/>
          <p:nvPr>
            <p:custDataLst>
              <p:tags r:id="rId11"/>
            </p:custDataLst>
          </p:nvPr>
        </p:nvGrpSpPr>
        <p:grpSpPr>
          <a:xfrm>
            <a:off x="0" y="0"/>
            <a:ext cx="12192000" cy="635000"/>
            <a:chOff x="0" y="0"/>
            <a:chExt cx="12192000" cy="635000"/>
          </a:xfrm>
        </p:grpSpPr>
        <p:sp>
          <p:nvSpPr>
            <p:cNvPr id="13" name="TitleBackground"/>
            <p:cNvSpPr/>
            <p:nvPr>
              <p:custDataLst>
                <p:tags r:id="rId12"/>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3"/>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4"/>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投票</a:t>
              </a:r>
              <a:endPar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8" name="TipText"/>
            <p:cNvSpPr txBox="1"/>
            <p:nvPr>
              <p:custDataLst>
                <p:tags r:id="rId15"/>
              </p:custDataLst>
            </p:nvPr>
          </p:nvSpPr>
          <p:spPr>
            <a:xfrm>
              <a:off x="1195705" y="109220"/>
              <a:ext cx="2286000" cy="508000"/>
            </a:xfrm>
            <a:prstGeom prst="rect">
              <a:avLst/>
            </a:prstGeom>
            <a:noFill/>
          </p:spPr>
          <p:txBody>
            <a:bodyPr vert="horz" wrap="none" rtlCol="0" anchor="ctr" anchorCtr="0">
              <a:noAutofit/>
            </a:bodyPr>
            <a:lstStyle/>
            <a:p>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最多可选</a:t>
              </a:r>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项</a:t>
              </a:r>
              <a:endPar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pic>
        <p:nvPicPr>
          <p:cNvPr id="2" name="图片 1"/>
          <p:cNvPicPr/>
          <p:nvPr>
            <p:custDataLst>
              <p:tags r:id="rId16"/>
            </p:custDataLst>
          </p:nvPr>
        </p:nvPicPr>
        <p:blipFill>
          <a:blip r:embed="rId17">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8"/>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1"/>
            </p:custDataLst>
          </p:nvPr>
        </p:nvSpPr>
        <p:spPr>
          <a:xfrm>
            <a:off x="1219200" y="635000"/>
            <a:ext cx="9753600" cy="2143125"/>
          </a:xfrm>
          <a:prstGeom prst="rect">
            <a:avLst/>
          </a:prstGeom>
          <a:noFill/>
        </p:spPr>
        <p:txBody>
          <a:bodyPr vert="horz" wrap="square" rtlCol="0" anchor="ctr" anchorCtr="0">
            <a:noAutofit/>
          </a:bodyPr>
          <a:lstStyle/>
          <a:p>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10</a:t>
            </a: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、选择确认</a:t>
            </a:r>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SACK(Selective ACK)</a:t>
            </a: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中，接收方收到了和前面的字节流不连续的两个字节块，如果这些字节的序号都在接收窗口之内，那么接收方就先收下这些数据，无需把这些信息准确地告诉发送方。</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 name="文本框 3"/>
          <p:cNvSpPr txBox="1"/>
          <p:nvPr>
            <p:custDataLst>
              <p:tags r:id="rId2"/>
            </p:custDataLst>
          </p:nvPr>
        </p:nvSpPr>
        <p:spPr>
          <a:xfrm>
            <a:off x="2438400" y="2786063"/>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对</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 name="文本框 4"/>
          <p:cNvSpPr txBox="1"/>
          <p:nvPr>
            <p:custDataLst>
              <p:tags r:id="rId3"/>
            </p:custDataLst>
          </p:nvPr>
        </p:nvSpPr>
        <p:spPr>
          <a:xfrm>
            <a:off x="2438400" y="3643313"/>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错</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8" name="椭圆 7"/>
          <p:cNvSpPr>
            <a:spLocks noChangeAspect="1"/>
          </p:cNvSpPr>
          <p:nvPr>
            <p:custDataLst>
              <p:tags r:id="rId4"/>
            </p:custDataLst>
          </p:nvPr>
        </p:nvSpPr>
        <p:spPr>
          <a:xfrm>
            <a:off x="1571625" y="285035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A</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9" name="椭圆 8"/>
          <p:cNvSpPr>
            <a:spLocks noChangeAspect="1"/>
          </p:cNvSpPr>
          <p:nvPr>
            <p:custDataLst>
              <p:tags r:id="rId5"/>
            </p:custDataLst>
          </p:nvPr>
        </p:nvSpPr>
        <p:spPr>
          <a:xfrm>
            <a:off x="1571625" y="3707606"/>
            <a:ext cx="514350" cy="514350"/>
          </a:xfrm>
          <a:prstGeom prst="ellipse">
            <a:avLst/>
          </a:prstGeom>
          <a:solidFill>
            <a:srgbClr val="92D05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B</a:t>
            </a:r>
            <a:endParaRPr lang="zh-CN" altLang="en-US" sz="16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2" name="圆角矩形 11"/>
          <p:cNvSpPr/>
          <p:nvPr>
            <p:custDataLst>
              <p:tags r:id="rId6"/>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提交</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7" name="组合 6"/>
          <p:cNvGrpSpPr/>
          <p:nvPr>
            <p:custDataLst>
              <p:tags r:id="rId7"/>
            </p:custDataLst>
          </p:nvPr>
        </p:nvGrpSpPr>
        <p:grpSpPr>
          <a:xfrm>
            <a:off x="0" y="0"/>
            <a:ext cx="12192000" cy="635000"/>
            <a:chOff x="0" y="0"/>
            <a:chExt cx="12192000" cy="635000"/>
          </a:xfrm>
        </p:grpSpPr>
        <p:sp>
          <p:nvSpPr>
            <p:cNvPr id="13" name="TitleBackground"/>
            <p:cNvSpPr/>
            <p:nvPr>
              <p:custDataLst>
                <p:tags r:id="rId8"/>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9"/>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0"/>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投票</a:t>
              </a:r>
              <a:endPar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6" name="TipText"/>
            <p:cNvSpPr txBox="1"/>
            <p:nvPr>
              <p:custDataLst>
                <p:tags r:id="rId11"/>
              </p:custDataLst>
            </p:nvPr>
          </p:nvSpPr>
          <p:spPr>
            <a:xfrm>
              <a:off x="1195705" y="109220"/>
              <a:ext cx="2286000" cy="508000"/>
            </a:xfrm>
            <a:prstGeom prst="rect">
              <a:avLst/>
            </a:prstGeom>
            <a:noFill/>
          </p:spPr>
          <p:txBody>
            <a:bodyPr vert="horz" wrap="none" rtlCol="0" anchor="ctr" anchorCtr="0">
              <a:noAutofit/>
            </a:bodyPr>
            <a:lstStyle/>
            <a:p>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最多可选</a:t>
              </a:r>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项</a:t>
              </a:r>
              <a:endPar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pic>
        <p:nvPicPr>
          <p:cNvPr id="2" name="图片 1"/>
          <p:cNvPicPr/>
          <p:nvPr>
            <p:custDataLst>
              <p:tags r:id="rId12"/>
            </p:custDataLst>
          </p:nvPr>
        </p:nvPicPr>
        <p:blipFill>
          <a:blip r:embed="rId13">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4"/>
    </p:custDataLst>
  </p:cSld>
  <p:clrMapOvr>
    <a:masterClrMapping/>
  </p:clrMapOvr>
</p:sld>
</file>

<file path=ppt/tags/tag1.xml><?xml version="1.0" encoding="utf-8"?>
<p:tagLst xmlns:p="http://schemas.openxmlformats.org/presentationml/2006/main">
  <p:tag name="RAINPROBLEM" val="ProblemBody"/>
</p:tagLst>
</file>

<file path=ppt/tags/tag2.xml><?xml version="1.0" encoding="utf-8"?>
<p:tagLst xmlns:p="http://schemas.openxmlformats.org/presentationml/2006/main">
  <p:tag name="RAINPROBLEM" val="ProblemItem"/>
</p:tagLst>
</file>

<file path=ppt/tags/tag3.xml><?xml version="1.0" encoding="utf-8"?>
<p:tagLst xmlns:p="http://schemas.openxmlformats.org/presentationml/2006/main">
  <p:tag name="RAINPROBLEM" val="ProblemItem"/>
</p:tagLst>
</file>

<file path=ppt/tags/tag4.xml><?xml version="1.0" encoding="utf-8"?>
<p:tagLst xmlns:p="http://schemas.openxmlformats.org/presentationml/2006/main">
  <p:tag name="RAINPROBLEM" val="ProblemItem"/>
</p:tagLst>
</file>

<file path=ppt/tags/tag5.xml><?xml version="1.0" encoding="utf-8"?>
<p:tagLst xmlns:p="http://schemas.openxmlformats.org/presentationml/2006/main">
  <p:tag name="RAINPROBLEM" val="ProblemItem"/>
</p:tagLst>
</file>

<file path=ppt/tags/tag6.xml><?xml version="1.0" encoding="utf-8"?>
<p:tagLst xmlns:p="http://schemas.openxmlformats.org/presentationml/2006/main">
  <p:tag name="RAINPROBLEM" val="ProblemBullet"/>
  <p:tag name="RAINBULLET" val="Wrong"/>
  <p:tag name="RAINPROBLEMTYPE" val="Polling"/>
</p:tagLst>
</file>

<file path=ppt/tags/tag7.xml><?xml version="1.0" encoding="utf-8"?>
<p:tagLst xmlns:p="http://schemas.openxmlformats.org/presentationml/2006/main">
  <p:tag name="RAINPROBLEM" val="ProblemBullet"/>
  <p:tag name="RAINPROBLEMTYPE" val="Polling"/>
  <p:tag name="RAINBULLET" val="Wrong"/>
</p:tagLst>
</file>

<file path=ppt/tags/tag8.xml><?xml version="1.0" encoding="utf-8"?>
<p:tagLst xmlns:p="http://schemas.openxmlformats.org/presentationml/2006/main">
  <p:tag name="RAINPROBLEM" val="ProblemBullet"/>
  <p:tag name="RAINBULLET" val="Wrong"/>
  <p:tag name="RAINPROBLEMTYPE" val="Polling"/>
</p:tagLst>
</file>

<file path=ppt/tags/tag9.xml><?xml version="1.0" encoding="utf-8"?>
<p:tagLst xmlns:p="http://schemas.openxmlformats.org/presentationml/2006/main">
  <p:tag name="RAINPROBLEM" val="ProblemBullet"/>
  <p:tag name="RAINBULLET" val="Wrong"/>
  <p:tag name="RAINPROBLEMTYPE" val="Polling"/>
</p:tagLst>
</file>

<file path=ppt/tags/tag10.xml><?xml version="1.0" encoding="utf-8"?>
<p:tagLst xmlns:p="http://schemas.openxmlformats.org/presentationml/2006/main">
  <p:tag name="RAINPROBLEM" val="ProblemSubmit"/>
  <p:tag name="RAINPROBLEMTYPE" val="Polling"/>
</p:tagLst>
</file>

<file path=ppt/tags/tag11.xml><?xml version="1.0" encoding="utf-8"?>
<p:tagLst xmlns:p="http://schemas.openxmlformats.org/presentationml/2006/main">
  <p:tag name="RAINPROBLEMTYPE" val="ProblemTypeMarker"/>
</p:tagLst>
</file>

<file path=ppt/tags/tag12.xml><?xml version="1.0" encoding="utf-8"?>
<p:tagLst xmlns:p="http://schemas.openxmlformats.org/presentationml/2006/main">
  <p:tag name="RAINPROBLEMTYPE" val="ProblemTypeMarker"/>
</p:tagLst>
</file>

<file path=ppt/tags/tag13.xml><?xml version="1.0" encoding="utf-8"?>
<p:tagLst xmlns:p="http://schemas.openxmlformats.org/presentationml/2006/main">
  <p:tag name="RAINPROBLEMTYPE" val="ProblemTypeMarker"/>
</p:tagLst>
</file>

<file path=ppt/tags/tag14.xml><?xml version="1.0" encoding="utf-8"?>
<p:tagLst xmlns:p="http://schemas.openxmlformats.org/presentationml/2006/main">
  <p:tag name="RAINPROBLEMTYPE" val="ProblemTypeMarker"/>
</p:tagLst>
</file>

<file path=ppt/tags/tag15.xml><?xml version="1.0" encoding="utf-8"?>
<p:tagLst xmlns:p="http://schemas.openxmlformats.org/presentationml/2006/main">
  <p:tag name="RAINPROBLEMTYPE" val="ProblemTypeMarker"/>
  <p:tag name="RAINPROBLEM" val="PollingAnswer"/>
</p:tagLst>
</file>

<file path=ppt/tags/tag16.xml><?xml version="1.0" encoding="utf-8"?>
<p:tagLst xmlns:p="http://schemas.openxmlformats.org/presentationml/2006/main">
  <p:tag name="RAINPROBLEM" val="ProblemSetting"/>
  <p:tag name="RAINPROBLEMTYPE" val="Polling"/>
</p:tagLst>
</file>

<file path=ppt/tags/tag17.xml><?xml version="1.0" encoding="utf-8"?>
<p:tagLst xmlns:p="http://schemas.openxmlformats.org/presentationml/2006/main">
  <p:tag name="RAINPROBLEMTYPE" val="Polling"/>
  <p:tag name="RAINPROBLEM" val="Polling"/>
  <p:tag name="ANONYMOUSPOLLING" val="False"/>
  <p:tag name="PROBLEMSCORE" val="0.0"/>
</p:tagLst>
</file>

<file path=ppt/tags/tag18.xml><?xml version="1.0" encoding="utf-8"?>
<p:tagLst xmlns:p="http://schemas.openxmlformats.org/presentationml/2006/main">
  <p:tag name="RAINPROBLEM" val="ProblemBody"/>
</p:tagLst>
</file>

<file path=ppt/tags/tag19.xml><?xml version="1.0" encoding="utf-8"?>
<p:tagLst xmlns:p="http://schemas.openxmlformats.org/presentationml/2006/main">
  <p:tag name="RAINPROBLEM" val="ProblemItem"/>
</p:tagLst>
</file>

<file path=ppt/tags/tag20.xml><?xml version="1.0" encoding="utf-8"?>
<p:tagLst xmlns:p="http://schemas.openxmlformats.org/presentationml/2006/main">
  <p:tag name="RAINPROBLEM" val="ProblemItem"/>
</p:tagLst>
</file>

<file path=ppt/tags/tag21.xml><?xml version="1.0" encoding="utf-8"?>
<p:tagLst xmlns:p="http://schemas.openxmlformats.org/presentationml/2006/main">
  <p:tag name="RAINPROBLEM" val="ProblemBullet"/>
  <p:tag name="RAINPROBLEMTYPE" val="MultipleChoice"/>
  <p:tag name="RAINBULLET" val="Wrong"/>
</p:tagLst>
</file>

<file path=ppt/tags/tag22.xml><?xml version="1.0" encoding="utf-8"?>
<p:tagLst xmlns:p="http://schemas.openxmlformats.org/presentationml/2006/main">
  <p:tag name="RAINPROBLEM" val="ProblemBullet"/>
  <p:tag name="RAINPROBLEMTYPE" val="MultipleChoice"/>
  <p:tag name="RAINBULLET" val="Wrong"/>
</p:tagLst>
</file>

<file path=ppt/tags/tag23.xml><?xml version="1.0" encoding="utf-8"?>
<p:tagLst xmlns:p="http://schemas.openxmlformats.org/presentationml/2006/main">
  <p:tag name="RAINPROBLEM" val="ProblemSubmit"/>
  <p:tag name="RAINPROBLEMTYPE" val="MultipleChoice"/>
</p:tagLst>
</file>

<file path=ppt/tags/tag24.xml><?xml version="1.0" encoding="utf-8"?>
<p:tagLst xmlns:p="http://schemas.openxmlformats.org/presentationml/2006/main">
  <p:tag name="RAINPROBLEMTYPE" val="ProblemTypeMarker"/>
</p:tagLst>
</file>

<file path=ppt/tags/tag25.xml><?xml version="1.0" encoding="utf-8"?>
<p:tagLst xmlns:p="http://schemas.openxmlformats.org/presentationml/2006/main">
  <p:tag name="RAINPROBLEMTYPE" val="ProblemTypeMarker"/>
</p:tagLst>
</file>

<file path=ppt/tags/tag26.xml><?xml version="1.0" encoding="utf-8"?>
<p:tagLst xmlns:p="http://schemas.openxmlformats.org/presentationml/2006/main">
  <p:tag name="RAINPROBLEMTYPE" val="ProblemTypeMarker"/>
</p:tagLst>
</file>

<file path=ppt/tags/tag27.xml><?xml version="1.0" encoding="utf-8"?>
<p:tagLst xmlns:p="http://schemas.openxmlformats.org/presentationml/2006/main">
  <p:tag name="RAINPROBLEMTYPE" val="ProblemTypeMarker"/>
</p:tagLst>
</file>

<file path=ppt/tags/tag28.xml><?xml version="1.0" encoding="utf-8"?>
<p:tagLst xmlns:p="http://schemas.openxmlformats.org/presentationml/2006/main">
  <p:tag name="RAINPROBLEMTYPE" val="ProblemTypeMarker"/>
</p:tagLst>
</file>

<file path=ppt/tags/tag29.xml><?xml version="1.0" encoding="utf-8"?>
<p:tagLst xmlns:p="http://schemas.openxmlformats.org/presentationml/2006/main">
  <p:tag name="RAINPROBLEM" val="ProblemSetting"/>
  <p:tag name="RAINPROBLEMTYPE" val="MultipleChoice"/>
</p:tagLst>
</file>

<file path=ppt/tags/tag30.xml><?xml version="1.0" encoding="utf-8"?>
<p:tagLst xmlns:p="http://schemas.openxmlformats.org/presentationml/2006/main">
  <p:tag name="RAINPROBLEM" val="ProblemWarning"/>
</p:tagLst>
</file>

<file path=ppt/tags/tag31.xml><?xml version="1.0" encoding="utf-8"?>
<p:tagLst xmlns:p="http://schemas.openxmlformats.org/presentationml/2006/main">
  <p:tag name="RAINPROBLEM" val="MultipleChoice"/>
  <p:tag name="PROBLEMSCORE" val="1.0"/>
</p:tagLst>
</file>

<file path=ppt/tags/tag32.xml><?xml version="1.0" encoding="utf-8"?>
<p:tagLst xmlns:p="http://schemas.openxmlformats.org/presentationml/2006/main">
  <p:tag name="RAINPROBLEM" val="ProblemBody"/>
</p:tagLst>
</file>

<file path=ppt/tags/tag33.xml><?xml version="1.0" encoding="utf-8"?>
<p:tagLst xmlns:p="http://schemas.openxmlformats.org/presentationml/2006/main">
  <p:tag name="RAINPROBLEM" val="ProblemItem"/>
</p:tagLst>
</file>

<file path=ppt/tags/tag34.xml><?xml version="1.0" encoding="utf-8"?>
<p:tagLst xmlns:p="http://schemas.openxmlformats.org/presentationml/2006/main">
  <p:tag name="RAINPROBLEM" val="ProblemItem"/>
</p:tagLst>
</file>

<file path=ppt/tags/tag35.xml><?xml version="1.0" encoding="utf-8"?>
<p:tagLst xmlns:p="http://schemas.openxmlformats.org/presentationml/2006/main">
  <p:tag name="RAINPROBLEM" val="ProblemBullet"/>
  <p:tag name="RAINPROBLEMTYPE" val="Polling"/>
  <p:tag name="RAINBULLET" val="Wrong"/>
</p:tagLst>
</file>

<file path=ppt/tags/tag36.xml><?xml version="1.0" encoding="utf-8"?>
<p:tagLst xmlns:p="http://schemas.openxmlformats.org/presentationml/2006/main">
  <p:tag name="RAINPROBLEM" val="ProblemBullet"/>
  <p:tag name="RAINBULLET" val="Wrong"/>
  <p:tag name="RAINPROBLEMTYPE" val="Polling"/>
</p:tagLst>
</file>

<file path=ppt/tags/tag37.xml><?xml version="1.0" encoding="utf-8"?>
<p:tagLst xmlns:p="http://schemas.openxmlformats.org/presentationml/2006/main">
  <p:tag name="RAINPROBLEM" val="ProblemSubmit"/>
  <p:tag name="RAINPROBLEMTYPE" val="Polling"/>
</p:tagLst>
</file>

<file path=ppt/tags/tag38.xml><?xml version="1.0" encoding="utf-8"?>
<p:tagLst xmlns:p="http://schemas.openxmlformats.org/presentationml/2006/main">
  <p:tag name="RAINPROBLEMTYPE" val="ProblemTypeMarker"/>
</p:tagLst>
</file>

<file path=ppt/tags/tag39.xml><?xml version="1.0" encoding="utf-8"?>
<p:tagLst xmlns:p="http://schemas.openxmlformats.org/presentationml/2006/main">
  <p:tag name="RAINPROBLEMTYPE" val="ProblemTypeMarker"/>
</p:tagLst>
</file>

<file path=ppt/tags/tag40.xml><?xml version="1.0" encoding="utf-8"?>
<p:tagLst xmlns:p="http://schemas.openxmlformats.org/presentationml/2006/main">
  <p:tag name="RAINPROBLEMTYPE" val="ProblemTypeMarker"/>
</p:tagLst>
</file>

<file path=ppt/tags/tag41.xml><?xml version="1.0" encoding="utf-8"?>
<p:tagLst xmlns:p="http://schemas.openxmlformats.org/presentationml/2006/main">
  <p:tag name="RAINPROBLEMTYPE" val="ProblemTypeMarker"/>
</p:tagLst>
</file>

<file path=ppt/tags/tag42.xml><?xml version="1.0" encoding="utf-8"?>
<p:tagLst xmlns:p="http://schemas.openxmlformats.org/presentationml/2006/main">
  <p:tag name="RAINPROBLEMTYPE" val="ProblemTypeMarker"/>
  <p:tag name="RAINPROBLEM" val="PollingAnswer"/>
</p:tagLst>
</file>

<file path=ppt/tags/tag43.xml><?xml version="1.0" encoding="utf-8"?>
<p:tagLst xmlns:p="http://schemas.openxmlformats.org/presentationml/2006/main">
  <p:tag name="RAINPROBLEM" val="ProblemSetting"/>
  <p:tag name="RAINPROBLEMTYPE" val="Polling"/>
</p:tagLst>
</file>

<file path=ppt/tags/tag44.xml><?xml version="1.0" encoding="utf-8"?>
<p:tagLst xmlns:p="http://schemas.openxmlformats.org/presentationml/2006/main">
  <p:tag name="RAINPROBLEMTYPE" val="Polling"/>
  <p:tag name="RAINPROBLEM" val="Polling"/>
  <p:tag name="ANONYMOUSPOLLING" val="False"/>
  <p:tag name="PROBLEMSCORE" val="0.0"/>
</p:tagLst>
</file>

<file path=ppt/tags/tag45.xml><?xml version="1.0" encoding="utf-8"?>
<p:tagLst xmlns:p="http://schemas.openxmlformats.org/presentationml/2006/main">
  <p:tag name="RAINPROBLEM" val="ProblemBody"/>
</p:tagLst>
</file>

<file path=ppt/tags/tag46.xml><?xml version="1.0" encoding="utf-8"?>
<p:tagLst xmlns:p="http://schemas.openxmlformats.org/presentationml/2006/main">
  <p:tag name="RAINPROBLEM" val="ProblemItem"/>
</p:tagLst>
</file>

<file path=ppt/tags/tag47.xml><?xml version="1.0" encoding="utf-8"?>
<p:tagLst xmlns:p="http://schemas.openxmlformats.org/presentationml/2006/main">
  <p:tag name="RAINPROBLEM" val="ProblemItem"/>
</p:tagLst>
</file>

<file path=ppt/tags/tag48.xml><?xml version="1.0" encoding="utf-8"?>
<p:tagLst xmlns:p="http://schemas.openxmlformats.org/presentationml/2006/main">
  <p:tag name="RAINPROBLEM" val="ProblemItem"/>
</p:tagLst>
</file>

<file path=ppt/tags/tag49.xml><?xml version="1.0" encoding="utf-8"?>
<p:tagLst xmlns:p="http://schemas.openxmlformats.org/presentationml/2006/main">
  <p:tag name="RAINPROBLEM" val="ProblemItem"/>
</p:tagLst>
</file>

<file path=ppt/tags/tag50.xml><?xml version="1.0" encoding="utf-8"?>
<p:tagLst xmlns:p="http://schemas.openxmlformats.org/presentationml/2006/main">
  <p:tag name="RAINPROBLEM" val="ProblemBullet"/>
  <p:tag name="RAINBULLET" val="Wrong"/>
  <p:tag name="RAINPROBLEMTYPE" val="Polling"/>
</p:tagLst>
</file>

<file path=ppt/tags/tag51.xml><?xml version="1.0" encoding="utf-8"?>
<p:tagLst xmlns:p="http://schemas.openxmlformats.org/presentationml/2006/main">
  <p:tag name="RAINPROBLEM" val="ProblemBullet"/>
  <p:tag name="RAINBULLET" val="Wrong"/>
  <p:tag name="RAINPROBLEMTYPE" val="Polling"/>
</p:tagLst>
</file>

<file path=ppt/tags/tag52.xml><?xml version="1.0" encoding="utf-8"?>
<p:tagLst xmlns:p="http://schemas.openxmlformats.org/presentationml/2006/main">
  <p:tag name="RAINPROBLEM" val="ProblemBullet"/>
  <p:tag name="RAINPROBLEMTYPE" val="Polling"/>
  <p:tag name="RAINBULLET" val="Wrong"/>
</p:tagLst>
</file>

<file path=ppt/tags/tag53.xml><?xml version="1.0" encoding="utf-8"?>
<p:tagLst xmlns:p="http://schemas.openxmlformats.org/presentationml/2006/main">
  <p:tag name="RAINPROBLEM" val="ProblemBullet"/>
  <p:tag name="RAINBULLET" val="Wrong"/>
  <p:tag name="RAINPROBLEMTYPE" val="Polling"/>
</p:tagLst>
</file>

<file path=ppt/tags/tag54.xml><?xml version="1.0" encoding="utf-8"?>
<p:tagLst xmlns:p="http://schemas.openxmlformats.org/presentationml/2006/main">
  <p:tag name="RAINPROBLEM" val="ProblemSubmit"/>
  <p:tag name="RAINPROBLEMTYPE" val="Polling"/>
</p:tagLst>
</file>

<file path=ppt/tags/tag55.xml><?xml version="1.0" encoding="utf-8"?>
<p:tagLst xmlns:p="http://schemas.openxmlformats.org/presentationml/2006/main">
  <p:tag name="RAINPROBLEMTYPE" val="ProblemTypeMarker"/>
</p:tagLst>
</file>

<file path=ppt/tags/tag56.xml><?xml version="1.0" encoding="utf-8"?>
<p:tagLst xmlns:p="http://schemas.openxmlformats.org/presentationml/2006/main">
  <p:tag name="RAINPROBLEMTYPE" val="ProblemTypeMarker"/>
</p:tagLst>
</file>

<file path=ppt/tags/tag57.xml><?xml version="1.0" encoding="utf-8"?>
<p:tagLst xmlns:p="http://schemas.openxmlformats.org/presentationml/2006/main">
  <p:tag name="RAINPROBLEMTYPE" val="ProblemTypeMarker"/>
</p:tagLst>
</file>

<file path=ppt/tags/tag58.xml><?xml version="1.0" encoding="utf-8"?>
<p:tagLst xmlns:p="http://schemas.openxmlformats.org/presentationml/2006/main">
  <p:tag name="RAINPROBLEMTYPE" val="ProblemTypeMarker"/>
</p:tagLst>
</file>

<file path=ppt/tags/tag59.xml><?xml version="1.0" encoding="utf-8"?>
<p:tagLst xmlns:p="http://schemas.openxmlformats.org/presentationml/2006/main">
  <p:tag name="RAINPROBLEMTYPE" val="ProblemTypeMarker"/>
  <p:tag name="RAINPROBLEM" val="PollingAnswer"/>
</p:tagLst>
</file>

<file path=ppt/tags/tag60.xml><?xml version="1.0" encoding="utf-8"?>
<p:tagLst xmlns:p="http://schemas.openxmlformats.org/presentationml/2006/main">
  <p:tag name="RAINPROBLEM" val="ProblemSetting"/>
  <p:tag name="RAINPROBLEMTYPE" val="Polling"/>
</p:tagLst>
</file>

<file path=ppt/tags/tag61.xml><?xml version="1.0" encoding="utf-8"?>
<p:tagLst xmlns:p="http://schemas.openxmlformats.org/presentationml/2006/main">
  <p:tag name="RAINPROBLEMTYPE" val="Polling"/>
  <p:tag name="RAINPROBLEM" val="Polling"/>
  <p:tag name="ANONYMOUSPOLLING" val="False"/>
  <p:tag name="PROBLEMSCORE" val="0.0"/>
</p:tagLst>
</file>

<file path=ppt/tags/tag62.xml><?xml version="1.0" encoding="utf-8"?>
<p:tagLst xmlns:p="http://schemas.openxmlformats.org/presentationml/2006/main">
  <p:tag name="RAINPROBLEM" val="ProblemBody"/>
</p:tagLst>
</file>

<file path=ppt/tags/tag63.xml><?xml version="1.0" encoding="utf-8"?>
<p:tagLst xmlns:p="http://schemas.openxmlformats.org/presentationml/2006/main">
  <p:tag name="RAINPROBLEM" val="ProblemSubmit"/>
  <p:tag name="RAINPROBLEMTYPE" val="FillBlank"/>
</p:tagLst>
</file>

<file path=ppt/tags/tag64.xml><?xml version="1.0" encoding="utf-8"?>
<p:tagLst xmlns:p="http://schemas.openxmlformats.org/presentationml/2006/main">
  <p:tag name="PRODUCTVERSIONTIP3" val="PRODUCTVERSIONTIP3"/>
</p:tagLst>
</file>

<file path=ppt/tags/tag65.xml><?xml version="1.0" encoding="utf-8"?>
<p:tagLst xmlns:p="http://schemas.openxmlformats.org/presentationml/2006/main">
  <p:tag name="RAINPROBLEMTYPE" val="ProblemTypeMarker"/>
</p:tagLst>
</file>

<file path=ppt/tags/tag66.xml><?xml version="1.0" encoding="utf-8"?>
<p:tagLst xmlns:p="http://schemas.openxmlformats.org/presentationml/2006/main">
  <p:tag name="RAINPROBLEMTYPE" val="ProblemTypeMarker"/>
</p:tagLst>
</file>

<file path=ppt/tags/tag67.xml><?xml version="1.0" encoding="utf-8"?>
<p:tagLst xmlns:p="http://schemas.openxmlformats.org/presentationml/2006/main">
  <p:tag name="RAINPROBLEMTYPE" val="ProblemTypeMarker"/>
</p:tagLst>
</file>

<file path=ppt/tags/tag68.xml><?xml version="1.0" encoding="utf-8"?>
<p:tagLst xmlns:p="http://schemas.openxmlformats.org/presentationml/2006/main">
  <p:tag name="RAINPROBLEMTYPE" val="ProblemTypeMarker"/>
</p:tagLst>
</file>

<file path=ppt/tags/tag69.xml><?xml version="1.0" encoding="utf-8"?>
<p:tagLst xmlns:p="http://schemas.openxmlformats.org/presentationml/2006/main">
  <p:tag name="RAINPROBLEMTYPE" val="ProblemTypeMarker"/>
</p:tagLst>
</file>

<file path=ppt/tags/tag70.xml><?xml version="1.0" encoding="utf-8"?>
<p:tagLst xmlns:p="http://schemas.openxmlformats.org/presentationml/2006/main">
  <p:tag name="RAINPROBLEM" val="ProblemSetting"/>
  <p:tag name="RAINPROBLEMTYPE" val="FillBlank"/>
</p:tagLst>
</file>

<file path=ppt/tags/tag71.xml><?xml version="1.0" encoding="utf-8"?>
<p:tagLst xmlns:p="http://schemas.openxmlformats.org/presentationml/2006/main">
  <p:tag name="RAINPROBLEM" val="FillBlank"/>
  <p:tag name="PROBLEMBLANKKEYWORD" val="填空"/>
  <p:tag name="PROBLEMSCORE" val="2.0"/>
  <p:tag name="PROBLEMBLANK" val="[{&quot;Num&quot;:1,&quot;Score&quot;:1.0,&quot;Answers&quot;:[&quot;字节流&quot;],&quot;CaseSensitive&quot;:false,&quot;FuzzyMatch&quot;:false},{&quot;Num&quot;:2,&quot;Score&quot;:1.0,&quot;Answers&quot;:[&quot;报文段&quot;],&quot;CaseSensitive&quot;:false,&quot;FuzzyMatch&quot;:false}]"/>
</p:tagLst>
</file>

<file path=ppt/tags/tag72.xml><?xml version="1.0" encoding="utf-8"?>
<p:tagLst xmlns:p="http://schemas.openxmlformats.org/presentationml/2006/main">
  <p:tag name="RAINPROBLEM" val="ProblemBody"/>
</p:tagLst>
</file>

<file path=ppt/tags/tag73.xml><?xml version="1.0" encoding="utf-8"?>
<p:tagLst xmlns:p="http://schemas.openxmlformats.org/presentationml/2006/main">
  <p:tag name="RAINPROBLEM" val="ProblemSubmit"/>
  <p:tag name="RAINPROBLEMTYPE" val="FillBlank"/>
</p:tagLst>
</file>

<file path=ppt/tags/tag74.xml><?xml version="1.0" encoding="utf-8"?>
<p:tagLst xmlns:p="http://schemas.openxmlformats.org/presentationml/2006/main">
  <p:tag name="PRODUCTVERSIONTIP3" val="PRODUCTVERSIONTIP3"/>
</p:tagLst>
</file>

<file path=ppt/tags/tag75.xml><?xml version="1.0" encoding="utf-8"?>
<p:tagLst xmlns:p="http://schemas.openxmlformats.org/presentationml/2006/main">
  <p:tag name="RAINPROBLEMTYPE" val="ProblemTypeMarker"/>
</p:tagLst>
</file>

<file path=ppt/tags/tag76.xml><?xml version="1.0" encoding="utf-8"?>
<p:tagLst xmlns:p="http://schemas.openxmlformats.org/presentationml/2006/main">
  <p:tag name="RAINPROBLEMTYPE" val="ProblemTypeMarker"/>
</p:tagLst>
</file>

<file path=ppt/tags/tag77.xml><?xml version="1.0" encoding="utf-8"?>
<p:tagLst xmlns:p="http://schemas.openxmlformats.org/presentationml/2006/main">
  <p:tag name="RAINPROBLEMTYPE" val="ProblemTypeMarker"/>
</p:tagLst>
</file>

<file path=ppt/tags/tag78.xml><?xml version="1.0" encoding="utf-8"?>
<p:tagLst xmlns:p="http://schemas.openxmlformats.org/presentationml/2006/main">
  <p:tag name="RAINPROBLEMTYPE" val="ProblemTypeMarker"/>
</p:tagLst>
</file>

<file path=ppt/tags/tag79.xml><?xml version="1.0" encoding="utf-8"?>
<p:tagLst xmlns:p="http://schemas.openxmlformats.org/presentationml/2006/main">
  <p:tag name="RAINPROBLEMTYPE" val="ProblemTypeMarker"/>
</p:tagLst>
</file>

<file path=ppt/tags/tag80.xml><?xml version="1.0" encoding="utf-8"?>
<p:tagLst xmlns:p="http://schemas.openxmlformats.org/presentationml/2006/main">
  <p:tag name="RAINPROBLEM" val="ProblemSetting"/>
  <p:tag name="RAINPROBLEMTYPE" val="FillBlank"/>
</p:tagLst>
</file>

<file path=ppt/tags/tag81.xml><?xml version="1.0" encoding="utf-8"?>
<p:tagLst xmlns:p="http://schemas.openxmlformats.org/presentationml/2006/main">
  <p:tag name="RAINPROBLEM" val="FillBlank"/>
  <p:tag name="PROBLEMBLANKKEYWORD" val="填空"/>
  <p:tag name="PROBLEMSCORE" val="3.0"/>
  <p:tag name="PROBLEMBLANK" val="[{&quot;Num&quot;:1,&quot;Score&quot;:1.0,&quot;Answers&quot;:[&quot;首部&quot;],&quot;CaseSensitive&quot;:false,&quot;FuzzyMatch&quot;:false},{&quot;Num&quot;:2,&quot;Score&quot;:1.0,&quot;Answers&quot;:[&quot;数据&quot;],&quot;CaseSensitive&quot;:false,&quot;FuzzyMatch&quot;:false},{&quot;Num&quot;:3,&quot;Score&quot;:1.0,&quot;Answers&quot;:[&quot;20&quot;],&quot;CaseSensitive&quot;:false,&quot;FuzzyMatch&quot;:false}]"/>
</p:tagLst>
</file>

<file path=ppt/tags/tag82.xml><?xml version="1.0" encoding="utf-8"?>
<p:tagLst xmlns:p="http://schemas.openxmlformats.org/presentationml/2006/main">
  <p:tag name="RAINPROBLEM" val="ProblemBody"/>
</p:tagLst>
</file>

<file path=ppt/tags/tag83.xml><?xml version="1.0" encoding="utf-8"?>
<p:tagLst xmlns:p="http://schemas.openxmlformats.org/presentationml/2006/main">
  <p:tag name="RAINPROBLEM" val="ProblemItem"/>
</p:tagLst>
</file>

<file path=ppt/tags/tag84.xml><?xml version="1.0" encoding="utf-8"?>
<p:tagLst xmlns:p="http://schemas.openxmlformats.org/presentationml/2006/main">
  <p:tag name="RAINPROBLEM" val="ProblemItem"/>
</p:tagLst>
</file>

<file path=ppt/tags/tag85.xml><?xml version="1.0" encoding="utf-8"?>
<p:tagLst xmlns:p="http://schemas.openxmlformats.org/presentationml/2006/main">
  <p:tag name="RAINPROBLEM" val="ProblemBullet"/>
  <p:tag name="RAINPROBLEMTYPE" val="Polling"/>
  <p:tag name="RAINBULLET" val="Wrong"/>
</p:tagLst>
</file>

<file path=ppt/tags/tag86.xml><?xml version="1.0" encoding="utf-8"?>
<p:tagLst xmlns:p="http://schemas.openxmlformats.org/presentationml/2006/main">
  <p:tag name="RAINPROBLEM" val="ProblemBullet"/>
  <p:tag name="RAINBULLET" val="Wrong"/>
  <p:tag name="RAINPROBLEMTYPE" val="Polling"/>
</p:tagLst>
</file>

<file path=ppt/tags/tag87.xml><?xml version="1.0" encoding="utf-8"?>
<p:tagLst xmlns:p="http://schemas.openxmlformats.org/presentationml/2006/main">
  <p:tag name="RAINPROBLEM" val="ProblemSubmit"/>
  <p:tag name="RAINPROBLEMTYPE" val="Polling"/>
</p:tagLst>
</file>

<file path=ppt/tags/tag88.xml><?xml version="1.0" encoding="utf-8"?>
<p:tagLst xmlns:p="http://schemas.openxmlformats.org/presentationml/2006/main">
  <p:tag name="RAINPROBLEMTYPE" val="ProblemTypeMarker"/>
</p:tagLst>
</file>

<file path=ppt/tags/tag89.xml><?xml version="1.0" encoding="utf-8"?>
<p:tagLst xmlns:p="http://schemas.openxmlformats.org/presentationml/2006/main">
  <p:tag name="RAINPROBLEMTYPE" val="ProblemTypeMarker"/>
</p:tagLst>
</file>

<file path=ppt/tags/tag90.xml><?xml version="1.0" encoding="utf-8"?>
<p:tagLst xmlns:p="http://schemas.openxmlformats.org/presentationml/2006/main">
  <p:tag name="RAINPROBLEMTYPE" val="ProblemTypeMarker"/>
</p:tagLst>
</file>

<file path=ppt/tags/tag91.xml><?xml version="1.0" encoding="utf-8"?>
<p:tagLst xmlns:p="http://schemas.openxmlformats.org/presentationml/2006/main">
  <p:tag name="RAINPROBLEMTYPE" val="ProblemTypeMarker"/>
</p:tagLst>
</file>

<file path=ppt/tags/tag92.xml><?xml version="1.0" encoding="utf-8"?>
<p:tagLst xmlns:p="http://schemas.openxmlformats.org/presentationml/2006/main">
  <p:tag name="RAINPROBLEMTYPE" val="ProblemTypeMarker"/>
  <p:tag name="RAINPROBLEM" val="PollingAnswer"/>
</p:tagLst>
</file>

<file path=ppt/tags/tag93.xml><?xml version="1.0" encoding="utf-8"?>
<p:tagLst xmlns:p="http://schemas.openxmlformats.org/presentationml/2006/main">
  <p:tag name="RAINPROBLEM" val="ProblemSetting"/>
  <p:tag name="RAINPROBLEMTYPE" val="Polling"/>
</p:tagLst>
</file>

<file path=ppt/tags/tag94.xml><?xml version="1.0" encoding="utf-8"?>
<p:tagLst xmlns:p="http://schemas.openxmlformats.org/presentationml/2006/main">
  <p:tag name="RAINPROBLEMTYPE" val="Polling"/>
  <p:tag name="RAINPROBLEM" val="Polling"/>
  <p:tag name="ANONYMOUSPOLLING" val="False"/>
  <p:tag name="PROBLEMSCORE" val="0.0"/>
</p:tagLst>
</file>

<file path=ppt/tags/tag95.xml><?xml version="1.0" encoding="utf-8"?>
<p:tagLst xmlns:p="http://schemas.openxmlformats.org/presentationml/2006/main">
  <p:tag name="RAINPROBLEM" val="ProblemBody"/>
</p:tagLst>
</file>

<file path=ppt/tags/tag96.xml><?xml version="1.0" encoding="utf-8"?>
<p:tagLst xmlns:p="http://schemas.openxmlformats.org/presentationml/2006/main">
  <p:tag name="RAINPROBLEM" val="ProblemSubmit"/>
  <p:tag name="RAINPROBLEMTYPE" val="FillBlank"/>
</p:tagLst>
</file>

<file path=ppt/tags/tag97.xml><?xml version="1.0" encoding="utf-8"?>
<p:tagLst xmlns:p="http://schemas.openxmlformats.org/presentationml/2006/main">
  <p:tag name="PRODUCTVERSIONTIP3" val="PRODUCTVERSIONTIP3"/>
</p:tagLst>
</file>

<file path=ppt/tags/tag98.xml><?xml version="1.0" encoding="utf-8"?>
<p:tagLst xmlns:p="http://schemas.openxmlformats.org/presentationml/2006/main">
  <p:tag name="RAINPROBLEMTYPE" val="ProblemTypeMarker"/>
</p:tagLst>
</file>

<file path=ppt/tags/tag99.xml><?xml version="1.0" encoding="utf-8"?>
<p:tagLst xmlns:p="http://schemas.openxmlformats.org/presentationml/2006/main">
  <p:tag name="RAINPROBLEMTYPE" val="ProblemTypeMarker"/>
</p:tagLst>
</file>

<file path=ppt/tags/tag100.xml><?xml version="1.0" encoding="utf-8"?>
<p:tagLst xmlns:p="http://schemas.openxmlformats.org/presentationml/2006/main">
  <p:tag name="RAINPROBLEMTYPE" val="ProblemTypeMarker"/>
</p:tagLst>
</file>

<file path=ppt/tags/tag101.xml><?xml version="1.0" encoding="utf-8"?>
<p:tagLst xmlns:p="http://schemas.openxmlformats.org/presentationml/2006/main">
  <p:tag name="RAINPROBLEMTYPE" val="ProblemTypeMarker"/>
</p:tagLst>
</file>

<file path=ppt/tags/tag102.xml><?xml version="1.0" encoding="utf-8"?>
<p:tagLst xmlns:p="http://schemas.openxmlformats.org/presentationml/2006/main">
  <p:tag name="RAINPROBLEMTYPE" val="ProblemTypeMarker"/>
</p:tagLst>
</file>

<file path=ppt/tags/tag103.xml><?xml version="1.0" encoding="utf-8"?>
<p:tagLst xmlns:p="http://schemas.openxmlformats.org/presentationml/2006/main">
  <p:tag name="RAINPROBLEM" val="ProblemSetting"/>
  <p:tag name="RAINPROBLEMTYPE" val="FillBlank"/>
</p:tagLst>
</file>

<file path=ppt/tags/tag104.xml><?xml version="1.0" encoding="utf-8"?>
<p:tagLst xmlns:p="http://schemas.openxmlformats.org/presentationml/2006/main">
  <p:tag name="RAINPROBLEM" val="FillBlank"/>
  <p:tag name="PROBLEMBLANKKEYWORD" val="填空"/>
  <p:tag name="PROBLEMSCORE" val="3.0"/>
  <p:tag name="PROBLEMBLANK" val="[{&quot;Num&quot;:1,&quot;Score&quot;:1.0,&quot;Answers&quot;:[&quot;字节&quot;],&quot;CaseSensitive&quot;:false,&quot;FuzzyMatch&quot;:false},{&quot;Num&quot;:2,&quot;Score&quot;:1.0,&quot;Answers&quot;:[&quot;确认号&quot;],&quot;CaseSensitive&quot;:false,&quot;FuzzyMatch&quot;:false},{&quot;Num&quot;:3,&quot;Score&quot;:1.0,&quot;Answers&quot;:[&quot;窗口值&quot;],&quot;CaseSensitive&quot;:false,&quot;FuzzyMatch&quot;:false}]"/>
</p:tagLst>
</file>

<file path=ppt/tags/tag105.xml><?xml version="1.0" encoding="utf-8"?>
<p:tagLst xmlns:p="http://schemas.openxmlformats.org/presentationml/2006/main">
  <p:tag name="RAINPROBLEM" val="ProblemBody"/>
</p:tagLst>
</file>

<file path=ppt/tags/tag106.xml><?xml version="1.0" encoding="utf-8"?>
<p:tagLst xmlns:p="http://schemas.openxmlformats.org/presentationml/2006/main">
  <p:tag name="RAINPROBLEM" val="ProblemItem"/>
</p:tagLst>
</file>

<file path=ppt/tags/tag107.xml><?xml version="1.0" encoding="utf-8"?>
<p:tagLst xmlns:p="http://schemas.openxmlformats.org/presentationml/2006/main">
  <p:tag name="RAINPROBLEM" val="ProblemItem"/>
</p:tagLst>
</file>

<file path=ppt/tags/tag108.xml><?xml version="1.0" encoding="utf-8"?>
<p:tagLst xmlns:p="http://schemas.openxmlformats.org/presentationml/2006/main">
  <p:tag name="RAINPROBLEM" val="ProblemItem"/>
</p:tagLst>
</file>

<file path=ppt/tags/tag109.xml><?xml version="1.0" encoding="utf-8"?>
<p:tagLst xmlns:p="http://schemas.openxmlformats.org/presentationml/2006/main">
  <p:tag name="RAINPROBLEM" val="ProblemItem"/>
</p:tagLst>
</file>

<file path=ppt/tags/tag110.xml><?xml version="1.0" encoding="utf-8"?>
<p:tagLst xmlns:p="http://schemas.openxmlformats.org/presentationml/2006/main">
  <p:tag name="RAINPROBLEM" val="ProblemBullet"/>
  <p:tag name="RAINBULLET" val="Wrong"/>
  <p:tag name="RAINPROBLEMTYPE" val="Polling"/>
</p:tagLst>
</file>

<file path=ppt/tags/tag111.xml><?xml version="1.0" encoding="utf-8"?>
<p:tagLst xmlns:p="http://schemas.openxmlformats.org/presentationml/2006/main">
  <p:tag name="RAINPROBLEM" val="ProblemBullet"/>
  <p:tag name="RAINBULLET" val="Wrong"/>
  <p:tag name="RAINPROBLEMTYPE" val="Polling"/>
</p:tagLst>
</file>

<file path=ppt/tags/tag112.xml><?xml version="1.0" encoding="utf-8"?>
<p:tagLst xmlns:p="http://schemas.openxmlformats.org/presentationml/2006/main">
  <p:tag name="RAINPROBLEM" val="ProblemBullet"/>
  <p:tag name="RAINBULLET" val="Wrong"/>
  <p:tag name="RAINPROBLEMTYPE" val="Polling"/>
</p:tagLst>
</file>

<file path=ppt/tags/tag113.xml><?xml version="1.0" encoding="utf-8"?>
<p:tagLst xmlns:p="http://schemas.openxmlformats.org/presentationml/2006/main">
  <p:tag name="RAINPROBLEM" val="ProblemBullet"/>
  <p:tag name="RAINPROBLEMTYPE" val="Polling"/>
  <p:tag name="RAINBULLET" val="Wrong"/>
</p:tagLst>
</file>

<file path=ppt/tags/tag114.xml><?xml version="1.0" encoding="utf-8"?>
<p:tagLst xmlns:p="http://schemas.openxmlformats.org/presentationml/2006/main">
  <p:tag name="RAINPROBLEM" val="ProblemSubmit"/>
  <p:tag name="RAINPROBLEMTYPE" val="Polling"/>
</p:tagLst>
</file>

<file path=ppt/tags/tag115.xml><?xml version="1.0" encoding="utf-8"?>
<p:tagLst xmlns:p="http://schemas.openxmlformats.org/presentationml/2006/main">
  <p:tag name="RAINPROBLEMTYPE" val="ProblemTypeMarker"/>
</p:tagLst>
</file>

<file path=ppt/tags/tag116.xml><?xml version="1.0" encoding="utf-8"?>
<p:tagLst xmlns:p="http://schemas.openxmlformats.org/presentationml/2006/main">
  <p:tag name="RAINPROBLEMTYPE" val="ProblemTypeMarker"/>
</p:tagLst>
</file>

<file path=ppt/tags/tag117.xml><?xml version="1.0" encoding="utf-8"?>
<p:tagLst xmlns:p="http://schemas.openxmlformats.org/presentationml/2006/main">
  <p:tag name="RAINPROBLEMTYPE" val="ProblemTypeMarker"/>
</p:tagLst>
</file>

<file path=ppt/tags/tag118.xml><?xml version="1.0" encoding="utf-8"?>
<p:tagLst xmlns:p="http://schemas.openxmlformats.org/presentationml/2006/main">
  <p:tag name="RAINPROBLEMTYPE" val="ProblemTypeMarker"/>
</p:tagLst>
</file>

<file path=ppt/tags/tag119.xml><?xml version="1.0" encoding="utf-8"?>
<p:tagLst xmlns:p="http://schemas.openxmlformats.org/presentationml/2006/main">
  <p:tag name="RAINPROBLEMTYPE" val="ProblemTypeMarker"/>
  <p:tag name="RAINPROBLEM" val="PollingAnswer"/>
</p:tagLst>
</file>

<file path=ppt/tags/tag120.xml><?xml version="1.0" encoding="utf-8"?>
<p:tagLst xmlns:p="http://schemas.openxmlformats.org/presentationml/2006/main">
  <p:tag name="RAINPROBLEM" val="ProblemSetting"/>
  <p:tag name="RAINPROBLEMTYPE" val="Polling"/>
</p:tagLst>
</file>

<file path=ppt/tags/tag121.xml><?xml version="1.0" encoding="utf-8"?>
<p:tagLst xmlns:p="http://schemas.openxmlformats.org/presentationml/2006/main">
  <p:tag name="RAINPROBLEMTYPE" val="Polling"/>
  <p:tag name="RAINPROBLEM" val="Polling"/>
  <p:tag name="ANONYMOUSPOLLING" val="False"/>
  <p:tag name="PROBLEMSCORE" val="0.0"/>
</p:tagLst>
</file>

<file path=ppt/tags/tag122.xml><?xml version="1.0" encoding="utf-8"?>
<p:tagLst xmlns:p="http://schemas.openxmlformats.org/presentationml/2006/main">
  <p:tag name="RAINPROBLEM" val="ProblemBody"/>
</p:tagLst>
</file>

<file path=ppt/tags/tag123.xml><?xml version="1.0" encoding="utf-8"?>
<p:tagLst xmlns:p="http://schemas.openxmlformats.org/presentationml/2006/main">
  <p:tag name="RAINPROBLEM" val="ProblemItem"/>
</p:tagLst>
</file>

<file path=ppt/tags/tag124.xml><?xml version="1.0" encoding="utf-8"?>
<p:tagLst xmlns:p="http://schemas.openxmlformats.org/presentationml/2006/main">
  <p:tag name="RAINPROBLEM" val="ProblemItem"/>
</p:tagLst>
</file>

<file path=ppt/tags/tag125.xml><?xml version="1.0" encoding="utf-8"?>
<p:tagLst xmlns:p="http://schemas.openxmlformats.org/presentationml/2006/main">
  <p:tag name="RAINPROBLEM" val="ProblemBullet"/>
  <p:tag name="RAINBULLET" val="Wrong"/>
  <p:tag name="RAINPROBLEMTYPE" val="Polling"/>
</p:tagLst>
</file>

<file path=ppt/tags/tag126.xml><?xml version="1.0" encoding="utf-8"?>
<p:tagLst xmlns:p="http://schemas.openxmlformats.org/presentationml/2006/main">
  <p:tag name="RAINPROBLEM" val="ProblemBullet"/>
  <p:tag name="RAINPROBLEMTYPE" val="Polling"/>
  <p:tag name="RAINBULLET" val="Wrong"/>
</p:tagLst>
</file>

<file path=ppt/tags/tag127.xml><?xml version="1.0" encoding="utf-8"?>
<p:tagLst xmlns:p="http://schemas.openxmlformats.org/presentationml/2006/main">
  <p:tag name="RAINPROBLEM" val="ProblemSubmit"/>
  <p:tag name="RAINPROBLEMTYPE" val="Polling"/>
</p:tagLst>
</file>

<file path=ppt/tags/tag128.xml><?xml version="1.0" encoding="utf-8"?>
<p:tagLst xmlns:p="http://schemas.openxmlformats.org/presentationml/2006/main">
  <p:tag name="RAINPROBLEMTYPE" val="ProblemTypeMarker"/>
</p:tagLst>
</file>

<file path=ppt/tags/tag129.xml><?xml version="1.0" encoding="utf-8"?>
<p:tagLst xmlns:p="http://schemas.openxmlformats.org/presentationml/2006/main">
  <p:tag name="RAINPROBLEMTYPE" val="ProblemTypeMarker"/>
</p:tagLst>
</file>

<file path=ppt/tags/tag130.xml><?xml version="1.0" encoding="utf-8"?>
<p:tagLst xmlns:p="http://schemas.openxmlformats.org/presentationml/2006/main">
  <p:tag name="RAINPROBLEMTYPE" val="ProblemTypeMarker"/>
</p:tagLst>
</file>

<file path=ppt/tags/tag131.xml><?xml version="1.0" encoding="utf-8"?>
<p:tagLst xmlns:p="http://schemas.openxmlformats.org/presentationml/2006/main">
  <p:tag name="RAINPROBLEMTYPE" val="ProblemTypeMarker"/>
</p:tagLst>
</file>

<file path=ppt/tags/tag132.xml><?xml version="1.0" encoding="utf-8"?>
<p:tagLst xmlns:p="http://schemas.openxmlformats.org/presentationml/2006/main">
  <p:tag name="RAINPROBLEMTYPE" val="ProblemTypeMarker"/>
  <p:tag name="RAINPROBLEM" val="PollingAnswer"/>
</p:tagLst>
</file>

<file path=ppt/tags/tag133.xml><?xml version="1.0" encoding="utf-8"?>
<p:tagLst xmlns:p="http://schemas.openxmlformats.org/presentationml/2006/main">
  <p:tag name="RAINPROBLEM" val="ProblemSetting"/>
  <p:tag name="RAINPROBLEMTYPE" val="Polling"/>
</p:tagLst>
</file>

<file path=ppt/tags/tag134.xml><?xml version="1.0" encoding="utf-8"?>
<p:tagLst xmlns:p="http://schemas.openxmlformats.org/presentationml/2006/main">
  <p:tag name="RAINPROBLEMTYPE" val="Polling"/>
  <p:tag name="RAINPROBLEM" val="Polling"/>
  <p:tag name="ANONYMOUSPOLLING" val="False"/>
  <p:tag name="PROBLEMSCORE" val="0.0"/>
</p:tagLst>
</file>

<file path=ppt/tags/tag135.xml><?xml version="1.0" encoding="utf-8"?>
<p:tagLst xmlns:p="http://schemas.openxmlformats.org/presentationml/2006/main">
  <p:tag name="COMMONDATA" val="eyJoZGlkIjoiMDNkNTM3MzgzMjMzMDMzNzFmOWZmODVlMWI1YTQ0NjU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1063</Words>
  <Application>WPS 演示</Application>
  <PresentationFormat>宽屏</PresentationFormat>
  <Paragraphs>168</Paragraphs>
  <Slides>10</Slides>
  <Notes>10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10</vt:i4>
      </vt:variant>
    </vt:vector>
  </HeadingPairs>
  <TitlesOfParts>
    <vt:vector size="18" baseType="lpstr">
      <vt:lpstr>Arial</vt:lpstr>
      <vt:lpstr>宋体</vt:lpstr>
      <vt:lpstr>Wingdings</vt:lpstr>
      <vt:lpstr>微软雅黑</vt:lpstr>
      <vt:lpstr>等线</vt:lpstr>
      <vt:lpstr>Arial Unicode MS</vt:lpstr>
      <vt:lpstr>等线 Light</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微软中国</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个人用户</dc:creator>
  <cp:lastModifiedBy>泥人</cp:lastModifiedBy>
  <cp:revision>95</cp:revision>
  <dcterms:created xsi:type="dcterms:W3CDTF">2020-02-20T13:08:00Z</dcterms:created>
  <dcterms:modified xsi:type="dcterms:W3CDTF">2022-05-25T13:37:48Z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4B947341B90C4512ADD5924664BCD46C</vt:lpwstr>
  </property>
  <property fmtid="{D5CDD505-2E9C-101B-9397-08002B2CF9AE}" pid="3" name="KSOProductBuildVer">
    <vt:lpwstr>2052-11.1.0.11744</vt:lpwstr>
  </property>
</Properties>
</file>