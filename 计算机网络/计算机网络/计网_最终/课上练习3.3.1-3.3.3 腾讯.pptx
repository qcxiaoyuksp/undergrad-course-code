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0" r:id="rId3"/>
    <p:sldId id="271" r:id="rId5"/>
    <p:sldId id="269" r:id="rId6"/>
    <p:sldId id="272" r:id="rId7"/>
    <p:sldId id="273" r:id="rId8"/>
    <p:sldId id="274" r:id="rId9"/>
    <p:sldId id="275" r:id="rId10"/>
    <p:sldId id="277" r:id="rId11"/>
    <p:sldId id="276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27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C3713-F0B8-4870-8561-35DC374B2F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ABCD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逻辑链路控制、</a:t>
            </a:r>
            <a:r>
              <a:rPr lang="en-US" altLang="zh-CN" dirty="0"/>
              <a:t>2.</a:t>
            </a:r>
            <a:r>
              <a:rPr lang="zh-CN" altLang="en-US" dirty="0"/>
              <a:t>媒体接入控制、</a:t>
            </a:r>
            <a:r>
              <a:rPr lang="en-US" altLang="zh-CN" dirty="0"/>
              <a:t>3.MAC</a:t>
            </a:r>
            <a:r>
              <a:rPr lang="zh-CN" altLang="en-US" dirty="0"/>
              <a:t>、</a:t>
            </a:r>
            <a:r>
              <a:rPr lang="en-US" altLang="zh-CN" dirty="0"/>
              <a:t>4.LLC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采用较为灵活的无连接的工作方式、</a:t>
            </a:r>
            <a:r>
              <a:rPr lang="en-US" altLang="zh-CN" dirty="0"/>
              <a:t>2.</a:t>
            </a:r>
            <a:r>
              <a:rPr lang="zh-CN" altLang="en-US" dirty="0"/>
              <a:t>以太网发送的数据都使用曼彻斯特编码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多点接入、</a:t>
            </a:r>
            <a:r>
              <a:rPr lang="en-US" altLang="zh-CN" dirty="0"/>
              <a:t>2.</a:t>
            </a:r>
            <a:r>
              <a:rPr lang="zh-CN" altLang="en-US" dirty="0"/>
              <a:t>载波监听、</a:t>
            </a:r>
            <a:r>
              <a:rPr lang="en-US" altLang="zh-CN" dirty="0"/>
              <a:t>3.</a:t>
            </a:r>
            <a:r>
              <a:rPr lang="zh-CN" altLang="en-US" dirty="0"/>
              <a:t>碰撞检测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</a:t>
            </a:r>
            <a:r>
              <a:rPr lang="en-US" altLang="zh-CN" dirty="0"/>
              <a:t>. 2t</a:t>
            </a:r>
            <a:r>
              <a:rPr lang="zh-CN" altLang="en-US" dirty="0"/>
              <a:t>、  二</a:t>
            </a:r>
            <a:r>
              <a:rPr lang="en-US" altLang="zh-CN" dirty="0"/>
              <a:t>.</a:t>
            </a:r>
            <a:r>
              <a:rPr lang="zh-CN" altLang="en-US" dirty="0"/>
              <a:t>碰撞窗口</a:t>
            </a:r>
            <a:r>
              <a:rPr lang="en-US" altLang="zh-CN" dirty="0"/>
              <a:t> </a:t>
            </a:r>
            <a:r>
              <a:rPr lang="zh-CN" altLang="en-US" dirty="0"/>
              <a:t>、  三</a:t>
            </a:r>
            <a:r>
              <a:rPr lang="en-US" altLang="zh-CN" dirty="0"/>
              <a:t>. 51.2u</a:t>
            </a:r>
            <a:r>
              <a:rPr lang="zh-CN" altLang="en-US" dirty="0"/>
              <a:t>、   四</a:t>
            </a:r>
            <a:r>
              <a:rPr lang="en-US" altLang="zh-CN" dirty="0"/>
              <a:t>. 64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总线网、</a:t>
            </a:r>
            <a:r>
              <a:rPr lang="en-US" altLang="zh-CN" dirty="0"/>
              <a:t>2.CSMA/CD</a:t>
            </a:r>
            <a:r>
              <a:rPr lang="zh-CN" altLang="en-US" dirty="0"/>
              <a:t>协议、</a:t>
            </a:r>
            <a:r>
              <a:rPr lang="en-US" altLang="zh-CN" dirty="0"/>
              <a:t>3.</a:t>
            </a:r>
            <a:r>
              <a:rPr lang="zh-CN" altLang="en-US" dirty="0"/>
              <a:t>物理层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26F0-08D9-4C80-AA6B-540391F2D7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21.xml"/><Relationship Id="rId21" Type="http://schemas.openxmlformats.org/officeDocument/2006/relationships/image" Target="../media/image1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42.xml"/><Relationship Id="rId21" Type="http://schemas.openxmlformats.org/officeDocument/2006/relationships/image" Target="../media/image1.png"/><Relationship Id="rId20" Type="http://schemas.openxmlformats.org/officeDocument/2006/relationships/tags" Target="../tags/tag41.xml"/><Relationship Id="rId2" Type="http://schemas.openxmlformats.org/officeDocument/2006/relationships/tags" Target="../tags/tag23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4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9.xml"/><Relationship Id="rId17" Type="http://schemas.openxmlformats.org/officeDocument/2006/relationships/image" Target="../media/image1.png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69.xml"/><Relationship Id="rId10" Type="http://schemas.openxmlformats.org/officeDocument/2006/relationships/image" Target="../media/image1.png"/><Relationship Id="rId1" Type="http://schemas.openxmlformats.org/officeDocument/2006/relationships/tags" Target="../tags/tag6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79.xml"/><Relationship Id="rId10" Type="http://schemas.openxmlformats.org/officeDocument/2006/relationships/image" Target="../media/image1.png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89.xml"/><Relationship Id="rId10" Type="http://schemas.openxmlformats.org/officeDocument/2006/relationships/image" Target="../media/image1.png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99.xml"/><Relationship Id="rId10" Type="http://schemas.openxmlformats.org/officeDocument/2006/relationships/image" Target="../media/image1.png"/><Relationship Id="rId1" Type="http://schemas.openxmlformats.org/officeDocument/2006/relationships/tags" Target="../tags/tag9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10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16.xml"/><Relationship Id="rId17" Type="http://schemas.openxmlformats.org/officeDocument/2006/relationships/image" Target="../media/image1.png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26.xml"/><Relationship Id="rId10" Type="http://schemas.openxmlformats.org/officeDocument/2006/relationships/image" Target="../media/image1.png"/><Relationship Id="rId1" Type="http://schemas.openxmlformats.org/officeDocument/2006/relationships/tags" Target="../tags/tag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、以下共享信道方法属于静态划分信道技术的是：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频分复用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357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时分复用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波分复用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码分复用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4218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9933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随机接入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5136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2438400" y="5643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受控接入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矩形 21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5707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、以下共享信道方法属于动态媒体接入控制技术的是：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频分复用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357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时分复用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波分复用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码分复用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421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993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随机接入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51363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2438400" y="5643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受控接入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矩形 21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570785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、局域网的网络拓扑不包括：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星形网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环形网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树形网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总线网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1096498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IEEE 802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委员会把局域网的数据链路层拆成两个子层，即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逻辑链路控制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子层和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媒体接入控制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子层。与接入到传输媒体有关的内容都放在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MAC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子层。不管采用何种协议的局域网，对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LLC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子层来说都是透明的。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、为了通信的简便，以太网采取了两种重要的措施：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采用较为灵活的无连接的工作方式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以太网发送的数据都使用曼彻斯特编码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065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CSMA/CD (Carrier Sense Multiple Access with Collision Detection)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含义：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载波监听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多点接入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碰撞检测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、以太网的端到端往返时延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2t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称为争用期，或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碰撞窗口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 Mbit/s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以太网取 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2u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为争用期的长度。对于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 Mbit/s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以太网，在争用期内可发送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64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字节。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、以太网的最短有效帧长是（    ）字节。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32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64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TipText"/>
          <p:cNvSpPr txBox="1"/>
          <p:nvPr>
            <p:custDataLst>
              <p:tags r:id="rId11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最多可选</a:t>
            </a:r>
            <a:r>
              <a:rPr lang="en-US" altLang="zh-CN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87884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、使用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集线器的以太网在逻辑上仍是一个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总线网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，各工作站使用的还是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CSMA/CD协议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协议，并共享逻辑上的总线。集线器很像一个多接口的转发器，工作在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物理层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Polling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3.xml><?xml version="1.0" encoding="utf-8"?>
<p:tagLst xmlns:p="http://schemas.openxmlformats.org/presentationml/2006/main">
  <p:tag name="RAINPROBLEM" val="ProblemItem"/>
</p:tagLst>
</file>

<file path=ppt/tags/tag1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TYPE" val="ProblemTypeMarker"/>
  <p:tag name="RAINPROBLEM" val="PollingAnswer"/>
</p:tagLst>
</file>

<file path=ppt/tags/tag20.xml><?xml version="1.0" encoding="utf-8"?>
<p:tagLst xmlns:p="http://schemas.openxmlformats.org/presentationml/2006/main">
  <p:tag name="RAINPROBLEM" val="ProblemSetting"/>
  <p:tag name="RAINPROBLEMTYPE" val="Polling"/>
</p:tagLst>
</file>

<file path=ppt/tags/tag21.xml><?xml version="1.0" encoding="utf-8"?>
<p:tagLst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22.xml><?xml version="1.0" encoding="utf-8"?>
<p:tagLst xmlns:p="http://schemas.openxmlformats.org/presentationml/2006/main">
  <p:tag name="RAINPROBLEM" val="ProblemBody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Item"/>
</p:tagLst>
</file>

<file path=ppt/tags/tag25.xml><?xml version="1.0" encoding="utf-8"?>
<p:tagLst xmlns:p="http://schemas.openxmlformats.org/presentationml/2006/main">
  <p:tag name="RAINPROBLEM" val="ProblemItem"/>
</p:tagLst>
</file>

<file path=ppt/tags/tag26.xml><?xml version="1.0" encoding="utf-8"?>
<p:tagLst xmlns:p="http://schemas.openxmlformats.org/presentationml/2006/main">
  <p:tag name="RAINPROBLEM" val="ProblemItem"/>
</p:tagLst>
</file>

<file path=ppt/tags/tag2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1.xml><?xml version="1.0" encoding="utf-8"?>
<p:tagLst xmlns:p="http://schemas.openxmlformats.org/presentationml/2006/main">
  <p:tag name="RAINPROBLEM" val="ProblemSubmit"/>
  <p:tag name="RAINPROBLEMTYPE" val="Polling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4.xml><?xml version="1.0" encoding="utf-8"?>
<p:tagLst xmlns:p="http://schemas.openxmlformats.org/presentationml/2006/main">
  <p:tag name="RAINPROBLEM" val="ProblemItem"/>
</p:tagLst>
</file>

<file path=ppt/tags/tag3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  <p:tag name="RAINPROBLEM" val="PollingAnswer"/>
</p:tagLst>
</file>

<file path=ppt/tags/tag41.xml><?xml version="1.0" encoding="utf-8"?>
<p:tagLst xmlns:p="http://schemas.openxmlformats.org/presentationml/2006/main">
  <p:tag name="RAINPROBLEM" val="ProblemSetting"/>
  <p:tag name="RAINPROBLEMTYPE" val="Polling"/>
</p:tagLst>
</file>

<file path=ppt/tags/tag42.xml><?xml version="1.0" encoding="utf-8"?>
<p:tagLst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43.xml><?xml version="1.0" encoding="utf-8"?>
<p:tagLst xmlns:p="http://schemas.openxmlformats.org/presentationml/2006/main">
  <p:tag name="RAINPROBLEM" val="ProblemBody"/>
</p:tagLst>
</file>

<file path=ppt/tags/tag44.xml><?xml version="1.0" encoding="utf-8"?>
<p:tagLst xmlns:p="http://schemas.openxmlformats.org/presentationml/2006/main">
  <p:tag name="RAINPROBLEM" val="ProblemItem"/>
</p:tagLst>
</file>

<file path=ppt/tags/tag45.xml><?xml version="1.0" encoding="utf-8"?>
<p:tagLst xmlns:p="http://schemas.openxmlformats.org/presentationml/2006/main">
  <p:tag name="RAINPROBLEM" val="ProblemItem"/>
</p:tagLst>
</file>

<file path=ppt/tags/tag46.xml><?xml version="1.0" encoding="utf-8"?>
<p:tagLst xmlns:p="http://schemas.openxmlformats.org/presentationml/2006/main">
  <p:tag name="RAINPROBLEM" val="ProblemItem"/>
</p:tagLst>
</file>

<file path=ppt/tags/tag47.xml><?xml version="1.0" encoding="utf-8"?>
<p:tagLst xmlns:p="http://schemas.openxmlformats.org/presentationml/2006/main">
  <p:tag name="RAINPROBLEM" val="ProblemItem"/>
</p:tagLst>
</file>

<file path=ppt/tags/tag4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0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2.xml><?xml version="1.0" encoding="utf-8"?>
<p:tagLst xmlns:p="http://schemas.openxmlformats.org/presentationml/2006/main">
  <p:tag name="RAINPROBLEM" val="ProblemSubmit"/>
  <p:tag name="RAINPROBLEMTYPE" val="Polling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  <p:tag name="RAINPROBLEM" val="PollingAnswer"/>
</p:tagLst>
</file>

<file path=ppt/tags/tag58.xml><?xml version="1.0" encoding="utf-8"?>
<p:tagLst xmlns:p="http://schemas.openxmlformats.org/presentationml/2006/main">
  <p:tag name="RAINPROBLEM" val="ProblemSetting"/>
  <p:tag name="RAINPROBLEMTYPE" val="Polling"/>
</p:tagLst>
</file>

<file path=ppt/tags/tag5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0.xml><?xml version="1.0" encoding="utf-8"?>
<p:tagLst xmlns:p="http://schemas.openxmlformats.org/presentationml/2006/main">
  <p:tag name="RAINPROBLEM" val="ProblemBody"/>
</p:tagLst>
</file>

<file path=ppt/tags/tag61.xml><?xml version="1.0" encoding="utf-8"?>
<p:tagLst xmlns:p="http://schemas.openxmlformats.org/presentationml/2006/main">
  <p:tag name="RAINPROBLEM" val="ProblemSubmit"/>
  <p:tag name="RAINPROBLEMTYPE" val="FillBlank"/>
</p:tagLst>
</file>

<file path=ppt/tags/tag62.xml><?xml version="1.0" encoding="utf-8"?>
<p:tagLst xmlns:p="http://schemas.openxmlformats.org/presentationml/2006/main">
  <p:tag name="PRODUCTVERSIONTIP3" val="PRODUCTVERSIONTIP3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" val="ProblemSetting"/>
  <p:tag name="RAINPROBLEMTYPE" val="FillBlank"/>
</p:tagLst>
</file>

<file path=ppt/tags/tag69.xml><?xml version="1.0" encoding="utf-8"?>
<p:tagLst xmlns:p="http://schemas.openxmlformats.org/presentationml/2006/main">
  <p:tag name="RAINPROBLEM" val="FillBlank"/>
  <p:tag name="PROBLEMBLANKKEYWORD" val="填空"/>
  <p:tag name="PROBLEMBLANKORDER" val="false"/>
  <p:tag name="PROBLEMSCORE" val="4.0"/>
  <p:tag name="PROBLEMBLANK" val="[{&quot;Num&quot;:1,&quot;Score&quot;:1.0,&quot;Answers&quot;:[&quot;逻辑链路控制LLC&quot;],&quot;CaseSensitive&quot;:false,&quot;FuzzyMatch&quot;:false},{&quot;Num&quot;:2,&quot;Score&quot;:1.0,&quot;Answers&quot;:[&quot;媒体接入控制MAC&quot;],&quot;CaseSensitive&quot;:false,&quot;FuzzyMatch&quot;:false},{&quot;Num&quot;:3,&quot;Score&quot;:1.0,&quot;Answers&quot;:[&quot;MAC&quot;],&quot;CaseSensitive&quot;:false,&quot;FuzzyMatch&quot;:false},{&quot;Num&quot;:4,&quot;Score&quot;:1.0,&quot;Answers&quot;:[&quot;LLC&quot;],&quot;CaseSensitive&quot;:false,&quot;FuzzyMatch&quot;:false}]"/>
</p:tagLst>
</file>

<file path=ppt/tags/tag70.xml><?xml version="1.0" encoding="utf-8"?>
<p:tagLst xmlns:p="http://schemas.openxmlformats.org/presentationml/2006/main">
  <p:tag name="RAINPROBLEM" val="ProblemBody"/>
</p:tagLst>
</file>

<file path=ppt/tags/tag71.xml><?xml version="1.0" encoding="utf-8"?>
<p:tagLst xmlns:p="http://schemas.openxmlformats.org/presentationml/2006/main">
  <p:tag name="RAINPROBLEM" val="ProblemSubmit"/>
  <p:tag name="RAINPROBLEMTYPE" val="FillBlank"/>
</p:tagLst>
</file>

<file path=ppt/tags/tag72.xml><?xml version="1.0" encoding="utf-8"?>
<p:tagLst xmlns:p="http://schemas.openxmlformats.org/presentationml/2006/main">
  <p:tag name="PRODUCTVERSIONTIP3" val="PRODUCTVERSIONTIP3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TYPE" val="ProblemTypeMarker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" val="ProblemSetting"/>
  <p:tag name="RAINPROBLEMTYPE" val="FillBlank"/>
</p:tagLst>
</file>

<file path=ppt/tags/tag79.xml><?xml version="1.0" encoding="utf-8"?>
<p:tagLst xmlns:p="http://schemas.openxmlformats.org/presentationml/2006/main">
  <p:tag name="RAINPROBLEM" val="FillBlank"/>
  <p:tag name="PROBLEMBLANKKEYWORD" val="填空"/>
  <p:tag name="PROBLEMBLANKORDER" val="true"/>
  <p:tag name="PROBLEMSCORE" val="2.0"/>
  <p:tag name="PROBLEMBLANK" val="[{&quot;Num&quot;:1,&quot;Score&quot;:1.0,&quot;Answers&quot;:[&quot;采用较为灵活的无连接的工作方式&quot;],&quot;CaseSensitive&quot;:false,&quot;FuzzyMatch&quot;:false},{&quot;Num&quot;:2,&quot;Score&quot;:1.0,&quot;Answers&quot;:[&quot;发送的数据都使用曼彻斯特编码&quot;],&quot;CaseSensitive&quot;:false,&quot;FuzzyMatch&quot;:false}]"/>
</p:tagLst>
</file>

<file path=ppt/tags/tag80.xml><?xml version="1.0" encoding="utf-8"?>
<p:tagLst xmlns:p="http://schemas.openxmlformats.org/presentationml/2006/main">
  <p:tag name="RAINPROBLEM" val="ProblemBody"/>
</p:tagLst>
</file>

<file path=ppt/tags/tag81.xml><?xml version="1.0" encoding="utf-8"?>
<p:tagLst xmlns:p="http://schemas.openxmlformats.org/presentationml/2006/main">
  <p:tag name="RAINPROBLEM" val="ProblemSubmit"/>
  <p:tag name="RAINPROBLEMTYPE" val="FillBlank"/>
</p:tagLst>
</file>

<file path=ppt/tags/tag82.xml><?xml version="1.0" encoding="utf-8"?>
<p:tagLst xmlns:p="http://schemas.openxmlformats.org/presentationml/2006/main">
  <p:tag name="PRODUCTVERSIONTIP3" val="PRODUCTVERSIONTIP3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TYPE" val="ProblemTypeMarker"/>
</p:tagLst>
</file>

<file path=ppt/tags/tag88.xml><?xml version="1.0" encoding="utf-8"?>
<p:tagLst xmlns:p="http://schemas.openxmlformats.org/presentationml/2006/main">
  <p:tag name="RAINPROBLEM" val="ProblemSetting"/>
  <p:tag name="RAINPROBLEMTYPE" val="FillBlank"/>
</p:tagLst>
</file>

<file path=ppt/tags/tag89.xml><?xml version="1.0" encoding="utf-8"?>
<p:tagLst xmlns:p="http://schemas.openxmlformats.org/presentationml/2006/main">
  <p:tag name="RAINPROBLEM" val="FillBlank"/>
  <p:tag name="PROBLEMBLANKKEYWORD" val="填空"/>
  <p:tag name="PROBLEMBLANKORDER" val="true"/>
  <p:tag name="PROBLEMSCORE" val="3.0"/>
  <p:tag name="PROBLEMBLANK" val="[{&quot;Num&quot;:1,&quot;Score&quot;:1.0,&quot;Answers&quot;:[&quot;载波监听&quot;],&quot;CaseSensitive&quot;:false,&quot;FuzzyMatch&quot;:false},{&quot;Num&quot;:2,&quot;Score&quot;:1.0,&quot;Answers&quot;:[&quot;多点接入&quot;],&quot;CaseSensitive&quot;:false,&quot;FuzzyMatch&quot;:false},{&quot;Num&quot;:3,&quot;Score&quot;:1.0,&quot;Answers&quot;:[&quot;碰撞检测&quot;],&quot;CaseSensitive&quot;:false,&quot;FuzzyMatch&quot;:false}]"/>
</p:tagLst>
</file>

<file path=ppt/tags/tag90.xml><?xml version="1.0" encoding="utf-8"?>
<p:tagLst xmlns:p="http://schemas.openxmlformats.org/presentationml/2006/main">
  <p:tag name="RAINPROBLEM" val="ProblemBody"/>
</p:tagLst>
</file>

<file path=ppt/tags/tag91.xml><?xml version="1.0" encoding="utf-8"?>
<p:tagLst xmlns:p="http://schemas.openxmlformats.org/presentationml/2006/main">
  <p:tag name="RAINPROBLEM" val="ProblemSubmit"/>
  <p:tag name="RAINPROBLEMTYPE" val="FillBlank"/>
</p:tagLst>
</file>

<file path=ppt/tags/tag92.xml><?xml version="1.0" encoding="utf-8"?>
<p:tagLst xmlns:p="http://schemas.openxmlformats.org/presentationml/2006/main">
  <p:tag name="PRODUCTVERSIONTIP3" val="PRODUCTVERSIONTIP3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" val="ProblemSetting"/>
  <p:tag name="RAINPROBLEMTYPE" val="FillBlank"/>
</p:tagLst>
</file>

<file path=ppt/tags/tag99.xml><?xml version="1.0" encoding="utf-8"?>
<p:tagLst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2τ&quot;],&quot;CaseSensitive&quot;:false,&quot;FuzzyMatch&quot;:false},{&quot;Num&quot;:2,&quot;Score&quot;:1.0,&quot;Answers&quot;:[&quot;碰撞窗口&quot;],&quot;CaseSensitive&quot;:false,&quot;FuzzyMatch&quot;:false},{&quot;Num&quot;:3,&quot;Score&quot;:1.0,&quot;Answers&quot;:[&quot;51.2μs&quot;],&quot;CaseSensitive&quot;:false,&quot;FuzzyMatch&quot;:false},{&quot;Num&quot;:4,&quot;Score&quot;:1.0,&quot;Answers&quot;:[&quot;64&quot;],&quot;CaseSensitive&quot;:false,&quot;FuzzyMatch&quot;:false}]"/>
  <p:tag name="PROBLEMBLANKORDER" val="false"/>
</p:tagLst>
</file>

<file path=ppt/tags/tag100.xml><?xml version="1.0" encoding="utf-8"?>
<p:tagLst xmlns:p="http://schemas.openxmlformats.org/presentationml/2006/main">
  <p:tag name="RAINPROBLEM" val="ProblemBody"/>
</p:tagLst>
</file>

<file path=ppt/tags/tag101.xml><?xml version="1.0" encoding="utf-8"?>
<p:tagLst xmlns:p="http://schemas.openxmlformats.org/presentationml/2006/main">
  <p:tag name="RAINPROBLEM" val="ProblemItem"/>
</p:tagLst>
</file>

<file path=ppt/tags/tag102.xml><?xml version="1.0" encoding="utf-8"?>
<p:tagLst xmlns:p="http://schemas.openxmlformats.org/presentationml/2006/main">
  <p:tag name="RAINPROBLEM" val="ProblemItem"/>
</p:tagLst>
</file>

<file path=ppt/tags/tag103.xml><?xml version="1.0" encoding="utf-8"?>
<p:tagLst xmlns:p="http://schemas.openxmlformats.org/presentationml/2006/main">
  <p:tag name="RAINPROBLEM" val="ProblemItem"/>
</p:tagLst>
</file>

<file path=ppt/tags/tag104.xml><?xml version="1.0" encoding="utf-8"?>
<p:tagLst xmlns:p="http://schemas.openxmlformats.org/presentationml/2006/main">
  <p:tag name="RAINPROBLEM" val="ProblemItem"/>
</p:tagLst>
</file>

<file path=ppt/tags/tag10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09.xml><?xml version="1.0" encoding="utf-8"?>
<p:tagLst xmlns:p="http://schemas.openxmlformats.org/presentationml/2006/main">
  <p:tag name="RAINPROBLEM" val="ProblemSubmit"/>
  <p:tag name="RAINPROBLEMTYPE" val="Polling"/>
</p:tagLst>
</file>

<file path=ppt/tags/tag110.xml><?xml version="1.0" encoding="utf-8"?>
<p:tagLst xmlns:p="http://schemas.openxmlformats.org/presentationml/2006/main">
  <p:tag name="RAINPROBLEMTYPE" val="ProblemTypeMarker"/>
  <p:tag name="RAINPROBLEM" val="PollingAnswer"/>
</p:tagLst>
</file>

<file path=ppt/tags/tag111.xml><?xml version="1.0" encoding="utf-8"?>
<p:tagLst xmlns:p="http://schemas.openxmlformats.org/presentationml/2006/main">
  <p:tag name="RAINPROBLEMTYPE" val="ProblemTypeMarker"/>
</p:tagLst>
</file>

<file path=ppt/tags/tag112.xml><?xml version="1.0" encoding="utf-8"?>
<p:tagLst xmlns:p="http://schemas.openxmlformats.org/presentationml/2006/main">
  <p:tag name="RAINPROBLEMTYPE" val="ProblemTypeMarker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" val="ProblemSetting"/>
  <p:tag name="RAINPROBLEMTYPE" val="Polling"/>
</p:tagLst>
</file>

<file path=ppt/tags/tag11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17.xml><?xml version="1.0" encoding="utf-8"?>
<p:tagLst xmlns:p="http://schemas.openxmlformats.org/presentationml/2006/main">
  <p:tag name="RAINPROBLEM" val="ProblemBody"/>
</p:tagLst>
</file>

<file path=ppt/tags/tag118.xml><?xml version="1.0" encoding="utf-8"?>
<p:tagLst xmlns:p="http://schemas.openxmlformats.org/presentationml/2006/main">
  <p:tag name="RAINPROBLEM" val="ProblemSubmit"/>
  <p:tag name="RAINPROBLEMTYPE" val="FillBlank"/>
</p:tagLst>
</file>

<file path=ppt/tags/tag119.xml><?xml version="1.0" encoding="utf-8"?>
<p:tagLst xmlns:p="http://schemas.openxmlformats.org/presentationml/2006/main">
  <p:tag name="PRODUCTVERSIONTIP3" val="PRODUCTVERSIONTIP3"/>
</p:tagLst>
</file>

<file path=ppt/tags/tag120.xml><?xml version="1.0" encoding="utf-8"?>
<p:tagLst xmlns:p="http://schemas.openxmlformats.org/presentationml/2006/main">
  <p:tag name="RAINPROBLEMTYPE" val="ProblemTypeMarker"/>
</p:tagLst>
</file>

<file path=ppt/tags/tag121.xml><?xml version="1.0" encoding="utf-8"?>
<p:tagLst xmlns:p="http://schemas.openxmlformats.org/presentationml/2006/main">
  <p:tag name="RAINPROBLEMTYPE" val="ProblemTypeMarker"/>
</p:tagLst>
</file>

<file path=ppt/tags/tag122.xml><?xml version="1.0" encoding="utf-8"?>
<p:tagLst xmlns:p="http://schemas.openxmlformats.org/presentationml/2006/main">
  <p:tag name="RAINPROBLEMTYPE" val="ProblemTypeMarker"/>
</p:tagLst>
</file>

<file path=ppt/tags/tag123.xml><?xml version="1.0" encoding="utf-8"?>
<p:tagLst xmlns:p="http://schemas.openxmlformats.org/presentationml/2006/main">
  <p:tag name="RAINPROBLEMTYPE" val="ProblemTypeMarker"/>
</p:tagLst>
</file>

<file path=ppt/tags/tag124.xml><?xml version="1.0" encoding="utf-8"?>
<p:tagLst xmlns:p="http://schemas.openxmlformats.org/presentationml/2006/main">
  <p:tag name="RAINPROBLEMTYPE" val="ProblemTypeMarker"/>
</p:tagLst>
</file>

<file path=ppt/tags/tag125.xml><?xml version="1.0" encoding="utf-8"?>
<p:tagLst xmlns:p="http://schemas.openxmlformats.org/presentationml/2006/main">
  <p:tag name="RAINPROBLEM" val="ProblemSetting"/>
  <p:tag name="RAINPROBLEMTYPE" val="FillBlank"/>
</p:tagLst>
</file>

<file path=ppt/tags/tag126.xml><?xml version="1.0" encoding="utf-8"?>
<p:tagLst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总线网&quot;],&quot;CaseSensitive&quot;:false,&quot;FuzzyMatch&quot;:false},{&quot;Num&quot;:2,&quot;Score&quot;:1.0,&quot;Answers&quot;:[&quot;CSMA/CD&quot;],&quot;CaseSensitive&quot;:false,&quot;FuzzyMatch&quot;:false},{&quot;Num&quot;:3,&quot;Score&quot;:1.0,&quot;Answers&quot;:[&quot;物理层&quot;],&quot;CaseSensitive&quot;:false,&quot;FuzzyMatch&quot;:false}]"/>
</p:tagLst>
</file>

<file path=ppt/tags/tag127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WPS 演示</Application>
  <PresentationFormat>宽屏</PresentationFormat>
  <Paragraphs>162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35</cp:revision>
  <dcterms:created xsi:type="dcterms:W3CDTF">2020-02-20T13:08:00Z</dcterms:created>
  <dcterms:modified xsi:type="dcterms:W3CDTF">2022-05-26T07:36:50Z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F109C8112D2C4068BB329E4EA0A095BA</vt:lpwstr>
  </property>
  <property fmtid="{D5CDD505-2E9C-101B-9397-08002B2CF9AE}" pid="3" name="KSOProductBuildVer">
    <vt:lpwstr>2052-11.1.0.11744</vt:lpwstr>
  </property>
</Properties>
</file>