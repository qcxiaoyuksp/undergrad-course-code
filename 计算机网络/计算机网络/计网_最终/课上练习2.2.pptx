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2" r:id="rId8"/>
    <p:sldId id="261" r:id="rId9"/>
    <p:sldId id="259" r:id="rId10"/>
    <p:sldId id="263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20" autoAdjust="0"/>
  </p:normalViewPr>
  <p:slideViewPr>
    <p:cSldViewPr snapToGrid="0">
      <p:cViewPr varScale="1">
        <p:scale>
          <a:sx n="65" d="100"/>
          <a:sy n="65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7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F71C1-C92C-4ED1-9939-A13069ABD1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调幅、</a:t>
            </a:r>
            <a:r>
              <a:rPr lang="en-US" altLang="zh-CN" dirty="0"/>
              <a:t>2.</a:t>
            </a:r>
            <a:r>
              <a:rPr lang="zh-CN" altLang="en-US" dirty="0"/>
              <a:t>调频、</a:t>
            </a:r>
            <a:r>
              <a:rPr lang="en-US" altLang="zh-CN" dirty="0"/>
              <a:t>3.</a:t>
            </a:r>
            <a:r>
              <a:rPr lang="zh-CN" altLang="en-US" dirty="0"/>
              <a:t>调相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信道能够通过的频率范围、</a:t>
            </a:r>
            <a:r>
              <a:rPr lang="en-US" altLang="zh-CN" dirty="0"/>
              <a:t>2.</a:t>
            </a:r>
            <a:r>
              <a:rPr lang="zh-CN" altLang="en-US" dirty="0"/>
              <a:t>信噪比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F650F-305C-4B35-99BB-1C66D0A113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image" Target="../media/image1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9.xml"/><Relationship Id="rId13" Type="http://schemas.openxmlformats.org/officeDocument/2006/relationships/image" Target="../media/image1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2.xml"/><Relationship Id="rId13" Type="http://schemas.openxmlformats.org/officeDocument/2006/relationships/image" Target="../media/image1.png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2.xml"/><Relationship Id="rId10" Type="http://schemas.openxmlformats.org/officeDocument/2006/relationships/image" Target="../media/image1.png"/><Relationship Id="rId1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2.xml"/><Relationship Id="rId10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5.xml"/><Relationship Id="rId13" Type="http://schemas.openxmlformats.org/officeDocument/2006/relationships/image" Target="../media/image1.png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dirty="0"/>
              <a:t>运送消息的实体</a:t>
            </a:r>
            <a:r>
              <a:rPr lang="zh-CN" altLang="en-US" dirty="0"/>
              <a:t>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、数据的电气的或电磁的表现是：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消息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、从自同步能力来看，不归零制不能从信号波形本身中提取信号时钟频率，既没有自同步能力。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、曼彻斯特编码和差分曼彻斯特编码没有自同步能力。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、最基本的二元制调制方法有以下几种：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调幅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调频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调相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、从概念上讲，限制码元在信道上的传输速率的因素有以下两个：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信道能够通过的频率范围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信噪比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2" name="图片 1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7</a:t>
            </a:r>
            <a:r>
              <a:rPr lang="zh-CN" altLang="en-US" dirty="0"/>
              <a:t>、香农公式表明：信道的带宽或信道中的信噪比越大，信息的极限传输速率就越高。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TipText"/>
          <p:cNvSpPr txBox="1"/>
          <p:nvPr>
            <p:custDataLst>
              <p:tags r:id="rId7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最多可选</a:t>
            </a:r>
            <a:r>
              <a:rPr lang="en-US" altLang="zh-CN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</a:t>
            </a:r>
            <a:r>
              <a:rPr lang="zh-CN" altLang="en-US" dirty="0"/>
              <a:t>、分别采用四种编码形式表示如下比序列：</a:t>
            </a:r>
            <a:r>
              <a:rPr lang="en-US" altLang="zh-CN" dirty="0"/>
              <a:t>0100 1101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9.xml><?xml version="1.0" encoding="utf-8"?>
<p:tagLst xmlns:p="http://schemas.openxmlformats.org/presentationml/2006/main">
  <p:tag name="RAINPROBLEM" val="ProblemSubmit"/>
  <p:tag name="RAINPROBLEMTYPE" val="Polling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  <p:tag name="RAINPROBLEM" val="PollingAnswer"/>
</p:tagLst>
</file>

<file path=ppt/tags/tag25.xml><?xml version="1.0" encoding="utf-8"?>
<p:tagLst xmlns:p="http://schemas.openxmlformats.org/presentationml/2006/main">
  <p:tag name="RAINPROBLEM" val="ProblemSetting"/>
  <p:tag name="RAINPROBLEMTYPE" val="Polling"/>
</p:tagLst>
</file>

<file path=ppt/tags/tag2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Item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2.xml><?xml version="1.0" encoding="utf-8"?>
<p:tagLst xmlns:p="http://schemas.openxmlformats.org/presentationml/2006/main">
  <p:tag name="RAINPROBLEM" val="ProblemSubmit"/>
  <p:tag name="RAINPROBLEMTYPE" val="Polling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  <p:tag name="RAINPROBLEM" val="PollingAnswer"/>
</p:tagLst>
</file>

<file path=ppt/tags/tag38.xml><?xml version="1.0" encoding="utf-8"?>
<p:tagLst xmlns:p="http://schemas.openxmlformats.org/presentationml/2006/main">
  <p:tag name="RAINPROBLEM" val="ProblemSetting"/>
  <p:tag name="RAINPROBLEMTYPE" val="Polling"/>
</p:tagLst>
</file>

<file path=ppt/tags/tag3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0.xml><?xml version="1.0" encoding="utf-8"?>
<p:tagLst xmlns:p="http://schemas.openxmlformats.org/presentationml/2006/main">
  <p:tag name="RAINPROBLEM" val="ProblemBody"/>
</p:tagLst>
</file>

<file path=ppt/tags/tag41.xml><?xml version="1.0" encoding="utf-8"?>
<p:tagLst xmlns:p="http://schemas.openxmlformats.org/presentationml/2006/main">
  <p:tag name="RAINPROBLEM" val="ProblemItem"/>
</p:tagLst>
</file>

<file path=ppt/tags/tag42.xml><?xml version="1.0" encoding="utf-8"?>
<p:tagLst xmlns:p="http://schemas.openxmlformats.org/presentationml/2006/main">
  <p:tag name="RAINPROBLEM" val="ProblemItem"/>
</p:tagLst>
</file>

<file path=ppt/tags/tag4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Polling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  <p:tag name="RAINPROBLEM" val="PollingAnswer"/>
</p:tagLst>
</file>

<file path=ppt/tags/tag51.xml><?xml version="1.0" encoding="utf-8"?>
<p:tagLst xmlns:p="http://schemas.openxmlformats.org/presentationml/2006/main">
  <p:tag name="RAINPROBLEM" val="ProblemSetting"/>
  <p:tag name="RAINPROBLEMTYPE" val="Polling"/>
</p:tagLst>
</file>

<file path=ppt/tags/tag5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Submit"/>
  <p:tag name="RAINPROBLEMTYPE" val="FillBlank"/>
</p:tagLst>
</file>

<file path=ppt/tags/tag55.xml><?xml version="1.0" encoding="utf-8"?>
<p:tagLst xmlns:p="http://schemas.openxmlformats.org/presentationml/2006/main">
  <p:tag name="PRODUCTVERSIONTIP3" val="PRODUCTVERSIONTIP3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FillBlank"/>
</p:tagLst>
</file>

<file path=ppt/tags/tag62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3.0"/>
  <p:tag name="PROBLEMBLANK" val="[{&quot;Num&quot;:1,&quot;Score&quot;:1.0,&quot;Answers&quot;:[&quot;调幅&quot;],&quot;CaseSensitive&quot;:false,&quot;FuzzyMatch&quot;:false},{&quot;Num&quot;:2,&quot;Score&quot;:1.0,&quot;Answers&quot;:[&quot;调频&quot;],&quot;CaseSensitive&quot;:false,&quot;FuzzyMatch&quot;:false},{&quot;Num&quot;:3,&quot;Score&quot;:1.0,&quot;Answers&quot;:[&quot;调相&quot;],&quot;CaseSensitive&quot;:false,&quot;FuzzyMatch&quot;:false}]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Submit"/>
  <p:tag name="RAINPROBLEMTYPE" val="FillBlank"/>
</p:tagLst>
</file>

<file path=ppt/tags/tag65.xml><?xml version="1.0" encoding="utf-8"?>
<p:tagLst xmlns:p="http://schemas.openxmlformats.org/presentationml/2006/main">
  <p:tag name="PRODUCTVERSIONTIP3" val="PRODUCTVERSIONTIP3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" val="ProblemSetting"/>
  <p:tag name="RAINPROBLEMTYPE" val="FillBlank"/>
</p:tagLst>
</file>

<file path=ppt/tags/tag72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信噪比&quot;],&quot;CaseSensitive&quot;:false,&quot;FuzzyMatch&quot;:false},{&quot;Num&quot;:2,&quot;Score&quot;:1.0,&quot;Answers&quot;:[&quot;信道能够通过的频率范围&quot;],&quot;CaseSensitive&quot;:false,&quot;FuzzyMatch&quot;:false}]"/>
</p:tagLst>
</file>

<file path=ppt/tags/tag73.xml><?xml version="1.0" encoding="utf-8"?>
<p:tagLst xmlns:p="http://schemas.openxmlformats.org/presentationml/2006/main">
  <p:tag name="RAINPROBLEM" val="ProblemBody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8.xml><?xml version="1.0" encoding="utf-8"?>
<p:tagLst xmlns:p="http://schemas.openxmlformats.org/presentationml/2006/main">
  <p:tag name="RAINPROBLEM" val="ProblemSubmit"/>
  <p:tag name="RAINPROBLEMTYPE" val="Polling"/>
</p:tagLst>
</file>

<file path=ppt/tags/tag79.xml><?xml version="1.0" encoding="utf-8"?>
<p:tagLst xmlns:p="http://schemas.openxmlformats.org/presentationml/2006/main">
  <p:tag name="RAINPROBLEMTYPE" val="ProblemTypeMarker"/>
  <p:tag name="RAINPROBLEM" val="PollingAnsw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" val="ProblemSetting"/>
  <p:tag name="RAINPROBLEMTYPE" val="Polling"/>
</p:tagLst>
</file>

<file path=ppt/tags/tag8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WPS 演示</Application>
  <PresentationFormat>宽屏</PresentationFormat>
  <Paragraphs>102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21</cp:revision>
  <dcterms:created xsi:type="dcterms:W3CDTF">2020-02-20T13:08:00Z</dcterms:created>
  <dcterms:modified xsi:type="dcterms:W3CDTF">2022-05-26T03:53:58Z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324A70D1FAE3400C8C3FF7A1DB5ABD6D</vt:lpwstr>
  </property>
  <property fmtid="{D5CDD505-2E9C-101B-9397-08002B2CF9AE}" pid="3" name="KSOProductBuildVer">
    <vt:lpwstr>2052-11.1.0.11744</vt:lpwstr>
  </property>
</Properties>
</file>