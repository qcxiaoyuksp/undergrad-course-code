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8" r:id="rId3"/>
    <p:sldId id="279" r:id="rId5"/>
    <p:sldId id="280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4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FB40C-456D-475A-89F3-7026FE9428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59923D-78C0-424A-B66D-AD79C07B4EE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9923D-78C0-424A-B66D-AD79C07B4E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9923D-78C0-424A-B66D-AD79C07B4E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dirty="0">
                <a:ea typeface="黑体" panose="02010609060101010101" pitchFamily="49" charset="-122"/>
              </a:rPr>
              <a:t>光纤宽带接入</a:t>
            </a:r>
            <a:r>
              <a:rPr lang="en-US" altLang="zh-CN" sz="1200" dirty="0">
                <a:ea typeface="黑体" panose="02010609060101010101" pitchFamily="49" charset="-122"/>
              </a:rPr>
              <a:t> </a:t>
            </a:r>
            <a:r>
              <a:rPr lang="en-US" altLang="zh-CN" sz="1200" dirty="0" err="1">
                <a:ea typeface="黑体" panose="02010609060101010101" pitchFamily="49" charset="-122"/>
              </a:rPr>
              <a:t>FTTx</a:t>
            </a:r>
            <a:r>
              <a:rPr lang="en-US" altLang="zh-CN" sz="1200" dirty="0">
                <a:ea typeface="黑体" panose="02010609060101010101" pitchFamily="49" charset="-122"/>
              </a:rPr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59923D-78C0-424A-B66D-AD79C07B4E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0.xml"/><Relationship Id="rId13" Type="http://schemas.openxmlformats.org/officeDocument/2006/relationships/image" Target="../media/image1.png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0.xml"/><Relationship Id="rId10" Type="http://schemas.openxmlformats.org/officeDocument/2006/relationships/image" Target="../media/image1.png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、速率达到或超过 （    ）的以太网称为高速以太网。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 Mbit/s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 Mbit/s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Gbit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Gbit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、以太网的工作范围已经从局域网（校园网、企业网）扩大到城域网和广域网。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891149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PPPoE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(PPP over Ethernet)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的意思是“在以太网上运行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PPP”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，它把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协议与以太网协议结合起来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将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帧再封装到以太网中来传输。现在的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光纤宽带接入FTTx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都要使用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PPPoE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的方式进行接入。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p="http://schemas.openxmlformats.org/presentationml/2006/main">
  <p:tag name="RAINPROBLEM" val="ProblemSubmit"/>
  <p:tag name="RAINPROBLEMTYPE" val="Polling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  <p:tag name="RAINPROBLEM" val="PollingAnswer"/>
</p:tagLst>
</file>

<file path=ppt/tags/tag16.xml><?xml version="1.0" encoding="utf-8"?>
<p:tagLst xmlns:p="http://schemas.openxmlformats.org/presentationml/2006/main">
  <p:tag name="RAINPROBLEM" val="ProblemSetting"/>
  <p:tag name="RAINPROBLEMTYPE" val="Polling"/>
</p:tagLst>
</file>

<file path=ppt/tags/tag17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3.xml><?xml version="1.0" encoding="utf-8"?>
<p:tagLst xmlns:p="http://schemas.openxmlformats.org/presentationml/2006/main">
  <p:tag name="RAINPROBLEM" val="ProblemSubmit"/>
  <p:tag name="RAINPROBLEMTYPE" val="Polling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  <p:tag name="RAINPROBLEM" val="PollingAnswer"/>
</p:tagLst>
</file>

<file path=ppt/tags/tag29.xml><?xml version="1.0" encoding="utf-8"?>
<p:tagLst xmlns:p="http://schemas.openxmlformats.org/presentationml/2006/main">
  <p:tag name="RAINPROBLEM" val="ProblemSetting"/>
  <p:tag name="RAINPROBLEMTYPE" val="Polling"/>
</p:tagLst>
</file>

<file path=ppt/tags/tag30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Submit"/>
  <p:tag name="RAINPROBLEMTYPE" val="FillBlank"/>
</p:tagLst>
</file>

<file path=ppt/tags/tag33.xml><?xml version="1.0" encoding="utf-8"?>
<p:tagLst xmlns:p="http://schemas.openxmlformats.org/presentationml/2006/main">
  <p:tag name="PRODUCTVERSIONTIP3" val="PRODUCTVERSIONTIP3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" val="ProblemSetting"/>
  <p:tag name="RAINPROBLEMTYPE" val="FillBlank"/>
</p:tagLst>
</file>

<file path=ppt/tags/tag40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光纤宽带接入 FTTx&quot;],&quot;CaseSensitive&quot;:false,&quot;FuzzyMatch&quot;:false}]"/>
</p:tagLst>
</file>

<file path=ppt/tags/tag41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WPS 演示</Application>
  <PresentationFormat>宽屏</PresentationFormat>
  <Paragraphs>50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41</cp:revision>
  <dcterms:created xsi:type="dcterms:W3CDTF">2020-02-20T13:08:00Z</dcterms:created>
  <dcterms:modified xsi:type="dcterms:W3CDTF">2022-05-25T12:25:41Z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81041655512C488FB688E62912270765</vt:lpwstr>
  </property>
  <property fmtid="{D5CDD505-2E9C-101B-9397-08002B2CF9AE}" pid="3" name="KSOProductBuildVer">
    <vt:lpwstr>2052-11.1.0.11744</vt:lpwstr>
  </property>
</Properties>
</file>