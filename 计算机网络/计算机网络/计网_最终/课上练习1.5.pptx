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3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广域网、城域网、局域网、</a:t>
            </a:r>
            <a:r>
              <a:rPr lang="zh-CN" altLang="en-US"/>
              <a:t>个人区域网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公用网、</a:t>
            </a:r>
            <a:r>
              <a:rPr lang="zh-CN" altLang="en-US"/>
              <a:t>专用网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C29CC-8C66-4FD5-9C8A-2E25AC0024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35B2B-B263-4A64-9EE0-23F78E8689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.xml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0.xml"/><Relationship Id="rId10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7.xml"/><Relationship Id="rId17" Type="http://schemas.openxmlformats.org/officeDocument/2006/relationships/image" Target="../media/image1.png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06500" y="124010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、计算机网络按照网络的作用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可分为：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广域网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WAN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城域网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MAN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局域网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LAN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个人区域网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按照网络的使用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可分为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公用网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私用网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 smtClean="0">
                <a:ea typeface="黑体" panose="02010609060101010101" pitchFamily="49" charset="-122"/>
              </a:rPr>
              <a:t>从作用上来讲，</a:t>
            </a:r>
            <a:r>
              <a:rPr lang="zh-CN" altLang="zh-CN" sz="2800" dirty="0" smtClean="0">
                <a:ea typeface="黑体" panose="02010609060101010101" pitchFamily="49" charset="-122"/>
              </a:rPr>
              <a:t>起到让用户能够与互联网连接的“桥梁”作用</a:t>
            </a:r>
            <a:r>
              <a:rPr lang="zh-CN" altLang="en-US" sz="2800" dirty="0" smtClean="0">
                <a:ea typeface="黑体" panose="02010609060101010101" pitchFamily="49" charset="-122"/>
              </a:rPr>
              <a:t>的是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个人区域网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接入网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局域网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城域网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PRODUCTVERSIONTIP3" val="PRODUCTVERSIONTIP3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" val="ProblemSetting"/>
  <p:tag name="RAINPROBLEMTYPE" val="FillBlank"/>
</p:tagLst>
</file>

<file path=ppt/tags/tag10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广域网&quot;],&quot;CaseSensitive&quot;:false,&quot;FuzzyMatch&quot;:false},{&quot;Num&quot;:2,&quot;Score&quot;:1.0,&quot;Answers&quot;:[&quot;城域网&quot;],&quot;CaseSensitive&quot;:false,&quot;FuzzyMatch&quot;:false},{&quot;Num&quot;:3,&quot;Score&quot;:1.0,&quot;Answers&quot;:[&quot;局域网&quot;],&quot;CaseSensitive&quot;:false,&quot;FuzzyMatch&quot;:false},{&quot;Num&quot;:4,&quot;Score&quot;:1.0,&quot;Answers&quot;:[&quot;个人区域网&quot;],&quot;CaseSensitive&quot;:false,&quot;FuzzyMatch&quot;:false}]"/>
  <p:tag name="PROBLEMBLANKORDER" val="false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FillBlank"/>
</p:tagLst>
</file>

<file path=ppt/tags/tag13.xml><?xml version="1.0" encoding="utf-8"?>
<p:tagLst xmlns:p="http://schemas.openxmlformats.org/presentationml/2006/main">
  <p:tag name="PRODUCTVERSIONTIP3" val="PRODUCTVERSIONTIP3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" val="ProblemSetting"/>
  <p:tag name="RAINPROBLEMTYPE" val="FillBlank"/>
</p:tagLst>
</file>

<file path=ppt/tags/tag20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公用网&quot;],&quot;CaseSensitive&quot;:false,&quot;FuzzyMatch&quot;:false},{&quot;Num&quot;:2,&quot;Score&quot;:1.0,&quot;Answers&quot;:[&quot;专用网&quot;],&quot;CaseSensitive&quot;:false,&quot;FuzzyMatch&quot;:false}]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0.xml><?xml version="1.0" encoding="utf-8"?>
<p:tagLst xmlns:p="http://schemas.openxmlformats.org/presentationml/2006/main">
  <p:tag name="RAINPROBLEM" val="ProblemSubmit"/>
  <p:tag name="RAINPROBLEMTYPE" val="Polling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  <p:tag name="RAINPROBLEM" val="PollingAnswer"/>
</p:tagLst>
</file>

<file path=ppt/tags/tag36.xml><?xml version="1.0" encoding="utf-8"?>
<p:tagLst xmlns:p="http://schemas.openxmlformats.org/presentationml/2006/main">
  <p:tag name="RAINPROBLEM" val="ProblemSetting"/>
  <p:tag name="RAINPROBLEMTYPE" val="Polling"/>
</p:tagLst>
</file>

<file path=ppt/tags/tag37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8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WPS 演示</Application>
  <PresentationFormat>宽屏</PresentationFormat>
  <Paragraphs>46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10</cp:revision>
  <dcterms:created xsi:type="dcterms:W3CDTF">2020-02-20T12:22:00Z</dcterms:created>
  <dcterms:modified xsi:type="dcterms:W3CDTF">2022-05-25T12:10:03Z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672B2A2E84304095A9AF0F0C0010E401</vt:lpwstr>
  </property>
  <property fmtid="{D5CDD505-2E9C-101B-9397-08002B2CF9AE}" pid="3" name="KSOProductBuildVer">
    <vt:lpwstr>2052-11.1.0.11744</vt:lpwstr>
  </property>
</Properties>
</file>