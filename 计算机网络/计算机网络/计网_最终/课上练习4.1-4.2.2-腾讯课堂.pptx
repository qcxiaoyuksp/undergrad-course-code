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1" r:id="rId3"/>
    <p:sldId id="282" r:id="rId5"/>
    <p:sldId id="290" r:id="rId6"/>
    <p:sldId id="283" r:id="rId7"/>
    <p:sldId id="288" r:id="rId8"/>
    <p:sldId id="289" r:id="rId9"/>
    <p:sldId id="284" r:id="rId10"/>
    <p:sldId id="285" r:id="rId11"/>
    <p:sldId id="286" r:id="rId12"/>
    <p:sldId id="287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26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FEBE7-DC6C-4D71-A7DE-426762C513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EC808-A533-4B9C-9160-0D7147C1A6A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逻辑上的链接</a:t>
            </a:r>
            <a:r>
              <a:rPr lang="en-US" altLang="zh-CN" dirty="0"/>
              <a:t>		</a:t>
            </a:r>
            <a:r>
              <a:rPr lang="zh-CN" altLang="en-US" dirty="0"/>
              <a:t>存储转发方式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C808-A533-4B9C-9160-0D7147C1A6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无连接的 </a:t>
            </a:r>
            <a:r>
              <a:rPr lang="en-US" altLang="zh-CN" dirty="0"/>
              <a:t>	</a:t>
            </a:r>
            <a:r>
              <a:rPr lang="zh-CN" altLang="en-US" dirty="0"/>
              <a:t>尽最大努力交付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C808-A533-4B9C-9160-0D7147C1A6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直接交付</a:t>
            </a:r>
            <a:r>
              <a:rPr lang="en-US" altLang="zh-CN" dirty="0"/>
              <a:t>	</a:t>
            </a:r>
            <a:r>
              <a:rPr lang="zh-CN" altLang="en-US"/>
              <a:t>间接交付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C808-A533-4B9C-9160-0D7147C1A6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C808-A533-4B9C-9160-0D7147C1A6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C808-A533-4B9C-9160-0D7147C1A6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C808-A533-4B9C-9160-0D7147C1A6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u="sng" dirty="0">
                <a:solidFill>
                  <a:srgbClr val="FF0000"/>
                </a:solidFill>
                <a:ea typeface="黑体" panose="02010609060101010101" pitchFamily="49" charset="-122"/>
              </a:rPr>
              <a:t>地址解析协议 </a:t>
            </a:r>
            <a:r>
              <a:rPr lang="en-US" altLang="zh-CN" sz="1200" u="sng" dirty="0">
                <a:solidFill>
                  <a:srgbClr val="FF0000"/>
                </a:solidFill>
                <a:ea typeface="黑体" panose="02010609060101010101" pitchFamily="49" charset="-122"/>
              </a:rPr>
              <a:t>ARP	</a:t>
            </a:r>
            <a:r>
              <a:rPr lang="zh-CN" altLang="en-US" sz="1200" u="sng" dirty="0">
                <a:solidFill>
                  <a:srgbClr val="FF0000"/>
                </a:solidFill>
                <a:ea typeface="黑体" panose="02010609060101010101" pitchFamily="49" charset="-122"/>
              </a:rPr>
              <a:t>网际控制报文协议 </a:t>
            </a:r>
            <a:r>
              <a:rPr lang="en-US" altLang="zh-CN" sz="1200" u="sng" dirty="0">
                <a:solidFill>
                  <a:srgbClr val="FF0000"/>
                </a:solidFill>
                <a:ea typeface="黑体" panose="02010609060101010101" pitchFamily="49" charset="-122"/>
              </a:rPr>
              <a:t>ICMP	   </a:t>
            </a:r>
            <a:r>
              <a:rPr lang="zh-CN" altLang="en-US" sz="1200" u="sng" dirty="0">
                <a:solidFill>
                  <a:srgbClr val="FF0000"/>
                </a:solidFill>
                <a:ea typeface="黑体" panose="02010609060101010101" pitchFamily="49" charset="-122"/>
              </a:rPr>
              <a:t>网际组管理协议 </a:t>
            </a:r>
            <a:r>
              <a:rPr lang="en-US" altLang="zh-CN" sz="1200" u="sng" dirty="0">
                <a:solidFill>
                  <a:srgbClr val="FF0000"/>
                </a:solidFill>
                <a:ea typeface="黑体" panose="02010609060101010101" pitchFamily="49" charset="-122"/>
              </a:rPr>
              <a:t>IGMP</a:t>
            </a:r>
            <a:endParaRPr lang="en-US" altLang="zh-CN" sz="1200" u="sng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u="sng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u="sng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C808-A533-4B9C-9160-0D7147C1A6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C808-A533-4B9C-9160-0D7147C1A6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分类的 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IP 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地址 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   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子网的划分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	  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构成超网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C808-A533-4B9C-9160-0D7147C1A6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ABCD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C808-A533-4B9C-9160-0D7147C1A6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0.xml"/><Relationship Id="rId10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0.xml"/><Relationship Id="rId10" Type="http://schemas.openxmlformats.org/officeDocument/2006/relationships/image" Target="../media/image1.png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30.xml"/><Relationship Id="rId10" Type="http://schemas.openxmlformats.org/officeDocument/2006/relationships/image" Target="../media/image1.png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43.xml"/><Relationship Id="rId13" Type="http://schemas.openxmlformats.org/officeDocument/2006/relationships/image" Target="../media/image1.png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image" Target="../media/image1.png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image" Target="../media/image1.png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tags" Target="../tags/tag5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81.xml"/><Relationship Id="rId10" Type="http://schemas.openxmlformats.org/officeDocument/2006/relationships/image" Target="../media/image1.png"/><Relationship Id="rId1" Type="http://schemas.openxmlformats.org/officeDocument/2006/relationships/tags" Target="../tags/tag7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0" Type="http://schemas.openxmlformats.org/officeDocument/2006/relationships/notesSlide" Target="../notesSlides/notesSlide8.xml"/><Relationship Id="rId2" Type="http://schemas.openxmlformats.org/officeDocument/2006/relationships/tags" Target="../tags/tag83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98.xml"/><Relationship Id="rId17" Type="http://schemas.openxmlformats.org/officeDocument/2006/relationships/image" Target="../media/image1.png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08.xml"/><Relationship Id="rId10" Type="http://schemas.openxmlformats.org/officeDocument/2006/relationships/image" Target="../media/image1.png"/><Relationship Id="rId1" Type="http://schemas.openxmlformats.org/officeDocument/2006/relationships/tags" Target="../tags/tag9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0" Type="http://schemas.openxmlformats.org/officeDocument/2006/relationships/notesSlide" Target="../notesSlides/notesSlide10.xml"/><Relationship Id="rId2" Type="http://schemas.openxmlformats.org/officeDocument/2006/relationships/tags" Target="../tags/tag110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25.xml"/><Relationship Id="rId17" Type="http://schemas.openxmlformats.org/officeDocument/2006/relationships/image" Target="../media/image1.png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、虚电路表示这只是一条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逻辑上的链接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的连接，分组都沿着这条逻辑连接按照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存储转发方式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方式传送，而并不是真正建立了一条物理连接。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、互联网设计思路是：网络层向上只提供简单灵活的、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无连接的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尽最大努力交付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的数据报服务。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、互连网上的交付有两种：在本网络上的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直接交付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（不经过路由器）。和到其他网络的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间接交付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（经过至少一个路由器）。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、（   ）中，分组总是按发送顺序到达终点。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虚电路服务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数据报服务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、由于一个路由器至少应当连接到两个网络，因此一个路由器至少有两个不同的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993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、用转发器或网桥连接起来的若干个局域网仍为一个网络。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993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、与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协议配套使用的还有三个协议：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地址解析协议 ARP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网际控制报文协议 ICMP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网际组管理协议 IGMP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、数据链路层使用的中间设备是（   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集线器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交换机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路由器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网关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地址的编址方法共经过了三个历史阶段：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分类的 IP 地址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子网的划分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构成超网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、下列关于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地址的一些重要特点，说法正确的是（    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地址是一种分等级的地址结构。	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实际上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地址是标志一个主机（或路由器）和一条链路的接口。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用转发器或网桥连接起来的若干个局域网仍为一个网络，因此这些局域网都具有同样的网络号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net-id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所有分配到网络号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net-id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的网络，无论是范围很小的局域网，还是可能覆盖很大地理范围的广域网，都是平等的。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Submit"/>
  <p:tag name="RAINPROBLEMTYPE" val="FillBlank"/>
</p:tagLst>
</file>

<file path=ppt/tags/tag3.xml><?xml version="1.0" encoding="utf-8"?>
<p:tagLst xmlns:p="http://schemas.openxmlformats.org/presentationml/2006/main">
  <p:tag name="PRODUCTVERSIONTIP3" val="PRODUCTVERSIONTIP3"/>
</p:tagLst>
</file>

<file path=ppt/tags/tag4.xml><?xml version="1.0" encoding="utf-8"?>
<p:tagLst xmlns:p="http://schemas.openxmlformats.org/presentationml/2006/main">
  <p:tag name="RAINPROBLEMTYPE" val="ProblemTypeMarker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" val="ProblemSetting"/>
  <p:tag name="RAINPROBLEMTYPE" val="FillBlank"/>
</p:tagLst>
</file>

<file path=ppt/tags/tag10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逻辑上&quot;],&quot;CaseSensitive&quot;:false,&quot;FuzzyMatch&quot;:false},{&quot;Num&quot;:2,&quot;Score&quot;:1.0,&quot;Answers&quot;:[&quot;存储转发&quot;],&quot;CaseSensitive&quot;:false,&quot;FuzzyMatch&quot;:false}]"/>
</p:tagLst>
</file>

<file path=ppt/tags/tag11.xml><?xml version="1.0" encoding="utf-8"?>
<p:tagLst xmlns:p="http://schemas.openxmlformats.org/presentationml/2006/main">
  <p:tag name="RAINPROBLEM" val="ProblemBody"/>
</p:tagLst>
</file>

<file path=ppt/tags/tag12.xml><?xml version="1.0" encoding="utf-8"?>
<p:tagLst xmlns:p="http://schemas.openxmlformats.org/presentationml/2006/main">
  <p:tag name="RAINPROBLEM" val="ProblemSubmit"/>
  <p:tag name="RAINPROBLEMTYPE" val="FillBlank"/>
</p:tagLst>
</file>

<file path=ppt/tags/tag13.xml><?xml version="1.0" encoding="utf-8"?>
<p:tagLst xmlns:p="http://schemas.openxmlformats.org/presentationml/2006/main">
  <p:tag name="PRODUCTVERSIONTIP3" val="PRODUCTVERSIONTIP3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TYPE" val="ProblemTypeMarker"/>
</p:tagLst>
</file>

<file path=ppt/tags/tag19.xml><?xml version="1.0" encoding="utf-8"?>
<p:tagLst xmlns:p="http://schemas.openxmlformats.org/presentationml/2006/main">
  <p:tag name="RAINPROBLEM" val="ProblemSetting"/>
  <p:tag name="RAINPROBLEMTYPE" val="FillBlank"/>
</p:tagLst>
</file>

<file path=ppt/tags/tag20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无连接&quot;],&quot;CaseSensitive&quot;:false,&quot;FuzzyMatch&quot;:false},{&quot;Num&quot;:2,&quot;Score&quot;:1.0,&quot;Answers&quot;:[&quot;尽最大努力交付&quot;],&quot;CaseSensitive&quot;:false,&quot;FuzzyMatch&quot;:false}]"/>
</p:tagLst>
</file>

<file path=ppt/tags/tag21.xml><?xml version="1.0" encoding="utf-8"?>
<p:tagLst xmlns:p="http://schemas.openxmlformats.org/presentationml/2006/main">
  <p:tag name="RAINPROBLEM" val="ProblemBody"/>
</p:tagLst>
</file>

<file path=ppt/tags/tag22.xml><?xml version="1.0" encoding="utf-8"?>
<p:tagLst xmlns:p="http://schemas.openxmlformats.org/presentationml/2006/main">
  <p:tag name="RAINPROBLEM" val="ProblemSubmit"/>
  <p:tag name="RAINPROBLEMTYPE" val="FillBlank"/>
</p:tagLst>
</file>

<file path=ppt/tags/tag23.xml><?xml version="1.0" encoding="utf-8"?>
<p:tagLst xmlns:p="http://schemas.openxmlformats.org/presentationml/2006/main">
  <p:tag name="PRODUCTVERSIONTIP3" val="PRODUCTVERSIONTIP3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TYPE" val="ProblemTypeMarker"/>
</p:tagLst>
</file>

<file path=ppt/tags/tag27.xml><?xml version="1.0" encoding="utf-8"?>
<p:tagLst xmlns:p="http://schemas.openxmlformats.org/presentationml/2006/main">
  <p:tag name="RAINPROBLEMTYPE" val="ProblemTypeMarker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" val="ProblemSetting"/>
  <p:tag name="RAINPROBLEMTYPE" val="FillBlank"/>
</p:tagLst>
</file>

<file path=ppt/tags/tag30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直接交付&quot;],&quot;CaseSensitive&quot;:false,&quot;FuzzyMatch&quot;:false},{&quot;Num&quot;:2,&quot;Score&quot;:1.0,&quot;Answers&quot;:[&quot;间接交付&quot;],&quot;CaseSensitive&quot;:false,&quot;FuzzyMatch&quot;:false}]"/>
</p:tagLst>
</file>

<file path=ppt/tags/tag31.xml><?xml version="1.0" encoding="utf-8"?>
<p:tagLst xmlns:p="http://schemas.openxmlformats.org/presentationml/2006/main">
  <p:tag name="RAINPROBLEM" val="ProblemBody"/>
</p:tagLst>
</file>

<file path=ppt/tags/tag32.xml><?xml version="1.0" encoding="utf-8"?>
<p:tagLst xmlns:p="http://schemas.openxmlformats.org/presentationml/2006/main">
  <p:tag name="RAINPROBLEM" val="ProblemItem"/>
</p:tagLst>
</file>

<file path=ppt/tags/tag33.xml><?xml version="1.0" encoding="utf-8"?>
<p:tagLst xmlns:p="http://schemas.openxmlformats.org/presentationml/2006/main">
  <p:tag name="RAINPROBLEM" val="ProblemItem"/>
</p:tagLst>
</file>

<file path=ppt/tags/tag34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3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6.xml><?xml version="1.0" encoding="utf-8"?>
<p:tagLst xmlns:p="http://schemas.openxmlformats.org/presentationml/2006/main">
  <p:tag name="RAINPROBLEM" val="ProblemSubmit"/>
  <p:tag name="RAINPROBLEMTYPE" val="Polling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  <p:tag name="RAINPROBLEM" val="PollingAnswer"/>
</p:tagLst>
</file>

<file path=ppt/tags/tag42.xml><?xml version="1.0" encoding="utf-8"?>
<p:tagLst xmlns:p="http://schemas.openxmlformats.org/presentationml/2006/main">
  <p:tag name="RAINPROBLEM" val="ProblemSetting"/>
  <p:tag name="RAINPROBLEMTYPE" val="Polling"/>
</p:tagLst>
</file>

<file path=ppt/tags/tag43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4.xml><?xml version="1.0" encoding="utf-8"?>
<p:tagLst xmlns:p="http://schemas.openxmlformats.org/presentationml/2006/main">
  <p:tag name="RAINPROBLEM" val="ProblemBody"/>
</p:tagLst>
</file>

<file path=ppt/tags/tag45.xml><?xml version="1.0" encoding="utf-8"?>
<p:tagLst xmlns:p="http://schemas.openxmlformats.org/presentationml/2006/main">
  <p:tag name="RAINPROBLEM" val="ProblemItem"/>
</p:tagLst>
</file>

<file path=ppt/tags/tag46.xml><?xml version="1.0" encoding="utf-8"?>
<p:tagLst xmlns:p="http://schemas.openxmlformats.org/presentationml/2006/main">
  <p:tag name="RAINPROBLEM" val="ProblemItem"/>
</p:tagLst>
</file>

<file path=ppt/tags/tag4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9.xml><?xml version="1.0" encoding="utf-8"?>
<p:tagLst xmlns:p="http://schemas.openxmlformats.org/presentationml/2006/main">
  <p:tag name="RAINPROBLEM" val="ProblemSubmit"/>
  <p:tag name="RAINPROBLEMTYPE" val="MultipleChoice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TYPE" val="ProblemTypeMarker"/>
</p:tagLst>
</file>

<file path=ppt/tags/tag52.xml><?xml version="1.0" encoding="utf-8"?>
<p:tagLst xmlns:p="http://schemas.openxmlformats.org/presentationml/2006/main">
  <p:tag name="RAINPROBLEMTYPE" val="ProblemTypeMarker"/>
</p:tagLst>
</file>

<file path=ppt/tags/tag53.xml><?xml version="1.0" encoding="utf-8"?>
<p:tagLst xmlns:p="http://schemas.openxmlformats.org/presentationml/2006/main">
  <p:tag name="RAINPROBLEMTYPE" val="ProblemTypeMarker"/>
</p:tagLst>
</file>

<file path=ppt/tags/tag54.xml><?xml version="1.0" encoding="utf-8"?>
<p:tagLst xmlns:p="http://schemas.openxmlformats.org/presentationml/2006/main">
  <p:tag name="RAINPROBLEMTYPE" val="ProblemTypeMarker"/>
</p:tagLst>
</file>

<file path=ppt/tags/tag55.xml><?xml version="1.0" encoding="utf-8"?>
<p:tagLst xmlns:p="http://schemas.openxmlformats.org/presentationml/2006/main">
  <p:tag name="RAINPROBLEM" val="ProblemSetting"/>
  <p:tag name="RAINPROBLEMTYPE" val="MultipleChoice"/>
</p:tagLst>
</file>

<file path=ppt/tags/tag56.xml><?xml version="1.0" encoding="utf-8"?>
<p:tagLst xmlns:p="http://schemas.openxmlformats.org/presentationml/2006/main">
  <p:tag name="RAINPROBLEM" val="ProblemWarning"/>
</p:tagLst>
</file>

<file path=ppt/tags/tag57.xml><?xml version="1.0" encoding="utf-8"?>
<p:tagLst xmlns:p="http://schemas.openxmlformats.org/presentationml/2006/main">
  <p:tag name="RAINPROBLEM" val="MultipleChoice"/>
  <p:tag name="PROBLEMSCORE" val="1.0"/>
</p:tagLst>
</file>

<file path=ppt/tags/tag58.xml><?xml version="1.0" encoding="utf-8"?>
<p:tagLst xmlns:p="http://schemas.openxmlformats.org/presentationml/2006/main">
  <p:tag name="RAINPROBLEM" val="ProblemBody"/>
</p:tagLst>
</file>

<file path=ppt/tags/tag59.xml><?xml version="1.0" encoding="utf-8"?>
<p:tagLst xmlns:p="http://schemas.openxmlformats.org/presentationml/2006/main">
  <p:tag name="RAINPROBLEM" val="ProblemItem"/>
</p:tagLst>
</file>

<file path=ppt/tags/tag60.xml><?xml version="1.0" encoding="utf-8"?>
<p:tagLst xmlns:p="http://schemas.openxmlformats.org/presentationml/2006/main">
  <p:tag name="RAINPROBLEM" val="ProblemItem"/>
</p:tagLst>
</file>

<file path=ppt/tags/tag6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p="http://schemas.openxmlformats.org/presentationml/2006/main">
  <p:tag name="RAINPROBLEM" val="ProblemSubmit"/>
  <p:tag name="RAINPROBLEMTYPE" val="MultipleChoice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TYPE" val="ProblemTypeMarker"/>
</p:tagLst>
</file>

<file path=ppt/tags/tag69.xml><?xml version="1.0" encoding="utf-8"?>
<p:tagLst xmlns:p="http://schemas.openxmlformats.org/presentationml/2006/main">
  <p:tag name="RAINPROBLEM" val="ProblemSetting"/>
  <p:tag name="RAINPROBLEMTYPE" val="MultipleChoice"/>
</p:tagLst>
</file>

<file path=ppt/tags/tag70.xml><?xml version="1.0" encoding="utf-8"?>
<p:tagLst xmlns:p="http://schemas.openxmlformats.org/presentationml/2006/main">
  <p:tag name="RAINPROBLEM" val="ProblemWarning"/>
</p:tagLst>
</file>

<file path=ppt/tags/tag71.xml><?xml version="1.0" encoding="utf-8"?>
<p:tagLst xmlns:p="http://schemas.openxmlformats.org/presentationml/2006/main">
  <p:tag name="RAINPROBLEM" val="MultipleChoice"/>
  <p:tag name="PROBLEMSCORE" val="1.0"/>
</p:tagLst>
</file>

<file path=ppt/tags/tag72.xml><?xml version="1.0" encoding="utf-8"?>
<p:tagLst xmlns:p="http://schemas.openxmlformats.org/presentationml/2006/main">
  <p:tag name="RAINPROBLEM" val="ProblemBody"/>
</p:tagLst>
</file>

<file path=ppt/tags/tag73.xml><?xml version="1.0" encoding="utf-8"?>
<p:tagLst xmlns:p="http://schemas.openxmlformats.org/presentationml/2006/main">
  <p:tag name="RAINPROBLEM" val="ProblemSubmit"/>
  <p:tag name="RAINPROBLEMTYPE" val="FillBlank"/>
</p:tagLst>
</file>

<file path=ppt/tags/tag74.xml><?xml version="1.0" encoding="utf-8"?>
<p:tagLst xmlns:p="http://schemas.openxmlformats.org/presentationml/2006/main">
  <p:tag name="PRODUCTVERSIONTIP3" val="PRODUCTVERSIONTIP3"/>
</p:tagLst>
</file>

<file path=ppt/tags/tag75.xml><?xml version="1.0" encoding="utf-8"?>
<p:tagLst xmlns:p="http://schemas.openxmlformats.org/presentationml/2006/main">
  <p:tag name="RAINPROBLEMTYPE" val="ProblemTypeMarker"/>
</p:tagLst>
</file>

<file path=ppt/tags/tag76.xml><?xml version="1.0" encoding="utf-8"?>
<p:tagLst xmlns:p="http://schemas.openxmlformats.org/presentationml/2006/main">
  <p:tag name="RAINPROBLEMTYPE" val="ProblemTypeMarker"/>
</p:tagLst>
</file>

<file path=ppt/tags/tag77.xml><?xml version="1.0" encoding="utf-8"?>
<p:tagLst xmlns:p="http://schemas.openxmlformats.org/presentationml/2006/main">
  <p:tag name="RAINPROBLEMTYPE" val="ProblemTypeMarker"/>
</p:tagLst>
</file>

<file path=ppt/tags/tag78.xml><?xml version="1.0" encoding="utf-8"?>
<p:tagLst xmlns:p="http://schemas.openxmlformats.org/presentationml/2006/main">
  <p:tag name="RAINPROBLEMTYPE" val="ProblemTypeMarker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" val="ProblemSetting"/>
  <p:tag name="RAINPROBLEMTYPE" val="FillBlank"/>
</p:tagLst>
</file>

<file path=ppt/tags/tag81.xml><?xml version="1.0" encoding="utf-8"?>
<p:tagLst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地址解析协议ARP&quot;],&quot;CaseSensitive&quot;:false,&quot;FuzzyMatch&quot;:false},{&quot;Num&quot;:2,&quot;Score&quot;:1.0,&quot;Answers&quot;:[&quot;网络控制报文协议ICMP&quot;],&quot;CaseSensitive&quot;:false,&quot;FuzzyMatch&quot;:false},{&quot;Num&quot;:3,&quot;Score&quot;:1.0,&quot;Answers&quot;:[&quot;网络组管理协议IGMP&quot;],&quot;CaseSensitive&quot;:false,&quot;FuzzyMatch&quot;:false}]"/>
</p:tagLst>
</file>

<file path=ppt/tags/tag82.xml><?xml version="1.0" encoding="utf-8"?>
<p:tagLst xmlns:p="http://schemas.openxmlformats.org/presentationml/2006/main">
  <p:tag name="RAINPROBLEM" val="ProblemBody"/>
</p:tagLst>
</file>

<file path=ppt/tags/tag83.xml><?xml version="1.0" encoding="utf-8"?>
<p:tagLst xmlns:p="http://schemas.openxmlformats.org/presentationml/2006/main">
  <p:tag name="RAINPROBLEM" val="ProblemItem"/>
</p:tagLst>
</file>

<file path=ppt/tags/tag84.xml><?xml version="1.0" encoding="utf-8"?>
<p:tagLst xmlns:p="http://schemas.openxmlformats.org/presentationml/2006/main">
  <p:tag name="RAINPROBLEM" val="ProblemItem"/>
</p:tagLst>
</file>

<file path=ppt/tags/tag85.xml><?xml version="1.0" encoding="utf-8"?>
<p:tagLst xmlns:p="http://schemas.openxmlformats.org/presentationml/2006/main">
  <p:tag name="RAINPROBLEM" val="ProblemItem"/>
</p:tagLst>
</file>

<file path=ppt/tags/tag86.xml><?xml version="1.0" encoding="utf-8"?>
<p:tagLst xmlns:p="http://schemas.openxmlformats.org/presentationml/2006/main">
  <p:tag name="RAINPROBLEM" val="ProblemItem"/>
</p:tagLst>
</file>

<file path=ppt/tags/tag8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8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89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1.xml><?xml version="1.0" encoding="utf-8"?>
<p:tagLst xmlns:p="http://schemas.openxmlformats.org/presentationml/2006/main">
  <p:tag name="RAINPROBLEM" val="ProblemSubmit"/>
  <p:tag name="RAINPROBLEMTYPE" val="Polling"/>
</p:tagLst>
</file>

<file path=ppt/tags/tag92.xml><?xml version="1.0" encoding="utf-8"?>
<p:tagLst xmlns:p="http://schemas.openxmlformats.org/presentationml/2006/main">
  <p:tag name="RAINPROBLEMTYPE" val="ProblemTypeMarker"/>
</p:tagLst>
</file>

<file path=ppt/tags/tag93.xml><?xml version="1.0" encoding="utf-8"?>
<p:tagLst xmlns:p="http://schemas.openxmlformats.org/presentationml/2006/main">
  <p:tag name="RAINPROBLEMTYPE" val="ProblemTypeMarker"/>
</p:tagLst>
</file>

<file path=ppt/tags/tag94.xml><?xml version="1.0" encoding="utf-8"?>
<p:tagLst xmlns:p="http://schemas.openxmlformats.org/presentationml/2006/main">
  <p:tag name="RAINPROBLEMTYPE" val="ProblemTypeMarker"/>
</p:tagLst>
</file>

<file path=ppt/tags/tag95.xml><?xml version="1.0" encoding="utf-8"?>
<p:tagLst xmlns:p="http://schemas.openxmlformats.org/presentationml/2006/main">
  <p:tag name="RAINPROBLEMTYPE" val="ProblemTypeMarker"/>
</p:tagLst>
</file>

<file path=ppt/tags/tag96.xml><?xml version="1.0" encoding="utf-8"?>
<p:tagLst xmlns:p="http://schemas.openxmlformats.org/presentationml/2006/main">
  <p:tag name="RAINPROBLEMTYPE" val="ProblemTypeMarker"/>
  <p:tag name="RAINPROBLEM" val="PollingAnswer"/>
</p:tagLst>
</file>

<file path=ppt/tags/tag97.xml><?xml version="1.0" encoding="utf-8"?>
<p:tagLst xmlns:p="http://schemas.openxmlformats.org/presentationml/2006/main">
  <p:tag name="RAINPROBLEM" val="ProblemSetting"/>
  <p:tag name="RAINPROBLEMTYPE" val="Polling"/>
</p:tagLst>
</file>

<file path=ppt/tags/tag98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99.xml><?xml version="1.0" encoding="utf-8"?>
<p:tagLst xmlns:p="http://schemas.openxmlformats.org/presentationml/2006/main">
  <p:tag name="RAINPROBLEM" val="ProblemBody"/>
</p:tagLst>
</file>

<file path=ppt/tags/tag100.xml><?xml version="1.0" encoding="utf-8"?>
<p:tagLst xmlns:p="http://schemas.openxmlformats.org/presentationml/2006/main">
  <p:tag name="RAINPROBLEM" val="ProblemSubmit"/>
  <p:tag name="RAINPROBLEMTYPE" val="FillBlank"/>
</p:tagLst>
</file>

<file path=ppt/tags/tag101.xml><?xml version="1.0" encoding="utf-8"?>
<p:tagLst xmlns:p="http://schemas.openxmlformats.org/presentationml/2006/main">
  <p:tag name="PRODUCTVERSIONTIP3" val="PRODUCTVERSIONTIP3"/>
</p:tagLst>
</file>

<file path=ppt/tags/tag102.xml><?xml version="1.0" encoding="utf-8"?>
<p:tagLst xmlns:p="http://schemas.openxmlformats.org/presentationml/2006/main">
  <p:tag name="RAINPROBLEMTYPE" val="ProblemTypeMarker"/>
</p:tagLst>
</file>

<file path=ppt/tags/tag103.xml><?xml version="1.0" encoding="utf-8"?>
<p:tagLst xmlns:p="http://schemas.openxmlformats.org/presentationml/2006/main">
  <p:tag name="RAINPROBLEMTYPE" val="ProblemTypeMarker"/>
</p:tagLst>
</file>

<file path=ppt/tags/tag104.xml><?xml version="1.0" encoding="utf-8"?>
<p:tagLst xmlns:p="http://schemas.openxmlformats.org/presentationml/2006/main">
  <p:tag name="RAINPROBLEMTYPE" val="ProblemTypeMarker"/>
</p:tagLst>
</file>

<file path=ppt/tags/tag105.xml><?xml version="1.0" encoding="utf-8"?>
<p:tagLst xmlns:p="http://schemas.openxmlformats.org/presentationml/2006/main">
  <p:tag name="RAINPROBLEMTYPE" val="ProblemTypeMarker"/>
</p:tagLst>
</file>

<file path=ppt/tags/tag106.xml><?xml version="1.0" encoding="utf-8"?>
<p:tagLst xmlns:p="http://schemas.openxmlformats.org/presentationml/2006/main">
  <p:tag name="RAINPROBLEMTYPE" val="ProblemTypeMarker"/>
</p:tagLst>
</file>

<file path=ppt/tags/tag107.xml><?xml version="1.0" encoding="utf-8"?>
<p:tagLst xmlns:p="http://schemas.openxmlformats.org/presentationml/2006/main">
  <p:tag name="RAINPROBLEM" val="ProblemSetting"/>
  <p:tag name="RAINPROBLEMTYPE" val="FillBlank"/>
</p:tagLst>
</file>

<file path=ppt/tags/tag108.xml><?xml version="1.0" encoding="utf-8"?>
<p:tagLst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分类的IP地址&quot;],&quot;CaseSensitive&quot;:false,&quot;FuzzyMatch&quot;:false},{&quot;Num&quot;:2,&quot;Score&quot;:1.0,&quot;Answers&quot;:[&quot;子网划分&quot;],&quot;CaseSensitive&quot;:false,&quot;FuzzyMatch&quot;:false},{&quot;Num&quot;:3,&quot;Score&quot;:1.0,&quot;Answers&quot;:[&quot;构成超网&quot;],&quot;CaseSensitive&quot;:false,&quot;FuzzyMatch&quot;:false}]"/>
</p:tagLst>
</file>

<file path=ppt/tags/tag109.xml><?xml version="1.0" encoding="utf-8"?>
<p:tagLst xmlns:p="http://schemas.openxmlformats.org/presentationml/2006/main">
  <p:tag name="RAINPROBLEM" val="ProblemBody"/>
</p:tagLst>
</file>

<file path=ppt/tags/tag110.xml><?xml version="1.0" encoding="utf-8"?>
<p:tagLst xmlns:p="http://schemas.openxmlformats.org/presentationml/2006/main">
  <p:tag name="RAINPROBLEM" val="ProblemItem"/>
</p:tagLst>
</file>

<file path=ppt/tags/tag111.xml><?xml version="1.0" encoding="utf-8"?>
<p:tagLst xmlns:p="http://schemas.openxmlformats.org/presentationml/2006/main">
  <p:tag name="RAINPROBLEM" val="ProblemItem"/>
</p:tagLst>
</file>

<file path=ppt/tags/tag112.xml><?xml version="1.0" encoding="utf-8"?>
<p:tagLst xmlns:p="http://schemas.openxmlformats.org/presentationml/2006/main">
  <p:tag name="RAINPROBLEM" val="ProblemItem"/>
</p:tagLst>
</file>

<file path=ppt/tags/tag113.xml><?xml version="1.0" encoding="utf-8"?>
<p:tagLst xmlns:p="http://schemas.openxmlformats.org/presentationml/2006/main">
  <p:tag name="RAINPROBLEM" val="ProblemItem"/>
</p:tagLst>
</file>

<file path=ppt/tags/tag114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15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16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17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18.xml><?xml version="1.0" encoding="utf-8"?>
<p:tagLst xmlns:p="http://schemas.openxmlformats.org/presentationml/2006/main">
  <p:tag name="RAINPROBLEM" val="ProblemSubmit"/>
  <p:tag name="RAINPROBLEMTYPE" val="Polling"/>
</p:tagLst>
</file>

<file path=ppt/tags/tag119.xml><?xml version="1.0" encoding="utf-8"?>
<p:tagLst xmlns:p="http://schemas.openxmlformats.org/presentationml/2006/main">
  <p:tag name="RAINPROBLEMTYPE" val="ProblemTypeMarker"/>
</p:tagLst>
</file>

<file path=ppt/tags/tag120.xml><?xml version="1.0" encoding="utf-8"?>
<p:tagLst xmlns:p="http://schemas.openxmlformats.org/presentationml/2006/main">
  <p:tag name="RAINPROBLEMTYPE" val="ProblemTypeMarker"/>
</p:tagLst>
</file>

<file path=ppt/tags/tag121.xml><?xml version="1.0" encoding="utf-8"?>
<p:tagLst xmlns:p="http://schemas.openxmlformats.org/presentationml/2006/main">
  <p:tag name="RAINPROBLEMTYPE" val="ProblemTypeMarker"/>
</p:tagLst>
</file>

<file path=ppt/tags/tag122.xml><?xml version="1.0" encoding="utf-8"?>
<p:tagLst xmlns:p="http://schemas.openxmlformats.org/presentationml/2006/main">
  <p:tag name="RAINPROBLEMTYPE" val="ProblemTypeMarker"/>
</p:tagLst>
</file>

<file path=ppt/tags/tag123.xml><?xml version="1.0" encoding="utf-8"?>
<p:tagLst xmlns:p="http://schemas.openxmlformats.org/presentationml/2006/main">
  <p:tag name="RAINPROBLEMTYPE" val="ProblemTypeMarker"/>
  <p:tag name="RAINPROBLEM" val="PollingAnswer"/>
</p:tagLst>
</file>

<file path=ppt/tags/tag124.xml><?xml version="1.0" encoding="utf-8"?>
<p:tagLst xmlns:p="http://schemas.openxmlformats.org/presentationml/2006/main">
  <p:tag name="RAINPROBLEM" val="ProblemSetting"/>
  <p:tag name="RAINPROBLEMTYPE" val="Polling"/>
</p:tagLst>
</file>

<file path=ppt/tags/tag125.xml><?xml version="1.0" encoding="utf-8"?>
<p:tagLst xmlns:p="http://schemas.openxmlformats.org/presentationml/2006/main">
  <p:tag name="PROBLEMSCORE_HALF" val="0.0"/>
  <p:tag name="RAINPROBLEMTYPE" val="Polling"/>
  <p:tag name="RAINPROBLEM" val="Polling"/>
  <p:tag name="ANONYMOUSPOLLING" val="False"/>
  <p:tag name="PROBLEMSCORE" val="0.0"/>
</p:tagLst>
</file>

<file path=ppt/tags/tag126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849</Words>
  <Application>WPS 演示</Application>
  <PresentationFormat>宽屏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黑体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42</cp:revision>
  <dcterms:created xsi:type="dcterms:W3CDTF">2020-02-20T13:08:00Z</dcterms:created>
  <dcterms:modified xsi:type="dcterms:W3CDTF">2022-05-25T13:30:23Z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A46AA78270534AEE8B621AF6116078BB</vt:lpwstr>
  </property>
  <property fmtid="{D5CDD505-2E9C-101B-9397-08002B2CF9AE}" pid="3" name="KSOProductBuildVer">
    <vt:lpwstr>2052-11.1.0.11744</vt:lpwstr>
  </property>
</Properties>
</file>