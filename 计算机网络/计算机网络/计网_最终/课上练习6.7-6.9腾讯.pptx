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1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B1980-D1C4-49F4-9194-B874B9348ED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FE3E7-C992-4D26-8166-9701592A921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FE3E7-C992-4D26-8166-9701592A92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客户程序  服务器程序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FE3E7-C992-4D26-8166-9701592A92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FE3E7-C992-4D26-8166-9701592A92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FE3E7-C992-4D26-8166-9701592A92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套接字  系统资源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FE3E7-C992-4D26-8166-9701592A92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FE3E7-C992-4D26-8166-9701592A92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FE3E7-C992-4D26-8166-9701592A92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FE3E7-C992-4D26-8166-9701592A92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分布式散列表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FE3E7-C992-4D26-8166-9701592A921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3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3.xml"/><Relationship Id="rId10" Type="http://schemas.openxmlformats.org/officeDocument/2006/relationships/image" Target="../media/image1.png"/><Relationship Id="rId1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38.xml"/><Relationship Id="rId15" Type="http://schemas.openxmlformats.org/officeDocument/2006/relationships/image" Target="../media/image1.png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51.xml"/><Relationship Id="rId13" Type="http://schemas.openxmlformats.org/officeDocument/2006/relationships/image" Target="../media/image1.png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61.xml"/><Relationship Id="rId10" Type="http://schemas.openxmlformats.org/officeDocument/2006/relationships/image" Target="../media/image1.png"/><Relationship Id="rId1" Type="http://schemas.openxmlformats.org/officeDocument/2006/relationships/tags" Target="../tags/tag5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74.xml"/><Relationship Id="rId13" Type="http://schemas.openxmlformats.org/officeDocument/2006/relationships/image" Target="../media/image1.png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tags" Target="../tags/tag6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6" Type="http://schemas.openxmlformats.org/officeDocument/2006/relationships/notesSlide" Target="../notesSlides/notesSlide7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87.xml"/><Relationship Id="rId13" Type="http://schemas.openxmlformats.org/officeDocument/2006/relationships/image" Target="../media/image1.png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tags" Target="../tags/tag75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00.xml"/><Relationship Id="rId13" Type="http://schemas.openxmlformats.org/officeDocument/2006/relationships/image" Target="../media/image1.png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tags" Target="../tags/tag8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10.xml"/><Relationship Id="rId10" Type="http://schemas.openxmlformats.org/officeDocument/2006/relationships/image" Target="../media/image1.png"/><Relationship Id="rId1" Type="http://schemas.openxmlformats.org/officeDocument/2006/relationships/tags" Target="../tags/tag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、网络管理协议简称为网管协议。需要注意的是，并不是网管协议本身来管理网络。网管协议是管理程序和代理程序之间进行通信的规则。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、管理程序运行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SNMP 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客户程序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，向某个代理程序发出请求（或命令），代理程序运行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SNMP 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服务器程序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，返回响应（或执行某个动作）。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SNMP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的网络管理中，（   ）定义了命名对象和定义对象类型（包括范围和长度）的通用规则，以及把对象和对象的值进行编码的规则。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SNMP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本身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管理信息结构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SMI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管理信息库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MIB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SNMP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完全使用探询协议，它不允许被管对象不经过询问就能发送某些信息。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、应用进程通过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套接字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接入到网络，当应用进程需要使用网络进行通信时就发出系统调用，请求操作系统为其创建，以便把网络通信所需要的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系统资源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分配给该应用进程。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、集中目录服务器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P2P Napster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Napster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的文件传输是分散的，但文件的定位则是集中的。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Gnutella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是第二代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P2P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文件共享程序，采用全分布方法定位内容的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P2P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文件共享应用程序。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Gnutella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与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Napster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最大的区别就是不使用集中式的目录服务器，而是使用洪泛法在大量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Gnutella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用户之间进行查询，而且为了更加准确定位，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Gnutella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设计了一种全范围的洪泛查询。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、全分布式结构的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P2P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电骡 </a:t>
            </a:r>
            <a:r>
              <a:rPr lang="en-US" altLang="zh-CN" sz="2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eMule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，使用分散定位和分散传输技术，把每一个文件划分为许多小文件块，并使用多源文件传输协议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MFTP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进行传送。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9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、在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P2P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对等方中搜索对象，现在广泛使用的索引和查找技术叫做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分布式散列表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6.xml><?xml version="1.0" encoding="utf-8"?>
<p:tagLst xmlns:p="http://schemas.openxmlformats.org/presentationml/2006/main">
  <p:tag name="RAINPROBLEM" val="ProblemSubmit"/>
  <p:tag name="RAINPROBLEMTYPE" val="Polling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  <p:tag name="RAINPROBLEM" val="PollingAnswer"/>
</p:tagLst>
</file>

<file path=ppt/tags/tag12.xml><?xml version="1.0" encoding="utf-8"?>
<p:tagLst xmlns:p="http://schemas.openxmlformats.org/presentationml/2006/main">
  <p:tag name="RAINPROBLEM" val="ProblemSetting"/>
  <p:tag name="RAINPROBLEMTYPE" val="Polling"/>
</p:tagLst>
</file>

<file path=ppt/tags/tag13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4.xml><?xml version="1.0" encoding="utf-8"?>
<p:tagLst xmlns:p="http://schemas.openxmlformats.org/presentationml/2006/main">
  <p:tag name="RAINPROBLEM" val="ProblemBody"/>
</p:tagLst>
</file>

<file path=ppt/tags/tag15.xml><?xml version="1.0" encoding="utf-8"?>
<p:tagLst xmlns:p="http://schemas.openxmlformats.org/presentationml/2006/main">
  <p:tag name="RAINPROBLEM" val="ProblemSubmit"/>
  <p:tag name="RAINPROBLEMTYPE" val="FillBlank"/>
</p:tagLst>
</file>

<file path=ppt/tags/tag16.xml><?xml version="1.0" encoding="utf-8"?>
<p:tagLst xmlns:p="http://schemas.openxmlformats.org/presentationml/2006/main">
  <p:tag name="PRODUCTVERSIONTIP3" val="PRODUCTVERSIONTIP3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TYPE" val="ProblemTypeMarker"/>
</p:tagLst>
</file>

<file path=ppt/tags/tag19.xml><?xml version="1.0" encoding="utf-8"?>
<p:tagLst xmlns:p="http://schemas.openxmlformats.org/presentationml/2006/main">
  <p:tag name="RAINPROBLEMTYPE" val="ProblemTypeMarker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" val="ProblemSetting"/>
  <p:tag name="RAINPROBLEMTYPE" val="FillBlank"/>
</p:tagLst>
</file>

<file path=ppt/tags/tag23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客户程序&quot;]},{&quot;num&quot;:2,&quot;caseSensitive&quot;:false,&quot;fuzzyMatch&quot;:false,&quot;Score&quot;:1.0,&quot;answers&quot;:[&quot;服务器程序&quot;]}]"/>
</p:tagLst>
</file>

<file path=ppt/tags/tag24.xml><?xml version="1.0" encoding="utf-8"?>
<p:tagLst xmlns:p="http://schemas.openxmlformats.org/presentationml/2006/main">
  <p:tag name="RAINPROBLEM" val="ProblemBody"/>
</p:tagLst>
</file>

<file path=ppt/tags/tag25.xml><?xml version="1.0" encoding="utf-8"?>
<p:tagLst xmlns:p="http://schemas.openxmlformats.org/presentationml/2006/main">
  <p:tag name="RAINPROBLEM" val="ProblemItem"/>
</p:tagLst>
</file>

<file path=ppt/tags/tag26.xml><?xml version="1.0" encoding="utf-8"?>
<p:tagLst xmlns:p="http://schemas.openxmlformats.org/presentationml/2006/main">
  <p:tag name="RAINPROBLEM" val="ProblemItem"/>
</p:tagLst>
</file>

<file path=ppt/tags/tag27.xml><?xml version="1.0" encoding="utf-8"?>
<p:tagLst xmlns:p="http://schemas.openxmlformats.org/presentationml/2006/main">
  <p:tag name="RAINPROBLEM" val="ProblemItem"/>
</p:tagLst>
</file>

<file path=ppt/tags/tag2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9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3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31.xml><?xml version="1.0" encoding="utf-8"?>
<p:tagLst xmlns:p="http://schemas.openxmlformats.org/presentationml/2006/main">
  <p:tag name="RAINPROBLEM" val="ProblemSubmit"/>
  <p:tag name="RAINPROBLEMTYPE" val="Polling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TYPE" val="ProblemTypeMarker"/>
</p:tagLst>
</file>

<file path=ppt/tags/tag35.xml><?xml version="1.0" encoding="utf-8"?>
<p:tagLst xmlns:p="http://schemas.openxmlformats.org/presentationml/2006/main">
  <p:tag name="RAINPROBLEMTYPE" val="ProblemTypeMarker"/>
</p:tagLst>
</file>

<file path=ppt/tags/tag36.xml><?xml version="1.0" encoding="utf-8"?>
<p:tagLst xmlns:p="http://schemas.openxmlformats.org/presentationml/2006/main">
  <p:tag name="RAINPROBLEMTYPE" val="ProblemTypeMarker"/>
  <p:tag name="RAINPROBLEM" val="PollingAnswer"/>
</p:tagLst>
</file>

<file path=ppt/tags/tag37.xml><?xml version="1.0" encoding="utf-8"?>
<p:tagLst xmlns:p="http://schemas.openxmlformats.org/presentationml/2006/main">
  <p:tag name="RAINPROBLEM" val="ProblemSetting"/>
  <p:tag name="RAINPROBLEMTYPE" val="Polling"/>
</p:tagLst>
</file>

<file path=ppt/tags/tag38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9.xml><?xml version="1.0" encoding="utf-8"?>
<p:tagLst xmlns:p="http://schemas.openxmlformats.org/presentationml/2006/main">
  <p:tag name="RAINPROBLEM" val="ProblemBody"/>
</p:tagLst>
</file>

<file path=ppt/tags/tag40.xml><?xml version="1.0" encoding="utf-8"?>
<p:tagLst xmlns:p="http://schemas.openxmlformats.org/presentationml/2006/main">
  <p:tag name="RAINPROBLEM" val="ProblemItem"/>
</p:tagLst>
</file>

<file path=ppt/tags/tag41.xml><?xml version="1.0" encoding="utf-8"?>
<p:tagLst xmlns:p="http://schemas.openxmlformats.org/presentationml/2006/main">
  <p:tag name="RAINPROBLEM" val="ProblemItem"/>
</p:tagLst>
</file>

<file path=ppt/tags/tag4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43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44.xml><?xml version="1.0" encoding="utf-8"?>
<p:tagLst xmlns:p="http://schemas.openxmlformats.org/presentationml/2006/main">
  <p:tag name="RAINPROBLEM" val="ProblemSubmit"/>
  <p:tag name="RAINPROBLEMTYPE" val="Polling"/>
</p:tagLst>
</file>

<file path=ppt/tags/tag45.xml><?xml version="1.0" encoding="utf-8"?>
<p:tagLst xmlns:p="http://schemas.openxmlformats.org/presentationml/2006/main">
  <p:tag name="RAINPROBLEMTYPE" val="ProblemTypeMarker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  <p:tag name="RAINPROBLEM" val="PollingAnswer"/>
</p:tagLst>
</file>

<file path=ppt/tags/tag50.xml><?xml version="1.0" encoding="utf-8"?>
<p:tagLst xmlns:p="http://schemas.openxmlformats.org/presentationml/2006/main">
  <p:tag name="RAINPROBLEM" val="ProblemSetting"/>
  <p:tag name="RAINPROBLEMTYPE" val="Polling"/>
</p:tagLst>
</file>

<file path=ppt/tags/tag51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52.xml><?xml version="1.0" encoding="utf-8"?>
<p:tagLst xmlns:p="http://schemas.openxmlformats.org/presentationml/2006/main">
  <p:tag name="RAINPROBLEM" val="ProblemBody"/>
</p:tagLst>
</file>

<file path=ppt/tags/tag53.xml><?xml version="1.0" encoding="utf-8"?>
<p:tagLst xmlns:p="http://schemas.openxmlformats.org/presentationml/2006/main">
  <p:tag name="RAINPROBLEM" val="ProblemSubmit"/>
  <p:tag name="RAINPROBLEMTYPE" val="FillBlank"/>
</p:tagLst>
</file>

<file path=ppt/tags/tag54.xml><?xml version="1.0" encoding="utf-8"?>
<p:tagLst xmlns:p="http://schemas.openxmlformats.org/presentationml/2006/main">
  <p:tag name="PRODUCTVERSIONTIP3" val="PRODUCTVERSIONTIP3"/>
</p:tagLst>
</file>

<file path=ppt/tags/tag55.xml><?xml version="1.0" encoding="utf-8"?>
<p:tagLst xmlns:p="http://schemas.openxmlformats.org/presentationml/2006/main">
  <p:tag name="RAINPROBLEMTYPE" val="ProblemTypeMarker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" val="ProblemSetting"/>
  <p:tag name="RAINPROBLEMTYPE" val="FillBlank"/>
</p:tagLst>
</file>

<file path=ppt/tags/tag61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caseSensitive&quot;:false,&quot;fuzzyMatch&quot;:false,&quot;Score&quot;:1.0,&quot;answers&quot;:[&quot;套接字&quot;]},{&quot;num&quot;:2,&quot;caseSensitive&quot;:false,&quot;fuzzyMatch&quot;:false,&quot;Score&quot;:1.0,&quot;answers&quot;:[&quot;系统资源&quot;]}]"/>
</p:tagLst>
</file>

<file path=ppt/tags/tag62.xml><?xml version="1.0" encoding="utf-8"?>
<p:tagLst xmlns:p="http://schemas.openxmlformats.org/presentationml/2006/main">
  <p:tag name="RAINPROBLEM" val="ProblemBody"/>
</p:tagLst>
</file>

<file path=ppt/tags/tag63.xml><?xml version="1.0" encoding="utf-8"?>
<p:tagLst xmlns:p="http://schemas.openxmlformats.org/presentationml/2006/main">
  <p:tag name="RAINPROBLEM" val="ProblemItem"/>
</p:tagLst>
</file>

<file path=ppt/tags/tag64.xml><?xml version="1.0" encoding="utf-8"?>
<p:tagLst xmlns:p="http://schemas.openxmlformats.org/presentationml/2006/main">
  <p:tag name="RAINPROBLEM" val="ProblemItem"/>
</p:tagLst>
</file>

<file path=ppt/tags/tag65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6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67.xml><?xml version="1.0" encoding="utf-8"?>
<p:tagLst xmlns:p="http://schemas.openxmlformats.org/presentationml/2006/main">
  <p:tag name="RAINPROBLEM" val="ProblemSubmit"/>
  <p:tag name="RAINPROBLEMTYPE" val="Polling"/>
</p:tagLst>
</file>

<file path=ppt/tags/tag68.xml><?xml version="1.0" encoding="utf-8"?>
<p:tagLst xmlns:p="http://schemas.openxmlformats.org/presentationml/2006/main">
  <p:tag name="RAINPROBLEMTYPE" val="ProblemTypeMarker"/>
</p:tagLst>
</file>

<file path=ppt/tags/tag69.xml><?xml version="1.0" encoding="utf-8"?>
<p:tagLst xmlns:p="http://schemas.openxmlformats.org/presentationml/2006/main">
  <p:tag name="RAINPROBLEMTYPE" val="ProblemTypeMarker"/>
</p:tagLst>
</file>

<file path=ppt/tags/tag70.xml><?xml version="1.0" encoding="utf-8"?>
<p:tagLst xmlns:p="http://schemas.openxmlformats.org/presentationml/2006/main">
  <p:tag name="RAINPROBLEMTYPE" val="ProblemTypeMarker"/>
</p:tagLst>
</file>

<file path=ppt/tags/tag71.xml><?xml version="1.0" encoding="utf-8"?>
<p:tagLst xmlns:p="http://schemas.openxmlformats.org/presentationml/2006/main">
  <p:tag name="RAINPROBLEMTYPE" val="ProblemTypeMarker"/>
</p:tagLst>
</file>

<file path=ppt/tags/tag72.xml><?xml version="1.0" encoding="utf-8"?>
<p:tagLst xmlns:p="http://schemas.openxmlformats.org/presentationml/2006/main">
  <p:tag name="RAINPROBLEMTYPE" val="ProblemTypeMarker"/>
  <p:tag name="RAINPROBLEM" val="PollingAnswer"/>
</p:tagLst>
</file>

<file path=ppt/tags/tag73.xml><?xml version="1.0" encoding="utf-8"?>
<p:tagLst xmlns:p="http://schemas.openxmlformats.org/presentationml/2006/main">
  <p:tag name="RAINPROBLEM" val="ProblemSetting"/>
  <p:tag name="RAINPROBLEMTYPE" val="Polling"/>
</p:tagLst>
</file>

<file path=ppt/tags/tag74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5.xml><?xml version="1.0" encoding="utf-8"?>
<p:tagLst xmlns:p="http://schemas.openxmlformats.org/presentationml/2006/main">
  <p:tag name="RAINPROBLEM" val="ProblemBody"/>
</p:tagLst>
</file>

<file path=ppt/tags/tag76.xml><?xml version="1.0" encoding="utf-8"?>
<p:tagLst xmlns:p="http://schemas.openxmlformats.org/presentationml/2006/main">
  <p:tag name="RAINPROBLEM" val="ProblemItem"/>
</p:tagLst>
</file>

<file path=ppt/tags/tag77.xml><?xml version="1.0" encoding="utf-8"?>
<p:tagLst xmlns:p="http://schemas.openxmlformats.org/presentationml/2006/main">
  <p:tag name="RAINPROBLEM" val="ProblemItem"/>
</p:tagLst>
</file>

<file path=ppt/tags/tag78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79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80.xml><?xml version="1.0" encoding="utf-8"?>
<p:tagLst xmlns:p="http://schemas.openxmlformats.org/presentationml/2006/main">
  <p:tag name="RAINPROBLEM" val="ProblemSubmit"/>
  <p:tag name="RAINPROBLEMTYPE" val="Polling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TYPE" val="ProblemTypeMarker"/>
  <p:tag name="RAINPROBLEM" val="PollingAnswer"/>
</p:tagLst>
</file>

<file path=ppt/tags/tag86.xml><?xml version="1.0" encoding="utf-8"?>
<p:tagLst xmlns:p="http://schemas.openxmlformats.org/presentationml/2006/main">
  <p:tag name="RAINPROBLEM" val="ProblemSetting"/>
  <p:tag name="RAINPROBLEMTYPE" val="Polling"/>
</p:tagLst>
</file>

<file path=ppt/tags/tag87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88.xml><?xml version="1.0" encoding="utf-8"?>
<p:tagLst xmlns:p="http://schemas.openxmlformats.org/presentationml/2006/main">
  <p:tag name="RAINPROBLEM" val="ProblemBody"/>
</p:tagLst>
</file>

<file path=ppt/tags/tag89.xml><?xml version="1.0" encoding="utf-8"?>
<p:tagLst xmlns:p="http://schemas.openxmlformats.org/presentationml/2006/main">
  <p:tag name="RAINPROBLEM" val="ProblemItem"/>
</p:tagLst>
</file>

<file path=ppt/tags/tag90.xml><?xml version="1.0" encoding="utf-8"?>
<p:tagLst xmlns:p="http://schemas.openxmlformats.org/presentationml/2006/main">
  <p:tag name="RAINPROBLEM" val="ProblemItem"/>
</p:tagLst>
</file>

<file path=ppt/tags/tag91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9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93.xml><?xml version="1.0" encoding="utf-8"?>
<p:tagLst xmlns:p="http://schemas.openxmlformats.org/presentationml/2006/main">
  <p:tag name="RAINPROBLEM" val="ProblemSubmit"/>
  <p:tag name="RAINPROBLEMTYPE" val="Polling"/>
</p:tagLst>
</file>

<file path=ppt/tags/tag94.xml><?xml version="1.0" encoding="utf-8"?>
<p:tagLst xmlns:p="http://schemas.openxmlformats.org/presentationml/2006/main">
  <p:tag name="RAINPROBLEMTYPE" val="ProblemTypeMarker"/>
</p:tagLst>
</file>

<file path=ppt/tags/tag95.xml><?xml version="1.0" encoding="utf-8"?>
<p:tagLst xmlns:p="http://schemas.openxmlformats.org/presentationml/2006/main">
  <p:tag name="RAINPROBLEMTYPE" val="ProblemTypeMarker"/>
</p:tagLst>
</file>

<file path=ppt/tags/tag96.xml><?xml version="1.0" encoding="utf-8"?>
<p:tagLst xmlns:p="http://schemas.openxmlformats.org/presentationml/2006/main">
  <p:tag name="RAINPROBLEMTYPE" val="ProblemTypeMarker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TYPE" val="ProblemTypeMarker"/>
  <p:tag name="RAINPROBLEM" val="PollingAnswer"/>
</p:tagLst>
</file>

<file path=ppt/tags/tag99.xml><?xml version="1.0" encoding="utf-8"?>
<p:tagLst xmlns:p="http://schemas.openxmlformats.org/presentationml/2006/main">
  <p:tag name="RAINPROBLEM" val="ProblemSetting"/>
  <p:tag name="RAINPROBLEMTYPE" val="Polling"/>
</p:tagLst>
</file>

<file path=ppt/tags/tag100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01.xml><?xml version="1.0" encoding="utf-8"?>
<p:tagLst xmlns:p="http://schemas.openxmlformats.org/presentationml/2006/main">
  <p:tag name="RAINPROBLEM" val="ProblemBody"/>
</p:tagLst>
</file>

<file path=ppt/tags/tag102.xml><?xml version="1.0" encoding="utf-8"?>
<p:tagLst xmlns:p="http://schemas.openxmlformats.org/presentationml/2006/main">
  <p:tag name="RAINPROBLEM" val="ProblemSubmit"/>
  <p:tag name="RAINPROBLEMTYPE" val="FillBlank"/>
</p:tagLst>
</file>

<file path=ppt/tags/tag103.xml><?xml version="1.0" encoding="utf-8"?>
<p:tagLst xmlns:p="http://schemas.openxmlformats.org/presentationml/2006/main">
  <p:tag name="PRODUCTVERSIONTIP3" val="PRODUCTVERSIONTIP3"/>
</p:tagLst>
</file>

<file path=ppt/tags/tag104.xml><?xml version="1.0" encoding="utf-8"?>
<p:tagLst xmlns:p="http://schemas.openxmlformats.org/presentationml/2006/main">
  <p:tag name="RAINPROBLEMTYPE" val="ProblemTypeMarker"/>
</p:tagLst>
</file>

<file path=ppt/tags/tag105.xml><?xml version="1.0" encoding="utf-8"?>
<p:tagLst xmlns:p="http://schemas.openxmlformats.org/presentationml/2006/main">
  <p:tag name="RAINPROBLEMTYPE" val="ProblemTypeMarker"/>
</p:tagLst>
</file>

<file path=ppt/tags/tag106.xml><?xml version="1.0" encoding="utf-8"?>
<p:tagLst xmlns:p="http://schemas.openxmlformats.org/presentationml/2006/main">
  <p:tag name="RAINPROBLEMTYPE" val="ProblemTypeMarker"/>
</p:tagLst>
</file>

<file path=ppt/tags/tag107.xml><?xml version="1.0" encoding="utf-8"?>
<p:tagLst xmlns:p="http://schemas.openxmlformats.org/presentationml/2006/main">
  <p:tag name="RAINPROBLEMTYPE" val="ProblemTypeMarker"/>
</p:tagLst>
</file>

<file path=ppt/tags/tag108.xml><?xml version="1.0" encoding="utf-8"?>
<p:tagLst xmlns:p="http://schemas.openxmlformats.org/presentationml/2006/main">
  <p:tag name="RAINPROBLEMTYPE" val="ProblemTypeMarker"/>
</p:tagLst>
</file>

<file path=ppt/tags/tag109.xml><?xml version="1.0" encoding="utf-8"?>
<p:tagLst xmlns:p="http://schemas.openxmlformats.org/presentationml/2006/main">
  <p:tag name="RAINPROBLEM" val="ProblemSetting"/>
  <p:tag name="RAINPROBLEMTYPE" val="FillBlank"/>
</p:tagLst>
</file>

<file path=ppt/tags/tag110.xml><?xml version="1.0" encoding="utf-8"?>
<p:tagLst xmlns:p="http://schemas.openxmlformats.org/presentationml/2006/main">
  <p:tag name="RAINPROBLEM" val="FillBlank"/>
  <p:tag name="PROBLEMBLANKKEYWORD" val="填空"/>
  <p:tag name="PROBLEMSCORE" val="1.0"/>
  <p:tag name="PROBLEMBLANK" val="[{&quot;num&quot;:1,&quot;caseSensitive&quot;:false,&quot;fuzzyMatch&quot;:false,&quot;Score&quot;:1.0,&quot;answers&quot;:[&quot;分布式散列表&quot;]}]"/>
</p:tagLst>
</file>

<file path=ppt/tags/tag111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</Words>
  <Application>WPS 演示</Application>
  <PresentationFormat>宽屏</PresentationFormat>
  <Paragraphs>130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143</cp:revision>
  <dcterms:created xsi:type="dcterms:W3CDTF">2020-02-20T13:08:00Z</dcterms:created>
  <dcterms:modified xsi:type="dcterms:W3CDTF">2022-05-25T13:34:43Z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E79DE5A0A95449D38EC41EF9FFBDDE49</vt:lpwstr>
  </property>
  <property fmtid="{D5CDD505-2E9C-101B-9397-08002B2CF9AE}" pid="3" name="KSOProductBuildVer">
    <vt:lpwstr>2052-11.1.0.11744</vt:lpwstr>
  </property>
</Properties>
</file>