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259" r:id="rId6"/>
    <p:sldId id="260" r:id="rId7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4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gs" Target="tags/tag53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数字化、网络化、信息化</a:t>
            </a:r>
            <a:r>
              <a:rPr lang="en-US" altLang="zh-CN"/>
              <a:t>      </a:t>
            </a:r>
            <a:r>
              <a:rPr lang="zh-CN" altLang="en-US"/>
              <a:t>网络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电信网络、有线电视网络、计算机网络</a:t>
            </a:r>
            <a:r>
              <a:rPr lang="en-US" altLang="zh-CN"/>
              <a:t>            </a:t>
            </a:r>
            <a:r>
              <a:rPr lang="zh-CN" altLang="en-US"/>
              <a:t>计算机</a:t>
            </a:r>
            <a:r>
              <a:rPr lang="zh-CN" altLang="en-US"/>
              <a:t>网络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因特网</a:t>
            </a:r>
            <a:r>
              <a:rPr lang="en-US" altLang="zh-CN"/>
              <a:t>   </a:t>
            </a:r>
            <a:r>
              <a:rPr lang="zh-CN" altLang="en-US"/>
              <a:t>互联网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r>
              <a:rPr lang="zh-CN" altLang="en-US"/>
              <a:t>连通性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D3B5-1B75-4B66-94F8-8DE732B984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B4A9F-F0D8-4D94-8CDB-5067C7EE8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D3B5-1B75-4B66-94F8-8DE732B984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B4A9F-F0D8-4D94-8CDB-5067C7EE8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D3B5-1B75-4B66-94F8-8DE732B984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B4A9F-F0D8-4D94-8CDB-5067C7EE8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D3B5-1B75-4B66-94F8-8DE732B984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B4A9F-F0D8-4D94-8CDB-5067C7EE8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D3B5-1B75-4B66-94F8-8DE732B984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B4A9F-F0D8-4D94-8CDB-5067C7EE8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D3B5-1B75-4B66-94F8-8DE732B984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B4A9F-F0D8-4D94-8CDB-5067C7EE8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D3B5-1B75-4B66-94F8-8DE732B984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B4A9F-F0D8-4D94-8CDB-5067C7EE8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D3B5-1B75-4B66-94F8-8DE732B984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B4A9F-F0D8-4D94-8CDB-5067C7EE8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D3B5-1B75-4B66-94F8-8DE732B984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B4A9F-F0D8-4D94-8CDB-5067C7EE8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D3B5-1B75-4B66-94F8-8DE732B984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B4A9F-F0D8-4D94-8CDB-5067C7EE8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FD3B5-1B75-4B66-94F8-8DE732B984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B4A9F-F0D8-4D94-8CDB-5067C7EE8F5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8FD3B5-1B75-4B66-94F8-8DE732B984C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B4A9F-F0D8-4D94-8CDB-5067C7EE8F5C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6" Type="http://schemas.openxmlformats.org/officeDocument/2006/relationships/notesSlide" Target="../notesSlides/notesSlide1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13.xml"/><Relationship Id="rId13" Type="http://schemas.openxmlformats.org/officeDocument/2006/relationships/image" Target="../media/image1.png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6" Type="http://schemas.openxmlformats.org/officeDocument/2006/relationships/notesSlide" Target="../notesSlides/notesSlide2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26.xml"/><Relationship Id="rId13" Type="http://schemas.openxmlformats.org/officeDocument/2006/relationships/image" Target="../media/image1.png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5.xml"/><Relationship Id="rId8" Type="http://schemas.openxmlformats.org/officeDocument/2006/relationships/tags" Target="../tags/tag34.xml"/><Relationship Id="rId7" Type="http://schemas.openxmlformats.org/officeDocument/2006/relationships/tags" Target="../tags/tag33.xml"/><Relationship Id="rId6" Type="http://schemas.openxmlformats.org/officeDocument/2006/relationships/tags" Target="../tags/tag32.xml"/><Relationship Id="rId5" Type="http://schemas.openxmlformats.org/officeDocument/2006/relationships/tags" Target="../tags/tag31.xml"/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6" Type="http://schemas.openxmlformats.org/officeDocument/2006/relationships/notesSlide" Target="../notesSlides/notesSlide3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39.xml"/><Relationship Id="rId13" Type="http://schemas.openxmlformats.org/officeDocument/2006/relationships/image" Target="../media/image1.png"/><Relationship Id="rId12" Type="http://schemas.openxmlformats.org/officeDocument/2006/relationships/tags" Target="../tags/tag38.xml"/><Relationship Id="rId11" Type="http://schemas.openxmlformats.org/officeDocument/2006/relationships/tags" Target="../tags/tag37.xml"/><Relationship Id="rId10" Type="http://schemas.openxmlformats.org/officeDocument/2006/relationships/tags" Target="../tags/tag36.xml"/><Relationship Id="rId1" Type="http://schemas.openxmlformats.org/officeDocument/2006/relationships/tags" Target="../tags/tag2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48.xml"/><Relationship Id="rId8" Type="http://schemas.openxmlformats.org/officeDocument/2006/relationships/tags" Target="../tags/tag47.xml"/><Relationship Id="rId7" Type="http://schemas.openxmlformats.org/officeDocument/2006/relationships/tags" Target="../tags/tag46.xml"/><Relationship Id="rId6" Type="http://schemas.openxmlformats.org/officeDocument/2006/relationships/tags" Target="../tags/tag45.xml"/><Relationship Id="rId5" Type="http://schemas.openxmlformats.org/officeDocument/2006/relationships/tags" Target="../tags/tag44.xml"/><Relationship Id="rId4" Type="http://schemas.openxmlformats.org/officeDocument/2006/relationships/tags" Target="../tags/tag43.xml"/><Relationship Id="rId3" Type="http://schemas.openxmlformats.org/officeDocument/2006/relationships/tags" Target="../tags/tag42.xml"/><Relationship Id="rId2" Type="http://schemas.openxmlformats.org/officeDocument/2006/relationships/tags" Target="../tags/tag41.xml"/><Relationship Id="rId16" Type="http://schemas.openxmlformats.org/officeDocument/2006/relationships/notesSlide" Target="../notesSlides/notesSlide4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52.xml"/><Relationship Id="rId13" Type="http://schemas.openxmlformats.org/officeDocument/2006/relationships/image" Target="../media/image1.png"/><Relationship Id="rId12" Type="http://schemas.openxmlformats.org/officeDocument/2006/relationships/tags" Target="../tags/tag51.xml"/><Relationship Id="rId11" Type="http://schemas.openxmlformats.org/officeDocument/2006/relationships/tags" Target="../tags/tag50.xml"/><Relationship Id="rId10" Type="http://schemas.openxmlformats.org/officeDocument/2006/relationships/tags" Target="../tags/tag49.xml"/><Relationship Id="rId1" Type="http://schemas.openxmlformats.org/officeDocument/2006/relationships/tags" Target="../tags/tag4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06500" y="1166837"/>
            <a:ext cx="9753600" cy="480919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21</a:t>
            </a:r>
            <a:r>
              <a:rPr lang="zh-CN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世纪</a:t>
            </a:r>
            <a:r>
              <a:rPr lang="zh-CN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一些重要</a:t>
            </a:r>
            <a:r>
              <a:rPr lang="zh-CN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数字化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网络化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信息化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它</a:t>
            </a:r>
            <a:r>
              <a:rPr lang="zh-CN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是一个</a:t>
            </a:r>
            <a:r>
              <a:rPr lang="zh-CN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以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</a:t>
            </a:r>
            <a:r>
              <a:rPr lang="en-US" altLang="zh-CN" sz="2600" dirty="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]</a:t>
            </a:r>
            <a:r>
              <a:rPr lang="en-US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zh-CN" sz="26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lang="zh-CN" altLang="zh-CN" sz="26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核心的信息时代。</a:t>
            </a:r>
            <a:endParaRPr lang="zh-CN" altLang="zh-CN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sz="26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" name="矩形 21" hidden="1"/>
          <p:cNvSpPr/>
          <p:nvPr>
            <p:custDataLst>
              <p:tags r:id="rId4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" name="文本框 22" hidden="1"/>
          <p:cNvSpPr txBox="1"/>
          <p:nvPr>
            <p:custDataLst>
              <p:tags r:id="rId5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文本框 23" hidden="1"/>
          <p:cNvSpPr txBox="1"/>
          <p:nvPr>
            <p:custDataLst>
              <p:tags r:id="rId6"/>
            </p:custDataLst>
          </p:nvPr>
        </p:nvSpPr>
        <p:spPr>
          <a:xfrm>
            <a:off x="12827000" y="1270000"/>
            <a:ext cx="333248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06500" y="1166837"/>
            <a:ext cx="9753600" cy="480919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</a:t>
            </a:r>
            <a:r>
              <a:rPr lang="zh-CN" altLang="en-US" sz="26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、三网融合中的三网指的是 </a:t>
            </a:r>
            <a:r>
              <a:rPr lang="en-US" altLang="zh-CN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电信网络</a:t>
            </a:r>
            <a:r>
              <a:rPr lang="en-US" altLang="zh-CN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 </a:t>
            </a:r>
            <a:r>
              <a:rPr lang="en-US" altLang="zh-CN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有线电视网络</a:t>
            </a:r>
            <a:r>
              <a:rPr lang="en-US" altLang="zh-CN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zh-CN" altLang="en-US" sz="26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和 </a:t>
            </a:r>
            <a:r>
              <a:rPr lang="en-US" altLang="zh-CN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计算机网络</a:t>
            </a:r>
            <a:r>
              <a:rPr lang="en-US" altLang="zh-CN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zh-CN" altLang="en-US" sz="26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，其中发展最快并起到核心作用的是 </a:t>
            </a:r>
            <a:r>
              <a:rPr lang="en-US" altLang="zh-CN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计算机网络</a:t>
            </a:r>
            <a:r>
              <a:rPr lang="en-US" altLang="zh-CN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260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endParaRPr lang="zh-CN" altLang="en-US" sz="2600" dirty="0">
              <a:solidFill>
                <a:srgbClr val="639EF4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>
            <p:custDataLst>
              <p:tags r:id="rId4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12827000" y="1270000"/>
            <a:ext cx="333248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06500" y="1166837"/>
            <a:ext cx="9753600" cy="480919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</a:t>
            </a:r>
            <a:r>
              <a:rPr lang="zh-CN" altLang="en-US" sz="26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</a:t>
            </a:r>
            <a:r>
              <a:rPr lang="en-US" altLang="zh-CN" sz="26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Internet</a:t>
            </a:r>
            <a:r>
              <a:rPr lang="zh-CN" altLang="en-US" sz="26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的两个中文译名是 </a:t>
            </a:r>
            <a:r>
              <a:rPr lang="en-US" altLang="zh-CN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因特网</a:t>
            </a:r>
            <a:r>
              <a:rPr lang="en-US" altLang="zh-CN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zh-CN" altLang="en-US" sz="26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和 </a:t>
            </a:r>
            <a:r>
              <a:rPr lang="en-US" altLang="zh-CN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互联网</a:t>
            </a:r>
            <a:r>
              <a:rPr lang="en-US" altLang="zh-CN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260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endParaRPr lang="zh-CN" altLang="en-US" sz="2600" dirty="0">
              <a:solidFill>
                <a:srgbClr val="639EF4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>
            <p:custDataLst>
              <p:tags r:id="rId4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12827000" y="1270000"/>
            <a:ext cx="333248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206500" y="1166837"/>
            <a:ext cx="9753600" cy="4809197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4</a:t>
            </a:r>
            <a:r>
              <a:rPr lang="zh-CN" altLang="en-US" sz="26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、互联网的两个重要基本特点是 </a:t>
            </a:r>
            <a:r>
              <a:rPr lang="en-US" altLang="zh-CN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连通性</a:t>
            </a:r>
            <a:r>
              <a:rPr lang="en-US" altLang="zh-CN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zh-CN" altLang="en-US" sz="26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和共享性，其中共享性指 </a:t>
            </a:r>
            <a:r>
              <a:rPr lang="en-US" altLang="zh-CN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[</a:t>
            </a:r>
            <a:r>
              <a:rPr lang="zh-CN" altLang="en-US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资源共享</a:t>
            </a:r>
            <a:r>
              <a:rPr lang="en-US" altLang="zh-CN" sz="2600" smtClean="0">
                <a:solidFill>
                  <a:srgbClr val="639EF4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]</a:t>
            </a:r>
            <a:r>
              <a:rPr lang="en-US" altLang="zh-CN" sz="26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</a:t>
            </a:r>
            <a:r>
              <a:rPr lang="zh-CN" altLang="en-US" sz="26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。</a:t>
            </a:r>
            <a:endParaRPr lang="zh-CN" altLang="en-US" sz="2600" smtClean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  <a:p>
            <a:endParaRPr lang="zh-CN" altLang="en-US" sz="2600" dirty="0">
              <a:solidFill>
                <a:srgbClr val="639EF4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2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矩形 11"/>
          <p:cNvSpPr/>
          <p:nvPr>
            <p:custDataLst>
              <p:tags r:id="rId3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>
            <p:custDataLst>
              <p:tags r:id="rId4"/>
            </p:custDataLst>
          </p:nvPr>
        </p:nvSpPr>
        <p:spPr>
          <a:xfrm>
            <a:off x="12573000" y="0"/>
            <a:ext cx="3840480" cy="6858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9B9B9B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23" name="文本框 22"/>
          <p:cNvSpPr txBox="1"/>
          <p:nvPr>
            <p:custDataLst>
              <p:tags r:id="rId5"/>
            </p:custDataLst>
          </p:nvPr>
        </p:nvSpPr>
        <p:spPr>
          <a:xfrm>
            <a:off x="12661900" y="6326832"/>
            <a:ext cx="3662680" cy="461665"/>
          </a:xfrm>
          <a:prstGeom prst="rect">
            <a:avLst/>
          </a:prstGeom>
          <a:solidFill>
            <a:srgbClr val="FBFAEF"/>
          </a:solidFill>
          <a:ln w="12700">
            <a:noFill/>
          </a:ln>
          <a:extLs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</a14:hiddenLine>
            </a:ext>
          </a:extLst>
        </p:spPr>
        <p:txBody>
          <a:bodyPr vert="horz" rtlCol="0" anchor="ctr">
            <a:spAutoFit/>
          </a:bodyPr>
          <a:lstStyle/>
          <a:p>
            <a:r>
              <a:rPr lang="zh-CN" altLang="en-US" sz="12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可为此题添加文本、图片、公式等解析，且需将内容全部放在本区域内。正常使用需</a:t>
            </a:r>
            <a:r>
              <a:rPr lang="en-US" altLang="zh-CN" sz="12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3.0</a:t>
            </a:r>
            <a:r>
              <a:rPr lang="zh-CN" altLang="en-US" sz="1200" smtClean="0">
                <a:solidFill>
                  <a:srgbClr val="F84F4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以上版本</a:t>
            </a:r>
            <a:endParaRPr lang="zh-CN" altLang="en-US" sz="1200">
              <a:solidFill>
                <a:srgbClr val="F84F4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6"/>
            </p:custDataLst>
          </p:nvPr>
        </p:nvSpPr>
        <p:spPr>
          <a:xfrm>
            <a:off x="12827000" y="1270000"/>
            <a:ext cx="3332480" cy="1905000"/>
          </a:xfrm>
          <a:prstGeom prst="rect">
            <a:avLst/>
          </a:prstGeom>
          <a:noFill/>
        </p:spPr>
        <p:txBody>
          <a:bodyPr vert="horz" rtlCol="0" anchor="t" anchorCtr="0">
            <a:spAutoFit/>
          </a:bodyPr>
          <a:lstStyle/>
          <a:p>
            <a:r>
              <a:rPr lang="zh-CN" altLang="en-US" sz="200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此处添加答案解析</a:t>
            </a:r>
            <a:endParaRPr lang="zh-CN" altLang="en-US" sz="200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>
            <p:custDataLst>
              <p:tags r:id="rId7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7" name="TitleBackground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ColorBlock"/>
            <p:cNvSpPr/>
            <p:nvPr>
              <p:custDataLst>
                <p:tags r:id="rId9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TypeText"/>
            <p:cNvSpPr txBox="1"/>
            <p:nvPr>
              <p:custDataLst>
                <p:tags r:id="rId10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  <p:sp>
          <p:nvSpPr>
            <p:cNvPr id="10" name="TipText"/>
            <p:cNvSpPr txBox="1"/>
            <p:nvPr>
              <p:custDataLst>
                <p:tags r:id="rId11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  <p:pic>
        <p:nvPicPr>
          <p:cNvPr id="4" name="图片 3"/>
          <p:cNvPicPr/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4"/>
    </p:custDataLst>
  </p:cSld>
  <p:clrMapOvr>
    <a:masterClrMapping/>
  </p:clrMapOvr>
</p:sld>
</file>

<file path=ppt/tags/tag1.xml><?xml version="1.0" encoding="utf-8"?>
<p:tagLst xmlns:p="http://schemas.openxmlformats.org/presentationml/2006/main">
  <p:tag name="RAINPROBLEM" val="ProblemBody"/>
</p:tagLst>
</file>

<file path=ppt/tags/tag2.xml><?xml version="1.0" encoding="utf-8"?>
<p:tagLst xmlns:p="http://schemas.openxmlformats.org/presentationml/2006/main">
  <p:tag name="RAINPROBLEM" val="ProblemSubmit"/>
  <p:tag name="RAINPROBLEMTYPE" val="FillBlank"/>
</p:tagLst>
</file>

<file path=ppt/tags/tag3.xml><?xml version="1.0" encoding="utf-8"?>
<p:tagLst xmlns:p="http://schemas.openxmlformats.org/presentationml/2006/main">
  <p:tag name="PRODUCTVERSIONTIP3" val="PRODUCTVERSIONTIP3"/>
</p:tagLst>
</file>

<file path=ppt/tags/tag4.xml><?xml version="1.0" encoding="utf-8"?>
<p:tagLst xmlns:p="http://schemas.openxmlformats.org/presentationml/2006/main">
  <p:tag name="RAINPROBLEM" val="ProblemRemarkBoard"/>
</p:tagLst>
</file>

<file path=ppt/tags/tag5.xml><?xml version="1.0" encoding="utf-8"?>
<p:tagLst xmlns:p="http://schemas.openxmlformats.org/presentationml/2006/main">
  <p:tag name="PROBLEMREMARKTITLE" val="ProblemRemarkBoardTip"/>
</p:tagLst>
</file>

<file path=ppt/tags/tag6.xml><?xml version="1.0" encoding="utf-8"?>
<p:tagLst xmlns:p="http://schemas.openxmlformats.org/presentationml/2006/main">
  <p:tag name="RAINPROBLEM" val="ProblemRemark"/>
</p:tagLst>
</file>

<file path=ppt/tags/tag7.xml><?xml version="1.0" encoding="utf-8"?>
<p:tagLst xmlns:p="http://schemas.openxmlformats.org/presentationml/2006/main">
  <p:tag name="RAINPROBLEMTYPE" val="ProblemTypeMarker"/>
</p:tagLst>
</file>

<file path=ppt/tags/tag8.xml><?xml version="1.0" encoding="utf-8"?>
<p:tagLst xmlns:p="http://schemas.openxmlformats.org/presentationml/2006/main">
  <p:tag name="RAINPROBLEMTYPE" val="ProblemTypeMarker"/>
</p:tagLst>
</file>

<file path=ppt/tags/tag9.xml><?xml version="1.0" encoding="utf-8"?>
<p:tagLst xmlns:p="http://schemas.openxmlformats.org/presentationml/2006/main">
  <p:tag name="RAINPROBLEMTYPE" val="ProblemTypeMarker"/>
</p:tagLst>
</file>

<file path=ppt/tags/tag10.xml><?xml version="1.0" encoding="utf-8"?>
<p:tagLst xmlns:p="http://schemas.openxmlformats.org/presentationml/2006/main">
  <p:tag name="RAINPROBLEMTYPE" val="ProblemTypeMarker"/>
</p:tagLst>
</file>

<file path=ppt/tags/tag11.xml><?xml version="1.0" encoding="utf-8"?>
<p:tagLst xmlns:p="http://schemas.openxmlformats.org/presentationml/2006/main">
  <p:tag name="RAINPROBLEMTYPE" val="ProblemTypeMarker"/>
</p:tagLst>
</file>

<file path=ppt/tags/tag12.xml><?xml version="1.0" encoding="utf-8"?>
<p:tagLst xmlns:p="http://schemas.openxmlformats.org/presentationml/2006/main">
  <p:tag name="RAINPROBLEM" val="ProblemSetting"/>
  <p:tag name="RAINPROBLEMTYPE" val="FillBlank"/>
</p:tagLst>
</file>

<file path=ppt/tags/tag13.xml><?xml version="1.0" encoding="utf-8"?>
<p:tagLst xmlns:p="http://schemas.openxmlformats.org/presentationml/2006/main">
  <p:tag name="RAINPROBLEM" val="FillBlank"/>
  <p:tag name="PROBLEMBLANKKEYWORD" val="填空"/>
  <p:tag name="PROBLEMHASREMARK" val="False"/>
  <p:tag name="PROBLEMSCORE" val="3.0"/>
  <p:tag name="PROBLEMBLANK" val="[{&quot;Num&quot;:1,&quot;Score&quot;:0.5,&quot;Answers&quot;:[&quot;数字化&quot;],&quot;CaseSensitive&quot;:false,&quot;FuzzyMatch&quot;:false},{&quot;Num&quot;:2,&quot;Score&quot;:1.0,&quot;Answers&quot;:[&quot;网络化&quot;],&quot;CaseSensitive&quot;:false,&quot;FuzzyMatch&quot;:false},{&quot;Num&quot;:3,&quot;Score&quot;:0.5,&quot;Answers&quot;:[&quot;信息化&quot;],&quot;CaseSensitive&quot;:false,&quot;FuzzyMatch&quot;:false},{&quot;Num&quot;:4,&quot;Score&quot;:1.0,&quot;Answers&quot;:[&quot;网络&quot;],&quot;CaseSensitive&quot;:false,&quot;FuzzyMatch&quot;:false}]"/>
</p:tagLst>
</file>

<file path=ppt/tags/tag14.xml><?xml version="1.0" encoding="utf-8"?>
<p:tagLst xmlns:p="http://schemas.openxmlformats.org/presentationml/2006/main">
  <p:tag name="RAINPROBLEM" val="ProblemBody"/>
</p:tagLst>
</file>

<file path=ppt/tags/tag15.xml><?xml version="1.0" encoding="utf-8"?>
<p:tagLst xmlns:p="http://schemas.openxmlformats.org/presentationml/2006/main">
  <p:tag name="RAINPROBLEM" val="ProblemSubmit"/>
  <p:tag name="RAINPROBLEMTYPE" val="FillBlank"/>
</p:tagLst>
</file>

<file path=ppt/tags/tag16.xml><?xml version="1.0" encoding="utf-8"?>
<p:tagLst xmlns:p="http://schemas.openxmlformats.org/presentationml/2006/main">
  <p:tag name="PRODUCTVERSIONTIP3" val="PRODUCTVERSIONTIP3"/>
</p:tagLst>
</file>

<file path=ppt/tags/tag17.xml><?xml version="1.0" encoding="utf-8"?>
<p:tagLst xmlns:p="http://schemas.openxmlformats.org/presentationml/2006/main">
  <p:tag name="RAINPROBLEM" val="ProblemRemarkBoard"/>
</p:tagLst>
</file>

<file path=ppt/tags/tag18.xml><?xml version="1.0" encoding="utf-8"?>
<p:tagLst xmlns:p="http://schemas.openxmlformats.org/presentationml/2006/main">
  <p:tag name="PROBLEMREMARKTITLE" val="ProblemRemarkBoardTip"/>
</p:tagLst>
</file>

<file path=ppt/tags/tag19.xml><?xml version="1.0" encoding="utf-8"?>
<p:tagLst xmlns:p="http://schemas.openxmlformats.org/presentationml/2006/main">
  <p:tag name="RAINPROBLEM" val="ProblemRemark"/>
</p:tagLst>
</file>

<file path=ppt/tags/tag20.xml><?xml version="1.0" encoding="utf-8"?>
<p:tagLst xmlns:p="http://schemas.openxmlformats.org/presentationml/2006/main">
  <p:tag name="RAINPROBLEMTYPE" val="ProblemTypeMarker"/>
</p:tagLst>
</file>

<file path=ppt/tags/tag21.xml><?xml version="1.0" encoding="utf-8"?>
<p:tagLst xmlns:p="http://schemas.openxmlformats.org/presentationml/2006/main">
  <p:tag name="RAINPROBLEMTYPE" val="ProblemTypeMarker"/>
</p:tagLst>
</file>

<file path=ppt/tags/tag22.xml><?xml version="1.0" encoding="utf-8"?>
<p:tagLst xmlns:p="http://schemas.openxmlformats.org/presentationml/2006/main">
  <p:tag name="RAINPROBLEMTYPE" val="ProblemTypeMarker"/>
</p:tagLst>
</file>

<file path=ppt/tags/tag23.xml><?xml version="1.0" encoding="utf-8"?>
<p:tagLst xmlns:p="http://schemas.openxmlformats.org/presentationml/2006/main">
  <p:tag name="RAINPROBLEMTYPE" val="ProblemTypeMarker"/>
</p:tagLst>
</file>

<file path=ppt/tags/tag24.xml><?xml version="1.0" encoding="utf-8"?>
<p:tagLst xmlns:p="http://schemas.openxmlformats.org/presentationml/2006/main">
  <p:tag name="RAINPROBLEMTYPE" val="ProblemTypeMarker"/>
</p:tagLst>
</file>

<file path=ppt/tags/tag25.xml><?xml version="1.0" encoding="utf-8"?>
<p:tagLst xmlns:p="http://schemas.openxmlformats.org/presentationml/2006/main">
  <p:tag name="RAINPROBLEM" val="ProblemSetting"/>
  <p:tag name="RAINPROBLEMTYPE" val="FillBlank"/>
</p:tagLst>
</file>

<file path=ppt/tags/tag26.xml><?xml version="1.0" encoding="utf-8"?>
<p:tagLst xmlns:p="http://schemas.openxmlformats.org/presentationml/2006/main">
  <p:tag name="RAINPROBLEM" val="FillBlank"/>
  <p:tag name="PROBLEMBLANKKEYWORD" val="填空"/>
  <p:tag name="PROBLEMSCORE" val="3.0"/>
  <p:tag name="PROBLEMBLANK" val="[{&quot;Num&quot;:1,&quot;Score&quot;:0.5,&quot;Answers&quot;:[&quot;电信网络&quot;],&quot;CaseSensitive&quot;:false,&quot;FuzzyMatch&quot;:false},{&quot;Num&quot;:2,&quot;Score&quot;:0.5,&quot;Answers&quot;:[&quot;有线电视网络&quot;],&quot;CaseSensitive&quot;:false,&quot;FuzzyMatch&quot;:false},{&quot;Num&quot;:3,&quot;Score&quot;:1.0,&quot;Answers&quot;:[&quot;计算机网络&quot;],&quot;CaseSensitive&quot;:false,&quot;FuzzyMatch&quot;:false},{&quot;Num&quot;:4,&quot;Score&quot;:1.0,&quot;Answers&quot;:[&quot;计算机网络&quot;],&quot;CaseSensitive&quot;:false,&quot;FuzzyMatch&quot;:false}]"/>
</p:tagLst>
</file>

<file path=ppt/tags/tag27.xml><?xml version="1.0" encoding="utf-8"?>
<p:tagLst xmlns:p="http://schemas.openxmlformats.org/presentationml/2006/main">
  <p:tag name="RAINPROBLEM" val="ProblemBody"/>
</p:tagLst>
</file>

<file path=ppt/tags/tag28.xml><?xml version="1.0" encoding="utf-8"?>
<p:tagLst xmlns:p="http://schemas.openxmlformats.org/presentationml/2006/main">
  <p:tag name="RAINPROBLEM" val="ProblemSubmit"/>
  <p:tag name="RAINPROBLEMTYPE" val="FillBlank"/>
</p:tagLst>
</file>

<file path=ppt/tags/tag29.xml><?xml version="1.0" encoding="utf-8"?>
<p:tagLst xmlns:p="http://schemas.openxmlformats.org/presentationml/2006/main">
  <p:tag name="PRODUCTVERSIONTIP3" val="PRODUCTVERSIONTIP3"/>
</p:tagLst>
</file>

<file path=ppt/tags/tag30.xml><?xml version="1.0" encoding="utf-8"?>
<p:tagLst xmlns:p="http://schemas.openxmlformats.org/presentationml/2006/main">
  <p:tag name="RAINPROBLEM" val="ProblemRemarkBoard"/>
</p:tagLst>
</file>

<file path=ppt/tags/tag31.xml><?xml version="1.0" encoding="utf-8"?>
<p:tagLst xmlns:p="http://schemas.openxmlformats.org/presentationml/2006/main">
  <p:tag name="PROBLEMREMARKTITLE" val="ProblemRemarkBoardTip"/>
</p:tagLst>
</file>

<file path=ppt/tags/tag32.xml><?xml version="1.0" encoding="utf-8"?>
<p:tagLst xmlns:p="http://schemas.openxmlformats.org/presentationml/2006/main">
  <p:tag name="RAINPROBLEM" val="ProblemRemark"/>
</p:tagLst>
</file>

<file path=ppt/tags/tag33.xml><?xml version="1.0" encoding="utf-8"?>
<p:tagLst xmlns:p="http://schemas.openxmlformats.org/presentationml/2006/main">
  <p:tag name="RAINPROBLEMTYPE" val="ProblemTypeMarker"/>
</p:tagLst>
</file>

<file path=ppt/tags/tag34.xml><?xml version="1.0" encoding="utf-8"?>
<p:tagLst xmlns:p="http://schemas.openxmlformats.org/presentationml/2006/main">
  <p:tag name="RAINPROBLEMTYPE" val="ProblemTypeMarker"/>
</p:tagLst>
</file>

<file path=ppt/tags/tag35.xml><?xml version="1.0" encoding="utf-8"?>
<p:tagLst xmlns:p="http://schemas.openxmlformats.org/presentationml/2006/main">
  <p:tag name="RAINPROBLEMTYPE" val="ProblemTypeMarker"/>
</p:tagLst>
</file>

<file path=ppt/tags/tag36.xml><?xml version="1.0" encoding="utf-8"?>
<p:tagLst xmlns:p="http://schemas.openxmlformats.org/presentationml/2006/main">
  <p:tag name="RAINPROBLEMTYPE" val="ProblemTypeMarker"/>
</p:tagLst>
</file>

<file path=ppt/tags/tag37.xml><?xml version="1.0" encoding="utf-8"?>
<p:tagLst xmlns:p="http://schemas.openxmlformats.org/presentationml/2006/main">
  <p:tag name="RAINPROBLEMTYPE" val="ProblemTypeMarker"/>
</p:tagLst>
</file>

<file path=ppt/tags/tag38.xml><?xml version="1.0" encoding="utf-8"?>
<p:tagLst xmlns:p="http://schemas.openxmlformats.org/presentationml/2006/main">
  <p:tag name="RAINPROBLEM" val="ProblemSetting"/>
  <p:tag name="RAINPROBLEMTYPE" val="FillBlank"/>
</p:tagLst>
</file>

<file path=ppt/tags/tag39.xml><?xml version="1.0" encoding="utf-8"?>
<p:tagLst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因特网&quot;],&quot;CaseSensitive&quot;:false,&quot;FuzzyMatch&quot;:false},{&quot;Num&quot;:2,&quot;Score&quot;:1.0,&quot;Answers&quot;:[&quot;互联网&quot;],&quot;CaseSensitive&quot;:false,&quot;FuzzyMatch&quot;:false}]"/>
</p:tagLst>
</file>

<file path=ppt/tags/tag40.xml><?xml version="1.0" encoding="utf-8"?>
<p:tagLst xmlns:p="http://schemas.openxmlformats.org/presentationml/2006/main">
  <p:tag name="RAINPROBLEM" val="ProblemBody"/>
</p:tagLst>
</file>

<file path=ppt/tags/tag41.xml><?xml version="1.0" encoding="utf-8"?>
<p:tagLst xmlns:p="http://schemas.openxmlformats.org/presentationml/2006/main">
  <p:tag name="RAINPROBLEM" val="ProblemSubmit"/>
  <p:tag name="RAINPROBLEMTYPE" val="FillBlank"/>
</p:tagLst>
</file>

<file path=ppt/tags/tag42.xml><?xml version="1.0" encoding="utf-8"?>
<p:tagLst xmlns:p="http://schemas.openxmlformats.org/presentationml/2006/main">
  <p:tag name="PRODUCTVERSIONTIP3" val="PRODUCTVERSIONTIP3"/>
</p:tagLst>
</file>

<file path=ppt/tags/tag43.xml><?xml version="1.0" encoding="utf-8"?>
<p:tagLst xmlns:p="http://schemas.openxmlformats.org/presentationml/2006/main">
  <p:tag name="RAINPROBLEM" val="ProblemRemarkBoard"/>
</p:tagLst>
</file>

<file path=ppt/tags/tag44.xml><?xml version="1.0" encoding="utf-8"?>
<p:tagLst xmlns:p="http://schemas.openxmlformats.org/presentationml/2006/main">
  <p:tag name="PROBLEMREMARKTITLE" val="ProblemRemarkBoardTip"/>
</p:tagLst>
</file>

<file path=ppt/tags/tag45.xml><?xml version="1.0" encoding="utf-8"?>
<p:tagLst xmlns:p="http://schemas.openxmlformats.org/presentationml/2006/main">
  <p:tag name="RAINPROBLEM" val="ProblemRemark"/>
</p:tagLst>
</file>

<file path=ppt/tags/tag46.xml><?xml version="1.0" encoding="utf-8"?>
<p:tagLst xmlns:p="http://schemas.openxmlformats.org/presentationml/2006/main">
  <p:tag name="RAINPROBLEMTYPE" val="ProblemTypeMarker"/>
</p:tagLst>
</file>

<file path=ppt/tags/tag47.xml><?xml version="1.0" encoding="utf-8"?>
<p:tagLst xmlns:p="http://schemas.openxmlformats.org/presentationml/2006/main">
  <p:tag name="RAINPROBLEMTYPE" val="ProblemTypeMarker"/>
</p:tagLst>
</file>

<file path=ppt/tags/tag48.xml><?xml version="1.0" encoding="utf-8"?>
<p:tagLst xmlns:p="http://schemas.openxmlformats.org/presentationml/2006/main">
  <p:tag name="RAINPROBLEMTYPE" val="ProblemTypeMarker"/>
</p:tagLst>
</file>

<file path=ppt/tags/tag49.xml><?xml version="1.0" encoding="utf-8"?>
<p:tagLst xmlns:p="http://schemas.openxmlformats.org/presentationml/2006/main">
  <p:tag name="RAINPROBLEMTYPE" val="ProblemTypeMarker"/>
</p:tagLst>
</file>

<file path=ppt/tags/tag50.xml><?xml version="1.0" encoding="utf-8"?>
<p:tagLst xmlns:p="http://schemas.openxmlformats.org/presentationml/2006/main">
  <p:tag name="RAINPROBLEMTYPE" val="ProblemTypeMarker"/>
</p:tagLst>
</file>

<file path=ppt/tags/tag51.xml><?xml version="1.0" encoding="utf-8"?>
<p:tagLst xmlns:p="http://schemas.openxmlformats.org/presentationml/2006/main">
  <p:tag name="RAINPROBLEM" val="ProblemSetting"/>
  <p:tag name="RAINPROBLEMTYPE" val="FillBlank"/>
</p:tagLst>
</file>

<file path=ppt/tags/tag52.xml><?xml version="1.0" encoding="utf-8"?>
<p:tagLst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连通性&quot;],&quot;CaseSensitive&quot;:false,&quot;FuzzyMatch&quot;:false},{&quot;Num&quot;:2,&quot;Score&quot;:1.0,&quot;Answers&quot;:[&quot;资源共享&quot;],&quot;CaseSensitive&quot;:false,&quot;FuzzyMatch&quot;:false}]"/>
</p:tagLst>
</file>

<file path=ppt/tags/tag53.xml><?xml version="1.0" encoding="utf-8"?>
<p:tagLst xmlns:p="http://schemas.openxmlformats.org/presentationml/2006/main">
  <p:tag name="COMMONDATA" val="eyJoZGlkIjoiMDNkNTM3MzgzMjMzMDMzNzFmOWZmODVlMWI1YTQ0NjU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510</Words>
  <Application>WPS 演示</Application>
  <PresentationFormat>宽屏</PresentationFormat>
  <Paragraphs>60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泥人</cp:lastModifiedBy>
  <cp:revision>6</cp:revision>
  <dcterms:created xsi:type="dcterms:W3CDTF">2020-02-20T10:38:00Z</dcterms:created>
  <dcterms:modified xsi:type="dcterms:W3CDTF">2022-05-25T11:39:44Z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542275829CFC4397A4F1D52E9BF4DE89</vt:lpwstr>
  </property>
  <property fmtid="{D5CDD505-2E9C-101B-9397-08002B2CF9AE}" pid="3" name="KSOProductBuildVer">
    <vt:lpwstr>2052-11.1.0.11744</vt:lpwstr>
  </property>
</Properties>
</file>