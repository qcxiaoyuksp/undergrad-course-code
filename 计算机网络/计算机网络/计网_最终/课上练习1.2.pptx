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72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1907-33BC-42AC-A1A4-A52F1996F2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2DA2E-9130-42E5-9480-C34B813C4C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1907-33BC-42AC-A1A4-A52F1996F2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2DA2E-9130-42E5-9480-C34B813C4C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1907-33BC-42AC-A1A4-A52F1996F2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2DA2E-9130-42E5-9480-C34B813C4C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1907-33BC-42AC-A1A4-A52F1996F2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2DA2E-9130-42E5-9480-C34B813C4C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1907-33BC-42AC-A1A4-A52F1996F2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2DA2E-9130-42E5-9480-C34B813C4C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1907-33BC-42AC-A1A4-A52F1996F2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2DA2E-9130-42E5-9480-C34B813C4C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1907-33BC-42AC-A1A4-A52F1996F2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2DA2E-9130-42E5-9480-C34B813C4C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1907-33BC-42AC-A1A4-A52F1996F2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2DA2E-9130-42E5-9480-C34B813C4C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1907-33BC-42AC-A1A4-A52F1996F2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2DA2E-9130-42E5-9480-C34B813C4C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1907-33BC-42AC-A1A4-A52F1996F2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2DA2E-9130-42E5-9480-C34B813C4C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1907-33BC-42AC-A1A4-A52F1996F2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2DA2E-9130-42E5-9480-C34B813C4C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A91907-33BC-42AC-A1A4-A52F1996F2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92DA2E-9130-42E5-9480-C34B813C4CB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image" Target="../media/image1.png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30.xml"/><Relationship Id="rId15" Type="http://schemas.openxmlformats.org/officeDocument/2006/relationships/tags" Target="../tags/tag29.xml"/><Relationship Id="rId14" Type="http://schemas.openxmlformats.org/officeDocument/2006/relationships/image" Target="../media/image1.png"/><Relationship Id="rId13" Type="http://schemas.openxmlformats.org/officeDocument/2006/relationships/tags" Target="../tags/tag28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tags" Target="../tags/tag16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45.xml"/><Relationship Id="rId15" Type="http://schemas.openxmlformats.org/officeDocument/2006/relationships/tags" Target="../tags/tag44.xml"/><Relationship Id="rId14" Type="http://schemas.openxmlformats.org/officeDocument/2006/relationships/image" Target="../media/image1.png"/><Relationship Id="rId13" Type="http://schemas.openxmlformats.org/officeDocument/2006/relationships/tags" Target="../tags/tag43.xml"/><Relationship Id="rId12" Type="http://schemas.openxmlformats.org/officeDocument/2006/relationships/tags" Target="../tags/tag42.xml"/><Relationship Id="rId11" Type="http://schemas.openxmlformats.org/officeDocument/2006/relationships/tags" Target="../tags/tag41.xml"/><Relationship Id="rId10" Type="http://schemas.openxmlformats.org/officeDocument/2006/relationships/tags" Target="../tags/tag40.xml"/><Relationship Id="rId1" Type="http://schemas.openxmlformats.org/officeDocument/2006/relationships/tags" Target="../tags/tag3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54.xml"/><Relationship Id="rId8" Type="http://schemas.openxmlformats.org/officeDocument/2006/relationships/tags" Target="../tags/tag53.xml"/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image" Target="../media/image1.png"/><Relationship Id="rId11" Type="http://schemas.openxmlformats.org/officeDocument/2006/relationships/tags" Target="../tags/tag56.xml"/><Relationship Id="rId10" Type="http://schemas.openxmlformats.org/officeDocument/2006/relationships/tags" Target="../tags/tag55.xml"/><Relationship Id="rId1" Type="http://schemas.openxmlformats.org/officeDocument/2006/relationships/tags" Target="../tags/tag46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7.xml"/><Relationship Id="rId8" Type="http://schemas.openxmlformats.org/officeDocument/2006/relationships/tags" Target="../tags/tag66.xml"/><Relationship Id="rId7" Type="http://schemas.openxmlformats.org/officeDocument/2006/relationships/tags" Target="../tags/tag65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71.xml"/><Relationship Id="rId13" Type="http://schemas.openxmlformats.org/officeDocument/2006/relationships/tags" Target="../tags/tag70.xml"/><Relationship Id="rId12" Type="http://schemas.openxmlformats.org/officeDocument/2006/relationships/image" Target="../media/image1.png"/><Relationship Id="rId11" Type="http://schemas.openxmlformats.org/officeDocument/2006/relationships/tags" Target="../tags/tag69.xml"/><Relationship Id="rId10" Type="http://schemas.openxmlformats.org/officeDocument/2006/relationships/tags" Target="../tags/tag68.xml"/><Relationship Id="rId1" Type="http://schemas.openxmlformats.org/officeDocument/2006/relationships/tags" Target="../tags/tag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sym typeface="微软雅黑" panose="020B0503020204020204" pitchFamily="34" charset="-122"/>
              </a:rPr>
              <a:t>1</a:t>
            </a:r>
            <a:r>
              <a:rPr lang="zh-CN" altLang="en-US" dirty="0">
                <a:sym typeface="微软雅黑" panose="020B0503020204020204" pitchFamily="34" charset="-122"/>
              </a:rPr>
              <a:t>、为术语选择合适</a:t>
            </a:r>
            <a:r>
              <a:rPr lang="zh-CN" altLang="en-US" dirty="0" smtClean="0">
                <a:sym typeface="微软雅黑" panose="020B0503020204020204" pitchFamily="34" charset="-122"/>
              </a:rPr>
              <a:t>的描述：</a:t>
            </a:r>
            <a:r>
              <a:rPr lang="zh-CN" altLang="zh-CN" dirty="0"/>
              <a:t>计算机网络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zh-CN" dirty="0"/>
              <a:t>由若干结点和连接这些结点的链路组成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2438400" y="3471863"/>
            <a:ext cx="8534400" cy="64293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zh-CN" dirty="0"/>
              <a:t>通过路由器把网络互连起来形成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2438400" y="4157663"/>
            <a:ext cx="8534400" cy="64293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zh-CN" dirty="0"/>
              <a:t>世界上最大的、覆盖全球的计算机网络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5361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42219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5" name="TitleBackground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1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2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2</a:t>
              </a:r>
              <a:r>
                <a:rPr lang="zh-CN" altLang="en-US" sz="2000" smtClean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4" name="图片 3"/>
          <p:cNvPicPr/>
          <p:nvPr>
            <p:custDataLst>
              <p:tags r:id="rId1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0" name="椭圆 19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chemeClr val="accent6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16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sym typeface="微软雅黑" panose="020B0503020204020204" pitchFamily="34" charset="-122"/>
              </a:rPr>
              <a:t>1</a:t>
            </a:r>
            <a:r>
              <a:rPr lang="zh-CN" altLang="en-US" dirty="0">
                <a:sym typeface="微软雅黑" panose="020B0503020204020204" pitchFamily="34" charset="-122"/>
              </a:rPr>
              <a:t>、为术语选择合适</a:t>
            </a:r>
            <a:r>
              <a:rPr lang="zh-CN" altLang="en-US" dirty="0" smtClean="0">
                <a:sym typeface="微软雅黑" panose="020B0503020204020204" pitchFamily="34" charset="-122"/>
              </a:rPr>
              <a:t>的描述：</a:t>
            </a:r>
            <a:r>
              <a:rPr lang="zh-CN" altLang="en-US" dirty="0" smtClean="0"/>
              <a:t>互</a:t>
            </a:r>
            <a:r>
              <a:rPr lang="zh-CN" altLang="en-US" dirty="0" smtClean="0">
                <a:solidFill>
                  <a:srgbClr val="FF0000"/>
                </a:solidFill>
              </a:rPr>
              <a:t>连</a:t>
            </a:r>
            <a:r>
              <a:rPr lang="zh-CN" altLang="en-US" dirty="0" smtClean="0"/>
              <a:t>网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zh-CN" dirty="0"/>
              <a:t>由若干结点和连接这些结点的链路组成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2438400" y="3471863"/>
            <a:ext cx="8534400" cy="64293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zh-CN" dirty="0"/>
              <a:t>通过路由器把网络互连起来形成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2438400" y="4157663"/>
            <a:ext cx="8534400" cy="64293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zh-CN" dirty="0"/>
              <a:t>世界上最大的、覆盖全球的计算机网络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42219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5" name="TitleBackground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1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2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2</a:t>
              </a:r>
              <a:r>
                <a:rPr lang="zh-CN" altLang="en-US" sz="2000" smtClean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4" name="图片 3"/>
          <p:cNvPicPr/>
          <p:nvPr>
            <p:custDataLst>
              <p:tags r:id="rId1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0" name="椭圆 19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3536156"/>
            <a:ext cx="514350" cy="514350"/>
          </a:xfrm>
          <a:prstGeom prst="ellipse">
            <a:avLst/>
          </a:prstGeom>
          <a:solidFill>
            <a:schemeClr val="accent6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16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sym typeface="微软雅黑" panose="020B0503020204020204" pitchFamily="34" charset="-122"/>
              </a:rPr>
              <a:t>1</a:t>
            </a:r>
            <a:r>
              <a:rPr lang="zh-CN" altLang="en-US" dirty="0">
                <a:sym typeface="微软雅黑" panose="020B0503020204020204" pitchFamily="34" charset="-122"/>
              </a:rPr>
              <a:t>、为术语选择合适</a:t>
            </a:r>
            <a:r>
              <a:rPr lang="zh-CN" altLang="en-US" dirty="0" smtClean="0">
                <a:sym typeface="微软雅黑" panose="020B0503020204020204" pitchFamily="34" charset="-122"/>
              </a:rPr>
              <a:t>的描述：</a:t>
            </a:r>
            <a:r>
              <a:rPr lang="zh-CN" altLang="en-US" dirty="0" smtClean="0"/>
              <a:t>互</a:t>
            </a:r>
            <a:r>
              <a:rPr lang="zh-CN" altLang="en-US" dirty="0" smtClean="0">
                <a:solidFill>
                  <a:srgbClr val="FF0000"/>
                </a:solidFill>
              </a:rPr>
              <a:t>联</a:t>
            </a:r>
            <a:r>
              <a:rPr lang="zh-CN" altLang="en-US" dirty="0" smtClean="0"/>
              <a:t>网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zh-CN" dirty="0"/>
              <a:t>由若干结点和连接这些结点的链路组成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2438400" y="3471863"/>
            <a:ext cx="8534400" cy="64293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zh-CN" dirty="0"/>
              <a:t>通过路由器把网络互连起来形成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2438400" y="4157663"/>
            <a:ext cx="8534400" cy="64293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zh-CN" dirty="0"/>
              <a:t>世界上最大的、覆盖全球的计算机网络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5361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5" name="TitleBackground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1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2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2</a:t>
              </a:r>
              <a:r>
                <a:rPr lang="zh-CN" altLang="en-US" sz="2000" smtClean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4" name="图片 3"/>
          <p:cNvPicPr/>
          <p:nvPr>
            <p:custDataLst>
              <p:tags r:id="rId1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0" name="椭圆 19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4221956"/>
            <a:ext cx="514350" cy="514350"/>
          </a:xfrm>
          <a:prstGeom prst="ellipse">
            <a:avLst/>
          </a:prstGeom>
          <a:solidFill>
            <a:schemeClr val="accent6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16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sym typeface="微软雅黑" panose="020B0503020204020204" pitchFamily="34" charset="-122"/>
              </a:rPr>
              <a:t>1</a:t>
            </a:r>
            <a:r>
              <a:rPr lang="zh-CN" altLang="en-US" dirty="0">
                <a:sym typeface="微软雅黑" panose="020B0503020204020204" pitchFamily="34" charset="-122"/>
              </a:rPr>
              <a:t>、为术语选择合适</a:t>
            </a:r>
            <a:r>
              <a:rPr lang="zh-CN" altLang="en-US" dirty="0" smtClean="0">
                <a:sym typeface="微软雅黑" panose="020B0503020204020204" pitchFamily="34" charset="-122"/>
              </a:rPr>
              <a:t>的描述：</a:t>
            </a:r>
            <a:r>
              <a:rPr lang="en-US" altLang="zh-CN" dirty="0" smtClean="0">
                <a:solidFill>
                  <a:srgbClr val="FF0000"/>
                </a:solidFill>
              </a:rPr>
              <a:t>i</a:t>
            </a:r>
            <a:r>
              <a:rPr lang="en-US" altLang="zh-CN" dirty="0" smtClean="0"/>
              <a:t>nternet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zh-CN" smtClean="0"/>
              <a:t>当前全球最大的、开放的、由众多网络相互连接而成的特定互联网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2438400" y="3471863"/>
            <a:ext cx="8534400" cy="64293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zh-CN" dirty="0" smtClean="0"/>
              <a:t>由多个计算机网络互连而成的计算机网络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5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6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2</a:t>
              </a:r>
              <a:r>
                <a:rPr lang="zh-CN" altLang="en-US" sz="2000" smtClean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4" name="图片 3"/>
          <p:cNvPicPr/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0" name="椭圆 19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3536156"/>
            <a:ext cx="514350" cy="514350"/>
          </a:xfrm>
          <a:prstGeom prst="ellipse">
            <a:avLst/>
          </a:prstGeom>
          <a:solidFill>
            <a:schemeClr val="accent6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sym typeface="微软雅黑" panose="020B0503020204020204" pitchFamily="34" charset="-122"/>
              </a:rPr>
              <a:t>1</a:t>
            </a:r>
            <a:r>
              <a:rPr lang="zh-CN" altLang="en-US" dirty="0">
                <a:sym typeface="微软雅黑" panose="020B0503020204020204" pitchFamily="34" charset="-122"/>
              </a:rPr>
              <a:t>、为术语选择合适</a:t>
            </a:r>
            <a:r>
              <a:rPr lang="zh-CN" altLang="en-US" dirty="0" smtClean="0">
                <a:sym typeface="微软雅黑" panose="020B0503020204020204" pitchFamily="34" charset="-122"/>
              </a:rPr>
              <a:t>的描述：</a:t>
            </a:r>
            <a:r>
              <a:rPr lang="en-US" altLang="zh-CN" dirty="0" smtClean="0">
                <a:solidFill>
                  <a:srgbClr val="FF0000"/>
                </a:solidFill>
                <a:sym typeface="微软雅黑" panose="020B0503020204020204" pitchFamily="34" charset="-122"/>
              </a:rPr>
              <a:t>I</a:t>
            </a:r>
            <a:r>
              <a:rPr lang="en-US" altLang="zh-CN" dirty="0" smtClean="0"/>
              <a:t>nternet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zh-CN" smtClean="0"/>
              <a:t>当前全球最大的、开放的、由众多网络相互连接而成的特定互联网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2438400" y="3471863"/>
            <a:ext cx="8534400" cy="64293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zh-CN" dirty="0" smtClean="0"/>
              <a:t>由多个计算机网络互连而成的计算机网络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35361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5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6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2</a:t>
              </a:r>
              <a:r>
                <a:rPr lang="zh-CN" altLang="en-US" sz="2000" smtClean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4" name="图片 3"/>
          <p:cNvPicPr/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0" name="椭圆 19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chemeClr val="accent6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14"/>
    </p:custDataLst>
  </p:cSld>
  <p:clrMapOvr>
    <a:masterClrMapping/>
  </p:clrMapOvr>
</p:sld>
</file>

<file path=ppt/tags/tag1.xml><?xml version="1.0" encoding="utf-8"?>
<p:tagLst xmlns:p="http://schemas.openxmlformats.org/presentationml/2006/main">
  <p:tag name="RAINPROBLEM" val="ProblemBody"/>
</p:tagLst>
</file>

<file path=ppt/tags/tag2.xml><?xml version="1.0" encoding="utf-8"?>
<p:tagLst xmlns:p="http://schemas.openxmlformats.org/presentationml/2006/main">
  <p:tag name="RAINPROBLEM" val="ProblemItem"/>
</p:tagLst>
</file>

<file path=ppt/tags/tag3.xml><?xml version="1.0" encoding="utf-8"?>
<p:tagLst xmlns:p="http://schemas.openxmlformats.org/presentationml/2006/main">
  <p:tag name="RAINPROBLEM" val="ProblemItem"/>
</p:tagLst>
</file>

<file path=ppt/tags/tag4.xml><?xml version="1.0" encoding="utf-8"?>
<p:tagLst xmlns:p="http://schemas.openxmlformats.org/presentationml/2006/main">
  <p:tag name="RAINPROBLEM" val="ProblemItem"/>
</p:tagLst>
</file>

<file path=ppt/tags/tag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.xml><?xml version="1.0" encoding="utf-8"?>
<p:tagLst xmlns:p="http://schemas.openxmlformats.org/presentationml/2006/main">
  <p:tag name="RAINPROBLEM" val="ProblemSubmit"/>
  <p:tag name="RAINPROBLEMTYPE" val="MultipleChoice"/>
</p:tagLst>
</file>

<file path=ppt/tags/tag8.xml><?xml version="1.0" encoding="utf-8"?>
<p:tagLst xmlns:p="http://schemas.openxmlformats.org/presentationml/2006/main">
  <p:tag name="RAINPROBLEMTYPE" val="ProblemTypeMarker"/>
</p:tagLst>
</file>

<file path=ppt/tags/tag9.xml><?xml version="1.0" encoding="utf-8"?>
<p:tagLst xmlns:p="http://schemas.openxmlformats.org/presentationml/2006/main">
  <p:tag name="RAINPROBLEMTYPE" val="ProblemTypeMarker"/>
</p:tagLst>
</file>

<file path=ppt/tags/tag10.xml><?xml version="1.0" encoding="utf-8"?>
<p:tagLst xmlns:p="http://schemas.openxmlformats.org/presentationml/2006/main">
  <p:tag name="RAINPROBLEMTYPE" val="ProblemTypeMarker"/>
</p:tagLst>
</file>

<file path=ppt/tags/tag11.xml><?xml version="1.0" encoding="utf-8"?>
<p:tagLst xmlns:p="http://schemas.openxmlformats.org/presentationml/2006/main">
  <p:tag name="RAINPROBLEMTYPE" val="ProblemTypeMarker"/>
</p:tagLst>
</file>

<file path=ppt/tags/tag12.xml><?xml version="1.0" encoding="utf-8"?>
<p:tagLst xmlns:p="http://schemas.openxmlformats.org/presentationml/2006/main">
  <p:tag name="RAINPROBLEMTYPE" val="ProblemTypeMarker"/>
</p:tagLst>
</file>

<file path=ppt/tags/tag13.xml><?xml version="1.0" encoding="utf-8"?>
<p:tagLst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5.xml><?xml version="1.0" encoding="utf-8"?>
<p:tagLst xmlns:p="http://schemas.openxmlformats.org/presentationml/2006/main">
  <p:tag name="RAINPROBLEM" val="MultipleChoice"/>
  <p:tag name="PROBLEMSCORE" val="2.0"/>
</p:tagLst>
</file>

<file path=ppt/tags/tag16.xml><?xml version="1.0" encoding="utf-8"?>
<p:tagLst xmlns:p="http://schemas.openxmlformats.org/presentationml/2006/main">
  <p:tag name="RAINPROBLEM" val="ProblemBody"/>
</p:tagLst>
</file>

<file path=ppt/tags/tag17.xml><?xml version="1.0" encoding="utf-8"?>
<p:tagLst xmlns:p="http://schemas.openxmlformats.org/presentationml/2006/main">
  <p:tag name="RAINPROBLEM" val="ProblemItem"/>
</p:tagLst>
</file>

<file path=ppt/tags/tag18.xml><?xml version="1.0" encoding="utf-8"?>
<p:tagLst xmlns:p="http://schemas.openxmlformats.org/presentationml/2006/main">
  <p:tag name="RAINPROBLEM" val="ProblemItem"/>
</p:tagLst>
</file>

<file path=ppt/tags/tag19.xml><?xml version="1.0" encoding="utf-8"?>
<p:tagLst xmlns:p="http://schemas.openxmlformats.org/presentationml/2006/main">
  <p:tag name="RAINPROBLEM" val="ProblemItem"/>
</p:tagLst>
</file>

<file path=ppt/tags/tag2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2.xml><?xml version="1.0" encoding="utf-8"?>
<p:tagLst xmlns:p="http://schemas.openxmlformats.org/presentationml/2006/main">
  <p:tag name="RAINPROBLEM" val="ProblemSubmit"/>
  <p:tag name="RAINPROBLEMTYPE" val="MultipleChoice"/>
</p:tagLst>
</file>

<file path=ppt/tags/tag23.xml><?xml version="1.0" encoding="utf-8"?>
<p:tagLst xmlns:p="http://schemas.openxmlformats.org/presentationml/2006/main">
  <p:tag name="RAINPROBLEMTYPE" val="ProblemTypeMarker"/>
</p:tagLst>
</file>

<file path=ppt/tags/tag24.xml><?xml version="1.0" encoding="utf-8"?>
<p:tagLst xmlns:p="http://schemas.openxmlformats.org/presentationml/2006/main">
  <p:tag name="RAINPROBLEMTYPE" val="ProblemTypeMarker"/>
</p:tagLst>
</file>

<file path=ppt/tags/tag25.xml><?xml version="1.0" encoding="utf-8"?>
<p:tagLst xmlns:p="http://schemas.openxmlformats.org/presentationml/2006/main">
  <p:tag name="RAINPROBLEMTYPE" val="ProblemTypeMarker"/>
</p:tagLst>
</file>

<file path=ppt/tags/tag26.xml><?xml version="1.0" encoding="utf-8"?>
<p:tagLst xmlns:p="http://schemas.openxmlformats.org/presentationml/2006/main">
  <p:tag name="RAINPROBLEMTYPE" val="ProblemTypeMarker"/>
</p:tagLst>
</file>

<file path=ppt/tags/tag27.xml><?xml version="1.0" encoding="utf-8"?>
<p:tagLst xmlns:p="http://schemas.openxmlformats.org/presentationml/2006/main">
  <p:tag name="RAINPROBLEMTYPE" val="ProblemTypeMarker"/>
</p:tagLst>
</file>

<file path=ppt/tags/tag28.xml><?xml version="1.0" encoding="utf-8"?>
<p:tagLst xmlns:p="http://schemas.openxmlformats.org/presentationml/2006/main">
  <p:tag name="RAINPROBLEM" val="ProblemSetting"/>
  <p:tag name="RAINPROBLEMTYPE" val="MultipleChoice"/>
</p:tagLst>
</file>

<file path=ppt/tags/tag2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0.xml><?xml version="1.0" encoding="utf-8"?>
<p:tagLst xmlns:p="http://schemas.openxmlformats.org/presentationml/2006/main">
  <p:tag name="RAINPROBLEM" val="MultipleChoice"/>
  <p:tag name="PROBLEMSCORE" val="2.0"/>
</p:tagLst>
</file>

<file path=ppt/tags/tag31.xml><?xml version="1.0" encoding="utf-8"?>
<p:tagLst xmlns:p="http://schemas.openxmlformats.org/presentationml/2006/main">
  <p:tag name="RAINPROBLEM" val="ProblemBody"/>
</p:tagLst>
</file>

<file path=ppt/tags/tag32.xml><?xml version="1.0" encoding="utf-8"?>
<p:tagLst xmlns:p="http://schemas.openxmlformats.org/presentationml/2006/main">
  <p:tag name="RAINPROBLEM" val="ProblemItem"/>
</p:tagLst>
</file>

<file path=ppt/tags/tag33.xml><?xml version="1.0" encoding="utf-8"?>
<p:tagLst xmlns:p="http://schemas.openxmlformats.org/presentationml/2006/main">
  <p:tag name="RAINPROBLEM" val="ProblemItem"/>
</p:tagLst>
</file>

<file path=ppt/tags/tag34.xml><?xml version="1.0" encoding="utf-8"?>
<p:tagLst xmlns:p="http://schemas.openxmlformats.org/presentationml/2006/main">
  <p:tag name="RAINPROBLEM" val="ProblemItem"/>
</p:tagLst>
</file>

<file path=ppt/tags/tag3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7.xml><?xml version="1.0" encoding="utf-8"?>
<p:tagLst xmlns:p="http://schemas.openxmlformats.org/presentationml/2006/main">
  <p:tag name="RAINPROBLEM" val="ProblemSubmit"/>
  <p:tag name="RAINPROBLEMTYPE" val="MultipleChoice"/>
</p:tagLst>
</file>

<file path=ppt/tags/tag38.xml><?xml version="1.0" encoding="utf-8"?>
<p:tagLst xmlns:p="http://schemas.openxmlformats.org/presentationml/2006/main">
  <p:tag name="RAINPROBLEMTYPE" val="ProblemTypeMarker"/>
</p:tagLst>
</file>

<file path=ppt/tags/tag39.xml><?xml version="1.0" encoding="utf-8"?>
<p:tagLst xmlns:p="http://schemas.openxmlformats.org/presentationml/2006/main">
  <p:tag name="RAINPROBLEMTYPE" val="ProblemTypeMarker"/>
</p:tagLst>
</file>

<file path=ppt/tags/tag40.xml><?xml version="1.0" encoding="utf-8"?>
<p:tagLst xmlns:p="http://schemas.openxmlformats.org/presentationml/2006/main">
  <p:tag name="RAINPROBLEMTYPE" val="ProblemTypeMarker"/>
</p:tagLst>
</file>

<file path=ppt/tags/tag41.xml><?xml version="1.0" encoding="utf-8"?>
<p:tagLst xmlns:p="http://schemas.openxmlformats.org/presentationml/2006/main">
  <p:tag name="RAINPROBLEMTYPE" val="ProblemTypeMarker"/>
</p:tagLst>
</file>

<file path=ppt/tags/tag42.xml><?xml version="1.0" encoding="utf-8"?>
<p:tagLst xmlns:p="http://schemas.openxmlformats.org/presentationml/2006/main">
  <p:tag name="RAINPROBLEMTYPE" val="ProblemTypeMarker"/>
</p:tagLst>
</file>

<file path=ppt/tags/tag43.xml><?xml version="1.0" encoding="utf-8"?>
<p:tagLst xmlns:p="http://schemas.openxmlformats.org/presentationml/2006/main">
  <p:tag name="RAINPROBLEM" val="ProblemSetting"/>
  <p:tag name="RAINPROBLEMTYPE" val="MultipleChoice"/>
</p:tagLst>
</file>

<file path=ppt/tags/tag4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5.xml><?xml version="1.0" encoding="utf-8"?>
<p:tagLst xmlns:p="http://schemas.openxmlformats.org/presentationml/2006/main">
  <p:tag name="RAINPROBLEM" val="MultipleChoice"/>
  <p:tag name="PROBLEMSCORE" val="2.0"/>
</p:tagLst>
</file>

<file path=ppt/tags/tag46.xml><?xml version="1.0" encoding="utf-8"?>
<p:tagLst xmlns:p="http://schemas.openxmlformats.org/presentationml/2006/main">
  <p:tag name="RAINPROBLEM" val="ProblemBody"/>
</p:tagLst>
</file>

<file path=ppt/tags/tag47.xml><?xml version="1.0" encoding="utf-8"?>
<p:tagLst xmlns:p="http://schemas.openxmlformats.org/presentationml/2006/main">
  <p:tag name="RAINPROBLEM" val="ProblemItem"/>
</p:tagLst>
</file>

<file path=ppt/tags/tag48.xml><?xml version="1.0" encoding="utf-8"?>
<p:tagLst xmlns:p="http://schemas.openxmlformats.org/presentationml/2006/main">
  <p:tag name="RAINPROBLEM" val="ProblemItem"/>
</p:tagLst>
</file>

<file path=ppt/tags/tag4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50.xml><?xml version="1.0" encoding="utf-8"?>
<p:tagLst xmlns:p="http://schemas.openxmlformats.org/presentationml/2006/main">
  <p:tag name="RAINPROBLEM" val="ProblemSubmit"/>
  <p:tag name="RAINPROBLEMTYPE" val="MultipleChoice"/>
</p:tagLst>
</file>

<file path=ppt/tags/tag51.xml><?xml version="1.0" encoding="utf-8"?>
<p:tagLst xmlns:p="http://schemas.openxmlformats.org/presentationml/2006/main">
  <p:tag name="RAINPROBLEMTYPE" val="ProblemTypeMarker"/>
</p:tagLst>
</file>

<file path=ppt/tags/tag52.xml><?xml version="1.0" encoding="utf-8"?>
<p:tagLst xmlns:p="http://schemas.openxmlformats.org/presentationml/2006/main">
  <p:tag name="RAINPROBLEMTYPE" val="ProblemTypeMarker"/>
</p:tagLst>
</file>

<file path=ppt/tags/tag53.xml><?xml version="1.0" encoding="utf-8"?>
<p:tagLst xmlns:p="http://schemas.openxmlformats.org/presentationml/2006/main">
  <p:tag name="RAINPROBLEMTYPE" val="ProblemTypeMarker"/>
</p:tagLst>
</file>

<file path=ppt/tags/tag54.xml><?xml version="1.0" encoding="utf-8"?>
<p:tagLst xmlns:p="http://schemas.openxmlformats.org/presentationml/2006/main">
  <p:tag name="RAINPROBLEMTYPE" val="ProblemTypeMarker"/>
</p:tagLst>
</file>

<file path=ppt/tags/tag55.xml><?xml version="1.0" encoding="utf-8"?>
<p:tagLst xmlns:p="http://schemas.openxmlformats.org/presentationml/2006/main">
  <p:tag name="RAINPROBLEMTYPE" val="ProblemTypeMarker"/>
</p:tagLst>
</file>

<file path=ppt/tags/tag56.xml><?xml version="1.0" encoding="utf-8"?>
<p:tagLst xmlns:p="http://schemas.openxmlformats.org/presentationml/2006/main">
  <p:tag name="RAINPROBLEM" val="ProblemSetting"/>
  <p:tag name="RAINPROBLEMTYPE" val="MultipleChoice"/>
</p:tagLst>
</file>

<file path=ppt/tags/tag5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58.xml><?xml version="1.0" encoding="utf-8"?>
<p:tagLst xmlns:p="http://schemas.openxmlformats.org/presentationml/2006/main">
  <p:tag name="RAINPROBLEM" val="MultipleChoice"/>
  <p:tag name="PROBLEMSCORE" val="2.0"/>
</p:tagLst>
</file>

<file path=ppt/tags/tag59.xml><?xml version="1.0" encoding="utf-8"?>
<p:tagLst xmlns:p="http://schemas.openxmlformats.org/presentationml/2006/main">
  <p:tag name="RAINPROBLEM" val="ProblemBody"/>
</p:tagLst>
</file>

<file path=ppt/tags/tag60.xml><?xml version="1.0" encoding="utf-8"?>
<p:tagLst xmlns:p="http://schemas.openxmlformats.org/presentationml/2006/main">
  <p:tag name="RAINPROBLEM" val="ProblemItem"/>
</p:tagLst>
</file>

<file path=ppt/tags/tag61.xml><?xml version="1.0" encoding="utf-8"?>
<p:tagLst xmlns:p="http://schemas.openxmlformats.org/presentationml/2006/main">
  <p:tag name="RAINPROBLEM" val="ProblemItem"/>
</p:tagLst>
</file>

<file path=ppt/tags/tag6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63.xml><?xml version="1.0" encoding="utf-8"?>
<p:tagLst xmlns:p="http://schemas.openxmlformats.org/presentationml/2006/main">
  <p:tag name="RAINPROBLEM" val="ProblemSubmit"/>
  <p:tag name="RAINPROBLEMTYPE" val="MultipleChoice"/>
</p:tagLst>
</file>

<file path=ppt/tags/tag64.xml><?xml version="1.0" encoding="utf-8"?>
<p:tagLst xmlns:p="http://schemas.openxmlformats.org/presentationml/2006/main">
  <p:tag name="RAINPROBLEMTYPE" val="ProblemTypeMarker"/>
</p:tagLst>
</file>

<file path=ppt/tags/tag65.xml><?xml version="1.0" encoding="utf-8"?>
<p:tagLst xmlns:p="http://schemas.openxmlformats.org/presentationml/2006/main">
  <p:tag name="RAINPROBLEMTYPE" val="ProblemTypeMarker"/>
</p:tagLst>
</file>

<file path=ppt/tags/tag66.xml><?xml version="1.0" encoding="utf-8"?>
<p:tagLst xmlns:p="http://schemas.openxmlformats.org/presentationml/2006/main">
  <p:tag name="RAINPROBLEMTYPE" val="ProblemTypeMarker"/>
</p:tagLst>
</file>

<file path=ppt/tags/tag67.xml><?xml version="1.0" encoding="utf-8"?>
<p:tagLst xmlns:p="http://schemas.openxmlformats.org/presentationml/2006/main">
  <p:tag name="RAINPROBLEMTYPE" val="ProblemTypeMarker"/>
</p:tagLst>
</file>

<file path=ppt/tags/tag68.xml><?xml version="1.0" encoding="utf-8"?>
<p:tagLst xmlns:p="http://schemas.openxmlformats.org/presentationml/2006/main">
  <p:tag name="RAINPROBLEMTYPE" val="ProblemTypeMarker"/>
</p:tagLst>
</file>

<file path=ppt/tags/tag69.xml><?xml version="1.0" encoding="utf-8"?>
<p:tagLst xmlns:p="http://schemas.openxmlformats.org/presentationml/2006/main">
  <p:tag name="RAINPROBLEM" val="ProblemSetting"/>
  <p:tag name="RAINPROBLEMTYPE" val="MultipleChoice"/>
</p:tagLst>
</file>

<file path=ppt/tags/tag7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1.xml><?xml version="1.0" encoding="utf-8"?>
<p:tagLst xmlns:p="http://schemas.openxmlformats.org/presentationml/2006/main">
  <p:tag name="RAINPROBLEM" val="MultipleChoice"/>
  <p:tag name="PROBLEMSCORE" val="2.0"/>
</p:tagLst>
</file>

<file path=ppt/tags/tag72.xml><?xml version="1.0" encoding="utf-8"?>
<p:tagLst xmlns:p="http://schemas.openxmlformats.org/presentationml/2006/main">
  <p:tag name="COMMONDATA" val="eyJoZGlkIjoiMDNkNTM3MzgzMjMzMDMzNzFmOWZmODVlMWI1YTQ0NjU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378</Words>
  <Application>WPS 演示</Application>
  <PresentationFormat>宽屏</PresentationFormat>
  <Paragraphs>92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宋体</vt:lpstr>
      <vt:lpstr>Wingdings</vt:lpstr>
      <vt:lpstr>微软雅黑</vt:lpstr>
      <vt:lpstr>等线</vt:lpstr>
      <vt:lpstr>Arial Unicode MS</vt:lpstr>
      <vt:lpstr>等线 Light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个人用户</dc:creator>
  <cp:lastModifiedBy>泥人</cp:lastModifiedBy>
  <cp:revision>6</cp:revision>
  <dcterms:created xsi:type="dcterms:W3CDTF">2020-02-20T10:52:00Z</dcterms:created>
  <dcterms:modified xsi:type="dcterms:W3CDTF">2022-05-16T11:29:31Z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0526B79B82B8458C8C206479E3A302A4</vt:lpwstr>
  </property>
  <property fmtid="{D5CDD505-2E9C-101B-9397-08002B2CF9AE}" pid="3" name="KSOProductBuildVer">
    <vt:lpwstr>2052-11.1.0.11636</vt:lpwstr>
  </property>
</Properties>
</file>