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13" r:id="rId3"/>
    <p:sldId id="314" r:id="rId5"/>
    <p:sldId id="315" r:id="rId6"/>
    <p:sldId id="316" r:id="rId7"/>
    <p:sldId id="317" r:id="rId8"/>
    <p:sldId id="318" r:id="rId9"/>
    <p:sldId id="319" r:id="rId10"/>
    <p:sldId id="320" r:id="rId11"/>
    <p:sldId id="321" r:id="rId12"/>
    <p:sldId id="322" r:id="rId13"/>
    <p:sldId id="323" r:id="rId14"/>
    <p:sldId id="324" r:id="rId15"/>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274"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gs" Target="tags/tag164.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03FE07-582E-4437-8D9E-965E9C9D3C9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49FD5C-9CAA-4E75-BAD1-D253D83C38F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D549FD5C-9CAA-4E75-BAD1-D253D83C38F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zh-CN" altLang="en-US" dirty="0"/>
          </a:p>
        </p:txBody>
      </p:sp>
      <p:sp>
        <p:nvSpPr>
          <p:cNvPr id="4" name="灯片编号占位符 3"/>
          <p:cNvSpPr>
            <a:spLocks noGrp="1"/>
          </p:cNvSpPr>
          <p:nvPr>
            <p:ph type="sldNum" sz="quarter" idx="5"/>
          </p:nvPr>
        </p:nvSpPr>
        <p:spPr/>
        <p:txBody>
          <a:bodyPr/>
          <a:lstStyle/>
          <a:p>
            <a:fld id="{D549FD5C-9CAA-4E75-BAD1-D253D83C38F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D549FD5C-9CAA-4E75-BAD1-D253D83C38F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D549FD5C-9CAA-4E75-BAD1-D253D83C38F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D549FD5C-9CAA-4E75-BAD1-D253D83C38F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t>B</a:t>
            </a:r>
            <a:endParaRPr lang="zh-CN" altLang="en-US" b="0" dirty="0"/>
          </a:p>
        </p:txBody>
      </p:sp>
      <p:sp>
        <p:nvSpPr>
          <p:cNvPr id="4" name="灯片编号占位符 3"/>
          <p:cNvSpPr>
            <a:spLocks noGrp="1"/>
          </p:cNvSpPr>
          <p:nvPr>
            <p:ph type="sldNum" sz="quarter" idx="5"/>
          </p:nvPr>
        </p:nvSpPr>
        <p:spPr/>
        <p:txBody>
          <a:bodyPr/>
          <a:lstStyle/>
          <a:p>
            <a:fld id="{D549FD5C-9CAA-4E75-BAD1-D253D83C38FA}"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慢开始  拥塞避免  快重传  快恢复</a:t>
            </a:r>
            <a:endParaRPr lang="zh-CN" altLang="en-US" dirty="0"/>
          </a:p>
        </p:txBody>
      </p:sp>
      <p:sp>
        <p:nvSpPr>
          <p:cNvPr id="4" name="灯片编号占位符 3"/>
          <p:cNvSpPr>
            <a:spLocks noGrp="1"/>
          </p:cNvSpPr>
          <p:nvPr>
            <p:ph type="sldNum" sz="quarter" idx="5"/>
          </p:nvPr>
        </p:nvSpPr>
        <p:spPr/>
        <p:txBody>
          <a:bodyPr/>
          <a:lstStyle/>
          <a:p>
            <a:fld id="{D549FD5C-9CAA-4E75-BAD1-D253D83C38F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D549FD5C-9CAA-4E75-BAD1-D253D83C38F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D549FD5C-9CAA-4E75-BAD1-D253D83C38F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D549FD5C-9CAA-4E75-BAD1-D253D83C38F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D549FD5C-9CAA-4E75-BAD1-D253D83C38F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D549FD5C-9CAA-4E75-BAD1-D253D83C38F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CB7456-3132-4DB2-8F31-A57075A28DB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B8515A-1257-4300-8B79-552042D9834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notesSlide" Target="../notesSlides/notesSlide1.xml"/><Relationship Id="rId15" Type="http://schemas.openxmlformats.org/officeDocument/2006/relationships/slideLayout" Target="../slideLayouts/slideLayout7.xml"/><Relationship Id="rId14" Type="http://schemas.openxmlformats.org/officeDocument/2006/relationships/tags" Target="../tags/tag13.xml"/><Relationship Id="rId13" Type="http://schemas.openxmlformats.org/officeDocument/2006/relationships/image" Target="../media/image1.png"/><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0" Type="http://schemas.openxmlformats.org/officeDocument/2006/relationships/notesSlide" Target="../notesSlides/notesSlide2.xml"/><Relationship Id="rId2" Type="http://schemas.openxmlformats.org/officeDocument/2006/relationships/tags" Target="../tags/tag15.xml"/><Relationship Id="rId19" Type="http://schemas.openxmlformats.org/officeDocument/2006/relationships/slideLayout" Target="../slideLayouts/slideLayout7.xml"/><Relationship Id="rId18" Type="http://schemas.openxmlformats.org/officeDocument/2006/relationships/tags" Target="../tags/tag30.xml"/><Relationship Id="rId17" Type="http://schemas.openxmlformats.org/officeDocument/2006/relationships/image" Target="../media/image1.png"/><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tags" Target="../tags/tag14.xml"/></Relationships>
</file>

<file path=ppt/slides/_rels/slide3.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6" Type="http://schemas.openxmlformats.org/officeDocument/2006/relationships/notesSlide" Target="../notesSlides/notesSlide3.xml"/><Relationship Id="rId15" Type="http://schemas.openxmlformats.org/officeDocument/2006/relationships/slideLayout" Target="../slideLayouts/slideLayout7.xml"/><Relationship Id="rId14" Type="http://schemas.openxmlformats.org/officeDocument/2006/relationships/tags" Target="../tags/tag43.xml"/><Relationship Id="rId13" Type="http://schemas.openxmlformats.org/officeDocument/2006/relationships/image" Target="../media/image1.png"/><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tags" Target="../tags/tag31.xml"/></Relationships>
</file>

<file path=ppt/slides/_rels/slide4.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6" Type="http://schemas.openxmlformats.org/officeDocument/2006/relationships/notesSlide" Target="../notesSlides/notesSlide4.xml"/><Relationship Id="rId15" Type="http://schemas.openxmlformats.org/officeDocument/2006/relationships/slideLayout" Target="../slideLayouts/slideLayout7.xml"/><Relationship Id="rId14" Type="http://schemas.openxmlformats.org/officeDocument/2006/relationships/tags" Target="../tags/tag56.xml"/><Relationship Id="rId13" Type="http://schemas.openxmlformats.org/officeDocument/2006/relationships/image" Target="../media/image1.png"/><Relationship Id="rId12" Type="http://schemas.openxmlformats.org/officeDocument/2006/relationships/tags" Target="../tags/tag55.xml"/><Relationship Id="rId11" Type="http://schemas.openxmlformats.org/officeDocument/2006/relationships/tags" Target="../tags/tag54.xml"/><Relationship Id="rId10" Type="http://schemas.openxmlformats.org/officeDocument/2006/relationships/tags" Target="../tags/tag53.xml"/><Relationship Id="rId1" Type="http://schemas.openxmlformats.org/officeDocument/2006/relationships/tags" Target="../tags/tag44.xml"/></Relationships>
</file>

<file path=ppt/slides/_rels/slide5.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6" Type="http://schemas.openxmlformats.org/officeDocument/2006/relationships/notesSlide" Target="../notesSlides/notesSlide5.xml"/><Relationship Id="rId15" Type="http://schemas.openxmlformats.org/officeDocument/2006/relationships/slideLayout" Target="../slideLayouts/slideLayout7.xml"/><Relationship Id="rId14" Type="http://schemas.openxmlformats.org/officeDocument/2006/relationships/tags" Target="../tags/tag69.xml"/><Relationship Id="rId13" Type="http://schemas.openxmlformats.org/officeDocument/2006/relationships/image" Target="../media/image1.png"/><Relationship Id="rId12" Type="http://schemas.openxmlformats.org/officeDocument/2006/relationships/tags" Target="../tags/tag68.xml"/><Relationship Id="rId11" Type="http://schemas.openxmlformats.org/officeDocument/2006/relationships/tags" Target="../tags/tag67.xml"/><Relationship Id="rId10" Type="http://schemas.openxmlformats.org/officeDocument/2006/relationships/tags" Target="../tags/tag66.xml"/><Relationship Id="rId1" Type="http://schemas.openxmlformats.org/officeDocument/2006/relationships/tags" Target="../tags/tag57.xml"/></Relationships>
</file>

<file path=ppt/slides/_rels/slide6.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6" Type="http://schemas.openxmlformats.org/officeDocument/2006/relationships/notesSlide" Target="../notesSlides/notesSlide6.xml"/><Relationship Id="rId15" Type="http://schemas.openxmlformats.org/officeDocument/2006/relationships/slideLayout" Target="../slideLayouts/slideLayout7.xml"/><Relationship Id="rId14" Type="http://schemas.openxmlformats.org/officeDocument/2006/relationships/tags" Target="../tags/tag82.xml"/><Relationship Id="rId13" Type="http://schemas.openxmlformats.org/officeDocument/2006/relationships/image" Target="../media/image1.png"/><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0.xml"/></Relationships>
</file>

<file path=ppt/slides/_rels/slide7.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3" Type="http://schemas.openxmlformats.org/officeDocument/2006/relationships/notesSlide" Target="../notesSlides/notesSlide7.xml"/><Relationship Id="rId12" Type="http://schemas.openxmlformats.org/officeDocument/2006/relationships/slideLayout" Target="../slideLayouts/slideLayout7.xml"/><Relationship Id="rId11" Type="http://schemas.openxmlformats.org/officeDocument/2006/relationships/tags" Target="../tags/tag92.xml"/><Relationship Id="rId10" Type="http://schemas.openxmlformats.org/officeDocument/2006/relationships/image" Target="../media/image1.png"/><Relationship Id="rId1" Type="http://schemas.openxmlformats.org/officeDocument/2006/relationships/tags" Target="../tags/tag83.xml"/></Relationships>
</file>

<file path=ppt/slides/_rels/slide8.xml.rels><?xml version="1.0" encoding="UTF-8" standalone="yes"?>
<Relationships xmlns="http://schemas.openxmlformats.org/package/2006/relationships"><Relationship Id="rId9" Type="http://schemas.openxmlformats.org/officeDocument/2006/relationships/tags" Target="../tags/tag101.xml"/><Relationship Id="rId8" Type="http://schemas.openxmlformats.org/officeDocument/2006/relationships/tags" Target="../tags/tag100.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6" Type="http://schemas.openxmlformats.org/officeDocument/2006/relationships/notesSlide" Target="../notesSlides/notesSlide8.xml"/><Relationship Id="rId15" Type="http://schemas.openxmlformats.org/officeDocument/2006/relationships/slideLayout" Target="../slideLayouts/slideLayout7.xml"/><Relationship Id="rId14" Type="http://schemas.openxmlformats.org/officeDocument/2006/relationships/tags" Target="../tags/tag105.xml"/><Relationship Id="rId13" Type="http://schemas.openxmlformats.org/officeDocument/2006/relationships/image" Target="../media/image1.png"/><Relationship Id="rId12" Type="http://schemas.openxmlformats.org/officeDocument/2006/relationships/tags" Target="../tags/tag104.xml"/><Relationship Id="rId11" Type="http://schemas.openxmlformats.org/officeDocument/2006/relationships/tags" Target="../tags/tag103.xml"/><Relationship Id="rId10" Type="http://schemas.openxmlformats.org/officeDocument/2006/relationships/tags" Target="../tags/tag102.xml"/><Relationship Id="rId1" Type="http://schemas.openxmlformats.org/officeDocument/2006/relationships/tags" Target="../tags/tag93.xml"/></Relationships>
</file>

<file path=ppt/slides/_rels/slide9.xml.rels><?xml version="1.0" encoding="UTF-8" standalone="yes"?>
<Relationships xmlns="http://schemas.openxmlformats.org/package/2006/relationships"><Relationship Id="rId9" Type="http://schemas.openxmlformats.org/officeDocument/2006/relationships/tags" Target="../tags/tag114.xml"/><Relationship Id="rId8" Type="http://schemas.openxmlformats.org/officeDocument/2006/relationships/tags" Target="../tags/tag113.xml"/><Relationship Id="rId7" Type="http://schemas.openxmlformats.org/officeDocument/2006/relationships/tags" Target="../tags/tag112.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3" Type="http://schemas.openxmlformats.org/officeDocument/2006/relationships/tags" Target="../tags/tag108.xml"/><Relationship Id="rId20" Type="http://schemas.openxmlformats.org/officeDocument/2006/relationships/notesSlide" Target="../notesSlides/notesSlide9.xml"/><Relationship Id="rId2" Type="http://schemas.openxmlformats.org/officeDocument/2006/relationships/tags" Target="../tags/tag107.xml"/><Relationship Id="rId19" Type="http://schemas.openxmlformats.org/officeDocument/2006/relationships/slideLayout" Target="../slideLayouts/slideLayout7.xml"/><Relationship Id="rId18" Type="http://schemas.openxmlformats.org/officeDocument/2006/relationships/tags" Target="../tags/tag122.xml"/><Relationship Id="rId17" Type="http://schemas.openxmlformats.org/officeDocument/2006/relationships/image" Target="../media/image1.png"/><Relationship Id="rId16" Type="http://schemas.openxmlformats.org/officeDocument/2006/relationships/tags" Target="../tags/tag121.xml"/><Relationship Id="rId15" Type="http://schemas.openxmlformats.org/officeDocument/2006/relationships/tags" Target="../tags/tag120.xml"/><Relationship Id="rId14" Type="http://schemas.openxmlformats.org/officeDocument/2006/relationships/tags" Target="../tags/tag119.xml"/><Relationship Id="rId13" Type="http://schemas.openxmlformats.org/officeDocument/2006/relationships/tags" Target="../tags/tag118.xml"/><Relationship Id="rId12" Type="http://schemas.openxmlformats.org/officeDocument/2006/relationships/tags" Target="../tags/tag117.xml"/><Relationship Id="rId11" Type="http://schemas.openxmlformats.org/officeDocument/2006/relationships/tags" Target="../tags/tag116.xml"/><Relationship Id="rId10" Type="http://schemas.openxmlformats.org/officeDocument/2006/relationships/tags" Target="../tags/tag115.xml"/><Relationship Id="rId1" Type="http://schemas.openxmlformats.org/officeDocument/2006/relationships/tags" Target="../tags/tag106.xml"/></Relationships>
</file>

<file path=ppt/slides/_rels/slide10.xml.rels><?xml version="1.0" encoding="UTF-8" standalone="yes"?>
<Relationships xmlns="http://schemas.openxmlformats.org/package/2006/relationships"><Relationship Id="rId9" Type="http://schemas.openxmlformats.org/officeDocument/2006/relationships/tags" Target="../tags/tag131.xml"/><Relationship Id="rId8" Type="http://schemas.openxmlformats.org/officeDocument/2006/relationships/tags" Target="../tags/tag130.xml"/><Relationship Id="rId7" Type="http://schemas.openxmlformats.org/officeDocument/2006/relationships/tags" Target="../tags/tag129.xml"/><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tags" Target="../tags/tag126.xml"/><Relationship Id="rId3" Type="http://schemas.openxmlformats.org/officeDocument/2006/relationships/tags" Target="../tags/tag125.xml"/><Relationship Id="rId2" Type="http://schemas.openxmlformats.org/officeDocument/2006/relationships/tags" Target="../tags/tag124.xml"/><Relationship Id="rId16" Type="http://schemas.openxmlformats.org/officeDocument/2006/relationships/notesSlide" Target="../notesSlides/notesSlide10.xml"/><Relationship Id="rId15" Type="http://schemas.openxmlformats.org/officeDocument/2006/relationships/slideLayout" Target="../slideLayouts/slideLayout7.xml"/><Relationship Id="rId14" Type="http://schemas.openxmlformats.org/officeDocument/2006/relationships/tags" Target="../tags/tag135.xml"/><Relationship Id="rId13" Type="http://schemas.openxmlformats.org/officeDocument/2006/relationships/image" Target="../media/image1.png"/><Relationship Id="rId12" Type="http://schemas.openxmlformats.org/officeDocument/2006/relationships/tags" Target="../tags/tag134.xml"/><Relationship Id="rId11" Type="http://schemas.openxmlformats.org/officeDocument/2006/relationships/tags" Target="../tags/tag133.xml"/><Relationship Id="rId10" Type="http://schemas.openxmlformats.org/officeDocument/2006/relationships/tags" Target="../tags/tag132.xml"/><Relationship Id="rId1" Type="http://schemas.openxmlformats.org/officeDocument/2006/relationships/tags" Target="../tags/tag123.xml"/></Relationships>
</file>

<file path=ppt/slides/_rels/slide11.xml.rels><?xml version="1.0" encoding="UTF-8" standalone="yes"?>
<Relationships xmlns="http://schemas.openxmlformats.org/package/2006/relationships"><Relationship Id="rId9" Type="http://schemas.openxmlformats.org/officeDocument/2006/relationships/tags" Target="../tags/tag144.xml"/><Relationship Id="rId8" Type="http://schemas.openxmlformats.org/officeDocument/2006/relationships/tags" Target="../tags/tag143.xml"/><Relationship Id="rId7" Type="http://schemas.openxmlformats.org/officeDocument/2006/relationships/tags" Target="../tags/tag142.xml"/><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tags" Target="../tags/tag139.xml"/><Relationship Id="rId3" Type="http://schemas.openxmlformats.org/officeDocument/2006/relationships/tags" Target="../tags/tag138.xml"/><Relationship Id="rId2" Type="http://schemas.openxmlformats.org/officeDocument/2006/relationships/tags" Target="../tags/tag137.xml"/><Relationship Id="rId18" Type="http://schemas.openxmlformats.org/officeDocument/2006/relationships/notesSlide" Target="../notesSlides/notesSlide11.xml"/><Relationship Id="rId17" Type="http://schemas.openxmlformats.org/officeDocument/2006/relationships/slideLayout" Target="../slideLayouts/slideLayout7.xml"/><Relationship Id="rId16" Type="http://schemas.openxmlformats.org/officeDocument/2006/relationships/tags" Target="../tags/tag150.xml"/><Relationship Id="rId15" Type="http://schemas.openxmlformats.org/officeDocument/2006/relationships/image" Target="../media/image1.png"/><Relationship Id="rId14" Type="http://schemas.openxmlformats.org/officeDocument/2006/relationships/tags" Target="../tags/tag149.xml"/><Relationship Id="rId13" Type="http://schemas.openxmlformats.org/officeDocument/2006/relationships/tags" Target="../tags/tag148.xml"/><Relationship Id="rId12" Type="http://schemas.openxmlformats.org/officeDocument/2006/relationships/tags" Target="../tags/tag147.xml"/><Relationship Id="rId11" Type="http://schemas.openxmlformats.org/officeDocument/2006/relationships/tags" Target="../tags/tag146.xml"/><Relationship Id="rId10" Type="http://schemas.openxmlformats.org/officeDocument/2006/relationships/tags" Target="../tags/tag145.xml"/><Relationship Id="rId1" Type="http://schemas.openxmlformats.org/officeDocument/2006/relationships/tags" Target="../tags/tag136.xml"/></Relationships>
</file>

<file path=ppt/slides/_rels/slide12.xml.rels><?xml version="1.0" encoding="UTF-8" standalone="yes"?>
<Relationships xmlns="http://schemas.openxmlformats.org/package/2006/relationships"><Relationship Id="rId9" Type="http://schemas.openxmlformats.org/officeDocument/2006/relationships/tags" Target="../tags/tag159.xml"/><Relationship Id="rId8" Type="http://schemas.openxmlformats.org/officeDocument/2006/relationships/tags" Target="../tags/tag158.xml"/><Relationship Id="rId7" Type="http://schemas.openxmlformats.org/officeDocument/2006/relationships/tags" Target="../tags/tag157.xml"/><Relationship Id="rId6" Type="http://schemas.openxmlformats.org/officeDocument/2006/relationships/tags" Target="../tags/tag156.xml"/><Relationship Id="rId5" Type="http://schemas.openxmlformats.org/officeDocument/2006/relationships/tags" Target="../tags/tag155.xml"/><Relationship Id="rId4" Type="http://schemas.openxmlformats.org/officeDocument/2006/relationships/tags" Target="../tags/tag154.xml"/><Relationship Id="rId3" Type="http://schemas.openxmlformats.org/officeDocument/2006/relationships/tags" Target="../tags/tag153.xml"/><Relationship Id="rId2" Type="http://schemas.openxmlformats.org/officeDocument/2006/relationships/tags" Target="../tags/tag152.xml"/><Relationship Id="rId16" Type="http://schemas.openxmlformats.org/officeDocument/2006/relationships/notesSlide" Target="../notesSlides/notesSlide12.xml"/><Relationship Id="rId15" Type="http://schemas.openxmlformats.org/officeDocument/2006/relationships/slideLayout" Target="../slideLayouts/slideLayout7.xml"/><Relationship Id="rId14" Type="http://schemas.openxmlformats.org/officeDocument/2006/relationships/tags" Target="../tags/tag163.xml"/><Relationship Id="rId13" Type="http://schemas.openxmlformats.org/officeDocument/2006/relationships/image" Target="../media/image1.png"/><Relationship Id="rId12" Type="http://schemas.openxmlformats.org/officeDocument/2006/relationships/tags" Target="../tags/tag162.xml"/><Relationship Id="rId11" Type="http://schemas.openxmlformats.org/officeDocument/2006/relationships/tags" Target="../tags/tag161.xml"/><Relationship Id="rId10" Type="http://schemas.openxmlformats.org/officeDocument/2006/relationships/tags" Target="../tags/tag160.xml"/><Relationship Id="rId1" Type="http://schemas.openxmlformats.org/officeDocument/2006/relationships/tags" Target="../tags/tag1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1.TCP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为每一个连接设有一个（    ）。只要 </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连接的一方收到对方的零窗口通知，就启动该计时器。</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持续计时器</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超时计时器</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组合 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TipText"/>
            <p:cNvSpPr txBox="1"/>
            <p:nvPr>
              <p:custDataLst>
                <p:tags r:id="rId1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下列关于拥塞控制的说法中，错误的是（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拥塞控制就是防止过多的数据注入到网络中，使网络中的路由器或链路不致过载。</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拥塞控制所要做的都有一个前提，就是网络能够承受现有的网络负荷。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拥塞控制是一个全局性的过程，涉及到所有的主机、所有的路由器，以及与降低网络传输性能有关的所有因素。</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拥塞控制所要做的就是抑制发送端发送数据的速率，以便使接收端来得及接收。</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8"/>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9"/>
            </p:custDataLst>
          </p:nvPr>
        </p:nvSpPr>
        <p:spPr>
          <a:xfrm>
            <a:off x="1571625" y="542210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6" name="组合 15"/>
          <p:cNvGrpSpPr/>
          <p:nvPr>
            <p:custDataLst>
              <p:tags r:id="rId11"/>
            </p:custDataLst>
          </p:nvPr>
        </p:nvGrpSpPr>
        <p:grpSpPr>
          <a:xfrm>
            <a:off x="0" y="0"/>
            <a:ext cx="12192000" cy="635000"/>
            <a:chOff x="0" y="0"/>
            <a:chExt cx="12192000" cy="635000"/>
          </a:xfrm>
        </p:grpSpPr>
        <p:sp>
          <p:nvSpPr>
            <p:cNvPr id="13"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ipText"/>
            <p:cNvSpPr txBox="1"/>
            <p:nvPr>
              <p:custDataLst>
                <p:tags r:id="rId15"/>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）往往指点对点通信量的控制，是个端到端的问题（接收端控制发送端）。</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流量控制</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拥塞控制</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组合 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TipText"/>
            <p:cNvSpPr txBox="1"/>
            <p:nvPr>
              <p:custDataLst>
                <p:tags r:id="rId1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4.TCP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采用基于窗口的方法进行拥塞控制。该方法属于（    ）方法。</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开环控制</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闭环控制</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组合 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TipText"/>
            <p:cNvSpPr txBox="1"/>
            <p:nvPr>
              <p:custDataLst>
                <p:tags r:id="rId1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5.</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现在通信线路的传输质量一般都很好，因传输出差错而丢弃分组的概率是很小的（远小于 </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）。只要出现了超时，就可以猜想网络可能出现了拥塞。</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错</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组合 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TipText"/>
            <p:cNvSpPr txBox="1"/>
            <p:nvPr>
              <p:custDataLst>
                <p:tags r:id="rId1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6.</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接收方收到三个相同（重复）的 </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ACK</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时，表明个别报文段在网络中丢失，预示可能会出现拥塞，实际未发生拥塞，不必采取控制措施。</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错</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组合 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TipText"/>
            <p:cNvSpPr txBox="1"/>
            <p:nvPr>
              <p:custDataLst>
                <p:tags r:id="rId1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06500" y="1099429"/>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7.TCP</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拥塞控制算法包括：</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慢开始</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拥塞避免</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快重传</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和</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快恢复</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圆角矩形 3"/>
          <p:cNvSpPr/>
          <p:nvPr>
            <p:custDataLst>
              <p:tags r:id="rId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custDataLst>
              <p:tags r:id="rId3"/>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9" name="组合 8"/>
          <p:cNvGrpSpPr/>
          <p:nvPr>
            <p:custDataLst>
              <p:tags r:id="rId4"/>
            </p:custDataLst>
          </p:nvPr>
        </p:nvGrpSpPr>
        <p:grpSpPr>
          <a:xfrm>
            <a:off x="0" y="0"/>
            <a:ext cx="12192000" cy="635000"/>
            <a:chOff x="0" y="0"/>
            <a:chExt cx="12192000" cy="635000"/>
          </a:xfrm>
        </p:grpSpPr>
        <p:sp>
          <p:nvSpPr>
            <p:cNvPr id="5" name="TitleBackground"/>
            <p:cNvSpPr/>
            <p:nvPr>
              <p:custDataLst>
                <p:tags r:id="rId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TipText"/>
            <p:cNvSpPr txBox="1"/>
            <p:nvPr>
              <p:custDataLst>
                <p:tags r:id="rId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4</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8.</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使用慢开始算法后，每经过一个传输轮次 </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(transmission round)</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，拥塞窗口 </a:t>
            </a:r>
            <a:r>
              <a:rPr lang="en-US" altLang="zh-CN" sz="2600"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cwnd</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就线性增加。</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错</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组合 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TipText"/>
            <p:cNvSpPr txBox="1"/>
            <p:nvPr>
              <p:custDataLst>
                <p:tags r:id="rId1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9.</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因此在拥塞避免阶段，拥塞窗口就有（    ）的特点。</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加法增大</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乘法增大</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减法变小</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除法变小</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6"/>
            </p:custDataLst>
          </p:nvPr>
        </p:nvSpPr>
        <p:spPr>
          <a:xfrm>
            <a:off x="1571625" y="28503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8"/>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6" name="组合 15"/>
          <p:cNvGrpSpPr/>
          <p:nvPr>
            <p:custDataLst>
              <p:tags r:id="rId11"/>
            </p:custDataLst>
          </p:nvPr>
        </p:nvGrpSpPr>
        <p:grpSpPr>
          <a:xfrm>
            <a:off x="0" y="0"/>
            <a:ext cx="12192000" cy="635000"/>
            <a:chOff x="0" y="0"/>
            <a:chExt cx="12192000" cy="635000"/>
          </a:xfrm>
        </p:grpSpPr>
        <p:sp>
          <p:nvSpPr>
            <p:cNvPr id="13"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ipText"/>
            <p:cNvSpPr txBox="1"/>
            <p:nvPr>
              <p:custDataLst>
                <p:tags r:id="rId15"/>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“拥塞避免”是说在拥塞避免阶段把拥塞窗口控制为按线性规律增长，使网络比较不容易出现拥塞。</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错</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组合 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TipText"/>
            <p:cNvSpPr txBox="1"/>
            <p:nvPr>
              <p:custDataLst>
                <p:tags r:id="rId1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11.</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当发送端收到连续三个重复的确认时，由于发送方现在认为网络很可能没有发生拥塞，此时执行的是（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慢开始算法</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拥塞避免算法</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快恢复算法</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5"/>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6"/>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7"/>
            </p:custDataLst>
          </p:nvPr>
        </p:nvSpPr>
        <p:spPr>
          <a:xfrm>
            <a:off x="1571625" y="45648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8"/>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1" name="组合 10"/>
          <p:cNvGrpSpPr/>
          <p:nvPr>
            <p:custDataLst>
              <p:tags r:id="rId9"/>
            </p:custDataLst>
          </p:nvPr>
        </p:nvGrpSpPr>
        <p:grpSpPr>
          <a:xfrm>
            <a:off x="0" y="0"/>
            <a:ext cx="12192000" cy="635000"/>
            <a:chOff x="0" y="0"/>
            <a:chExt cx="12192000" cy="635000"/>
          </a:xfrm>
        </p:grpSpPr>
        <p:sp>
          <p:nvSpPr>
            <p:cNvPr id="13"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ipText"/>
            <p:cNvSpPr txBox="1"/>
            <p:nvPr>
              <p:custDataLst>
                <p:tags r:id="rId13"/>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4"/>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6"/>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12.</a:t>
            </a:r>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主动</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队列管理 </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AQM (Active Queue Management)</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。所谓“主动”就是不要等到路由器的队列长度已经达到最大值时才不得不丢弃后面到达的分组。当在队列长度达到某个值得警惕的数值时（即当网络拥塞有了某些拥塞征兆时），就主动丢弃到达的分组。</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错</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组合 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TipText"/>
            <p:cNvSpPr txBox="1"/>
            <p:nvPr>
              <p:custDataLst>
                <p:tags r:id="rId1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Bullet"/>
  <p:tag name="RAINPROBLEMTYPE" val="Polling"/>
  <p:tag name="RAINBULLET" val="Wrong"/>
</p:tagLst>
</file>

<file path=ppt/tags/tag5.xml><?xml version="1.0" encoding="utf-8"?>
<p:tagLst xmlns:p="http://schemas.openxmlformats.org/presentationml/2006/main">
  <p:tag name="RAINPROBLEM" val="ProblemBullet"/>
  <p:tag name="RAINBULLET" val="Wrong"/>
  <p:tag name="RAINPROBLEMTYPE" val="Polling"/>
</p:tagLst>
</file>

<file path=ppt/tags/tag6.xml><?xml version="1.0" encoding="utf-8"?>
<p:tagLst xmlns:p="http://schemas.openxmlformats.org/presentationml/2006/main">
  <p:tag name="RAINPROBLEM" val="ProblemSubmit"/>
  <p:tag name="RAINPROBLEMTYPE" val="Polling"/>
</p:tagLst>
</file>

<file path=ppt/tags/tag7.xml><?xml version="1.0" encoding="utf-8"?>
<p:tagLst xmlns:p="http://schemas.openxmlformats.org/presentationml/2006/main">
  <p:tag name="RAINPROBLEMTYPE" val="ProblemTypeMarker"/>
</p:tagLst>
</file>

<file path=ppt/tags/tag8.xml><?xml version="1.0" encoding="utf-8"?>
<p:tagLst xmlns:p="http://schemas.openxmlformats.org/presentationml/2006/main">
  <p:tag name="RAINPROBLEMTYPE" val="ProblemTypeMarker"/>
</p:tagLst>
</file>

<file path=ppt/tags/tag9.xml><?xml version="1.0" encoding="utf-8"?>
<p:tagLst xmlns:p="http://schemas.openxmlformats.org/presentationml/2006/main">
  <p:tag name="RAINPROBLEMTYPE" val="ProblemTypeMarker"/>
</p:tagLst>
</file>

<file path=ppt/tags/tag10.xml><?xml version="1.0" encoding="utf-8"?>
<p:tagLst xmlns:p="http://schemas.openxmlformats.org/presentationml/2006/main">
  <p:tag name="RAINPROBLEMTYPE" val="ProblemTypeMarker"/>
</p:tagLst>
</file>

<file path=ppt/tags/tag11.xml><?xml version="1.0" encoding="utf-8"?>
<p:tagLst xmlns:p="http://schemas.openxmlformats.org/presentationml/2006/main">
  <p:tag name="RAINPROBLEMTYPE" val="ProblemTypeMarker"/>
  <p:tag name="RAINPROBLEM" val="PollingAnswer"/>
</p:tagLst>
</file>

<file path=ppt/tags/tag12.xml><?xml version="1.0" encoding="utf-8"?>
<p:tagLst xmlns:p="http://schemas.openxmlformats.org/presentationml/2006/main">
  <p:tag name="RAINPROBLEM" val="ProblemSetting"/>
  <p:tag name="RAINPROBLEMTYPE" val="Polling"/>
</p:tagLst>
</file>

<file path=ppt/tags/tag13.xml><?xml version="1.0" encoding="utf-8"?>
<p:tagLst xmlns:p="http://schemas.openxmlformats.org/presentationml/2006/main">
  <p:tag name="RAINPROBLEMTYPE" val="Polling"/>
  <p:tag name="RAINPROBLEM" val="Polling"/>
  <p:tag name="ANONYMOUSPOLLING" val="False"/>
  <p:tag name="PROBLEMSCORE" val="0.0"/>
</p:tagLst>
</file>

<file path=ppt/tags/tag14.xml><?xml version="1.0" encoding="utf-8"?>
<p:tagLst xmlns:p="http://schemas.openxmlformats.org/presentationml/2006/main">
  <p:tag name="RAINPROBLEM" val="ProblemBody"/>
</p:tagLst>
</file>

<file path=ppt/tags/tag15.xml><?xml version="1.0" encoding="utf-8"?>
<p:tagLst xmlns:p="http://schemas.openxmlformats.org/presentationml/2006/main">
  <p:tag name="RAINPROBLEM" val="ProblemItem"/>
</p:tagLst>
</file>

<file path=ppt/tags/tag16.xml><?xml version="1.0" encoding="utf-8"?>
<p:tagLst xmlns:p="http://schemas.openxmlformats.org/presentationml/2006/main">
  <p:tag name="RAINPROBLEM" val="ProblemItem"/>
</p:tagLst>
</file>

<file path=ppt/tags/tag17.xml><?xml version="1.0" encoding="utf-8"?>
<p:tagLst xmlns:p="http://schemas.openxmlformats.org/presentationml/2006/main">
  <p:tag name="RAINPROBLEM" val="ProblemItem"/>
</p:tagLst>
</file>

<file path=ppt/tags/tag18.xml><?xml version="1.0" encoding="utf-8"?>
<p:tagLst xmlns:p="http://schemas.openxmlformats.org/presentationml/2006/main">
  <p:tag name="RAINPROBLEM" val="ProblemItem"/>
</p:tagLst>
</file>

<file path=ppt/tags/tag19.xml><?xml version="1.0" encoding="utf-8"?>
<p:tagLst xmlns:p="http://schemas.openxmlformats.org/presentationml/2006/main">
  <p:tag name="RAINPROBLEM" val="ProblemBullet"/>
  <p:tag name="RAINBULLET" val="Wrong"/>
  <p:tag name="RAINPROBLEMTYPE" val="Polling"/>
</p:tagLst>
</file>

<file path=ppt/tags/tag20.xml><?xml version="1.0" encoding="utf-8"?>
<p:tagLst xmlns:p="http://schemas.openxmlformats.org/presentationml/2006/main">
  <p:tag name="RAINPROBLEM" val="ProblemBullet"/>
  <p:tag name="RAINBULLET" val="Wrong"/>
  <p:tag name="RAINPROBLEMTYPE" val="Polling"/>
</p:tagLst>
</file>

<file path=ppt/tags/tag21.xml><?xml version="1.0" encoding="utf-8"?>
<p:tagLst xmlns:p="http://schemas.openxmlformats.org/presentationml/2006/main">
  <p:tag name="RAINPROBLEM" val="ProblemBullet"/>
  <p:tag name="RAINBULLET" val="Wrong"/>
  <p:tag name="RAINPROBLEMTYPE" val="Polling"/>
</p:tagLst>
</file>

<file path=ppt/tags/tag22.xml><?xml version="1.0" encoding="utf-8"?>
<p:tagLst xmlns:p="http://schemas.openxmlformats.org/presentationml/2006/main">
  <p:tag name="RAINPROBLEM" val="ProblemBullet"/>
  <p:tag name="RAINPROBLEMTYPE" val="Polling"/>
  <p:tag name="RAINBULLET" val="Wrong"/>
</p:tagLst>
</file>

<file path=ppt/tags/tag23.xml><?xml version="1.0" encoding="utf-8"?>
<p:tagLst xmlns:p="http://schemas.openxmlformats.org/presentationml/2006/main">
  <p:tag name="RAINPROBLEM" val="ProblemSubmit"/>
  <p:tag name="RAINPROBLEMTYPE" val="Polling"/>
</p:tagLst>
</file>

<file path=ppt/tags/tag24.xml><?xml version="1.0" encoding="utf-8"?>
<p:tagLst xmlns:p="http://schemas.openxmlformats.org/presentationml/2006/main">
  <p:tag name="RAINPROBLEMTYPE" val="ProblemTypeMarker"/>
</p:tagLst>
</file>

<file path=ppt/tags/tag25.xml><?xml version="1.0" encoding="utf-8"?>
<p:tagLst xmlns:p="http://schemas.openxmlformats.org/presentationml/2006/main">
  <p:tag name="RAINPROBLEMTYPE" val="ProblemTypeMarker"/>
</p:tagLst>
</file>

<file path=ppt/tags/tag26.xml><?xml version="1.0" encoding="utf-8"?>
<p:tagLst xmlns:p="http://schemas.openxmlformats.org/presentationml/2006/main">
  <p:tag name="RAINPROBLEMTYPE" val="ProblemTypeMarker"/>
</p:tagLst>
</file>

<file path=ppt/tags/tag27.xml><?xml version="1.0" encoding="utf-8"?>
<p:tagLst xmlns:p="http://schemas.openxmlformats.org/presentationml/2006/main">
  <p:tag name="RAINPROBLEMTYPE" val="ProblemTypeMarker"/>
</p:tagLst>
</file>

<file path=ppt/tags/tag28.xml><?xml version="1.0" encoding="utf-8"?>
<p:tagLst xmlns:p="http://schemas.openxmlformats.org/presentationml/2006/main">
  <p:tag name="RAINPROBLEMTYPE" val="ProblemTypeMarker"/>
  <p:tag name="RAINPROBLEM" val="PollingAnswer"/>
</p:tagLst>
</file>

<file path=ppt/tags/tag29.xml><?xml version="1.0" encoding="utf-8"?>
<p:tagLst xmlns:p="http://schemas.openxmlformats.org/presentationml/2006/main">
  <p:tag name="RAINPROBLEM" val="ProblemSetting"/>
  <p:tag name="RAINPROBLEMTYPE" val="Polling"/>
</p:tagLst>
</file>

<file path=ppt/tags/tag30.xml><?xml version="1.0" encoding="utf-8"?>
<p:tagLst xmlns:p="http://schemas.openxmlformats.org/presentationml/2006/main">
  <p:tag name="RAINPROBLEMTYPE" val="Polling"/>
  <p:tag name="RAINPROBLEM" val="Polling"/>
  <p:tag name="ANONYMOUSPOLLING" val="False"/>
  <p:tag name="PROBLEMSCORE" val="0.0"/>
</p:tagLst>
</file>

<file path=ppt/tags/tag31.xml><?xml version="1.0" encoding="utf-8"?>
<p:tagLst xmlns:p="http://schemas.openxmlformats.org/presentationml/2006/main">
  <p:tag name="RAINPROBLEM" val="ProblemBody"/>
</p:tagLst>
</file>

<file path=ppt/tags/tag32.xml><?xml version="1.0" encoding="utf-8"?>
<p:tagLst xmlns:p="http://schemas.openxmlformats.org/presentationml/2006/main">
  <p:tag name="RAINPROBLEM" val="ProblemItem"/>
</p:tagLst>
</file>

<file path=ppt/tags/tag33.xml><?xml version="1.0" encoding="utf-8"?>
<p:tagLst xmlns:p="http://schemas.openxmlformats.org/presentationml/2006/main">
  <p:tag name="RAINPROBLEM" val="ProblemItem"/>
</p:tagLst>
</file>

<file path=ppt/tags/tag34.xml><?xml version="1.0" encoding="utf-8"?>
<p:tagLst xmlns:p="http://schemas.openxmlformats.org/presentationml/2006/main">
  <p:tag name="RAINPROBLEM" val="ProblemBullet"/>
  <p:tag name="RAINPROBLEMTYPE" val="Polling"/>
  <p:tag name="RAINBULLET" val="Wrong"/>
</p:tagLst>
</file>

<file path=ppt/tags/tag35.xml><?xml version="1.0" encoding="utf-8"?>
<p:tagLst xmlns:p="http://schemas.openxmlformats.org/presentationml/2006/main">
  <p:tag name="RAINPROBLEM" val="ProblemBullet"/>
  <p:tag name="RAINBULLET" val="Wrong"/>
  <p:tag name="RAINPROBLEMTYPE" val="Polling"/>
</p:tagLst>
</file>

<file path=ppt/tags/tag36.xml><?xml version="1.0" encoding="utf-8"?>
<p:tagLst xmlns:p="http://schemas.openxmlformats.org/presentationml/2006/main">
  <p:tag name="RAINPROBLEM" val="ProblemSubmit"/>
  <p:tag name="RAINPROBLEMTYPE" val="Polling"/>
</p:tagLst>
</file>

<file path=ppt/tags/tag37.xml><?xml version="1.0" encoding="utf-8"?>
<p:tagLst xmlns:p="http://schemas.openxmlformats.org/presentationml/2006/main">
  <p:tag name="RAINPROBLEMTYPE" val="ProblemTypeMarker"/>
</p:tagLst>
</file>

<file path=ppt/tags/tag38.xml><?xml version="1.0" encoding="utf-8"?>
<p:tagLst xmlns:p="http://schemas.openxmlformats.org/presentationml/2006/main">
  <p:tag name="RAINPROBLEMTYPE" val="ProblemTypeMarker"/>
</p:tagLst>
</file>

<file path=ppt/tags/tag39.xml><?xml version="1.0" encoding="utf-8"?>
<p:tagLst xmlns:p="http://schemas.openxmlformats.org/presentationml/2006/main">
  <p:tag name="RAINPROBLEMTYPE" val="ProblemTypeMarker"/>
</p:tagLst>
</file>

<file path=ppt/tags/tag40.xml><?xml version="1.0" encoding="utf-8"?>
<p:tagLst xmlns:p="http://schemas.openxmlformats.org/presentationml/2006/main">
  <p:tag name="RAINPROBLEMTYPE" val="ProblemTypeMarker"/>
</p:tagLst>
</file>

<file path=ppt/tags/tag41.xml><?xml version="1.0" encoding="utf-8"?>
<p:tagLst xmlns:p="http://schemas.openxmlformats.org/presentationml/2006/main">
  <p:tag name="RAINPROBLEMTYPE" val="ProblemTypeMarker"/>
  <p:tag name="RAINPROBLEM" val="PollingAnswer"/>
</p:tagLst>
</file>

<file path=ppt/tags/tag42.xml><?xml version="1.0" encoding="utf-8"?>
<p:tagLst xmlns:p="http://schemas.openxmlformats.org/presentationml/2006/main">
  <p:tag name="RAINPROBLEM" val="ProblemSetting"/>
  <p:tag name="RAINPROBLEMTYPE" val="Polling"/>
</p:tagLst>
</file>

<file path=ppt/tags/tag43.xml><?xml version="1.0" encoding="utf-8"?>
<p:tagLst xmlns:p="http://schemas.openxmlformats.org/presentationml/2006/main">
  <p:tag name="RAINPROBLEMTYPE" val="Polling"/>
  <p:tag name="RAINPROBLEM" val="Polling"/>
  <p:tag name="ANONYMOUSPOLLING" val="False"/>
  <p:tag name="PROBLEMSCORE" val="0.0"/>
</p:tagLst>
</file>

<file path=ppt/tags/tag44.xml><?xml version="1.0" encoding="utf-8"?>
<p:tagLst xmlns:p="http://schemas.openxmlformats.org/presentationml/2006/main">
  <p:tag name="RAINPROBLEM" val="ProblemBody"/>
</p:tagLst>
</file>

<file path=ppt/tags/tag45.xml><?xml version="1.0" encoding="utf-8"?>
<p:tagLst xmlns:p="http://schemas.openxmlformats.org/presentationml/2006/main">
  <p:tag name="RAINPROBLEM" val="ProblemItem"/>
</p:tagLst>
</file>

<file path=ppt/tags/tag46.xml><?xml version="1.0" encoding="utf-8"?>
<p:tagLst xmlns:p="http://schemas.openxmlformats.org/presentationml/2006/main">
  <p:tag name="RAINPROBLEM" val="ProblemItem"/>
</p:tagLst>
</file>

<file path=ppt/tags/tag47.xml><?xml version="1.0" encoding="utf-8"?>
<p:tagLst xmlns:p="http://schemas.openxmlformats.org/presentationml/2006/main">
  <p:tag name="RAINPROBLEM" val="ProblemBullet"/>
  <p:tag name="RAINBULLET" val="Wrong"/>
  <p:tag name="RAINPROBLEMTYPE" val="Polling"/>
</p:tagLst>
</file>

<file path=ppt/tags/tag48.xml><?xml version="1.0" encoding="utf-8"?>
<p:tagLst xmlns:p="http://schemas.openxmlformats.org/presentationml/2006/main">
  <p:tag name="RAINPROBLEM" val="ProblemBullet"/>
  <p:tag name="RAINPROBLEMTYPE" val="Polling"/>
  <p:tag name="RAINBULLET" val="Wrong"/>
</p:tagLst>
</file>

<file path=ppt/tags/tag49.xml><?xml version="1.0" encoding="utf-8"?>
<p:tagLst xmlns:p="http://schemas.openxmlformats.org/presentationml/2006/main">
  <p:tag name="RAINPROBLEM" val="ProblemSubmit"/>
  <p:tag name="RAINPROBLEMTYPE" val="Polling"/>
</p:tagLst>
</file>

<file path=ppt/tags/tag50.xml><?xml version="1.0" encoding="utf-8"?>
<p:tagLst xmlns:p="http://schemas.openxmlformats.org/presentationml/2006/main">
  <p:tag name="RAINPROBLEMTYPE" val="ProblemTypeMarker"/>
</p:tagLst>
</file>

<file path=ppt/tags/tag51.xml><?xml version="1.0" encoding="utf-8"?>
<p:tagLst xmlns:p="http://schemas.openxmlformats.org/presentationml/2006/main">
  <p:tag name="RAINPROBLEMTYPE" val="ProblemTypeMarker"/>
</p:tagLst>
</file>

<file path=ppt/tags/tag52.xml><?xml version="1.0" encoding="utf-8"?>
<p:tagLst xmlns:p="http://schemas.openxmlformats.org/presentationml/2006/main">
  <p:tag name="RAINPROBLEMTYPE" val="ProblemTypeMarker"/>
</p:tagLst>
</file>

<file path=ppt/tags/tag53.xml><?xml version="1.0" encoding="utf-8"?>
<p:tagLst xmlns:p="http://schemas.openxmlformats.org/presentationml/2006/main">
  <p:tag name="RAINPROBLEMTYPE" val="ProblemTypeMarker"/>
</p:tagLst>
</file>

<file path=ppt/tags/tag54.xml><?xml version="1.0" encoding="utf-8"?>
<p:tagLst xmlns:p="http://schemas.openxmlformats.org/presentationml/2006/main">
  <p:tag name="RAINPROBLEMTYPE" val="ProblemTypeMarker"/>
  <p:tag name="RAINPROBLEM" val="PollingAnswer"/>
</p:tagLst>
</file>

<file path=ppt/tags/tag55.xml><?xml version="1.0" encoding="utf-8"?>
<p:tagLst xmlns:p="http://schemas.openxmlformats.org/presentationml/2006/main">
  <p:tag name="RAINPROBLEM" val="ProblemSetting"/>
  <p:tag name="RAINPROBLEMTYPE" val="Polling"/>
</p:tagLst>
</file>

<file path=ppt/tags/tag56.xml><?xml version="1.0" encoding="utf-8"?>
<p:tagLst xmlns:p="http://schemas.openxmlformats.org/presentationml/2006/main">
  <p:tag name="RAINPROBLEMTYPE" val="Polling"/>
  <p:tag name="RAINPROBLEM" val="Polling"/>
  <p:tag name="ANONYMOUSPOLLING" val="False"/>
  <p:tag name="PROBLEMSCORE" val="0.0"/>
</p:tagLst>
</file>

<file path=ppt/tags/tag57.xml><?xml version="1.0" encoding="utf-8"?>
<p:tagLst xmlns:p="http://schemas.openxmlformats.org/presentationml/2006/main">
  <p:tag name="RAINPROBLEM" val="ProblemBody"/>
</p:tagLst>
</file>

<file path=ppt/tags/tag58.xml><?xml version="1.0" encoding="utf-8"?>
<p:tagLst xmlns:p="http://schemas.openxmlformats.org/presentationml/2006/main">
  <p:tag name="RAINPROBLEM" val="ProblemItem"/>
</p:tagLst>
</file>

<file path=ppt/tags/tag59.xml><?xml version="1.0" encoding="utf-8"?>
<p:tagLst xmlns:p="http://schemas.openxmlformats.org/presentationml/2006/main">
  <p:tag name="RAINPROBLEM" val="ProblemItem"/>
</p:tagLst>
</file>

<file path=ppt/tags/tag60.xml><?xml version="1.0" encoding="utf-8"?>
<p:tagLst xmlns:p="http://schemas.openxmlformats.org/presentationml/2006/main">
  <p:tag name="RAINPROBLEM" val="ProblemBullet"/>
  <p:tag name="RAINPROBLEMTYPE" val="Polling"/>
  <p:tag name="RAINBULLET" val="Wrong"/>
</p:tagLst>
</file>

<file path=ppt/tags/tag61.xml><?xml version="1.0" encoding="utf-8"?>
<p:tagLst xmlns:p="http://schemas.openxmlformats.org/presentationml/2006/main">
  <p:tag name="RAINPROBLEM" val="ProblemBullet"/>
  <p:tag name="RAINBULLET" val="Wrong"/>
  <p:tag name="RAINPROBLEMTYPE" val="Polling"/>
</p:tagLst>
</file>

<file path=ppt/tags/tag62.xml><?xml version="1.0" encoding="utf-8"?>
<p:tagLst xmlns:p="http://schemas.openxmlformats.org/presentationml/2006/main">
  <p:tag name="RAINPROBLEM" val="ProblemSubmit"/>
  <p:tag name="RAINPROBLEMTYPE" val="Polling"/>
</p:tagLst>
</file>

<file path=ppt/tags/tag63.xml><?xml version="1.0" encoding="utf-8"?>
<p:tagLst xmlns:p="http://schemas.openxmlformats.org/presentationml/2006/main">
  <p:tag name="RAINPROBLEMTYPE" val="ProblemTypeMarker"/>
</p:tagLst>
</file>

<file path=ppt/tags/tag64.xml><?xml version="1.0" encoding="utf-8"?>
<p:tagLst xmlns:p="http://schemas.openxmlformats.org/presentationml/2006/main">
  <p:tag name="RAINPROBLEMTYPE" val="ProblemTypeMarker"/>
</p:tagLst>
</file>

<file path=ppt/tags/tag65.xml><?xml version="1.0" encoding="utf-8"?>
<p:tagLst xmlns:p="http://schemas.openxmlformats.org/presentationml/2006/main">
  <p:tag name="RAINPROBLEMTYPE" val="ProblemTypeMarker"/>
</p:tagLst>
</file>

<file path=ppt/tags/tag66.xml><?xml version="1.0" encoding="utf-8"?>
<p:tagLst xmlns:p="http://schemas.openxmlformats.org/presentationml/2006/main">
  <p:tag name="RAINPROBLEMTYPE" val="ProblemTypeMarker"/>
</p:tagLst>
</file>

<file path=ppt/tags/tag67.xml><?xml version="1.0" encoding="utf-8"?>
<p:tagLst xmlns:p="http://schemas.openxmlformats.org/presentationml/2006/main">
  <p:tag name="RAINPROBLEMTYPE" val="ProblemTypeMarker"/>
  <p:tag name="RAINPROBLEM" val="PollingAnswer"/>
</p:tagLst>
</file>

<file path=ppt/tags/tag68.xml><?xml version="1.0" encoding="utf-8"?>
<p:tagLst xmlns:p="http://schemas.openxmlformats.org/presentationml/2006/main">
  <p:tag name="RAINPROBLEM" val="ProblemSetting"/>
  <p:tag name="RAINPROBLEMTYPE" val="Polling"/>
</p:tagLst>
</file>

<file path=ppt/tags/tag69.xml><?xml version="1.0" encoding="utf-8"?>
<p:tagLst xmlns:p="http://schemas.openxmlformats.org/presentationml/2006/main">
  <p:tag name="RAINPROBLEMTYPE" val="Polling"/>
  <p:tag name="RAINPROBLEM" val="Polling"/>
  <p:tag name="ANONYMOUSPOLLING" val="False"/>
  <p:tag name="PROBLEMSCORE" val="0.0"/>
</p:tagLst>
</file>

<file path=ppt/tags/tag70.xml><?xml version="1.0" encoding="utf-8"?>
<p:tagLst xmlns:p="http://schemas.openxmlformats.org/presentationml/2006/main">
  <p:tag name="RAINPROBLEM" val="ProblemBody"/>
</p:tagLst>
</file>

<file path=ppt/tags/tag71.xml><?xml version="1.0" encoding="utf-8"?>
<p:tagLst xmlns:p="http://schemas.openxmlformats.org/presentationml/2006/main">
  <p:tag name="RAINPROBLEM" val="ProblemItem"/>
</p:tagLst>
</file>

<file path=ppt/tags/tag72.xml><?xml version="1.0" encoding="utf-8"?>
<p:tagLst xmlns:p="http://schemas.openxmlformats.org/presentationml/2006/main">
  <p:tag name="RAINPROBLEM" val="ProblemItem"/>
</p:tagLst>
</file>

<file path=ppt/tags/tag73.xml><?xml version="1.0" encoding="utf-8"?>
<p:tagLst xmlns:p="http://schemas.openxmlformats.org/presentationml/2006/main">
  <p:tag name="RAINPROBLEM" val="ProblemBullet"/>
  <p:tag name="RAINBULLET" val="Wrong"/>
  <p:tag name="RAINPROBLEMTYPE" val="Polling"/>
</p:tagLst>
</file>

<file path=ppt/tags/tag74.xml><?xml version="1.0" encoding="utf-8"?>
<p:tagLst xmlns:p="http://schemas.openxmlformats.org/presentationml/2006/main">
  <p:tag name="RAINPROBLEM" val="ProblemBullet"/>
  <p:tag name="RAINPROBLEMTYPE" val="Polling"/>
  <p:tag name="RAINBULLET" val="Wrong"/>
</p:tagLst>
</file>

<file path=ppt/tags/tag75.xml><?xml version="1.0" encoding="utf-8"?>
<p:tagLst xmlns:p="http://schemas.openxmlformats.org/presentationml/2006/main">
  <p:tag name="RAINPROBLEM" val="ProblemSubmit"/>
  <p:tag name="RAINPROBLEMTYPE" val="Polling"/>
</p:tagLst>
</file>

<file path=ppt/tags/tag76.xml><?xml version="1.0" encoding="utf-8"?>
<p:tagLst xmlns:p="http://schemas.openxmlformats.org/presentationml/2006/main">
  <p:tag name="RAINPROBLEMTYPE" val="ProblemTypeMarker"/>
</p:tagLst>
</file>

<file path=ppt/tags/tag77.xml><?xml version="1.0" encoding="utf-8"?>
<p:tagLst xmlns:p="http://schemas.openxmlformats.org/presentationml/2006/main">
  <p:tag name="RAINPROBLEMTYPE" val="ProblemTypeMarker"/>
</p:tagLst>
</file>

<file path=ppt/tags/tag78.xml><?xml version="1.0" encoding="utf-8"?>
<p:tagLst xmlns:p="http://schemas.openxmlformats.org/presentationml/2006/main">
  <p:tag name="RAINPROBLEMTYPE" val="ProblemTypeMarker"/>
</p:tagLst>
</file>

<file path=ppt/tags/tag79.xml><?xml version="1.0" encoding="utf-8"?>
<p:tagLst xmlns:p="http://schemas.openxmlformats.org/presentationml/2006/main">
  <p:tag name="RAINPROBLEMTYPE" val="ProblemTypeMarker"/>
</p:tagLst>
</file>

<file path=ppt/tags/tag80.xml><?xml version="1.0" encoding="utf-8"?>
<p:tagLst xmlns:p="http://schemas.openxmlformats.org/presentationml/2006/main">
  <p:tag name="RAINPROBLEMTYPE" val="ProblemTypeMarker"/>
  <p:tag name="RAINPROBLEM" val="PollingAnswer"/>
</p:tagLst>
</file>

<file path=ppt/tags/tag81.xml><?xml version="1.0" encoding="utf-8"?>
<p:tagLst xmlns:p="http://schemas.openxmlformats.org/presentationml/2006/main">
  <p:tag name="RAINPROBLEM" val="ProblemSetting"/>
  <p:tag name="RAINPROBLEMTYPE" val="Polling"/>
</p:tagLst>
</file>

<file path=ppt/tags/tag82.xml><?xml version="1.0" encoding="utf-8"?>
<p:tagLst xmlns:p="http://schemas.openxmlformats.org/presentationml/2006/main">
  <p:tag name="RAINPROBLEMTYPE" val="Polling"/>
  <p:tag name="RAINPROBLEM" val="Polling"/>
  <p:tag name="ANONYMOUSPOLLING" val="False"/>
  <p:tag name="PROBLEMSCORE" val="0.0"/>
</p:tagLst>
</file>

<file path=ppt/tags/tag83.xml><?xml version="1.0" encoding="utf-8"?>
<p:tagLst xmlns:p="http://schemas.openxmlformats.org/presentationml/2006/main">
  <p:tag name="RAINPROBLEM" val="ProblemBody"/>
</p:tagLst>
</file>

<file path=ppt/tags/tag84.xml><?xml version="1.0" encoding="utf-8"?>
<p:tagLst xmlns:p="http://schemas.openxmlformats.org/presentationml/2006/main">
  <p:tag name="RAINPROBLEM" val="ProblemSubmit"/>
  <p:tag name="RAINPROBLEMTYPE" val="FillBlank"/>
</p:tagLst>
</file>

<file path=ppt/tags/tag85.xml><?xml version="1.0" encoding="utf-8"?>
<p:tagLst xmlns:p="http://schemas.openxmlformats.org/presentationml/2006/main">
  <p:tag name="PRODUCTVERSIONTIP3" val="PRODUCTVERSIONTIP3"/>
</p:tagLst>
</file>

<file path=ppt/tags/tag86.xml><?xml version="1.0" encoding="utf-8"?>
<p:tagLst xmlns:p="http://schemas.openxmlformats.org/presentationml/2006/main">
  <p:tag name="RAINPROBLEMTYPE" val="ProblemTypeMarker"/>
</p:tagLst>
</file>

<file path=ppt/tags/tag87.xml><?xml version="1.0" encoding="utf-8"?>
<p:tagLst xmlns:p="http://schemas.openxmlformats.org/presentationml/2006/main">
  <p:tag name="RAINPROBLEMTYPE" val="ProblemTypeMarker"/>
</p:tagLst>
</file>

<file path=ppt/tags/tag88.xml><?xml version="1.0" encoding="utf-8"?>
<p:tagLst xmlns:p="http://schemas.openxmlformats.org/presentationml/2006/main">
  <p:tag name="RAINPROBLEMTYPE" val="ProblemTypeMarker"/>
</p:tagLst>
</file>

<file path=ppt/tags/tag89.xml><?xml version="1.0" encoding="utf-8"?>
<p:tagLst xmlns:p="http://schemas.openxmlformats.org/presentationml/2006/main">
  <p:tag name="RAINPROBLEMTYPE" val="ProblemTypeMarker"/>
</p:tagLst>
</file>

<file path=ppt/tags/tag90.xml><?xml version="1.0" encoding="utf-8"?>
<p:tagLst xmlns:p="http://schemas.openxmlformats.org/presentationml/2006/main">
  <p:tag name="RAINPROBLEMTYPE" val="ProblemTypeMarker"/>
</p:tagLst>
</file>

<file path=ppt/tags/tag91.xml><?xml version="1.0" encoding="utf-8"?>
<p:tagLst xmlns:p="http://schemas.openxmlformats.org/presentationml/2006/main">
  <p:tag name="RAINPROBLEM" val="ProblemSetting"/>
  <p:tag name="RAINPROBLEMTYPE" val="FillBlank"/>
</p:tagLst>
</file>

<file path=ppt/tags/tag92.xml><?xml version="1.0" encoding="utf-8"?>
<p:tagLst xmlns:p="http://schemas.openxmlformats.org/presentationml/2006/main">
  <p:tag name="RAINPROBLEM" val="FillBlank"/>
  <p:tag name="PROBLEMBLANKKEYWORD" val="填空"/>
  <p:tag name="PROBLEMSCORE" val="4.0"/>
  <p:tag name="PROBLEMBLANK" val="[{&quot;Num&quot;:1,&quot;Score&quot;:1.0,&quot;Answers&quot;:[&quot;慢开始&quot;],&quot;CaseSensitive&quot;:false,&quot;FuzzyMatch&quot;:false},{&quot;Num&quot;:2,&quot;Score&quot;:1.0,&quot;Answers&quot;:[&quot;拥塞避免&quot;],&quot;CaseSensitive&quot;:true,&quot;FuzzyMatch&quot;:false},{&quot;Num&quot;:3,&quot;Score&quot;:1.0,&quot;Answers&quot;:[&quot;快重传&quot;],&quot;CaseSensitive&quot;:false,&quot;FuzzyMatch&quot;:false},{&quot;Num&quot;:4,&quot;Score&quot;:1.0,&quot;Answers&quot;:[&quot;快恢复&quot;],&quot;CaseSensitive&quot;:false,&quot;FuzzyMatch&quot;:false}]"/>
</p:tagLst>
</file>

<file path=ppt/tags/tag93.xml><?xml version="1.0" encoding="utf-8"?>
<p:tagLst xmlns:p="http://schemas.openxmlformats.org/presentationml/2006/main">
  <p:tag name="RAINPROBLEM" val="ProblemBody"/>
</p:tagLst>
</file>

<file path=ppt/tags/tag94.xml><?xml version="1.0" encoding="utf-8"?>
<p:tagLst xmlns:p="http://schemas.openxmlformats.org/presentationml/2006/main">
  <p:tag name="RAINPROBLEM" val="ProblemItem"/>
</p:tagLst>
</file>

<file path=ppt/tags/tag95.xml><?xml version="1.0" encoding="utf-8"?>
<p:tagLst xmlns:p="http://schemas.openxmlformats.org/presentationml/2006/main">
  <p:tag name="RAINPROBLEM" val="ProblemItem"/>
</p:tagLst>
</file>

<file path=ppt/tags/tag96.xml><?xml version="1.0" encoding="utf-8"?>
<p:tagLst xmlns:p="http://schemas.openxmlformats.org/presentationml/2006/main">
  <p:tag name="RAINPROBLEM" val="ProblemBullet"/>
  <p:tag name="RAINBULLET" val="Wrong"/>
  <p:tag name="RAINPROBLEMTYPE" val="Polling"/>
</p:tagLst>
</file>

<file path=ppt/tags/tag97.xml><?xml version="1.0" encoding="utf-8"?>
<p:tagLst xmlns:p="http://schemas.openxmlformats.org/presentationml/2006/main">
  <p:tag name="RAINPROBLEM" val="ProblemBullet"/>
  <p:tag name="RAINPROBLEMTYPE" val="Polling"/>
  <p:tag name="RAINBULLET" val="Wrong"/>
</p:tagLst>
</file>

<file path=ppt/tags/tag98.xml><?xml version="1.0" encoding="utf-8"?>
<p:tagLst xmlns:p="http://schemas.openxmlformats.org/presentationml/2006/main">
  <p:tag name="RAINPROBLEM" val="ProblemSubmit"/>
  <p:tag name="RAINPROBLEMTYPE" val="Polling"/>
</p:tagLst>
</file>

<file path=ppt/tags/tag99.xml><?xml version="1.0" encoding="utf-8"?>
<p:tagLst xmlns:p="http://schemas.openxmlformats.org/presentationml/2006/main">
  <p:tag name="RAINPROBLEMTYPE" val="ProblemTypeMarker"/>
</p:tagLst>
</file>

<file path=ppt/tags/tag100.xml><?xml version="1.0" encoding="utf-8"?>
<p:tagLst xmlns:p="http://schemas.openxmlformats.org/presentationml/2006/main">
  <p:tag name="RAINPROBLEMTYPE" val="ProblemTypeMarker"/>
</p:tagLst>
</file>

<file path=ppt/tags/tag101.xml><?xml version="1.0" encoding="utf-8"?>
<p:tagLst xmlns:p="http://schemas.openxmlformats.org/presentationml/2006/main">
  <p:tag name="RAINPROBLEMTYPE" val="ProblemTypeMarker"/>
</p:tagLst>
</file>

<file path=ppt/tags/tag102.xml><?xml version="1.0" encoding="utf-8"?>
<p:tagLst xmlns:p="http://schemas.openxmlformats.org/presentationml/2006/main">
  <p:tag name="RAINPROBLEMTYPE" val="ProblemTypeMarker"/>
</p:tagLst>
</file>

<file path=ppt/tags/tag103.xml><?xml version="1.0" encoding="utf-8"?>
<p:tagLst xmlns:p="http://schemas.openxmlformats.org/presentationml/2006/main">
  <p:tag name="RAINPROBLEMTYPE" val="ProblemTypeMarker"/>
  <p:tag name="RAINPROBLEM" val="PollingAnswer"/>
</p:tagLst>
</file>

<file path=ppt/tags/tag104.xml><?xml version="1.0" encoding="utf-8"?>
<p:tagLst xmlns:p="http://schemas.openxmlformats.org/presentationml/2006/main">
  <p:tag name="RAINPROBLEM" val="ProblemSetting"/>
  <p:tag name="RAINPROBLEMTYPE" val="Polling"/>
</p:tagLst>
</file>

<file path=ppt/tags/tag105.xml><?xml version="1.0" encoding="utf-8"?>
<p:tagLst xmlns:p="http://schemas.openxmlformats.org/presentationml/2006/main">
  <p:tag name="RAINPROBLEMTYPE" val="Polling"/>
  <p:tag name="RAINPROBLEM" val="Polling"/>
  <p:tag name="ANONYMOUSPOLLING" val="False"/>
  <p:tag name="PROBLEMSCORE" val="0.0"/>
</p:tagLst>
</file>

<file path=ppt/tags/tag106.xml><?xml version="1.0" encoding="utf-8"?>
<p:tagLst xmlns:p="http://schemas.openxmlformats.org/presentationml/2006/main">
  <p:tag name="RAINPROBLEM" val="ProblemBody"/>
</p:tagLst>
</file>

<file path=ppt/tags/tag107.xml><?xml version="1.0" encoding="utf-8"?>
<p:tagLst xmlns:p="http://schemas.openxmlformats.org/presentationml/2006/main">
  <p:tag name="RAINPROBLEM" val="ProblemItem"/>
</p:tagLst>
</file>

<file path=ppt/tags/tag108.xml><?xml version="1.0" encoding="utf-8"?>
<p:tagLst xmlns:p="http://schemas.openxmlformats.org/presentationml/2006/main">
  <p:tag name="RAINPROBLEM" val="ProblemItem"/>
</p:tagLst>
</file>

<file path=ppt/tags/tag109.xml><?xml version="1.0" encoding="utf-8"?>
<p:tagLst xmlns:p="http://schemas.openxmlformats.org/presentationml/2006/main">
  <p:tag name="RAINPROBLEM" val="ProblemItem"/>
</p:tagLst>
</file>

<file path=ppt/tags/tag110.xml><?xml version="1.0" encoding="utf-8"?>
<p:tagLst xmlns:p="http://schemas.openxmlformats.org/presentationml/2006/main">
  <p:tag name="RAINPROBLEM" val="ProblemItem"/>
</p:tagLst>
</file>

<file path=ppt/tags/tag111.xml><?xml version="1.0" encoding="utf-8"?>
<p:tagLst xmlns:p="http://schemas.openxmlformats.org/presentationml/2006/main">
  <p:tag name="RAINPROBLEM" val="ProblemBullet"/>
  <p:tag name="RAINPROBLEMTYPE" val="Polling"/>
  <p:tag name="RAINBULLET" val="Wrong"/>
</p:tagLst>
</file>

<file path=ppt/tags/tag112.xml><?xml version="1.0" encoding="utf-8"?>
<p:tagLst xmlns:p="http://schemas.openxmlformats.org/presentationml/2006/main">
  <p:tag name="RAINPROBLEM" val="ProblemBullet"/>
  <p:tag name="RAINBULLET" val="Wrong"/>
  <p:tag name="RAINPROBLEMTYPE" val="Polling"/>
</p:tagLst>
</file>

<file path=ppt/tags/tag113.xml><?xml version="1.0" encoding="utf-8"?>
<p:tagLst xmlns:p="http://schemas.openxmlformats.org/presentationml/2006/main">
  <p:tag name="RAINPROBLEM" val="ProblemBullet"/>
  <p:tag name="RAINBULLET" val="Wrong"/>
  <p:tag name="RAINPROBLEMTYPE" val="Polling"/>
</p:tagLst>
</file>

<file path=ppt/tags/tag114.xml><?xml version="1.0" encoding="utf-8"?>
<p:tagLst xmlns:p="http://schemas.openxmlformats.org/presentationml/2006/main">
  <p:tag name="RAINPROBLEM" val="ProblemBullet"/>
  <p:tag name="RAINBULLET" val="Wrong"/>
  <p:tag name="RAINPROBLEMTYPE" val="Polling"/>
</p:tagLst>
</file>

<file path=ppt/tags/tag115.xml><?xml version="1.0" encoding="utf-8"?>
<p:tagLst xmlns:p="http://schemas.openxmlformats.org/presentationml/2006/main">
  <p:tag name="RAINPROBLEM" val="ProblemSubmit"/>
  <p:tag name="RAINPROBLEMTYPE" val="Polling"/>
</p:tagLst>
</file>

<file path=ppt/tags/tag116.xml><?xml version="1.0" encoding="utf-8"?>
<p:tagLst xmlns:p="http://schemas.openxmlformats.org/presentationml/2006/main">
  <p:tag name="RAINPROBLEMTYPE" val="ProblemTypeMarker"/>
</p:tagLst>
</file>

<file path=ppt/tags/tag117.xml><?xml version="1.0" encoding="utf-8"?>
<p:tagLst xmlns:p="http://schemas.openxmlformats.org/presentationml/2006/main">
  <p:tag name="RAINPROBLEMTYPE" val="ProblemTypeMarker"/>
</p:tagLst>
</file>

<file path=ppt/tags/tag118.xml><?xml version="1.0" encoding="utf-8"?>
<p:tagLst xmlns:p="http://schemas.openxmlformats.org/presentationml/2006/main">
  <p:tag name="RAINPROBLEMTYPE" val="ProblemTypeMarker"/>
</p:tagLst>
</file>

<file path=ppt/tags/tag119.xml><?xml version="1.0" encoding="utf-8"?>
<p:tagLst xmlns:p="http://schemas.openxmlformats.org/presentationml/2006/main">
  <p:tag name="RAINPROBLEMTYPE" val="ProblemTypeMarker"/>
</p:tagLst>
</file>

<file path=ppt/tags/tag120.xml><?xml version="1.0" encoding="utf-8"?>
<p:tagLst xmlns:p="http://schemas.openxmlformats.org/presentationml/2006/main">
  <p:tag name="RAINPROBLEMTYPE" val="ProblemTypeMarker"/>
  <p:tag name="RAINPROBLEM" val="PollingAnswer"/>
</p:tagLst>
</file>

<file path=ppt/tags/tag121.xml><?xml version="1.0" encoding="utf-8"?>
<p:tagLst xmlns:p="http://schemas.openxmlformats.org/presentationml/2006/main">
  <p:tag name="RAINPROBLEM" val="ProblemSetting"/>
  <p:tag name="RAINPROBLEMTYPE" val="Polling"/>
</p:tagLst>
</file>

<file path=ppt/tags/tag122.xml><?xml version="1.0" encoding="utf-8"?>
<p:tagLst xmlns:p="http://schemas.openxmlformats.org/presentationml/2006/main">
  <p:tag name="RAINPROBLEMTYPE" val="Polling"/>
  <p:tag name="RAINPROBLEM" val="Polling"/>
  <p:tag name="ANONYMOUSPOLLING" val="False"/>
  <p:tag name="PROBLEMSCORE" val="0.0"/>
</p:tagLst>
</file>

<file path=ppt/tags/tag123.xml><?xml version="1.0" encoding="utf-8"?>
<p:tagLst xmlns:p="http://schemas.openxmlformats.org/presentationml/2006/main">
  <p:tag name="RAINPROBLEM" val="ProblemBody"/>
</p:tagLst>
</file>

<file path=ppt/tags/tag124.xml><?xml version="1.0" encoding="utf-8"?>
<p:tagLst xmlns:p="http://schemas.openxmlformats.org/presentationml/2006/main">
  <p:tag name="RAINPROBLEM" val="ProblemItem"/>
</p:tagLst>
</file>

<file path=ppt/tags/tag125.xml><?xml version="1.0" encoding="utf-8"?>
<p:tagLst xmlns:p="http://schemas.openxmlformats.org/presentationml/2006/main">
  <p:tag name="RAINPROBLEM" val="ProblemItem"/>
</p:tagLst>
</file>

<file path=ppt/tags/tag126.xml><?xml version="1.0" encoding="utf-8"?>
<p:tagLst xmlns:p="http://schemas.openxmlformats.org/presentationml/2006/main">
  <p:tag name="RAINPROBLEM" val="ProblemBullet"/>
  <p:tag name="RAINPROBLEMTYPE" val="Polling"/>
  <p:tag name="RAINBULLET" val="Wrong"/>
</p:tagLst>
</file>

<file path=ppt/tags/tag127.xml><?xml version="1.0" encoding="utf-8"?>
<p:tagLst xmlns:p="http://schemas.openxmlformats.org/presentationml/2006/main">
  <p:tag name="RAINPROBLEM" val="ProblemBullet"/>
  <p:tag name="RAINBULLET" val="Wrong"/>
  <p:tag name="RAINPROBLEMTYPE" val="Polling"/>
</p:tagLst>
</file>

<file path=ppt/tags/tag128.xml><?xml version="1.0" encoding="utf-8"?>
<p:tagLst xmlns:p="http://schemas.openxmlformats.org/presentationml/2006/main">
  <p:tag name="RAINPROBLEM" val="ProblemSubmit"/>
  <p:tag name="RAINPROBLEMTYPE" val="Polling"/>
</p:tagLst>
</file>

<file path=ppt/tags/tag129.xml><?xml version="1.0" encoding="utf-8"?>
<p:tagLst xmlns:p="http://schemas.openxmlformats.org/presentationml/2006/main">
  <p:tag name="RAINPROBLEMTYPE" val="ProblemTypeMarker"/>
</p:tagLst>
</file>

<file path=ppt/tags/tag130.xml><?xml version="1.0" encoding="utf-8"?>
<p:tagLst xmlns:p="http://schemas.openxmlformats.org/presentationml/2006/main">
  <p:tag name="RAINPROBLEMTYPE" val="ProblemTypeMarker"/>
</p:tagLst>
</file>

<file path=ppt/tags/tag131.xml><?xml version="1.0" encoding="utf-8"?>
<p:tagLst xmlns:p="http://schemas.openxmlformats.org/presentationml/2006/main">
  <p:tag name="RAINPROBLEMTYPE" val="ProblemTypeMarker"/>
</p:tagLst>
</file>

<file path=ppt/tags/tag132.xml><?xml version="1.0" encoding="utf-8"?>
<p:tagLst xmlns:p="http://schemas.openxmlformats.org/presentationml/2006/main">
  <p:tag name="RAINPROBLEMTYPE" val="ProblemTypeMarker"/>
</p:tagLst>
</file>

<file path=ppt/tags/tag133.xml><?xml version="1.0" encoding="utf-8"?>
<p:tagLst xmlns:p="http://schemas.openxmlformats.org/presentationml/2006/main">
  <p:tag name="RAINPROBLEMTYPE" val="ProblemTypeMarker"/>
  <p:tag name="RAINPROBLEM" val="PollingAnswer"/>
</p:tagLst>
</file>

<file path=ppt/tags/tag134.xml><?xml version="1.0" encoding="utf-8"?>
<p:tagLst xmlns:p="http://schemas.openxmlformats.org/presentationml/2006/main">
  <p:tag name="RAINPROBLEM" val="ProblemSetting"/>
  <p:tag name="RAINPROBLEMTYPE" val="Polling"/>
</p:tagLst>
</file>

<file path=ppt/tags/tag135.xml><?xml version="1.0" encoding="utf-8"?>
<p:tagLst xmlns:p="http://schemas.openxmlformats.org/presentationml/2006/main">
  <p:tag name="RAINPROBLEMTYPE" val="Polling"/>
  <p:tag name="RAINPROBLEM" val="Polling"/>
  <p:tag name="ANONYMOUSPOLLING" val="False"/>
  <p:tag name="PROBLEMSCORE" val="0.0"/>
</p:tagLst>
</file>

<file path=ppt/tags/tag136.xml><?xml version="1.0" encoding="utf-8"?>
<p:tagLst xmlns:p="http://schemas.openxmlformats.org/presentationml/2006/main">
  <p:tag name="RAINPROBLEM" val="ProblemBody"/>
</p:tagLst>
</file>

<file path=ppt/tags/tag137.xml><?xml version="1.0" encoding="utf-8"?>
<p:tagLst xmlns:p="http://schemas.openxmlformats.org/presentationml/2006/main">
  <p:tag name="RAINPROBLEM" val="ProblemItem"/>
</p:tagLst>
</file>

<file path=ppt/tags/tag138.xml><?xml version="1.0" encoding="utf-8"?>
<p:tagLst xmlns:p="http://schemas.openxmlformats.org/presentationml/2006/main">
  <p:tag name="RAINPROBLEM" val="ProblemItem"/>
</p:tagLst>
</file>

<file path=ppt/tags/tag139.xml><?xml version="1.0" encoding="utf-8"?>
<p:tagLst xmlns:p="http://schemas.openxmlformats.org/presentationml/2006/main">
  <p:tag name="RAINPROBLEM" val="ProblemItem"/>
</p:tagLst>
</file>

<file path=ppt/tags/tag140.xml><?xml version="1.0" encoding="utf-8"?>
<p:tagLst xmlns:p="http://schemas.openxmlformats.org/presentationml/2006/main">
  <p:tag name="RAINPROBLEM" val="ProblemBullet"/>
  <p:tag name="RAINBULLET" val="Wrong"/>
  <p:tag name="RAINPROBLEMTYPE" val="Polling"/>
</p:tagLst>
</file>

<file path=ppt/tags/tag141.xml><?xml version="1.0" encoding="utf-8"?>
<p:tagLst xmlns:p="http://schemas.openxmlformats.org/presentationml/2006/main">
  <p:tag name="RAINPROBLEM" val="ProblemBullet"/>
  <p:tag name="RAINBULLET" val="Wrong"/>
  <p:tag name="RAINPROBLEMTYPE" val="Polling"/>
</p:tagLst>
</file>

<file path=ppt/tags/tag142.xml><?xml version="1.0" encoding="utf-8"?>
<p:tagLst xmlns:p="http://schemas.openxmlformats.org/presentationml/2006/main">
  <p:tag name="RAINPROBLEM" val="ProblemBullet"/>
  <p:tag name="RAINPROBLEMTYPE" val="Polling"/>
  <p:tag name="RAINBULLET" val="Wrong"/>
</p:tagLst>
</file>

<file path=ppt/tags/tag143.xml><?xml version="1.0" encoding="utf-8"?>
<p:tagLst xmlns:p="http://schemas.openxmlformats.org/presentationml/2006/main">
  <p:tag name="RAINPROBLEM" val="ProblemSubmit"/>
  <p:tag name="RAINPROBLEMTYPE" val="Polling"/>
</p:tagLst>
</file>

<file path=ppt/tags/tag144.xml><?xml version="1.0" encoding="utf-8"?>
<p:tagLst xmlns:p="http://schemas.openxmlformats.org/presentationml/2006/main">
  <p:tag name="RAINPROBLEMTYPE" val="ProblemTypeMarker"/>
</p:tagLst>
</file>

<file path=ppt/tags/tag145.xml><?xml version="1.0" encoding="utf-8"?>
<p:tagLst xmlns:p="http://schemas.openxmlformats.org/presentationml/2006/main">
  <p:tag name="RAINPROBLEMTYPE" val="ProblemTypeMarker"/>
</p:tagLst>
</file>

<file path=ppt/tags/tag146.xml><?xml version="1.0" encoding="utf-8"?>
<p:tagLst xmlns:p="http://schemas.openxmlformats.org/presentationml/2006/main">
  <p:tag name="RAINPROBLEMTYPE" val="ProblemTypeMarker"/>
</p:tagLst>
</file>

<file path=ppt/tags/tag147.xml><?xml version="1.0" encoding="utf-8"?>
<p:tagLst xmlns:p="http://schemas.openxmlformats.org/presentationml/2006/main">
  <p:tag name="RAINPROBLEMTYPE" val="ProblemTypeMarker"/>
</p:tagLst>
</file>

<file path=ppt/tags/tag148.xml><?xml version="1.0" encoding="utf-8"?>
<p:tagLst xmlns:p="http://schemas.openxmlformats.org/presentationml/2006/main">
  <p:tag name="RAINPROBLEMTYPE" val="ProblemTypeMarker"/>
  <p:tag name="RAINPROBLEM" val="PollingAnswer"/>
</p:tagLst>
</file>

<file path=ppt/tags/tag149.xml><?xml version="1.0" encoding="utf-8"?>
<p:tagLst xmlns:p="http://schemas.openxmlformats.org/presentationml/2006/main">
  <p:tag name="RAINPROBLEM" val="ProblemSetting"/>
  <p:tag name="RAINPROBLEMTYPE" val="Polling"/>
</p:tagLst>
</file>

<file path=ppt/tags/tag150.xml><?xml version="1.0" encoding="utf-8"?>
<p:tagLst xmlns:p="http://schemas.openxmlformats.org/presentationml/2006/main">
  <p:tag name="RAINPROBLEMTYPE" val="Polling"/>
  <p:tag name="RAINPROBLEM" val="Polling"/>
  <p:tag name="ANONYMOUSPOLLING" val="False"/>
  <p:tag name="PROBLEMSCORE" val="0.0"/>
</p:tagLst>
</file>

<file path=ppt/tags/tag151.xml><?xml version="1.0" encoding="utf-8"?>
<p:tagLst xmlns:p="http://schemas.openxmlformats.org/presentationml/2006/main">
  <p:tag name="RAINPROBLEM" val="ProblemBody"/>
</p:tagLst>
</file>

<file path=ppt/tags/tag152.xml><?xml version="1.0" encoding="utf-8"?>
<p:tagLst xmlns:p="http://schemas.openxmlformats.org/presentationml/2006/main">
  <p:tag name="RAINPROBLEM" val="ProblemItem"/>
</p:tagLst>
</file>

<file path=ppt/tags/tag153.xml><?xml version="1.0" encoding="utf-8"?>
<p:tagLst xmlns:p="http://schemas.openxmlformats.org/presentationml/2006/main">
  <p:tag name="RAINPROBLEM" val="ProblemItem"/>
</p:tagLst>
</file>

<file path=ppt/tags/tag154.xml><?xml version="1.0" encoding="utf-8"?>
<p:tagLst xmlns:p="http://schemas.openxmlformats.org/presentationml/2006/main">
  <p:tag name="RAINPROBLEM" val="ProblemBullet"/>
  <p:tag name="RAINPROBLEMTYPE" val="Polling"/>
  <p:tag name="RAINBULLET" val="Wrong"/>
</p:tagLst>
</file>

<file path=ppt/tags/tag155.xml><?xml version="1.0" encoding="utf-8"?>
<p:tagLst xmlns:p="http://schemas.openxmlformats.org/presentationml/2006/main">
  <p:tag name="RAINPROBLEM" val="ProblemBullet"/>
  <p:tag name="RAINBULLET" val="Wrong"/>
  <p:tag name="RAINPROBLEMTYPE" val="Polling"/>
</p:tagLst>
</file>

<file path=ppt/tags/tag156.xml><?xml version="1.0" encoding="utf-8"?>
<p:tagLst xmlns:p="http://schemas.openxmlformats.org/presentationml/2006/main">
  <p:tag name="RAINPROBLEM" val="ProblemSubmit"/>
  <p:tag name="RAINPROBLEMTYPE" val="Polling"/>
</p:tagLst>
</file>

<file path=ppt/tags/tag157.xml><?xml version="1.0" encoding="utf-8"?>
<p:tagLst xmlns:p="http://schemas.openxmlformats.org/presentationml/2006/main">
  <p:tag name="RAINPROBLEMTYPE" val="ProblemTypeMarker"/>
</p:tagLst>
</file>

<file path=ppt/tags/tag158.xml><?xml version="1.0" encoding="utf-8"?>
<p:tagLst xmlns:p="http://schemas.openxmlformats.org/presentationml/2006/main">
  <p:tag name="RAINPROBLEMTYPE" val="ProblemTypeMarker"/>
</p:tagLst>
</file>

<file path=ppt/tags/tag159.xml><?xml version="1.0" encoding="utf-8"?>
<p:tagLst xmlns:p="http://schemas.openxmlformats.org/presentationml/2006/main">
  <p:tag name="RAINPROBLEMTYPE" val="ProblemTypeMarker"/>
</p:tagLst>
</file>

<file path=ppt/tags/tag160.xml><?xml version="1.0" encoding="utf-8"?>
<p:tagLst xmlns:p="http://schemas.openxmlformats.org/presentationml/2006/main">
  <p:tag name="RAINPROBLEMTYPE" val="ProblemTypeMarker"/>
</p:tagLst>
</file>

<file path=ppt/tags/tag161.xml><?xml version="1.0" encoding="utf-8"?>
<p:tagLst xmlns:p="http://schemas.openxmlformats.org/presentationml/2006/main">
  <p:tag name="RAINPROBLEMTYPE" val="ProblemTypeMarker"/>
  <p:tag name="RAINPROBLEM" val="PollingAnswer"/>
</p:tagLst>
</file>

<file path=ppt/tags/tag162.xml><?xml version="1.0" encoding="utf-8"?>
<p:tagLst xmlns:p="http://schemas.openxmlformats.org/presentationml/2006/main">
  <p:tag name="RAINPROBLEM" val="ProblemSetting"/>
  <p:tag name="RAINPROBLEMTYPE" val="Polling"/>
</p:tagLst>
</file>

<file path=ppt/tags/tag163.xml><?xml version="1.0" encoding="utf-8"?>
<p:tagLst xmlns:p="http://schemas.openxmlformats.org/presentationml/2006/main">
  <p:tag name="RAINPROBLEMTYPE" val="Polling"/>
  <p:tag name="RAINPROBLEM" val="Polling"/>
  <p:tag name="ANONYMOUSPOLLING" val="False"/>
  <p:tag name="PROBLEMSCORE" val="0.0"/>
</p:tagLst>
</file>

<file path=ppt/tags/tag164.xml><?xml version="1.0" encoding="utf-8"?>
<p:tagLst xmlns:p="http://schemas.openxmlformats.org/presentationml/2006/main">
  <p:tag name="COMMONDATA" val="eyJoZGlkIjoiMDNkNTM3MzgzMjMzMDMzNzFmOWZmODVlMWI1YTQ0Nj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1034</Words>
  <Application>WPS 演示</Application>
  <PresentationFormat>宽屏</PresentationFormat>
  <Paragraphs>206</Paragraphs>
  <Slides>12</Slides>
  <Notes>12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Arial</vt:lpstr>
      <vt:lpstr>宋体</vt:lpstr>
      <vt:lpstr>Wingdings</vt:lpstr>
      <vt:lpstr>微软雅黑</vt:lpstr>
      <vt:lpstr>等线</vt:lpstr>
      <vt:lpstr>Arial Unicode MS</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个人用户</dc:creator>
  <cp:lastModifiedBy>泥人</cp:lastModifiedBy>
  <cp:revision>114</cp:revision>
  <dcterms:created xsi:type="dcterms:W3CDTF">2020-02-20T13:08:00Z</dcterms:created>
  <dcterms:modified xsi:type="dcterms:W3CDTF">2022-05-25T13:38:27Z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76F4BDCD5A1C4EEC8E960ECB6AADA50A</vt:lpwstr>
  </property>
  <property fmtid="{D5CDD505-2E9C-101B-9397-08002B2CF9AE}" pid="3" name="KSOProductBuildVer">
    <vt:lpwstr>2052-11.1.0.11744</vt:lpwstr>
  </property>
</Properties>
</file>