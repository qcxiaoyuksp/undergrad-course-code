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86" y="4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20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" Type="http://schemas.openxmlformats.org/officeDocument/2006/relationships/image" Target="../media/image1.png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 smtClean="0"/>
              <a:t>我国</a:t>
            </a:r>
            <a:r>
              <a:rPr lang="zh-CN" altLang="zh-CN" dirty="0"/>
              <a:t>第一个</a:t>
            </a:r>
            <a:r>
              <a:rPr lang="en-US" altLang="zh-CN" dirty="0"/>
              <a:t>IPv4</a:t>
            </a:r>
            <a:r>
              <a:rPr lang="zh-CN" altLang="zh-CN" dirty="0"/>
              <a:t>互联网主干</a:t>
            </a:r>
            <a:r>
              <a:rPr lang="zh-CN" altLang="zh-CN" dirty="0" smtClean="0"/>
              <a:t>网</a:t>
            </a:r>
            <a:r>
              <a:rPr lang="zh-CN" altLang="en-US" dirty="0" smtClean="0"/>
              <a:t>是：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中国电信互联网</a:t>
            </a:r>
            <a:r>
              <a:rPr lang="en-US" altLang="zh-CN" dirty="0"/>
              <a:t> CHINANET</a:t>
            </a:r>
            <a:endParaRPr lang="zh-CN" altLang="zh-CN" dirty="0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中国联通互联网</a:t>
            </a:r>
            <a:r>
              <a:rPr lang="en-US" altLang="zh-CN" dirty="0"/>
              <a:t> UNINET</a:t>
            </a:r>
            <a:endParaRPr lang="zh-CN" altLang="zh-CN" dirty="0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中国移动互联网</a:t>
            </a:r>
            <a:r>
              <a:rPr lang="en-US" altLang="zh-CN" dirty="0"/>
              <a:t> CMNET</a:t>
            </a:r>
            <a:endParaRPr lang="zh-CN" altLang="zh-CN" dirty="0"/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中国教育和科研计算机网</a:t>
            </a:r>
            <a:r>
              <a:rPr lang="en-US" altLang="zh-CN" dirty="0"/>
              <a:t> CERNET</a:t>
            </a:r>
            <a:endParaRPr lang="zh-CN" altLang="zh-CN" dirty="0"/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907756"/>
            <a:ext cx="514350" cy="514350"/>
          </a:xfrm>
          <a:prstGeom prst="ellipse">
            <a:avLst/>
          </a:prstGeom>
          <a:solidFill>
            <a:schemeClr val="accent6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中国科学技术网</a:t>
            </a:r>
            <a:r>
              <a:rPr lang="en-US" altLang="zh-CN" dirty="0"/>
              <a:t> CSTNET</a:t>
            </a:r>
            <a:endParaRPr lang="zh-CN" altLang="zh-CN" dirty="0"/>
          </a:p>
        </p:txBody>
      </p:sp>
      <p:sp>
        <p:nvSpPr>
          <p:cNvPr id="22" name="椭圆 21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55935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TipText"/>
          <p:cNvSpPr txBox="1"/>
          <p:nvPr>
            <p:custDataLst>
              <p:tags r:id="rId13"/>
            </p:custDataLst>
          </p:nvPr>
        </p:nvSpPr>
        <p:spPr>
          <a:xfrm>
            <a:off x="1195705" y="109220"/>
            <a:ext cx="2286000" cy="508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smtClean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最多可选</a:t>
            </a:r>
            <a:r>
              <a:rPr lang="en-US" altLang="zh-CN" sz="2000" smtClean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000" smtClean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项</a:t>
            </a:r>
            <a:endParaRPr lang="zh-CN" altLang="en-US" sz="200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endPara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8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9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0.xml><?xml version="1.0" encoding="utf-8"?>
<p:tagLst xmlns:p="http://schemas.openxmlformats.org/presentationml/2006/main">
  <p:tag name="RAINPROBLEM" val="ProblemSubmit"/>
  <p:tag name="RAINPROBLEMTYPE" val="Polling"/>
</p:tagLst>
</file>

<file path=ppt/tags/tag11.xml><?xml version="1.0" encoding="utf-8"?>
<p:tagLst xmlns:p="http://schemas.openxmlformats.org/presentationml/2006/main">
  <p:tag name="RAINPROBLEM" val="ProblemItem"/>
</p:tagLst>
</file>

<file path=ppt/tags/tag12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3.xml><?xml version="1.0" encoding="utf-8"?>
<p:tagLst xmlns:p="http://schemas.openxmlformats.org/presentationml/2006/main">
  <p:tag name="RAINPROBLEMTYPE" val="ProblemTypeMarker"/>
  <p:tag name="RAINPROBLEM" val="PollingAnsw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" val="ProblemSetting"/>
  <p:tag name="RAINPROBLEMTYPE" val="Polling"/>
</p:tagLst>
</file>

<file path=ppt/tags/tag19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0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WPS 演示</Application>
  <PresentationFormat>宽屏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Office 主题​​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4</cp:revision>
  <dcterms:created xsi:type="dcterms:W3CDTF">2020-02-20T12:18:00Z</dcterms:created>
  <dcterms:modified xsi:type="dcterms:W3CDTF">2022-05-16T11:46:18Z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FDF9F33F74EC428BAB18C64002BB500A</vt:lpwstr>
  </property>
  <property fmtid="{D5CDD505-2E9C-101B-9397-08002B2CF9AE}" pid="3" name="KSOProductBuildVer">
    <vt:lpwstr>2052-11.1.0.11636</vt:lpwstr>
  </property>
</Properties>
</file>