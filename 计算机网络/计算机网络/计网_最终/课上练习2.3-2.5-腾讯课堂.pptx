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20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7737B-80F6-47C5-9A57-721FFDAA7A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6A175-29AC-4E2A-86C9-0CE99ED4CEA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1A1-661B-4283-A79B-F03512AA19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EA1-B471-4A96-8ACB-09334D587B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4.xml"/><Relationship Id="rId17" Type="http://schemas.openxmlformats.org/officeDocument/2006/relationships/image" Target="../media/image1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36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1.xml"/><Relationship Id="rId17" Type="http://schemas.openxmlformats.org/officeDocument/2006/relationships/image" Target="../media/image1.png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5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8.xml"/><Relationship Id="rId17" Type="http://schemas.openxmlformats.org/officeDocument/2006/relationships/image" Target="../media/image1.png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7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5.xml"/><Relationship Id="rId17" Type="http://schemas.openxmlformats.org/officeDocument/2006/relationships/image" Target="../media/image1.png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8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2.xml"/><Relationship Id="rId17" Type="http://schemas.openxmlformats.org/officeDocument/2006/relationships/image" Target="../media/image1.png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10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9.xml"/><Relationship Id="rId17" Type="http://schemas.openxmlformats.org/officeDocument/2006/relationships/image" Target="../media/image1.png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、传输媒体分为：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导向型和非导向型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、双绞线分为：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导向和非导向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、在以下传输介质中，带宽最宽，抗干扰能力最强的是：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双绞线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同轴电缆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微波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光纤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CDMA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中，任何一个码片向量和该码片向量自己的规格化内积都是 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CDMA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中，两个不同站的码片序列正交，既它们的规格化内积 等于：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、同步光纤网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SONET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，对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电信信号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称为第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级同步传送信号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STS-1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，其传输速率是：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51.84 Mbit/s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、同步数字系列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SDH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的基本速率为：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51.84 Mbit/s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p="http://schemas.openxmlformats.org/presentationml/2006/main">
  <p:tag name="RAINPROBLEM" val="ProblemSubmit"/>
  <p:tag name="RAINPROBLEMTYPE" val="Polling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  <p:tag name="RAINPROBLEM" val="PollingAnswer"/>
</p:tagLst>
</file>

<file path=ppt/tags/tag16.xml><?xml version="1.0" encoding="utf-8"?>
<p:tagLst xmlns:p="http://schemas.openxmlformats.org/presentationml/2006/main">
  <p:tag name="RAINPROBLEM" val="ProblemSetting"/>
  <p:tag name="RAINPROBLEMTYPE" val="Polling"/>
</p:tagLst>
</file>

<file path=ppt/tags/tag1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7.xml><?xml version="1.0" encoding="utf-8"?>
<p:tagLst xmlns:p="http://schemas.openxmlformats.org/presentationml/2006/main">
  <p:tag name="RAINPROBLEM" val="ProblemSubmit"/>
  <p:tag name="RAINPROBLEMTYPE" val="Polling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  <p:tag name="RAINPROBLEM" val="PollingAnswer"/>
</p:tagLst>
</file>

<file path=ppt/tags/tag33.xml><?xml version="1.0" encoding="utf-8"?>
<p:tagLst xmlns:p="http://schemas.openxmlformats.org/presentationml/2006/main">
  <p:tag name="RAINPROBLEM" val="ProblemSetting"/>
  <p:tag name="RAINPROBLEMTYPE" val="Polling"/>
</p:tagLst>
</file>

<file path=ppt/tags/tag3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Polling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  <p:tag name="RAINPROBLEM" val="PollingAnswer"/>
</p:tagLst>
</file>

<file path=ppt/tags/tag50.xml><?xml version="1.0" encoding="utf-8"?>
<p:tagLst xmlns:p="http://schemas.openxmlformats.org/presentationml/2006/main">
  <p:tag name="RAINPROBLEM" val="ProblemSetting"/>
  <p:tag name="RAINPROBLEMTYPE" val="Polling"/>
</p:tagLst>
</file>

<file path=ppt/tags/tag51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1.xml><?xml version="1.0" encoding="utf-8"?>
<p:tagLst xmlns:p="http://schemas.openxmlformats.org/presentationml/2006/main">
  <p:tag name="RAINPROBLEM" val="ProblemSubmit"/>
  <p:tag name="RAINPROBLEMTYPE" val="Polling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  <p:tag name="RAINPROBLEM" val="PollingAnswer"/>
</p:tagLst>
</file>

<file path=ppt/tags/tag67.xml><?xml version="1.0" encoding="utf-8"?>
<p:tagLst xmlns:p="http://schemas.openxmlformats.org/presentationml/2006/main">
  <p:tag name="RAINPROBLEM" val="ProblemSetting"/>
  <p:tag name="RAINPROBLEMTYPE" val="Polling"/>
</p:tagLst>
</file>

<file path=ppt/tags/tag68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8.xml><?xml version="1.0" encoding="utf-8"?>
<p:tagLst xmlns:p="http://schemas.openxmlformats.org/presentationml/2006/main">
  <p:tag name="RAINPROBLEM" val="ProblemSubmit"/>
  <p:tag name="RAINPROBLEMTYPE" val="Polling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  <p:tag name="RAINPROBLEM" val="PollingAnswer"/>
</p:tagLst>
</file>

<file path=ppt/tags/tag84.xml><?xml version="1.0" encoding="utf-8"?>
<p:tagLst xmlns:p="http://schemas.openxmlformats.org/presentationml/2006/main">
  <p:tag name="RAINPROBLEM" val="ProblemSetting"/>
  <p:tag name="RAINPROBLEMTYPE" val="Polling"/>
</p:tagLst>
</file>

<file path=ppt/tags/tag8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6.xml><?xml version="1.0" encoding="utf-8"?>
<p:tagLst xmlns:p="http://schemas.openxmlformats.org/presentationml/2006/main">
  <p:tag name="RAINPROBLEM" val="ProblemBody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p="http://schemas.openxmlformats.org/presentationml/2006/main">
  <p:tag name="RAINPROBLEM" val="ProblemSubmit"/>
  <p:tag name="RAINPROBLEMTYPE" val="Polling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  <p:tag name="RAINPROBLEM" val="PollingAnswer"/>
</p:tagLst>
</file>

<file path=ppt/tags/tag101.xml><?xml version="1.0" encoding="utf-8"?>
<p:tagLst xmlns:p="http://schemas.openxmlformats.org/presentationml/2006/main">
  <p:tag name="RAINPROBLEM" val="ProblemSetting"/>
  <p:tag name="RAINPROBLEMTYPE" val="Polling"/>
</p:tagLst>
</file>

<file path=ppt/tags/tag10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3.xml><?xml version="1.0" encoding="utf-8"?>
<p:tagLst xmlns:p="http://schemas.openxmlformats.org/presentationml/2006/main">
  <p:tag name="RAINPROBLEM" val="ProblemBody"/>
</p:tagLst>
</file>

<file path=ppt/tags/tag104.xml><?xml version="1.0" encoding="utf-8"?>
<p:tagLst xmlns:p="http://schemas.openxmlformats.org/presentationml/2006/main">
  <p:tag name="RAINPROBLEM" val="ProblemItem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0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2.xml><?xml version="1.0" encoding="utf-8"?>
<p:tagLst xmlns:p="http://schemas.openxmlformats.org/presentationml/2006/main">
  <p:tag name="RAINPROBLEM" val="ProblemSubmit"/>
  <p:tag name="RAINPROBLEMTYPE" val="Polling"/>
</p:tagLst>
</file>

<file path=ppt/tags/tag113.xml><?xml version="1.0" encoding="utf-8"?>
<p:tagLst xmlns:p="http://schemas.openxmlformats.org/presentationml/2006/main">
  <p:tag name="RAINPROBLEMTYPE" val="ProblemTypeMarker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  <p:tag name="RAINPROBLEM" val="PollingAnswer"/>
</p:tagLst>
</file>

<file path=ppt/tags/tag118.xml><?xml version="1.0" encoding="utf-8"?>
<p:tagLst xmlns:p="http://schemas.openxmlformats.org/presentationml/2006/main">
  <p:tag name="RAINPROBLEM" val="ProblemSetting"/>
  <p:tag name="RAINPROBLEMTYPE" val="Polling"/>
</p:tagLst>
</file>

<file path=ppt/tags/tag11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0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WPS 演示</Application>
  <PresentationFormat>宽屏</PresentationFormat>
  <Paragraphs>168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14</cp:revision>
  <dcterms:created xsi:type="dcterms:W3CDTF">2020-02-20T12:18:00Z</dcterms:created>
  <dcterms:modified xsi:type="dcterms:W3CDTF">2022-05-26T05:58:44Z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1933F50B9CC041929F585B8AAD005D52</vt:lpwstr>
  </property>
  <property fmtid="{D5CDD505-2E9C-101B-9397-08002B2CF9AE}" pid="3" name="KSOProductBuildVer">
    <vt:lpwstr>2052-11.1.0.11744</vt:lpwstr>
  </property>
</Properties>
</file>