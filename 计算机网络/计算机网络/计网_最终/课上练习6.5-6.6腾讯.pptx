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6" r:id="rId3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2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C27F-AC44-4BCF-BDF4-959D41F1C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用户代理  邮件服务器  电子邮件使用的协议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  SMTP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  子网掩码  默认路由器的</a:t>
            </a:r>
            <a:r>
              <a:rPr lang="en-US" altLang="zh-CN" dirty="0"/>
              <a:t>IP</a:t>
            </a:r>
            <a:r>
              <a:rPr lang="zh-CN" altLang="en-US" dirty="0"/>
              <a:t>地址  域名服务器的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C021F-0F34-4E3B-B68D-C59A654B05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7.xml"/><Relationship Id="rId10" Type="http://schemas.openxmlformats.org/officeDocument/2006/relationships/image" Target="../media/image1.png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0.xml"/><Relationship Id="rId13" Type="http://schemas.openxmlformats.org/officeDocument/2006/relationships/image" Target="../media/image1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3.xml"/><Relationship Id="rId13" Type="http://schemas.openxmlformats.org/officeDocument/2006/relationships/image" Target="../media/image1.png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6.xml"/><Relationship Id="rId13" Type="http://schemas.openxmlformats.org/officeDocument/2006/relationships/image" Target="../media/image1.png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6.xml"/><Relationship Id="rId10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9.xml"/><Relationship Id="rId13" Type="http://schemas.openxmlformats.org/officeDocument/2006/relationships/image" Target="../media/image1.png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9.xml"/><Relationship Id="rId10" Type="http://schemas.openxmlformats.org/officeDocument/2006/relationships/image" Target="../media/image1.png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12.xml"/><Relationship Id="rId13" Type="http://schemas.openxmlformats.org/officeDocument/2006/relationships/image" Target="../media/image1.png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25.xml"/><Relationship Id="rId13" Type="http://schemas.openxmlformats.org/officeDocument/2006/relationships/image" Target="../media/image1.png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、以下属于电子邮件的读取邮件协议的是（    ）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SMTP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POP3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MIME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IMAP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、一个电子邮件系统应具有的三个组成构件，分别是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用户代理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邮件服务器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以及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电子邮件使用的协议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、一个邮件服务器要么作为客户，要么作为服务器，不可以既是客户又是服务器。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SMTP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在发送方和接收方的邮件服务器之间不使用中间的邮件服务器。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、以下属于联机协议的是（    ）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POP3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IMAP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、基于万维网的电子邮件，邮件从邮件服务器传送到用户的浏览器是使用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协议，两个邮件服务器之间的传送使用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SMTP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、适用于所传送电子邮件的数据中只有少量的非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ASCII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码编码方法是（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quoted-printable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base64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103806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、互联网上的主机需要配置的项目有：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子网掩码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默认路由器的IP地址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域名服务器的IP地址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、每个网络上都必须有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服务器分配给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地址的临时的，因此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DHCP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客户只能在一段有限的时间内使用这个分配到的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Polling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  <p:tag name="RAINPROBLEM" val="PollingAnswer"/>
</p:tagLst>
</file>

<file path=ppt/tags/tag16.xml><?xml version="1.0" encoding="utf-8"?>
<p:tagLst xmlns:p="http://schemas.openxmlformats.org/presentationml/2006/main">
  <p:tag name="RAINPROBLEM" val="ProblemSetting"/>
  <p:tag name="RAINPROBLEMTYPE" val="Polling"/>
</p:tagLst>
</file>

<file path=ppt/tags/tag17.xml><?xml version="1.0" encoding="utf-8"?>
<p:tagLst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Submit"/>
  <p:tag name="RAINPROBLEMTYPE" val="FillBlank"/>
</p:tagLst>
</file>

<file path=ppt/tags/tag20.xml><?xml version="1.0" encoding="utf-8"?>
<p:tagLst xmlns:p="http://schemas.openxmlformats.org/presentationml/2006/main">
  <p:tag name="PRODUCTVERSIONTIP3" val="PRODUCTVERSIONTIP3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" val="ProblemSetting"/>
  <p:tag name="RAINPROBLEMTYPE" val="FillBlank"/>
</p:tagLst>
</file>

<file path=ppt/tags/tag27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用户代理&quot;],&quot;CaseSensitive&quot;:false,&quot;FuzzyMatch&quot;:false},{&quot;Num&quot;:2,&quot;Score&quot;:1.0,&quot;Answers&quot;:[&quot;邮件服务器&quot;],&quot;CaseSensitive&quot;:false,&quot;FuzzyMatch&quot;:false},{&quot;Num&quot;:3,&quot;Score&quot;:1.0,&quot;Answers&quot;:[&quot;邮件发送协议和邮件读取协议&quot;],&quot;CaseSensitive&quot;:false,&quot;FuzzyMatch&quot;:false}]"/>
</p:tagLst>
</file>

<file path=ppt/tags/tag28.xml><?xml version="1.0" encoding="utf-8"?>
<p:tagLst xmlns:p="http://schemas.openxmlformats.org/presentationml/2006/main">
  <p:tag name="RAINPROBLEM" val="ProblemBody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3.xml><?xml version="1.0" encoding="utf-8"?>
<p:tagLst xmlns:p="http://schemas.openxmlformats.org/presentationml/2006/main">
  <p:tag name="RAINPROBLEM" val="ProblemSubmit"/>
  <p:tag name="RAINPROBLEMTYPE" val="Polling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  <p:tag name="RAINPROBLEM" val="PollingAnswer"/>
</p:tagLst>
</file>

<file path=ppt/tags/tag39.xml><?xml version="1.0" encoding="utf-8"?>
<p:tagLst xmlns:p="http://schemas.openxmlformats.org/presentationml/2006/main">
  <p:tag name="RAINPROBLEM" val="ProblemSetting"/>
  <p:tag name="RAINPROBLEMTYPE" val="Polling"/>
</p:tagLst>
</file>

<file path=ppt/tags/tag40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1.xml><?xml version="1.0" encoding="utf-8"?>
<p:tagLst xmlns:p="http://schemas.openxmlformats.org/presentationml/2006/main">
  <p:tag name="RAINPROBLEM" val="ProblemBody"/>
</p:tagLst>
</file>

<file path=ppt/tags/tag42.xml><?xml version="1.0" encoding="utf-8"?>
<p:tagLst xmlns:p="http://schemas.openxmlformats.org/presentationml/2006/main">
  <p:tag name="RAINPROBLEM" val="ProblemItem"/>
</p:tagLst>
</file>

<file path=ppt/tags/tag43.xml><?xml version="1.0" encoding="utf-8"?>
<p:tagLst xmlns:p="http://schemas.openxmlformats.org/presentationml/2006/main">
  <p:tag name="RAINPROBLEM" val="ProblemItem"/>
</p:tagLst>
</file>

<file path=ppt/tags/tag4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6.xml><?xml version="1.0" encoding="utf-8"?>
<p:tagLst xmlns:p="http://schemas.openxmlformats.org/presentationml/2006/main">
  <p:tag name="RAINPROBLEM" val="ProblemSubmit"/>
  <p:tag name="RAINPROBLEMTYPE" val="Polling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p="http://schemas.openxmlformats.org/presentationml/2006/main">
  <p:tag name="RAINPROBLEM" val="ProblemSetting"/>
  <p:tag name="RAINPROBLEMTYPE" val="Polling"/>
</p:tagLst>
</file>

<file path=ppt/tags/tag5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4.xml><?xml version="1.0" encoding="utf-8"?>
<p:tagLst xmlns:p="http://schemas.openxmlformats.org/presentationml/2006/main">
  <p:tag name="RAINPROBLEM" val="ProblemBody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9.xml><?xml version="1.0" encoding="utf-8"?>
<p:tagLst xmlns:p="http://schemas.openxmlformats.org/presentationml/2006/main">
  <p:tag name="RAINPROBLEM" val="ProblemSubmit"/>
  <p:tag name="RAINPROBLEMTYPE" val="Polling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  <p:tag name="RAINPROBLEM" val="PollingAnswer"/>
</p:tagLst>
</file>

<file path=ppt/tags/tag65.xml><?xml version="1.0" encoding="utf-8"?>
<p:tagLst xmlns:p="http://schemas.openxmlformats.org/presentationml/2006/main">
  <p:tag name="RAINPROBLEM" val="ProblemSetting"/>
  <p:tag name="RAINPROBLEMTYPE" val="Polling"/>
</p:tagLst>
</file>

<file path=ppt/tags/tag6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7.xml><?xml version="1.0" encoding="utf-8"?>
<p:tagLst xmlns:p="http://schemas.openxmlformats.org/presentationml/2006/main">
  <p:tag name="RAINPROBLEM" val="ProblemBody"/>
</p:tagLst>
</file>

<file path=ppt/tags/tag68.xml><?xml version="1.0" encoding="utf-8"?>
<p:tagLst xmlns:p="http://schemas.openxmlformats.org/presentationml/2006/main">
  <p:tag name="RAINPROBLEM" val="ProblemSubmit"/>
  <p:tag name="RAINPROBLEMTYPE" val="FillBlank"/>
</p:tagLst>
</file>

<file path=ppt/tags/tag69.xml><?xml version="1.0" encoding="utf-8"?>
<p:tagLst xmlns:p="http://schemas.openxmlformats.org/presentationml/2006/main">
  <p:tag name="PRODUCTVERSIONTIP3" val="PRODUCTVERSIONTIP3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" val="ProblemSetting"/>
  <p:tag name="RAINPROBLEMTYPE" val="FillBlank"/>
</p:tagLst>
</file>

<file path=ppt/tags/tag76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HTTP&quot;],&quot;CaseSensitive&quot;:false,&quot;FuzzyMatch&quot;:false},{&quot;Num&quot;:2,&quot;Score&quot;:1.0,&quot;Answers&quot;:[&quot;SMTP&quot;],&quot;CaseSensitive&quot;:false,&quot;FuzzyMatch&quot;:false}]"/>
</p:tagLst>
</file>

<file path=ppt/tags/tag77.xml><?xml version="1.0" encoding="utf-8"?>
<p:tagLst xmlns:p="http://schemas.openxmlformats.org/presentationml/2006/main">
  <p:tag name="RAINPROBLEM" val="ProblemBody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p="http://schemas.openxmlformats.org/presentationml/2006/main">
  <p:tag name="RAINPROBLEM" val="ProblemSubmit"/>
  <p:tag name="RAINPROBLEMTYPE" val="Polling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  <p:tag name="RAINPROBLEM" val="PollingAnswer"/>
</p:tagLst>
</file>

<file path=ppt/tags/tag88.xml><?xml version="1.0" encoding="utf-8"?>
<p:tagLst xmlns:p="http://schemas.openxmlformats.org/presentationml/2006/main">
  <p:tag name="RAINPROBLEM" val="ProblemSetting"/>
  <p:tag name="RAINPROBLEMTYPE" val="Polling"/>
</p:tagLst>
</file>

<file path=ppt/tags/tag8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Submit"/>
  <p:tag name="RAINPROBLEMTYPE" val="FillBlank"/>
</p:tagLst>
</file>

<file path=ppt/tags/tag92.xml><?xml version="1.0" encoding="utf-8"?>
<p:tagLst xmlns:p="http://schemas.openxmlformats.org/presentationml/2006/main">
  <p:tag name="PRODUCTVERSIONTIP3" val="PRODUCTVERSIONTIP3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" val="ProblemSetting"/>
  <p:tag name="RAINPROBLEMTYPE" val="FillBlank"/>
</p:tagLst>
</file>

<file path=ppt/tags/tag99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IP 地址&quot;],&quot;CaseSensitive&quot;:false,&quot;FuzzyMatch&quot;:false},{&quot;Num&quot;:2,&quot;Score&quot;:1.0,&quot;Answers&quot;:[&quot;子网掩码&quot;],&quot;CaseSensitive&quot;:false,&quot;FuzzyMatch&quot;:false},{&quot;Num&quot;:3,&quot;Score&quot;:1.0,&quot;Answers&quot;:[&quot;默认路由器的 IP 地址&quot;],&quot;CaseSensitive&quot;:false,&quot;FuzzyMatch&quot;:false},{&quot;Num&quot;:4,&quot;Score&quot;:1.0,&quot;Answers&quot;:[&quot;域名服务器的 IP 地址&quot;],&quot;CaseSensitive&quot;:false,&quot;FuzzyMatch&quot;:false}]"/>
</p:tagLst>
</file>

<file path=ppt/tags/tag100.xml><?xml version="1.0" encoding="utf-8"?>
<p:tagLst xmlns:p="http://schemas.openxmlformats.org/presentationml/2006/main">
  <p:tag name="RAINPROBLEM" val="ProblemBody"/>
</p:tagLst>
</file>

<file path=ppt/tags/tag101.xml><?xml version="1.0" encoding="utf-8"?>
<p:tagLst xmlns:p="http://schemas.openxmlformats.org/presentationml/2006/main">
  <p:tag name="RAINPROBLEM" val="ProblemItem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5.xml><?xml version="1.0" encoding="utf-8"?>
<p:tagLst xmlns:p="http://schemas.openxmlformats.org/presentationml/2006/main">
  <p:tag name="RAINPROBLEM" val="ProblemSubmit"/>
  <p:tag name="RAINPROBLEMTYPE" val="Polling"/>
</p:tagLst>
</file>

<file path=ppt/tags/tag106.xml><?xml version="1.0" encoding="utf-8"?>
<p:tagLst xmlns:p="http://schemas.openxmlformats.org/presentationml/2006/main">
  <p:tag name="RAINPROBLEMTYPE" val="ProblemTypeMarker"/>
</p:tagLst>
</file>

<file path=ppt/tags/tag107.xml><?xml version="1.0" encoding="utf-8"?>
<p:tagLst xmlns:p="http://schemas.openxmlformats.org/presentationml/2006/main">
  <p:tag name="RAINPROBLEMTYPE" val="ProblemTypeMarker"/>
</p:tagLst>
</file>

<file path=ppt/tags/tag108.xml><?xml version="1.0" encoding="utf-8"?>
<p:tagLst xmlns:p="http://schemas.openxmlformats.org/presentationml/2006/main">
  <p:tag name="RAINPROBLEMTYPE" val="ProblemTypeMarker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  <p:tag name="RAINPROBLEM" val="PollingAnswer"/>
</p:tagLst>
</file>

<file path=ppt/tags/tag111.xml><?xml version="1.0" encoding="utf-8"?>
<p:tagLst xmlns:p="http://schemas.openxmlformats.org/presentationml/2006/main">
  <p:tag name="RAINPROBLEM" val="ProblemSetting"/>
  <p:tag name="RAINPROBLEMTYPE" val="Polling"/>
</p:tagLst>
</file>

<file path=ppt/tags/tag11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3.xml><?xml version="1.0" encoding="utf-8"?>
<p:tagLst xmlns:p="http://schemas.openxmlformats.org/presentationml/2006/main">
  <p:tag name="RAINPROBLEM" val="ProblemBody"/>
</p:tagLst>
</file>

<file path=ppt/tags/tag114.xml><?xml version="1.0" encoding="utf-8"?>
<p:tagLst xmlns:p="http://schemas.openxmlformats.org/presentationml/2006/main">
  <p:tag name="RAINPROBLEM" val="ProblemItem"/>
</p:tagLst>
</file>

<file path=ppt/tags/tag115.xml><?xml version="1.0" encoding="utf-8"?>
<p:tagLst xmlns:p="http://schemas.openxmlformats.org/presentationml/2006/main">
  <p:tag name="RAINPROBLEM" val="ProblemItem"/>
</p:tagLst>
</file>

<file path=ppt/tags/tag11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8.xml><?xml version="1.0" encoding="utf-8"?>
<p:tagLst xmlns:p="http://schemas.openxmlformats.org/presentationml/2006/main">
  <p:tag name="RAINPROBLEM" val="ProblemSubmit"/>
  <p:tag name="RAINPROBLEMTYPE" val="Polling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TYPE" val="ProblemTypeMarker"/>
</p:tagLst>
</file>

<file path=ppt/tags/tag123.xml><?xml version="1.0" encoding="utf-8"?>
<p:tagLst xmlns:p="http://schemas.openxmlformats.org/presentationml/2006/main">
  <p:tag name="RAINPROBLEMTYPE" val="ProblemTypeMarker"/>
  <p:tag name="RAINPROBLEM" val="PollingAnswer"/>
</p:tagLst>
</file>

<file path=ppt/tags/tag124.xml><?xml version="1.0" encoding="utf-8"?>
<p:tagLst xmlns:p="http://schemas.openxmlformats.org/presentationml/2006/main">
  <p:tag name="RAINPROBLEM" val="ProblemSetting"/>
  <p:tag name="RAINPROBLEMTYPE" val="Polling"/>
</p:tagLst>
</file>

<file path=ppt/tags/tag12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6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136</cp:revision>
  <dcterms:created xsi:type="dcterms:W3CDTF">2020-02-20T13:08:00Z</dcterms:created>
  <dcterms:modified xsi:type="dcterms:W3CDTF">2022-05-25T13:33:41Z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A6B13678460D4E9FB7841D70D5931BB2</vt:lpwstr>
  </property>
  <property fmtid="{D5CDD505-2E9C-101B-9397-08002B2CF9AE}" pid="3" name="KSOProductBuildVer">
    <vt:lpwstr>2052-11.1.0.11744</vt:lpwstr>
  </property>
</Properties>
</file>