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8" r:id="rId3"/>
    <p:sldId id="297" r:id="rId5"/>
    <p:sldId id="289" r:id="rId6"/>
    <p:sldId id="300" r:id="rId7"/>
    <p:sldId id="301" r:id="rId8"/>
    <p:sldId id="302" r:id="rId9"/>
    <p:sldId id="303" r:id="rId10"/>
    <p:sldId id="304" r:id="rId11"/>
    <p:sldId id="305" r:id="rId12"/>
    <p:sldId id="306" r:id="rId13"/>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130.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BD708-7B3A-4BC7-9A48-198800E29F6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A2C1D3-82E1-42BB-A40F-707EA60E57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复用和分用  差错检测</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IP</a:t>
            </a:r>
            <a:r>
              <a:rPr lang="zh-CN" altLang="en-US"/>
              <a:t>地址  端口号  套接字</a:t>
            </a:r>
            <a:endParaRPr lang="zh-CN" altLang="en-US"/>
          </a:p>
        </p:txBody>
      </p:sp>
      <p:sp>
        <p:nvSpPr>
          <p:cNvPr id="4" name="灯片编号占位符 3"/>
          <p:cNvSpPr>
            <a:spLocks noGrp="1"/>
          </p:cNvSpPr>
          <p:nvPr>
            <p:ph type="sldNum" sz="quarter" idx="5"/>
          </p:nvPr>
        </p:nvSpPr>
        <p:spPr/>
        <p:txBody>
          <a:bodyPr/>
          <a:lstStyle/>
          <a:p>
            <a:fld id="{8DA2C1D3-82E1-42BB-A40F-707EA60E572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B7456-3132-4DB2-8F31-A57075A28DB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8515A-1257-4300-8B79-552042D9834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tags" Target="../tags/tag13.xml"/><Relationship Id="rId13" Type="http://schemas.openxmlformats.org/officeDocument/2006/relationships/image" Target="../media/image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0" Type="http://schemas.openxmlformats.org/officeDocument/2006/relationships/notesSlide" Target="../notesSlides/notesSlide2.xml"/><Relationship Id="rId2" Type="http://schemas.openxmlformats.org/officeDocument/2006/relationships/tags" Target="../tags/tag15.xml"/><Relationship Id="rId19" Type="http://schemas.openxmlformats.org/officeDocument/2006/relationships/slideLayout" Target="../slideLayouts/slideLayout7.xml"/><Relationship Id="rId18" Type="http://schemas.openxmlformats.org/officeDocument/2006/relationships/tags" Target="../tags/tag30.xml"/><Relationship Id="rId17" Type="http://schemas.openxmlformats.org/officeDocument/2006/relationships/image" Target="../media/image1.png"/><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3.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6" Type="http://schemas.openxmlformats.org/officeDocument/2006/relationships/notesSlide" Target="../notesSlides/notesSlide3.xml"/><Relationship Id="rId15" Type="http://schemas.openxmlformats.org/officeDocument/2006/relationships/slideLayout" Target="../slideLayouts/slideLayout7.xml"/><Relationship Id="rId14" Type="http://schemas.openxmlformats.org/officeDocument/2006/relationships/tags" Target="../tags/tag43.xml"/><Relationship Id="rId13" Type="http://schemas.openxmlformats.org/officeDocument/2006/relationships/image" Target="../media/image1.png"/><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3" Type="http://schemas.openxmlformats.org/officeDocument/2006/relationships/notesSlide" Target="../notesSlides/notesSlide4.xml"/><Relationship Id="rId12" Type="http://schemas.openxmlformats.org/officeDocument/2006/relationships/slideLayout" Target="../slideLayouts/slideLayout7.xml"/><Relationship Id="rId11" Type="http://schemas.openxmlformats.org/officeDocument/2006/relationships/tags" Target="../tags/tag53.xml"/><Relationship Id="rId10" Type="http://schemas.openxmlformats.org/officeDocument/2006/relationships/image" Target="../media/image1.png"/><Relationship Id="rId1" Type="http://schemas.openxmlformats.org/officeDocument/2006/relationships/tags" Target="../tags/tag44.xml"/></Relationships>
</file>

<file path=ppt/slides/_rels/slide5.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6" Type="http://schemas.openxmlformats.org/officeDocument/2006/relationships/notesSlide" Target="../notesSlides/notesSlide5.xml"/><Relationship Id="rId15" Type="http://schemas.openxmlformats.org/officeDocument/2006/relationships/slideLayout" Target="../slideLayouts/slideLayout7.xml"/><Relationship Id="rId14" Type="http://schemas.openxmlformats.org/officeDocument/2006/relationships/tags" Target="../tags/tag66.xml"/><Relationship Id="rId13" Type="http://schemas.openxmlformats.org/officeDocument/2006/relationships/image" Target="../media/image1.png"/><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4.xml"/></Relationships>
</file>

<file path=ppt/slides/_rels/slide6.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6" Type="http://schemas.openxmlformats.org/officeDocument/2006/relationships/notesSlide" Target="../notesSlides/notesSlide6.xml"/><Relationship Id="rId15" Type="http://schemas.openxmlformats.org/officeDocument/2006/relationships/slideLayout" Target="../slideLayouts/slideLayout7.xml"/><Relationship Id="rId14" Type="http://schemas.openxmlformats.org/officeDocument/2006/relationships/tags" Target="../tags/tag79.xml"/><Relationship Id="rId13" Type="http://schemas.openxmlformats.org/officeDocument/2006/relationships/image" Target="../media/image1.png"/><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7.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6" Type="http://schemas.openxmlformats.org/officeDocument/2006/relationships/notesSlide" Target="../notesSlides/notesSlide7.xml"/><Relationship Id="rId15" Type="http://schemas.openxmlformats.org/officeDocument/2006/relationships/slideLayout" Target="../slideLayouts/slideLayout7.xml"/><Relationship Id="rId14" Type="http://schemas.openxmlformats.org/officeDocument/2006/relationships/tags" Target="../tags/tag92.xml"/><Relationship Id="rId13" Type="http://schemas.openxmlformats.org/officeDocument/2006/relationships/image" Target="../media/image1.png"/><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6" Type="http://schemas.openxmlformats.org/officeDocument/2006/relationships/notesSlide" Target="../notesSlides/notesSlide8.xml"/><Relationship Id="rId15" Type="http://schemas.openxmlformats.org/officeDocument/2006/relationships/slideLayout" Target="../slideLayouts/slideLayout7.xml"/><Relationship Id="rId14" Type="http://schemas.openxmlformats.org/officeDocument/2006/relationships/tags" Target="../tags/tag105.xml"/><Relationship Id="rId13" Type="http://schemas.openxmlformats.org/officeDocument/2006/relationships/image" Target="../media/image1.png"/><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3.xml"/></Relationships>
</file>

<file path=ppt/slides/_rels/slide9.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7" Type="http://schemas.openxmlformats.org/officeDocument/2006/relationships/notesSlide" Target="../notesSlides/notesSlide9.xml"/><Relationship Id="rId16" Type="http://schemas.openxmlformats.org/officeDocument/2006/relationships/slideLayout" Target="../slideLayouts/slideLayout7.xml"/><Relationship Id="rId15" Type="http://schemas.openxmlformats.org/officeDocument/2006/relationships/tags" Target="../tags/tag119.xml"/><Relationship Id="rId14" Type="http://schemas.openxmlformats.org/officeDocument/2006/relationships/tags" Target="../tags/tag118.xml"/><Relationship Id="rId13" Type="http://schemas.openxmlformats.org/officeDocument/2006/relationships/image" Target="../media/image1.png"/><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tags" Target="../tags/tag106.xml"/></Relationships>
</file>

<file path=ppt/slides/_rels/slide10.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3" Type="http://schemas.openxmlformats.org/officeDocument/2006/relationships/notesSlide" Target="../notesSlides/notesSlide10.xml"/><Relationship Id="rId12" Type="http://schemas.openxmlformats.org/officeDocument/2006/relationships/slideLayout" Target="../slideLayouts/slideLayout7.xml"/><Relationship Id="rId11" Type="http://schemas.openxmlformats.org/officeDocument/2006/relationships/tags" Target="../tags/tag129.xml"/><Relationship Id="rId10" Type="http://schemas.openxmlformats.org/officeDocument/2006/relationships/image" Target="../media/image1.png"/><Relationship Id="rId1" Type="http://schemas.openxmlformats.org/officeDocument/2006/relationships/tags" Target="../tags/tag1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、从运输层的角度看，通信的真正端点是（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主机中的进程</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、下列关于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的说法中错误的是（    ）。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在传送数据之前不需要先建立连接。</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接收方的运输层在收到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报文后，不需要给出任何确认。</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7"/>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提供广播或多播服务。</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椭圆 6"/>
          <p:cNvSpPr>
            <a:spLocks noChangeAspect="1"/>
          </p:cNvSpPr>
          <p:nvPr>
            <p:custDataLst>
              <p:tags r:id="rId8"/>
            </p:custDataLst>
          </p:nvPr>
        </p:nvSpPr>
        <p:spPr>
          <a:xfrm>
            <a:off x="1571625" y="45648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9"/>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由于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要提供可靠的、面向连接的运输服务，因此不可避免地增加了许多的开销。</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1"/>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5"/>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）可以看作是应用层的各种协议进程与运输实体进行层间交互的一种地址。</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软件端口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硬件端口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只在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的数据报服务之上增加了很少一点的功能：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复用和分用</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的功能和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差错检测</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的功能。</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在计算检验和时，临时把“伪首部”和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用户数据报连接在一起。伪首部仅仅是为了计算检验和。</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、以下运输层协议（   ）提供全双工通信。</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7</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、以下运输层协议（   ）是面向报文的。</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8</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、以下运输层协议（   ）支持一对一、一对多、多对一和多对多的交互通信。</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UDP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9</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、运输层用一个</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16</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位的端口号来标志一个端口，端口号只具有本地意义。</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929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993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0" name="文本框 9"/>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此题未设置答案，请点击右侧设置按钮</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用主机的</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IP地址</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加上主机上的</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端口号</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作为</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连接的端点，这样的端点叫做</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套接字</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Bullet"/>
  <p:tag name="RAINBULLET" val="Wrong"/>
  <p:tag name="RAINPROBLEMTYPE" val="Polling"/>
</p:tagLst>
</file>

<file path=ppt/tags/tag5.xml><?xml version="1.0" encoding="utf-8"?>
<p:tagLst xmlns:p="http://schemas.openxmlformats.org/presentationml/2006/main">
  <p:tag name="RAINPROBLEM" val="ProblemBullet"/>
  <p:tag name="RAINPROBLEMTYPE" val="Polling"/>
  <p:tag name="RAINBULLET" val="Wrong"/>
</p:tagLst>
</file>

<file path=ppt/tags/tag6.xml><?xml version="1.0" encoding="utf-8"?>
<p:tagLst xmlns:p="http://schemas.openxmlformats.org/presentationml/2006/main">
  <p:tag name="RAINPROBLEM" val="ProblemSubmit"/>
  <p:tag name="RAINPROBLEMTYPE" val="Polling"/>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 name="RAINPROBLEM" val="PollingAnswer"/>
</p:tagLst>
</file>

<file path=ppt/tags/tag12.xml><?xml version="1.0" encoding="utf-8"?>
<p:tagLst xmlns:p="http://schemas.openxmlformats.org/presentationml/2006/main">
  <p:tag name="RAINPROBLEM" val="ProblemSetting"/>
  <p:tag name="RAINPROBLEMTYPE" val="Polling"/>
</p:tagLst>
</file>

<file path=ppt/tags/tag13.xml><?xml version="1.0" encoding="utf-8"?>
<p:tagLst xmlns:p="http://schemas.openxmlformats.org/presentationml/2006/main">
  <p:tag name="RAINPROBLEMTYPE" val="Polling"/>
  <p:tag name="RAINPROBLEM" val="Polling"/>
  <p:tag name="ANONYMOUSPOLLING" val="False"/>
  <p:tag name="PROBLEMSCORE" val="0.0"/>
</p:tagLst>
</file>

<file path=ppt/tags/tag14.xml><?xml version="1.0" encoding="utf-8"?>
<p:tagLst xmlns:p="http://schemas.openxmlformats.org/presentationml/2006/main">
  <p:tag name="RAINPROBLEM" val="ProblemBody"/>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Bullet"/>
  <p:tag name="RAINBULLET" val="Wrong"/>
  <p:tag name="RAINPROBLEMTYPE" val="Polling"/>
</p:tagLst>
</file>

<file path=ppt/tags/tag18.xml><?xml version="1.0" encoding="utf-8"?>
<p:tagLst xmlns:p="http://schemas.openxmlformats.org/presentationml/2006/main">
  <p:tag name="RAINPROBLEM" val="ProblemBullet"/>
  <p:tag name="RAINBULLET" val="Wrong"/>
  <p:tag name="RAINPROBLEMTYPE" val="Polling"/>
</p:tagLst>
</file>

<file path=ppt/tags/tag19.xml><?xml version="1.0" encoding="utf-8"?>
<p:tagLst xmlns:p="http://schemas.openxmlformats.org/presentationml/2006/main">
  <p:tag name="RAINPROBLEM" val="ProblemSubmit"/>
  <p:tag name="RAINPROBLEMTYPE" val="Polling"/>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Bullet"/>
  <p:tag name="RAINPROBLEMTYPE" val="Polling"/>
  <p:tag name="RAINBULLET" val="Wrong"/>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Bullet"/>
  <p:tag name="RAINBULLET" val="Wrong"/>
  <p:tag name="RAINPROBLEMTYPE" val="Polling"/>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 name="RAINPROBLEM" val="PollingAnswer"/>
</p:tagLst>
</file>

<file path=ppt/tags/tag29.xml><?xml version="1.0" encoding="utf-8"?>
<p:tagLst xmlns:p="http://schemas.openxmlformats.org/presentationml/2006/main">
  <p:tag name="RAINPROBLEM" val="ProblemSetting"/>
  <p:tag name="RAINPROBLEMTYPE" val="Polling"/>
</p:tagLst>
</file>

<file path=ppt/tags/tag30.xml><?xml version="1.0" encoding="utf-8"?>
<p:tagLst xmlns:p="http://schemas.openxmlformats.org/presentationml/2006/main">
  <p:tag name="RAINPROBLEMTYPE" val="Polling"/>
  <p:tag name="RAINPROBLEM" val="Polling"/>
  <p:tag name="ANONYMOUSPOLLING" val="False"/>
  <p:tag name="PROBLEMSCORE" val="0.0"/>
</p:tagLst>
</file>

<file path=ppt/tags/tag31.xml><?xml version="1.0" encoding="utf-8"?>
<p:tagLst xmlns:p="http://schemas.openxmlformats.org/presentationml/2006/main">
  <p:tag name="RAINPROBLEM" val="ProblemBody"/>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Bullet"/>
  <p:tag name="RAINPROBLEMTYPE" val="Polling"/>
  <p:tag name="RAINBULLET" val="Wrong"/>
</p:tagLst>
</file>

<file path=ppt/tags/tag35.xml><?xml version="1.0" encoding="utf-8"?>
<p:tagLst xmlns:p="http://schemas.openxmlformats.org/presentationml/2006/main">
  <p:tag name="RAINPROBLEM" val="ProblemBullet"/>
  <p:tag name="RAINBULLET" val="Wrong"/>
  <p:tag name="RAINPROBLEMTYPE" val="Polling"/>
</p:tagLst>
</file>

<file path=ppt/tags/tag36.xml><?xml version="1.0" encoding="utf-8"?>
<p:tagLst xmlns:p="http://schemas.openxmlformats.org/presentationml/2006/main">
  <p:tag name="RAINPROBLEM" val="ProblemSubmit"/>
  <p:tag name="RAINPROBLEMTYPE" val="Polling"/>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 name="RAINPROBLEM" val="PollingAnswer"/>
</p:tagLst>
</file>

<file path=ppt/tags/tag42.xml><?xml version="1.0" encoding="utf-8"?>
<p:tagLst xmlns:p="http://schemas.openxmlformats.org/presentationml/2006/main">
  <p:tag name="RAINPROBLEM" val="ProblemSetting"/>
  <p:tag name="RAINPROBLEMTYPE" val="Polling"/>
</p:tagLst>
</file>

<file path=ppt/tags/tag43.xml><?xml version="1.0" encoding="utf-8"?>
<p:tagLst xmlns:p="http://schemas.openxmlformats.org/presentationml/2006/main">
  <p:tag name="RAINPROBLEMTYPE" val="Polling"/>
  <p:tag name="RAINPROBLEM" val="Polling"/>
  <p:tag name="ANONYMOUSPOLLING" val="False"/>
  <p:tag name="PROBLEMSCORE" val="0.0"/>
</p:tagLst>
</file>

<file path=ppt/tags/tag44.xml><?xml version="1.0" encoding="utf-8"?>
<p:tagLst xmlns:p="http://schemas.openxmlformats.org/presentationml/2006/main">
  <p:tag name="RAINPROBLEM" val="ProblemBody"/>
</p:tagLst>
</file>

<file path=ppt/tags/tag45.xml><?xml version="1.0" encoding="utf-8"?>
<p:tagLst xmlns:p="http://schemas.openxmlformats.org/presentationml/2006/main">
  <p:tag name="RAINPROBLEM" val="ProblemSubmit"/>
  <p:tag name="RAINPROBLEMTYPE" val="FillBlank"/>
</p:tagLst>
</file>

<file path=ppt/tags/tag46.xml><?xml version="1.0" encoding="utf-8"?>
<p:tagLst xmlns:p="http://schemas.openxmlformats.org/presentationml/2006/main">
  <p:tag name="PRODUCTVERSIONTIP3" val="PRODUCTVERSIONTIP3"/>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 val="ProblemSetting"/>
  <p:tag name="RAINPROBLEMTYPE" val="FillBlank"/>
</p:tagLst>
</file>

<file path=ppt/tags/tag53.xml><?xml version="1.0" encoding="utf-8"?>
<p:tagLst xmlns:p="http://schemas.openxmlformats.org/presentationml/2006/main">
  <p:tag name="RAINPROBLEM" val="FillBlank"/>
  <p:tag name="PROBLEMBLANKKEYWORD" val="填空"/>
  <p:tag name="PROBLEMSCORE" val="2.0"/>
  <p:tag name="PROBLEMBLANK" val="[{&quot;Num&quot;:1,&quot;Score&quot;:1.0,&quot;Answers&quot;:[&quot;复用和分用&quot;],&quot;CaseSensitive&quot;:false,&quot;FuzzyMatch&quot;:false},{&quot;Num&quot;:2,&quot;Score&quot;:1.0,&quot;Answers&quot;:[&quot;差错检测&quot;],&quot;CaseSensitive&quot;:false,&quot;FuzzyMatch&quot;:false}]"/>
</p:tagLst>
</file>

<file path=ppt/tags/tag54.xml><?xml version="1.0" encoding="utf-8"?>
<p:tagLst xmlns:p="http://schemas.openxmlformats.org/presentationml/2006/main">
  <p:tag name="RAINPROBLEM" val="ProblemBody"/>
</p:tagLst>
</file>

<file path=ppt/tags/tag55.xml><?xml version="1.0" encoding="utf-8"?>
<p:tagLst xmlns:p="http://schemas.openxmlformats.org/presentationml/2006/main">
  <p:tag name="RAINPROBLEM" val="ProblemItem"/>
</p:tagLst>
</file>

<file path=ppt/tags/tag56.xml><?xml version="1.0" encoding="utf-8"?>
<p:tagLst xmlns:p="http://schemas.openxmlformats.org/presentationml/2006/main">
  <p:tag name="RAINPROBLEM" val="ProblemItem"/>
</p:tagLst>
</file>

<file path=ppt/tags/tag57.xml><?xml version="1.0" encoding="utf-8"?>
<p:tagLst xmlns:p="http://schemas.openxmlformats.org/presentationml/2006/main">
  <p:tag name="RAINPROBLEM" val="ProblemBullet"/>
  <p:tag name="RAINPROBLEMTYPE" val="Polling"/>
  <p:tag name="RAINBULLET" val="Wrong"/>
</p:tagLst>
</file>

<file path=ppt/tags/tag58.xml><?xml version="1.0" encoding="utf-8"?>
<p:tagLst xmlns:p="http://schemas.openxmlformats.org/presentationml/2006/main">
  <p:tag name="RAINPROBLEM" val="ProblemBullet"/>
  <p:tag name="RAINBULLET" val="Wrong"/>
  <p:tag name="RAINPROBLEMTYPE" val="Polling"/>
</p:tagLst>
</file>

<file path=ppt/tags/tag59.xml><?xml version="1.0" encoding="utf-8"?>
<p:tagLst xmlns:p="http://schemas.openxmlformats.org/presentationml/2006/main">
  <p:tag name="RAINPROBLEM" val="ProblemSubmit"/>
  <p:tag name="RAINPROBLEMTYPE" val="Polling"/>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TYPE" val="ProblemTypeMarker"/>
</p:tagLst>
</file>

<file path=ppt/tags/tag63.xml><?xml version="1.0" encoding="utf-8"?>
<p:tagLst xmlns:p="http://schemas.openxmlformats.org/presentationml/2006/main">
  <p:tag name="RAINPROBLEMTYPE" val="ProblemTypeMarker"/>
</p:tagLst>
</file>

<file path=ppt/tags/tag64.xml><?xml version="1.0" encoding="utf-8"?>
<p:tagLst xmlns:p="http://schemas.openxmlformats.org/presentationml/2006/main">
  <p:tag name="RAINPROBLEMTYPE" val="ProblemTypeMarker"/>
  <p:tag name="RAINPROBLEM" val="PollingAnswer"/>
</p:tagLst>
</file>

<file path=ppt/tags/tag65.xml><?xml version="1.0" encoding="utf-8"?>
<p:tagLst xmlns:p="http://schemas.openxmlformats.org/presentationml/2006/main">
  <p:tag name="RAINPROBLEM" val="ProblemSetting"/>
  <p:tag name="RAINPROBLEMTYPE" val="Polling"/>
</p:tagLst>
</file>

<file path=ppt/tags/tag66.xml><?xml version="1.0" encoding="utf-8"?>
<p:tagLst xmlns:p="http://schemas.openxmlformats.org/presentationml/2006/main">
  <p:tag name="RAINPROBLEMTYPE" val="Polling"/>
  <p:tag name="RAINPROBLEM" val="Polling"/>
  <p:tag name="ANONYMOUSPOLLING" val="False"/>
  <p:tag name="PROBLEMSCORE" val="0.0"/>
</p:tagLst>
</file>

<file path=ppt/tags/tag67.xml><?xml version="1.0" encoding="utf-8"?>
<p:tagLst xmlns:p="http://schemas.openxmlformats.org/presentationml/2006/main">
  <p:tag name="RAINPROBLEM" val="ProblemBody"/>
</p:tagLst>
</file>

<file path=ppt/tags/tag68.xml><?xml version="1.0" encoding="utf-8"?>
<p:tagLst xmlns:p="http://schemas.openxmlformats.org/presentationml/2006/main">
  <p:tag name="RAINPROBLEM" val="ProblemItem"/>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Bullet"/>
  <p:tag name="RAINBULLET" val="Wrong"/>
  <p:tag name="RAINPROBLEMTYPE" val="Polling"/>
</p:tagLst>
</file>

<file path=ppt/tags/tag71.xml><?xml version="1.0" encoding="utf-8"?>
<p:tagLst xmlns:p="http://schemas.openxmlformats.org/presentationml/2006/main">
  <p:tag name="RAINPROBLEM" val="ProblemBullet"/>
  <p:tag name="RAINPROBLEMTYPE" val="Polling"/>
  <p:tag name="RAINBULLET" val="Wrong"/>
</p:tagLst>
</file>

<file path=ppt/tags/tag72.xml><?xml version="1.0" encoding="utf-8"?>
<p:tagLst xmlns:p="http://schemas.openxmlformats.org/presentationml/2006/main">
  <p:tag name="RAINPROBLEM" val="ProblemSubmit"/>
  <p:tag name="RAINPROBLEMTYPE" val="Polling"/>
</p:tagLst>
</file>

<file path=ppt/tags/tag73.xml><?xml version="1.0" encoding="utf-8"?>
<p:tagLst xmlns:p="http://schemas.openxmlformats.org/presentationml/2006/main">
  <p:tag name="RAINPROBLEMTYPE" val="ProblemTypeMarker"/>
</p:tagLst>
</file>

<file path=ppt/tags/tag74.xml><?xml version="1.0" encoding="utf-8"?>
<p:tagLst xmlns:p="http://schemas.openxmlformats.org/presentationml/2006/main">
  <p:tag name="RAINPROBLEMTYPE" val="ProblemTypeMarker"/>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 name="RAINPROBLEM" val="PollingAnswer"/>
</p:tagLst>
</file>

<file path=ppt/tags/tag78.xml><?xml version="1.0" encoding="utf-8"?>
<p:tagLst xmlns:p="http://schemas.openxmlformats.org/presentationml/2006/main">
  <p:tag name="RAINPROBLEM" val="ProblemSetting"/>
  <p:tag name="RAINPROBLEMTYPE" val="Polling"/>
</p:tagLst>
</file>

<file path=ppt/tags/tag79.xml><?xml version="1.0" encoding="utf-8"?>
<p:tagLst xmlns:p="http://schemas.openxmlformats.org/presentationml/2006/main">
  <p:tag name="RAINPROBLEMTYPE" val="Polling"/>
  <p:tag name="RAINPROBLEM" val="Polling"/>
  <p:tag name="ANONYMOUSPOLLING" val="False"/>
  <p:tag name="PROBLEMSCORE" val="0.0"/>
</p:tagLst>
</file>

<file path=ppt/tags/tag80.xml><?xml version="1.0" encoding="utf-8"?>
<p:tagLst xmlns:p="http://schemas.openxmlformats.org/presentationml/2006/main">
  <p:tag name="RAINPROBLEM" val="ProblemBody"/>
</p:tagLst>
</file>

<file path=ppt/tags/tag81.xml><?xml version="1.0" encoding="utf-8"?>
<p:tagLst xmlns:p="http://schemas.openxmlformats.org/presentationml/2006/main">
  <p:tag name="RAINPROBLEM" val="ProblemItem"/>
</p:tagLst>
</file>

<file path=ppt/tags/tag82.xml><?xml version="1.0" encoding="utf-8"?>
<p:tagLst xmlns:p="http://schemas.openxmlformats.org/presentationml/2006/main">
  <p:tag name="RAINPROBLEM" val="ProblemItem"/>
</p:tagLst>
</file>

<file path=ppt/tags/tag83.xml><?xml version="1.0" encoding="utf-8"?>
<p:tagLst xmlns:p="http://schemas.openxmlformats.org/presentationml/2006/main">
  <p:tag name="RAINPROBLEM" val="ProblemBullet"/>
  <p:tag name="RAINPROBLEMTYPE" val="Polling"/>
  <p:tag name="RAINBULLET" val="Wrong"/>
</p:tagLst>
</file>

<file path=ppt/tags/tag84.xml><?xml version="1.0" encoding="utf-8"?>
<p:tagLst xmlns:p="http://schemas.openxmlformats.org/presentationml/2006/main">
  <p:tag name="RAINPROBLEM" val="ProblemBullet"/>
  <p:tag name="RAINBULLET" val="Wrong"/>
  <p:tag name="RAINPROBLEMTYPE" val="Polling"/>
</p:tagLst>
</file>

<file path=ppt/tags/tag85.xml><?xml version="1.0" encoding="utf-8"?>
<p:tagLst xmlns:p="http://schemas.openxmlformats.org/presentationml/2006/main">
  <p:tag name="RAINPROBLEM" val="ProblemSubmit"/>
  <p:tag name="RAINPROBLEMTYPE" val="Polling"/>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TYPE" val="ProblemTypeMarker"/>
  <p:tag name="RAINPROBLEM" val="PollingAnswer"/>
</p:tagLst>
</file>

<file path=ppt/tags/tag91.xml><?xml version="1.0" encoding="utf-8"?>
<p:tagLst xmlns:p="http://schemas.openxmlformats.org/presentationml/2006/main">
  <p:tag name="RAINPROBLEM" val="ProblemSetting"/>
  <p:tag name="RAINPROBLEMTYPE" val="Polling"/>
</p:tagLst>
</file>

<file path=ppt/tags/tag92.xml><?xml version="1.0" encoding="utf-8"?>
<p:tagLst xmlns:p="http://schemas.openxmlformats.org/presentationml/2006/main">
  <p:tag name="RAINPROBLEMTYPE" val="Polling"/>
  <p:tag name="RAINPROBLEM" val="Polling"/>
  <p:tag name="ANONYMOUSPOLLING" val="False"/>
  <p:tag name="PROBLEMSCORE" val="0.0"/>
</p:tagLst>
</file>

<file path=ppt/tags/tag93.xml><?xml version="1.0" encoding="utf-8"?>
<p:tagLst xmlns:p="http://schemas.openxmlformats.org/presentationml/2006/main">
  <p:tag name="RAINPROBLEM" val="ProblemBody"/>
</p:tagLst>
</file>

<file path=ppt/tags/tag94.xml><?xml version="1.0" encoding="utf-8"?>
<p:tagLst xmlns:p="http://schemas.openxmlformats.org/presentationml/2006/main">
  <p:tag name="RAINPROBLEM" val="ProblemItem"/>
</p:tagLst>
</file>

<file path=ppt/tags/tag95.xml><?xml version="1.0" encoding="utf-8"?>
<p:tagLst xmlns:p="http://schemas.openxmlformats.org/presentationml/2006/main">
  <p:tag name="RAINPROBLEM" val="ProblemItem"/>
</p:tagLst>
</file>

<file path=ppt/tags/tag96.xml><?xml version="1.0" encoding="utf-8"?>
<p:tagLst xmlns:p="http://schemas.openxmlformats.org/presentationml/2006/main">
  <p:tag name="RAINPROBLEM" val="ProblemBullet"/>
  <p:tag name="RAINPROBLEMTYPE" val="Polling"/>
  <p:tag name="RAINBULLET" val="Wrong"/>
</p:tagLst>
</file>

<file path=ppt/tags/tag97.xml><?xml version="1.0" encoding="utf-8"?>
<p:tagLst xmlns:p="http://schemas.openxmlformats.org/presentationml/2006/main">
  <p:tag name="RAINPROBLEM" val="ProblemBullet"/>
  <p:tag name="RAINBULLET" val="Wrong"/>
  <p:tag name="RAINPROBLEMTYPE" val="Polling"/>
</p:tagLst>
</file>

<file path=ppt/tags/tag98.xml><?xml version="1.0" encoding="utf-8"?>
<p:tagLst xmlns:p="http://schemas.openxmlformats.org/presentationml/2006/main">
  <p:tag name="RAINPROBLEM" val="ProblemSubmit"/>
  <p:tag name="RAINPROBLEMTYPE" val="Polling"/>
</p:tagLst>
</file>

<file path=ppt/tags/tag99.xml><?xml version="1.0" encoding="utf-8"?>
<p:tagLst xmlns:p="http://schemas.openxmlformats.org/presentationml/2006/main">
  <p:tag name="RAINPROBLEMTYPE" val="ProblemTypeMarker"/>
</p:tagLst>
</file>

<file path=ppt/tags/tag100.xml><?xml version="1.0" encoding="utf-8"?>
<p:tagLst xmlns:p="http://schemas.openxmlformats.org/presentationml/2006/main">
  <p:tag name="RAINPROBLEMTYPE" val="ProblemTypeMarker"/>
</p:tagLst>
</file>

<file path=ppt/tags/tag101.xml><?xml version="1.0" encoding="utf-8"?>
<p:tagLst xmlns:p="http://schemas.openxmlformats.org/presentationml/2006/main">
  <p:tag name="RAINPROBLEMTYPE" val="ProblemTypeMarker"/>
</p:tagLst>
</file>

<file path=ppt/tags/tag102.xml><?xml version="1.0" encoding="utf-8"?>
<p:tagLst xmlns:p="http://schemas.openxmlformats.org/presentationml/2006/main">
  <p:tag name="RAINPROBLEMTYPE" val="ProblemTypeMarker"/>
</p:tagLst>
</file>

<file path=ppt/tags/tag103.xml><?xml version="1.0" encoding="utf-8"?>
<p:tagLst xmlns:p="http://schemas.openxmlformats.org/presentationml/2006/main">
  <p:tag name="RAINPROBLEMTYPE" val="ProblemTypeMarker"/>
  <p:tag name="RAINPROBLEM" val="PollingAnswer"/>
</p:tagLst>
</file>

<file path=ppt/tags/tag104.xml><?xml version="1.0" encoding="utf-8"?>
<p:tagLst xmlns:p="http://schemas.openxmlformats.org/presentationml/2006/main">
  <p:tag name="RAINPROBLEM" val="ProblemSetting"/>
  <p:tag name="RAINPROBLEMTYPE" val="Polling"/>
</p:tagLst>
</file>

<file path=ppt/tags/tag105.xml><?xml version="1.0" encoding="utf-8"?>
<p:tagLst xmlns:p="http://schemas.openxmlformats.org/presentationml/2006/main">
  <p:tag name="RAINPROBLEMTYPE" val="Polling"/>
  <p:tag name="RAINPROBLEM" val="Polling"/>
  <p:tag name="ANONYMOUSPOLLING" val="False"/>
  <p:tag name="PROBLEMSCORE" val="0.0"/>
</p:tagLst>
</file>

<file path=ppt/tags/tag106.xml><?xml version="1.0" encoding="utf-8"?>
<p:tagLst xmlns:p="http://schemas.openxmlformats.org/presentationml/2006/main">
  <p:tag name="RAINPROBLEM" val="ProblemBody"/>
</p:tagLst>
</file>

<file path=ppt/tags/tag107.xml><?xml version="1.0" encoding="utf-8"?>
<p:tagLst xmlns:p="http://schemas.openxmlformats.org/presentationml/2006/main">
  <p:tag name="RAINPROBLEM" val="ProblemItem"/>
</p:tagLst>
</file>

<file path=ppt/tags/tag108.xml><?xml version="1.0" encoding="utf-8"?>
<p:tagLst xmlns:p="http://schemas.openxmlformats.org/presentationml/2006/main">
  <p:tag name="RAINPROBLEM" val="ProblemItem"/>
</p:tagLst>
</file>

<file path=ppt/tags/tag109.xml><?xml version="1.0" encoding="utf-8"?>
<p:tagLst xmlns:p="http://schemas.openxmlformats.org/presentationml/2006/main">
  <p:tag name="RAINPROBLEM" val="ProblemBullet"/>
  <p:tag name="RAINPROBLEMTYPE" val="MultipleChoice"/>
  <p:tag name="RAINBULLET" val="Wrong"/>
</p:tagLst>
</file>

<file path=ppt/tags/tag110.xml><?xml version="1.0" encoding="utf-8"?>
<p:tagLst xmlns:p="http://schemas.openxmlformats.org/presentationml/2006/main">
  <p:tag name="RAINPROBLEM" val="ProblemBullet"/>
  <p:tag name="RAINPROBLEMTYPE" val="MultipleChoice"/>
  <p:tag name="RAINBULLET" val="Wrong"/>
</p:tagLst>
</file>

<file path=ppt/tags/tag111.xml><?xml version="1.0" encoding="utf-8"?>
<p:tagLst xmlns:p="http://schemas.openxmlformats.org/presentationml/2006/main">
  <p:tag name="RAINPROBLEM" val="ProblemSubmit"/>
  <p:tag name="RAINPROBLEMTYPE" val="MultipleChoice"/>
</p:tagLst>
</file>

<file path=ppt/tags/tag112.xml><?xml version="1.0" encoding="utf-8"?>
<p:tagLst xmlns:p="http://schemas.openxmlformats.org/presentationml/2006/main">
  <p:tag name="RAINPROBLEMTYPE" val="ProblemTypeMarker"/>
</p:tagLst>
</file>

<file path=ppt/tags/tag113.xml><?xml version="1.0" encoding="utf-8"?>
<p:tagLst xmlns:p="http://schemas.openxmlformats.org/presentationml/2006/main">
  <p:tag name="RAINPROBLEMTYPE" val="ProblemTypeMarker"/>
</p:tagLst>
</file>

<file path=ppt/tags/tag114.xml><?xml version="1.0" encoding="utf-8"?>
<p:tagLst xmlns:p="http://schemas.openxmlformats.org/presentationml/2006/main">
  <p:tag name="RAINPROBLEMTYPE" val="ProblemTypeMarker"/>
</p:tagLst>
</file>

<file path=ppt/tags/tag115.xml><?xml version="1.0" encoding="utf-8"?>
<p:tagLst xmlns:p="http://schemas.openxmlformats.org/presentationml/2006/main">
  <p:tag name="RAINPROBLEMTYPE" val="ProblemTypeMarker"/>
</p:tagLst>
</file>

<file path=ppt/tags/tag116.xml><?xml version="1.0" encoding="utf-8"?>
<p:tagLst xmlns:p="http://schemas.openxmlformats.org/presentationml/2006/main">
  <p:tag name="RAINPROBLEMTYPE" val="ProblemTypeMarker"/>
</p:tagLst>
</file>

<file path=ppt/tags/tag117.xml><?xml version="1.0" encoding="utf-8"?>
<p:tagLst xmlns:p="http://schemas.openxmlformats.org/presentationml/2006/main">
  <p:tag name="RAINPROBLEM" val="ProblemSetting"/>
  <p:tag name="RAINPROBLEMTYPE" val="MultipleChoice"/>
</p:tagLst>
</file>

<file path=ppt/tags/tag118.xml><?xml version="1.0" encoding="utf-8"?>
<p:tagLst xmlns:p="http://schemas.openxmlformats.org/presentationml/2006/main">
  <p:tag name="RAINPROBLEM" val="ProblemWarning"/>
</p:tagLst>
</file>

<file path=ppt/tags/tag119.xml><?xml version="1.0" encoding="utf-8"?>
<p:tagLst xmlns:p="http://schemas.openxmlformats.org/presentationml/2006/main">
  <p:tag name="RAINPROBLEM" val="MultipleChoice"/>
  <p:tag name="PROBLEMSCORE" val="1.0"/>
</p:tagLst>
</file>

<file path=ppt/tags/tag120.xml><?xml version="1.0" encoding="utf-8"?>
<p:tagLst xmlns:p="http://schemas.openxmlformats.org/presentationml/2006/main">
  <p:tag name="RAINPROBLEM" val="ProblemBody"/>
</p:tagLst>
</file>

<file path=ppt/tags/tag121.xml><?xml version="1.0" encoding="utf-8"?>
<p:tagLst xmlns:p="http://schemas.openxmlformats.org/presentationml/2006/main">
  <p:tag name="RAINPROBLEM" val="ProblemSubmit"/>
  <p:tag name="RAINPROBLEMTYPE" val="FillBlank"/>
</p:tagLst>
</file>

<file path=ppt/tags/tag122.xml><?xml version="1.0" encoding="utf-8"?>
<p:tagLst xmlns:p="http://schemas.openxmlformats.org/presentationml/2006/main">
  <p:tag name="PRODUCTVERSIONTIP3" val="PRODUCTVERSIONTIP3"/>
</p:tagLst>
</file>

<file path=ppt/tags/tag123.xml><?xml version="1.0" encoding="utf-8"?>
<p:tagLst xmlns:p="http://schemas.openxmlformats.org/presentationml/2006/main">
  <p:tag name="RAINPROBLEMTYPE" val="ProblemTypeMarker"/>
</p:tagLst>
</file>

<file path=ppt/tags/tag124.xml><?xml version="1.0" encoding="utf-8"?>
<p:tagLst xmlns:p="http://schemas.openxmlformats.org/presentationml/2006/main">
  <p:tag name="RAINPROBLEMTYPE" val="ProblemTypeMarker"/>
</p:tagLst>
</file>

<file path=ppt/tags/tag125.xml><?xml version="1.0" encoding="utf-8"?>
<p:tagLst xmlns:p="http://schemas.openxmlformats.org/presentationml/2006/main">
  <p:tag name="RAINPROBLEMTYPE" val="ProblemTypeMarker"/>
</p:tagLst>
</file>

<file path=ppt/tags/tag126.xml><?xml version="1.0" encoding="utf-8"?>
<p:tagLst xmlns:p="http://schemas.openxmlformats.org/presentationml/2006/main">
  <p:tag name="RAINPROBLEMTYPE" val="ProblemTypeMarker"/>
</p:tagLst>
</file>

<file path=ppt/tags/tag127.xml><?xml version="1.0" encoding="utf-8"?>
<p:tagLst xmlns:p="http://schemas.openxmlformats.org/presentationml/2006/main">
  <p:tag name="RAINPROBLEMTYPE" val="ProblemTypeMarker"/>
</p:tagLst>
</file>

<file path=ppt/tags/tag128.xml><?xml version="1.0" encoding="utf-8"?>
<p:tagLst xmlns:p="http://schemas.openxmlformats.org/presentationml/2006/main">
  <p:tag name="RAINPROBLEM" val="ProblemSetting"/>
  <p:tag name="RAINPROBLEMTYPE" val="FillBlank"/>
</p:tagLst>
</file>

<file path=ppt/tags/tag129.xml><?xml version="1.0" encoding="utf-8"?>
<p:tagLst xmlns:p="http://schemas.openxmlformats.org/presentationml/2006/main">
  <p:tag name="RAINPROBLEM" val="FillBlank"/>
  <p:tag name="PROBLEMBLANKKEYWORD" val="填空"/>
  <p:tag name="PROBLEMSCORE" val="3.0"/>
  <p:tag name="PROBLEMBLANK" val="[{&quot;Num&quot;:1,&quot;Score&quot;:1.0,&quot;Answers&quot;:[&quot;IP地址&quot;],&quot;CaseSensitive&quot;:false,&quot;FuzzyMatch&quot;:false},{&quot;Num&quot;:2,&quot;Score&quot;:1.0,&quot;Answers&quot;:[&quot;端口号&quot;],&quot;CaseSensitive&quot;:false,&quot;FuzzyMatch&quot;:false},{&quot;Num&quot;:3,&quot;Score&quot;:1.0,&quot;Answers&quot;:[&quot;套接字&quot;],&quot;CaseSensitive&quot;:false,&quot;FuzzyMatch&quot;:false}]"/>
</p:tagLst>
</file>

<file path=ppt/tags/tag130.xml><?xml version="1.0" encoding="utf-8"?>
<p:tagLst xmlns:p="http://schemas.openxmlformats.org/presentationml/2006/main">
  <p:tag name="COMMONDATA" val="eyJoZGlkIjoiMDNkNTM3MzgzMjMzMDMzNzFmOWZmODVlMWI1YTQ0N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675</Words>
  <Application>WPS 演示</Application>
  <PresentationFormat>宽屏</PresentationFormat>
  <Paragraphs>158</Paragraphs>
  <Slides>10</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宋体</vt:lpstr>
      <vt:lpstr>Wingdings</vt:lpstr>
      <vt:lpstr>微软雅黑</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个人用户</dc:creator>
  <cp:lastModifiedBy>泥人</cp:lastModifiedBy>
  <cp:revision>72</cp:revision>
  <dcterms:created xsi:type="dcterms:W3CDTF">2020-02-20T13:08:00Z</dcterms:created>
  <dcterms:modified xsi:type="dcterms:W3CDTF">2022-05-25T13:36:20Z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2503542C3BE84E65B04D0ADDF92EE5A4</vt:lpwstr>
  </property>
  <property fmtid="{D5CDD505-2E9C-101B-9397-08002B2CF9AE}" pid="3" name="KSOProductBuildVer">
    <vt:lpwstr>2052-11.1.0.11744</vt:lpwstr>
  </property>
</Properties>
</file>