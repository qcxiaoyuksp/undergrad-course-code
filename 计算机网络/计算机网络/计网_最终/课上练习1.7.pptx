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  <p:sldId id="260" r:id="rId7"/>
    <p:sldId id="261" r:id="rId8"/>
    <p:sldId id="262" r:id="rId9"/>
    <p:sldId id="265" r:id="rId10"/>
    <p:sldId id="266" r:id="rId11"/>
    <p:sldId id="267" r:id="rId12"/>
    <p:sldId id="268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0074" autoAdjust="0"/>
  </p:normalViewPr>
  <p:slideViewPr>
    <p:cSldViewPr snapToGrid="0">
      <p:cViewPr varScale="1">
        <p:scale>
          <a:sx n="77" d="100"/>
          <a:sy n="7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4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8ABCEA-FF6A-42EE-9866-AA1B8092E5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网络协议  </a:t>
            </a:r>
            <a:r>
              <a:rPr lang="en-US" altLang="zh-CN" dirty="0"/>
              <a:t>2.</a:t>
            </a:r>
            <a:r>
              <a:rPr lang="zh-CN" altLang="en-US" dirty="0"/>
              <a:t>语法 、</a:t>
            </a:r>
            <a:r>
              <a:rPr lang="en-US" altLang="zh-CN" dirty="0"/>
              <a:t>3.</a:t>
            </a:r>
            <a:r>
              <a:rPr lang="zh-CN" altLang="en-US" dirty="0"/>
              <a:t>语义、</a:t>
            </a:r>
            <a:r>
              <a:rPr lang="en-US" altLang="zh-CN" dirty="0"/>
              <a:t>4.</a:t>
            </a:r>
            <a:r>
              <a:rPr lang="zh-CN" altLang="en-US" dirty="0"/>
              <a:t>同步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应用层、</a:t>
            </a:r>
            <a:r>
              <a:rPr lang="en-US" altLang="zh-CN" dirty="0"/>
              <a:t>2.</a:t>
            </a:r>
            <a:r>
              <a:rPr lang="zh-CN" altLang="en-US" dirty="0"/>
              <a:t>运输层、</a:t>
            </a:r>
            <a:r>
              <a:rPr lang="en-US" altLang="zh-CN" dirty="0"/>
              <a:t>3.</a:t>
            </a:r>
            <a:r>
              <a:rPr lang="zh-CN" altLang="en-US" dirty="0"/>
              <a:t>网络层、</a:t>
            </a:r>
            <a:r>
              <a:rPr lang="en-US" altLang="zh-CN" dirty="0"/>
              <a:t>4.</a:t>
            </a:r>
            <a:r>
              <a:rPr lang="zh-CN" altLang="en-US" dirty="0"/>
              <a:t>数据链路层、</a:t>
            </a:r>
            <a:r>
              <a:rPr lang="en-US" altLang="zh-CN" dirty="0"/>
              <a:t>5.</a:t>
            </a:r>
            <a:r>
              <a:rPr lang="zh-CN" altLang="en-US" dirty="0"/>
              <a:t>物理层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BC05D-B0AC-49AF-B904-A10B98E871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24DBC-7C65-4E1B-A4AB-951354DD18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818DA-B7B3-4959-B818-A9FACDF661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4.xml"/><Relationship Id="rId13" Type="http://schemas.openxmlformats.org/officeDocument/2006/relationships/image" Target="../media/image1.png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34.xml"/><Relationship Id="rId2" Type="http://schemas.openxmlformats.org/officeDocument/2006/relationships/tags" Target="../tags/tag17.xml"/><Relationship Id="rId19" Type="http://schemas.openxmlformats.org/officeDocument/2006/relationships/image" Target="../media/image1.png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53.xml"/><Relationship Id="rId2" Type="http://schemas.openxmlformats.org/officeDocument/2006/relationships/tags" Target="../tags/tag36.xml"/><Relationship Id="rId19" Type="http://schemas.openxmlformats.org/officeDocument/2006/relationships/image" Target="../media/image1.png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2" Type="http://schemas.openxmlformats.org/officeDocument/2006/relationships/notesSlide" Target="../notesSlides/notesSlide6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72.xml"/><Relationship Id="rId2" Type="http://schemas.openxmlformats.org/officeDocument/2006/relationships/tags" Target="../tags/tag55.xml"/><Relationship Id="rId19" Type="http://schemas.openxmlformats.org/officeDocument/2006/relationships/image" Target="../media/image1.png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7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89.xml"/><Relationship Id="rId17" Type="http://schemas.openxmlformats.org/officeDocument/2006/relationships/image" Target="../media/image1.png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9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06.xml"/><Relationship Id="rId17" Type="http://schemas.openxmlformats.org/officeDocument/2006/relationships/image" Target="../media/image1.png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0" Type="http://schemas.openxmlformats.org/officeDocument/2006/relationships/notesSlide" Target="../notesSlides/notesSlide9.xml"/><Relationship Id="rId2" Type="http://schemas.openxmlformats.org/officeDocument/2006/relationships/tags" Target="../tags/tag10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23.xml"/><Relationship Id="rId17" Type="http://schemas.openxmlformats.org/officeDocument/2006/relationships/image" Target="../media/image1.png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12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40.xml"/><Relationship Id="rId17" Type="http://schemas.openxmlformats.org/officeDocument/2006/relationships/image" Target="../media/image1.png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tags" Target="../tags/tag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206500" y="118618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网络协议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是为进行网络中的数据交换而建立的规则、标准或约定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三要素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组成。</a:t>
            </a:r>
            <a:endParaRPr lang="zh-CN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计算机网络的各层及其协议的集合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称作：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体系结构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实现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五层协议的体系结构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数据链路层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4</a:t>
            </a:r>
            <a:r>
              <a:rPr lang="zh-CN" altLang="en-US" dirty="0">
                <a:sym typeface="微软雅黑" panose="020B0503020204020204" pitchFamily="34" charset="-122"/>
              </a:rPr>
              <a:t>、在五层协议的体系结构中，负责</a:t>
            </a:r>
            <a:r>
              <a:rPr lang="zh-CN" altLang="zh-CN" dirty="0"/>
              <a:t>向两台主机中进程的通信提供通信的数据传输服务</a:t>
            </a:r>
            <a:r>
              <a:rPr lang="zh-CN" altLang="en-US" dirty="0"/>
              <a:t>的是：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应用层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运输层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网络层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数据链路层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物理层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5</a:t>
            </a:r>
            <a:r>
              <a:rPr lang="zh-CN" altLang="en-US" dirty="0">
                <a:sym typeface="微软雅黑" panose="020B0503020204020204" pitchFamily="34" charset="-122"/>
              </a:rPr>
              <a:t>、在五层协议的体系结构中，负责</a:t>
            </a:r>
            <a:r>
              <a:rPr lang="zh-CN" altLang="zh-CN" dirty="0"/>
              <a:t>分组交换网上的不同主机提供通信服务</a:t>
            </a:r>
            <a:r>
              <a:rPr lang="zh-CN" altLang="en-US" dirty="0"/>
              <a:t>的是：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应用层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运输层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网络层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数据链路层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物理层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6</a:t>
            </a:r>
            <a:r>
              <a:rPr lang="zh-CN" altLang="en-US" dirty="0">
                <a:sym typeface="微软雅黑" panose="020B0503020204020204" pitchFamily="34" charset="-122"/>
              </a:rPr>
              <a:t>、在五层协议的体系结构中，负责</a:t>
            </a:r>
            <a:r>
              <a:rPr lang="zh-CN" altLang="zh-CN" dirty="0"/>
              <a:t>将</a:t>
            </a:r>
            <a:r>
              <a:rPr lang="zh-CN" altLang="en-US" dirty="0"/>
              <a:t>上</a:t>
            </a:r>
            <a:r>
              <a:rPr lang="zh-CN" altLang="zh-CN" dirty="0"/>
              <a:t>层交下来的数据报组装成帧，在相邻的两个结点的链路上传送</a:t>
            </a:r>
            <a:r>
              <a:rPr lang="zh-CN" altLang="en-US" dirty="0"/>
              <a:t>的是：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应用层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运输层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网络层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数据链路层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物理层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7</a:t>
            </a:r>
            <a:r>
              <a:rPr lang="zh-CN" altLang="en-US" dirty="0">
                <a:sym typeface="微软雅黑" panose="020B0503020204020204" pitchFamily="34" charset="-122"/>
              </a:rPr>
              <a:t>、在五层协议的体系结构中，物理层传输的数据单位是：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比特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帧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分组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数据报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sym typeface="微软雅黑" panose="020B0503020204020204" pitchFamily="34" charset="-122"/>
              </a:rPr>
              <a:t>8</a:t>
            </a:r>
            <a:r>
              <a:rPr lang="zh-CN" altLang="en-US" dirty="0">
                <a:sym typeface="微软雅黑" panose="020B0503020204020204" pitchFamily="34" charset="-122"/>
              </a:rPr>
              <a:t>、在五层协议的体系结构中，数据链路层传输的数据单位是：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比特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帧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分组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数据报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9</a:t>
            </a:r>
            <a:r>
              <a:rPr lang="zh-CN" altLang="en-US" dirty="0"/>
              <a:t>、</a:t>
            </a:r>
            <a:r>
              <a:rPr lang="en-US" altLang="zh-CN" dirty="0"/>
              <a:t>OSI</a:t>
            </a:r>
            <a:r>
              <a:rPr lang="zh-CN" altLang="zh-CN" dirty="0"/>
              <a:t>把层与层之间交换的数据的单位称为</a:t>
            </a:r>
            <a:r>
              <a:rPr lang="zh-CN" altLang="en-US" dirty="0"/>
              <a:t>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服务数据单元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实体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服务访问点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协议数据单元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OSI</a:t>
            </a:r>
            <a:r>
              <a:rPr lang="zh-CN" altLang="zh-CN" dirty="0"/>
              <a:t>参考模型把对等层次之间传送的数据单位称为该层的</a:t>
            </a:r>
            <a:r>
              <a:rPr lang="zh-CN" altLang="en-US" dirty="0"/>
              <a:t>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服务数据单元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实体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服务访问点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协议数据单元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p="http://schemas.openxmlformats.org/presentationml/2006/main">
  <p:tag name="RAINPROBLEM" val="ProblemSubmit"/>
  <p:tag name="RAINPROBLEMTYPE" val="Polling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  <p:tag name="RAINPROBLEM" val="PollingAnswer"/>
</p:tagLst>
</file>

<file path=ppt/tags/tag13.xml><?xml version="1.0" encoding="utf-8"?>
<p:tagLst xmlns:p="http://schemas.openxmlformats.org/presentationml/2006/main">
  <p:tag name="RAINPROBLEM" val="ProblemSetting"/>
  <p:tag name="RAINPROBLEMTYPE" val="Polling"/>
</p:tagLst>
</file>

<file path=ppt/tags/tag14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5.xml><?xml version="1.0" encoding="utf-8"?>
<p:tagLst xmlns:p="http://schemas.openxmlformats.org/presentationml/2006/main">
  <p:tag name="RAINPROBLEM" val="ProblemBody"/>
</p:tagLst>
</file>

<file path=ppt/tags/tag16.xml><?xml version="1.0" encoding="utf-8"?>
<p:tagLst xmlns:p="http://schemas.openxmlformats.org/presentationml/2006/main">
  <p:tag name="RAINPROBLEM" val="ProblemBody"/>
</p:tagLst>
</file>

<file path=ppt/tags/tag17.xml><?xml version="1.0" encoding="utf-8"?>
<p:tagLst xmlns:p="http://schemas.openxmlformats.org/presentationml/2006/main">
  <p:tag name="RAINPROBLEM" val="ProblemItem"/>
</p:tagLst>
</file>

<file path=ppt/tags/tag18.xml><?xml version="1.0" encoding="utf-8"?>
<p:tagLst xmlns:p="http://schemas.openxmlformats.org/presentationml/2006/main">
  <p:tag name="RAINPROBLEM" val="ProblemItem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2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2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5.xml><?xml version="1.0" encoding="utf-8"?>
<p:tagLst xmlns:p="http://schemas.openxmlformats.org/presentationml/2006/main">
  <p:tag name="RAINPROBLEM" val="ProblemSubmit"/>
  <p:tag name="RAINPROBLEMTYPE" val="Polling"/>
</p:tagLst>
</file>

<file path=ppt/tags/tag26.xml><?xml version="1.0" encoding="utf-8"?>
<p:tagLst xmlns:p="http://schemas.openxmlformats.org/presentationml/2006/main">
  <p:tag name="RAINPROBLEM" val="ProblemItem"/>
</p:tagLst>
</file>

<file path=ppt/tags/tag2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  <p:tag name="RAINPROBLEM" val="PollingAnswer"/>
</p:tagLst>
</file>

<file path=ppt/tags/tag33.xml><?xml version="1.0" encoding="utf-8"?>
<p:tagLst xmlns:p="http://schemas.openxmlformats.org/presentationml/2006/main">
  <p:tag name="RAINPROBLEM" val="ProblemSetting"/>
  <p:tag name="RAINPROBLEMTYPE" val="Polling"/>
</p:tagLst>
</file>

<file path=ppt/tags/tag34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2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4.xml><?xml version="1.0" encoding="utf-8"?>
<p:tagLst xmlns:p="http://schemas.openxmlformats.org/presentationml/2006/main">
  <p:tag name="RAINPROBLEM" val="ProblemSubmit"/>
  <p:tag name="RAINPROBLEMTYPE" val="Polling"/>
</p:tagLst>
</file>

<file path=ppt/tags/tag45.xml><?xml version="1.0" encoding="utf-8"?>
<p:tagLst xmlns:p="http://schemas.openxmlformats.org/presentationml/2006/main">
  <p:tag name="RAINPROBLEM" val="ProblemItem"/>
</p:tagLst>
</file>

<file path=ppt/tags/tag4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  <p:tag name="RAINPROBLEM" val="PollingAnswer"/>
</p:tagLst>
</file>

<file path=ppt/tags/tag52.xml><?xml version="1.0" encoding="utf-8"?>
<p:tagLst xmlns:p="http://schemas.openxmlformats.org/presentationml/2006/main">
  <p:tag name="RAINPROBLEM" val="ProblemSetting"/>
  <p:tag name="RAINPROBLEMTYPE" val="Polling"/>
</p:tagLst>
</file>

<file path=ppt/tags/tag5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4.xml><?xml version="1.0" encoding="utf-8"?>
<p:tagLst xmlns:p="http://schemas.openxmlformats.org/presentationml/2006/main">
  <p:tag name="RAINPROBLEM" val="ProblemBody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Item"/>
</p:tagLst>
</file>

<file path=ppt/tags/tag58.xml><?xml version="1.0" encoding="utf-8"?>
<p:tagLst xmlns:p="http://schemas.openxmlformats.org/presentationml/2006/main">
  <p:tag name="RAINPROBLEM" val="ProblemItem"/>
</p:tagLst>
</file>

<file path=ppt/tags/tag5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2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63.xml><?xml version="1.0" encoding="utf-8"?>
<p:tagLst xmlns:p="http://schemas.openxmlformats.org/presentationml/2006/main">
  <p:tag name="RAINPROBLEM" val="ProblemSubmit"/>
  <p:tag name="RAINPROBLEMTYPE" val="Polling"/>
</p:tagLst>
</file>

<file path=ppt/tags/tag64.xml><?xml version="1.0" encoding="utf-8"?>
<p:tagLst xmlns:p="http://schemas.openxmlformats.org/presentationml/2006/main">
  <p:tag name="RAINPROBLEM" val="ProblemItem"/>
</p:tagLst>
</file>

<file path=ppt/tags/tag6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  <p:tag name="RAINPROBLEM" val="PollingAnswer"/>
</p:tagLst>
</file>

<file path=ppt/tags/tag71.xml><?xml version="1.0" encoding="utf-8"?>
<p:tagLst xmlns:p="http://schemas.openxmlformats.org/presentationml/2006/main">
  <p:tag name="RAINPROBLEM" val="ProblemSetting"/>
  <p:tag name="RAINPROBLEMTYPE" val="Polling"/>
</p:tagLst>
</file>

<file path=ppt/tags/tag72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3.xml><?xml version="1.0" encoding="utf-8"?>
<p:tagLst xmlns:p="http://schemas.openxmlformats.org/presentationml/2006/main">
  <p:tag name="RAINPROBLEM" val="ProblemBody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Item"/>
</p:tagLst>
</file>

<file path=ppt/tags/tag76.xml><?xml version="1.0" encoding="utf-8"?>
<p:tagLst xmlns:p="http://schemas.openxmlformats.org/presentationml/2006/main">
  <p:tag name="RAINPROBLEM" val="ProblemItem"/>
</p:tagLst>
</file>

<file path=ppt/tags/tag77.xml><?xml version="1.0" encoding="utf-8"?>
<p:tagLst xmlns:p="http://schemas.openxmlformats.org/presentationml/2006/main">
  <p:tag name="RAINPROBLEM" val="ProblemItem"/>
</p:tagLst>
</file>

<file path=ppt/tags/tag7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7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2.xml><?xml version="1.0" encoding="utf-8"?>
<p:tagLst xmlns:p="http://schemas.openxmlformats.org/presentationml/2006/main">
  <p:tag name="RAINPROBLEM" val="ProblemSubmit"/>
  <p:tag name="RAINPROBLEMTYPE" val="Polling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TYPE" val="ProblemTypeMarker"/>
</p:tagLst>
</file>

<file path=ppt/tags/tag87.xml><?xml version="1.0" encoding="utf-8"?>
<p:tagLst xmlns:p="http://schemas.openxmlformats.org/presentationml/2006/main">
  <p:tag name="RAINPROBLEMTYPE" val="ProblemTypeMarker"/>
  <p:tag name="RAINPROBLEM" val="PollingAnswer"/>
</p:tagLst>
</file>

<file path=ppt/tags/tag88.xml><?xml version="1.0" encoding="utf-8"?>
<p:tagLst xmlns:p="http://schemas.openxmlformats.org/presentationml/2006/main">
  <p:tag name="RAINPROBLEM" val="ProblemSetting"/>
  <p:tag name="RAINPROBLEMTYPE" val="Polling"/>
</p:tagLst>
</file>

<file path=ppt/tags/tag89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0.xml><?xml version="1.0" encoding="utf-8"?>
<p:tagLst xmlns:p="http://schemas.openxmlformats.org/presentationml/2006/main">
  <p:tag name="RAINPROBLEM" val="ProblemBody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Item"/>
</p:tagLst>
</file>

<file path=ppt/tags/tag93.xml><?xml version="1.0" encoding="utf-8"?>
<p:tagLst xmlns:p="http://schemas.openxmlformats.org/presentationml/2006/main">
  <p:tag name="RAINPROBLEM" val="ProblemItem"/>
</p:tagLst>
</file>

<file path=ppt/tags/tag94.xml><?xml version="1.0" encoding="utf-8"?>
<p:tagLst xmlns:p="http://schemas.openxmlformats.org/presentationml/2006/main">
  <p:tag name="RAINPROBLEM" val="ProblemItem"/>
</p:tagLst>
</file>

<file path=ppt/tags/tag9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6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9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9.xml><?xml version="1.0" encoding="utf-8"?>
<p:tagLst xmlns:p="http://schemas.openxmlformats.org/presentationml/2006/main">
  <p:tag name="RAINPROBLEM" val="ProblemSubmit"/>
  <p:tag name="RAINPROBLEMTYPE" val="Polling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TYPE" val="ProblemTypeMarker"/>
</p:tagLst>
</file>

<file path=ppt/tags/tag103.xml><?xml version="1.0" encoding="utf-8"?>
<p:tagLst xmlns:p="http://schemas.openxmlformats.org/presentationml/2006/main">
  <p:tag name="RAINPROBLEMTYPE" val="ProblemTypeMarker"/>
</p:tagLst>
</file>

<file path=ppt/tags/tag104.xml><?xml version="1.0" encoding="utf-8"?>
<p:tagLst xmlns:p="http://schemas.openxmlformats.org/presentationml/2006/main">
  <p:tag name="RAINPROBLEMTYPE" val="ProblemTypeMarker"/>
  <p:tag name="RAINPROBLEM" val="PollingAnswer"/>
</p:tagLst>
</file>

<file path=ppt/tags/tag105.xml><?xml version="1.0" encoding="utf-8"?>
<p:tagLst xmlns:p="http://schemas.openxmlformats.org/presentationml/2006/main">
  <p:tag name="RAINPROBLEM" val="ProblemSetting"/>
  <p:tag name="RAINPROBLEMTYPE" val="Polling"/>
</p:tagLst>
</file>

<file path=ppt/tags/tag10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7.xml><?xml version="1.0" encoding="utf-8"?>
<p:tagLst xmlns:p="http://schemas.openxmlformats.org/presentationml/2006/main">
  <p:tag name="RAINPROBLEM" val="ProblemBody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Item"/>
</p:tagLst>
</file>

<file path=ppt/tags/tag110.xml><?xml version="1.0" encoding="utf-8"?>
<p:tagLst xmlns:p="http://schemas.openxmlformats.org/presentationml/2006/main">
  <p:tag name="RAINPROBLEM" val="ProblemItem"/>
</p:tagLst>
</file>

<file path=ppt/tags/tag111.xml><?xml version="1.0" encoding="utf-8"?>
<p:tagLst xmlns:p="http://schemas.openxmlformats.org/presentationml/2006/main">
  <p:tag name="RAINPROBLEM" val="ProblemItem"/>
</p:tagLst>
</file>

<file path=ppt/tags/tag112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1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1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1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16.xml><?xml version="1.0" encoding="utf-8"?>
<p:tagLst xmlns:p="http://schemas.openxmlformats.org/presentationml/2006/main">
  <p:tag name="RAINPROBLEM" val="ProblemSubmit"/>
  <p:tag name="RAINPROBLEMTYPE" val="Polling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</p:tagLst>
</file>

<file path=ppt/tags/tag119.xml><?xml version="1.0" encoding="utf-8"?>
<p:tagLst xmlns:p="http://schemas.openxmlformats.org/presentationml/2006/main">
  <p:tag name="RAINPROBLEMTYPE" val="ProblemTypeMarker"/>
</p:tagLst>
</file>

<file path=ppt/tags/tag120.xml><?xml version="1.0" encoding="utf-8"?>
<p:tagLst xmlns:p="http://schemas.openxmlformats.org/presentationml/2006/main">
  <p:tag name="RAINPROBLEMTYPE" val="ProblemTypeMarker"/>
</p:tagLst>
</file>

<file path=ppt/tags/tag121.xml><?xml version="1.0" encoding="utf-8"?>
<p:tagLst xmlns:p="http://schemas.openxmlformats.org/presentationml/2006/main">
  <p:tag name="RAINPROBLEMTYPE" val="ProblemTypeMarker"/>
  <p:tag name="RAINPROBLEM" val="PollingAnswer"/>
</p:tagLst>
</file>

<file path=ppt/tags/tag122.xml><?xml version="1.0" encoding="utf-8"?>
<p:tagLst xmlns:p="http://schemas.openxmlformats.org/presentationml/2006/main">
  <p:tag name="RAINPROBLEM" val="ProblemSetting"/>
  <p:tag name="RAINPROBLEMTYPE" val="Polling"/>
</p:tagLst>
</file>

<file path=ppt/tags/tag12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4.xml><?xml version="1.0" encoding="utf-8"?>
<p:tagLst xmlns:p="http://schemas.openxmlformats.org/presentationml/2006/main">
  <p:tag name="RAINPROBLEM" val="ProblemBody"/>
</p:tagLst>
</file>

<file path=ppt/tags/tag125.xml><?xml version="1.0" encoding="utf-8"?>
<p:tagLst xmlns:p="http://schemas.openxmlformats.org/presentationml/2006/main">
  <p:tag name="RAINPROBLEM" val="ProblemItem"/>
</p:tagLst>
</file>

<file path=ppt/tags/tag126.xml><?xml version="1.0" encoding="utf-8"?>
<p:tagLst xmlns:p="http://schemas.openxmlformats.org/presentationml/2006/main">
  <p:tag name="RAINPROBLEM" val="ProblemItem"/>
</p:tagLst>
</file>

<file path=ppt/tags/tag127.xml><?xml version="1.0" encoding="utf-8"?>
<p:tagLst xmlns:p="http://schemas.openxmlformats.org/presentationml/2006/main">
  <p:tag name="RAINPROBLEM" val="ProblemItem"/>
</p:tagLst>
</file>

<file path=ppt/tags/tag128.xml><?xml version="1.0" encoding="utf-8"?>
<p:tagLst xmlns:p="http://schemas.openxmlformats.org/presentationml/2006/main">
  <p:tag name="RAINPROBLEM" val="ProblemItem"/>
</p:tagLst>
</file>

<file path=ppt/tags/tag12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3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3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32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33.xml><?xml version="1.0" encoding="utf-8"?>
<p:tagLst xmlns:p="http://schemas.openxmlformats.org/presentationml/2006/main">
  <p:tag name="RAINPROBLEM" val="ProblemSubmit"/>
  <p:tag name="RAINPROBLEMTYPE" val="Polling"/>
</p:tagLst>
</file>

<file path=ppt/tags/tag134.xml><?xml version="1.0" encoding="utf-8"?>
<p:tagLst xmlns:p="http://schemas.openxmlformats.org/presentationml/2006/main">
  <p:tag name="RAINPROBLEMTYPE" val="ProblemTypeMarker"/>
</p:tagLst>
</file>

<file path=ppt/tags/tag135.xml><?xml version="1.0" encoding="utf-8"?>
<p:tagLst xmlns:p="http://schemas.openxmlformats.org/presentationml/2006/main">
  <p:tag name="RAINPROBLEMTYPE" val="ProblemTypeMarker"/>
</p:tagLst>
</file>

<file path=ppt/tags/tag136.xml><?xml version="1.0" encoding="utf-8"?>
<p:tagLst xmlns:p="http://schemas.openxmlformats.org/presentationml/2006/main">
  <p:tag name="RAINPROBLEMTYPE" val="ProblemTypeMarker"/>
</p:tagLst>
</file>

<file path=ppt/tags/tag137.xml><?xml version="1.0" encoding="utf-8"?>
<p:tagLst xmlns:p="http://schemas.openxmlformats.org/presentationml/2006/main">
  <p:tag name="RAINPROBLEMTYPE" val="ProblemTypeMarker"/>
</p:tagLst>
</file>

<file path=ppt/tags/tag138.xml><?xml version="1.0" encoding="utf-8"?>
<p:tagLst xmlns:p="http://schemas.openxmlformats.org/presentationml/2006/main">
  <p:tag name="RAINPROBLEMTYPE" val="ProblemTypeMarker"/>
  <p:tag name="RAINPROBLEM" val="PollingAnswer"/>
</p:tagLst>
</file>

<file path=ppt/tags/tag139.xml><?xml version="1.0" encoding="utf-8"?>
<p:tagLst xmlns:p="http://schemas.openxmlformats.org/presentationml/2006/main">
  <p:tag name="RAINPROBLEM" val="ProblemSetting"/>
  <p:tag name="RAINPROBLEMTYPE" val="Polling"/>
</p:tagLst>
</file>

<file path=ppt/tags/tag140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41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WPS 演示</Application>
  <PresentationFormat>宽屏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13</cp:revision>
  <dcterms:created xsi:type="dcterms:W3CDTF">2020-03-03T01:31:00Z</dcterms:created>
  <dcterms:modified xsi:type="dcterms:W3CDTF">2022-05-25T12:17:25Z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B807774494524BE4A0188F265D000A8F</vt:lpwstr>
  </property>
  <property fmtid="{D5CDD505-2E9C-101B-9397-08002B2CF9AE}" pid="3" name="KSOProductBuildVer">
    <vt:lpwstr>2052-11.1.0.11744</vt:lpwstr>
  </property>
</Properties>
</file>