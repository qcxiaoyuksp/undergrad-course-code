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25" r:id="rId3"/>
    <p:sldId id="326" r:id="rId5"/>
    <p:sldId id="327" r:id="rId6"/>
    <p:sldId id="328" r:id="rId7"/>
    <p:sldId id="313" r:id="rId8"/>
    <p:sldId id="329" r:id="rId9"/>
    <p:sldId id="333" r:id="rId10"/>
    <p:sldId id="330" r:id="rId11"/>
    <p:sldId id="331" r:id="rId12"/>
    <p:sldId id="332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43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95F148-7D8F-494D-9085-49EC2BE34E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765E8-7923-4508-A567-473FC00DD6F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765E8-7923-4508-A567-473FC00DD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765E8-7923-4508-A567-473FC00DD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765E8-7923-4508-A567-473FC00DD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765E8-7923-4508-A567-473FC00DD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765E8-7923-4508-A567-473FC00DD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765E8-7923-4508-A567-473FC00DD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根域名服务器  顶级域名服务器  权限域名服务器  本地域名服务器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765E8-7923-4508-A567-473FC00DD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765E8-7923-4508-A567-473FC00DD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控制连接  数据连接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765E8-7923-4508-A567-473FC00DD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E765E8-7923-4508-A567-473FC00DD6F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3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0" Type="http://schemas.openxmlformats.org/officeDocument/2006/relationships/notesSlide" Target="../notesSlides/notesSlide2.xml"/><Relationship Id="rId2" Type="http://schemas.openxmlformats.org/officeDocument/2006/relationships/tags" Target="../tags/tag15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0.xml"/><Relationship Id="rId17" Type="http://schemas.openxmlformats.org/officeDocument/2006/relationships/image" Target="../media/image1.png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8" Type="http://schemas.openxmlformats.org/officeDocument/2006/relationships/notesSlide" Target="../notesSlides/notesSlide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45.xml"/><Relationship Id="rId15" Type="http://schemas.openxmlformats.org/officeDocument/2006/relationships/image" Target="../media/image1.png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4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62.xml"/><Relationship Id="rId17" Type="http://schemas.openxmlformats.org/officeDocument/2006/relationships/image" Target="../media/image1.png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75.xml"/><Relationship Id="rId13" Type="http://schemas.openxmlformats.org/officeDocument/2006/relationships/image" Target="../media/image1.png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88.xml"/><Relationship Id="rId13" Type="http://schemas.openxmlformats.org/officeDocument/2006/relationships/image" Target="../media/image1.png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98.xml"/><Relationship Id="rId10" Type="http://schemas.openxmlformats.org/officeDocument/2006/relationships/image" Target="../media/image1.png"/><Relationship Id="rId1" Type="http://schemas.openxmlformats.org/officeDocument/2006/relationships/tags" Target="../tags/tag8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0" Type="http://schemas.openxmlformats.org/officeDocument/2006/relationships/notesSlide" Target="../notesSlides/notesSlide8.xml"/><Relationship Id="rId2" Type="http://schemas.openxmlformats.org/officeDocument/2006/relationships/tags" Target="../tags/tag100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15.xml"/><Relationship Id="rId17" Type="http://schemas.openxmlformats.org/officeDocument/2006/relationships/image" Target="../media/image1.png"/><Relationship Id="rId16" Type="http://schemas.openxmlformats.org/officeDocument/2006/relationships/tags" Target="../tags/tag114.xml"/><Relationship Id="rId15" Type="http://schemas.openxmlformats.org/officeDocument/2006/relationships/tags" Target="../tags/tag113.xml"/><Relationship Id="rId14" Type="http://schemas.openxmlformats.org/officeDocument/2006/relationships/tags" Target="../tags/tag112.xml"/><Relationship Id="rId13" Type="http://schemas.openxmlformats.org/officeDocument/2006/relationships/tags" Target="../tags/tag111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25.xml"/><Relationship Id="rId10" Type="http://schemas.openxmlformats.org/officeDocument/2006/relationships/image" Target="../media/image1.png"/><Relationship Id="rId1" Type="http://schemas.openxmlformats.org/officeDocument/2006/relationships/tags" Target="../tags/tag11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127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42.xml"/><Relationship Id="rId17" Type="http://schemas.openxmlformats.org/officeDocument/2006/relationships/image" Target="../media/image1.png"/><Relationship Id="rId16" Type="http://schemas.openxmlformats.org/officeDocument/2006/relationships/tags" Target="../tags/tag141.xml"/><Relationship Id="rId15" Type="http://schemas.openxmlformats.org/officeDocument/2006/relationships/tags" Target="../tags/tag140.xml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tags" Target="../tags/tag1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1.TCP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连接释放过程是（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三报文握手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四报文握手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一个服务器所负责管辖的（或有权限的）范围叫做区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(zone)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。每一个区设置相应的（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根域名服务器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顶级域名服务器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权限域名服务器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本地域名服务器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不管是哪一个本地域名服务器，若要对互联网上任何一个域名进行解析，只要自己无法解析，就首先求助于（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根域名服务器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顶级域名服务器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权限域名服务器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4.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当一个主机发出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DNS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查询请求时，这个查询请求报文就发送给（    ）。这种域名服务器有时也称为默认域名服务器。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根域名服务器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顶级域名服务器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权限域名服务器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本地域名服务器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5.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当根域名服务器收到本地域名服务器的请求报文时，要么给出所要查询的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地址，要么告诉本地域名服务器：“你下一步应当向哪一个域名服务器进行查询”。然后让本地域名服务器进行后续的查询。这种域名解析方式属于（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递归查询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迭代查询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6.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如果主机所询问的本地域名服务器不知道被查询域名的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地址，那么本地域名服务器就以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DNS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客户的身份，向其他根域名服务器继续发出查询请求报文。这种域名解析方式属于（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递归查询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迭代查询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7.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域名服务器分为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根域名服务器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顶级域名服务器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权限域名服务器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本地域名服务器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8.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下列关于文件传送协议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FTP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的说法中，错误的是（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只提供文件传送的一些基本的服务，它使用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UDP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的运输服务。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要功能是减少或消除在不同操作系统下处理文件的不兼容性。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使用客户服务器方式。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是互联网上使用得最广泛的文件传送协议。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9.FTP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客户和服务器之间建立两个的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TCP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连接：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控制连接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数据连接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10.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以下应用层协议在运输层采用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TCP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提供可靠服务的是（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DNS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NFS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TFTP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FTP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最多可选</a:t>
              </a: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6.xml><?xml version="1.0" encoding="utf-8"?>
<p:tagLst xmlns:p="http://schemas.openxmlformats.org/presentationml/2006/main">
  <p:tag name="RAINPROBLEM" val="ProblemSubmit"/>
  <p:tag name="RAINPROBLEMTYPE" val="Polling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  <p:tag name="RAINPROBLEM" val="PollingAnswer"/>
</p:tagLst>
</file>

<file path=ppt/tags/tag12.xml><?xml version="1.0" encoding="utf-8"?>
<p:tagLst xmlns:p="http://schemas.openxmlformats.org/presentationml/2006/main">
  <p:tag name="RAINPROBLEM" val="ProblemSetting"/>
  <p:tag name="RAINPROBLEMTYPE" val="Polling"/>
</p:tagLst>
</file>

<file path=ppt/tags/tag13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4.xml><?xml version="1.0" encoding="utf-8"?>
<p:tagLst xmlns:p="http://schemas.openxmlformats.org/presentationml/2006/main">
  <p:tag name="RAINPROBLEM" val="ProblemBody"/>
</p:tagLst>
</file>

<file path=ppt/tags/tag15.xml><?xml version="1.0" encoding="utf-8"?>
<p:tagLst xmlns:p="http://schemas.openxmlformats.org/presentationml/2006/main">
  <p:tag name="RAINPROBLEM" val="ProblemItem"/>
</p:tagLst>
</file>

<file path=ppt/tags/tag16.xml><?xml version="1.0" encoding="utf-8"?>
<p:tagLst xmlns:p="http://schemas.openxmlformats.org/presentationml/2006/main">
  <p:tag name="RAINPROBLEM" val="ProblemItem"/>
</p:tagLst>
</file>

<file path=ppt/tags/tag17.xml><?xml version="1.0" encoding="utf-8"?>
<p:tagLst xmlns:p="http://schemas.openxmlformats.org/presentationml/2006/main">
  <p:tag name="RAINPROBLEM" val="ProblemItem"/>
</p:tagLst>
</file>

<file path=ppt/tags/tag18.xml><?xml version="1.0" encoding="utf-8"?>
<p:tagLst xmlns:p="http://schemas.openxmlformats.org/presentationml/2006/main">
  <p:tag name="RAINPROBLEM" val="ProblemItem"/>
</p:tagLst>
</file>

<file path=ppt/tags/tag19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1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2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23.xml><?xml version="1.0" encoding="utf-8"?>
<p:tagLst xmlns:p="http://schemas.openxmlformats.org/presentationml/2006/main">
  <p:tag name="RAINPROBLEM" val="ProblemSubmit"/>
  <p:tag name="RAINPROBLEMTYPE" val="Polling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TYPE" val="ProblemTypeMarker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TYPE" val="ProblemTypeMarker"/>
  <p:tag name="RAINPROBLEM" val="PollingAnswer"/>
</p:tagLst>
</file>

<file path=ppt/tags/tag29.xml><?xml version="1.0" encoding="utf-8"?>
<p:tagLst xmlns:p="http://schemas.openxmlformats.org/presentationml/2006/main">
  <p:tag name="RAINPROBLEM" val="ProblemSetting"/>
  <p:tag name="RAINPROBLEMTYPE" val="Polling"/>
</p:tagLst>
</file>

<file path=ppt/tags/tag30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1.xml><?xml version="1.0" encoding="utf-8"?>
<p:tagLst xmlns:p="http://schemas.openxmlformats.org/presentationml/2006/main">
  <p:tag name="RAINPROBLEM" val="ProblemBody"/>
</p:tagLst>
</file>

<file path=ppt/tags/tag32.xml><?xml version="1.0" encoding="utf-8"?>
<p:tagLst xmlns:p="http://schemas.openxmlformats.org/presentationml/2006/main">
  <p:tag name="RAINPROBLEM" val="ProblemItem"/>
</p:tagLst>
</file>

<file path=ppt/tags/tag33.xml><?xml version="1.0" encoding="utf-8"?>
<p:tagLst xmlns:p="http://schemas.openxmlformats.org/presentationml/2006/main">
  <p:tag name="RAINPROBLEM" val="ProblemItem"/>
</p:tagLst>
</file>

<file path=ppt/tags/tag34.xml><?xml version="1.0" encoding="utf-8"?>
<p:tagLst xmlns:p="http://schemas.openxmlformats.org/presentationml/2006/main">
  <p:tag name="RAINPROBLEM" val="ProblemItem"/>
</p:tagLst>
</file>

<file path=ppt/tags/tag35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3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38.xml><?xml version="1.0" encoding="utf-8"?>
<p:tagLst xmlns:p="http://schemas.openxmlformats.org/presentationml/2006/main">
  <p:tag name="RAINPROBLEM" val="ProblemSubmit"/>
  <p:tag name="RAINPROBLEMTYPE" val="Polling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TYPE" val="ProblemTypeMarker"/>
  <p:tag name="RAINPROBLEM" val="PollingAnswer"/>
</p:tagLst>
</file>

<file path=ppt/tags/tag44.xml><?xml version="1.0" encoding="utf-8"?>
<p:tagLst xmlns:p="http://schemas.openxmlformats.org/presentationml/2006/main">
  <p:tag name="RAINPROBLEM" val="ProblemSetting"/>
  <p:tag name="RAINPROBLEMTYPE" val="Polling"/>
</p:tagLst>
</file>

<file path=ppt/tags/tag45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6.xml><?xml version="1.0" encoding="utf-8"?>
<p:tagLst xmlns:p="http://schemas.openxmlformats.org/presentationml/2006/main">
  <p:tag name="RAINPROBLEM" val="ProblemBody"/>
</p:tagLst>
</file>

<file path=ppt/tags/tag47.xml><?xml version="1.0" encoding="utf-8"?>
<p:tagLst xmlns:p="http://schemas.openxmlformats.org/presentationml/2006/main">
  <p:tag name="RAINPROBLEM" val="ProblemItem"/>
</p:tagLst>
</file>

<file path=ppt/tags/tag48.xml><?xml version="1.0" encoding="utf-8"?>
<p:tagLst xmlns:p="http://schemas.openxmlformats.org/presentationml/2006/main">
  <p:tag name="RAINPROBLEM" val="ProblemItem"/>
</p:tagLst>
</file>

<file path=ppt/tags/tag49.xml><?xml version="1.0" encoding="utf-8"?>
<p:tagLst xmlns:p="http://schemas.openxmlformats.org/presentationml/2006/main">
  <p:tag name="RAINPROBLEM" val="ProblemItem"/>
</p:tagLst>
</file>

<file path=ppt/tags/tag50.xml><?xml version="1.0" encoding="utf-8"?>
<p:tagLst xmlns:p="http://schemas.openxmlformats.org/presentationml/2006/main">
  <p:tag name="RAINPROBLEM" val="ProblemItem"/>
</p:tagLst>
</file>

<file path=ppt/tags/tag5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5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55.xml><?xml version="1.0" encoding="utf-8"?>
<p:tagLst xmlns:p="http://schemas.openxmlformats.org/presentationml/2006/main">
  <p:tag name="RAINPROBLEM" val="ProblemSubmit"/>
  <p:tag name="RAINPROBLEMTYPE" val="Polling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  <p:tag name="RAINPROBLEM" val="PollingAnswer"/>
</p:tagLst>
</file>

<file path=ppt/tags/tag61.xml><?xml version="1.0" encoding="utf-8"?>
<p:tagLst xmlns:p="http://schemas.openxmlformats.org/presentationml/2006/main">
  <p:tag name="RAINPROBLEM" val="ProblemSetting"/>
  <p:tag name="RAINPROBLEMTYPE" val="Polling"/>
</p:tagLst>
</file>

<file path=ppt/tags/tag62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3.xml><?xml version="1.0" encoding="utf-8"?>
<p:tagLst xmlns:p="http://schemas.openxmlformats.org/presentationml/2006/main">
  <p:tag name="RAINPROBLEM" val="ProblemBody"/>
</p:tagLst>
</file>

<file path=ppt/tags/tag64.xml><?xml version="1.0" encoding="utf-8"?>
<p:tagLst xmlns:p="http://schemas.openxmlformats.org/presentationml/2006/main">
  <p:tag name="RAINPROBLEM" val="ProblemItem"/>
</p:tagLst>
</file>

<file path=ppt/tags/tag65.xml><?xml version="1.0" encoding="utf-8"?>
<p:tagLst xmlns:p="http://schemas.openxmlformats.org/presentationml/2006/main">
  <p:tag name="RAINPROBLEM" val="ProblemItem"/>
</p:tagLst>
</file>

<file path=ppt/tags/tag6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67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68.xml><?xml version="1.0" encoding="utf-8"?>
<p:tagLst xmlns:p="http://schemas.openxmlformats.org/presentationml/2006/main">
  <p:tag name="RAINPROBLEM" val="ProblemSubmit"/>
  <p:tag name="RAINPROBLEMTYPE" val="Polling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TYPE" val="ProblemTypeMarker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TYPE" val="ProblemTypeMarker"/>
  <p:tag name="RAINPROBLEM" val="PollingAnswer"/>
</p:tagLst>
</file>

<file path=ppt/tags/tag74.xml><?xml version="1.0" encoding="utf-8"?>
<p:tagLst xmlns:p="http://schemas.openxmlformats.org/presentationml/2006/main">
  <p:tag name="RAINPROBLEM" val="ProblemSetting"/>
  <p:tag name="RAINPROBLEMTYPE" val="Polling"/>
</p:tagLst>
</file>

<file path=ppt/tags/tag75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6.xml><?xml version="1.0" encoding="utf-8"?>
<p:tagLst xmlns:p="http://schemas.openxmlformats.org/presentationml/2006/main">
  <p:tag name="RAINPROBLEM" val="ProblemBody"/>
</p:tagLst>
</file>

<file path=ppt/tags/tag77.xml><?xml version="1.0" encoding="utf-8"?>
<p:tagLst xmlns:p="http://schemas.openxmlformats.org/presentationml/2006/main">
  <p:tag name="RAINPROBLEM" val="ProblemItem"/>
</p:tagLst>
</file>

<file path=ppt/tags/tag78.xml><?xml version="1.0" encoding="utf-8"?>
<p:tagLst xmlns:p="http://schemas.openxmlformats.org/presentationml/2006/main">
  <p:tag name="RAINPROBLEM" val="ProblemItem"/>
</p:tagLst>
</file>

<file path=ppt/tags/tag79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80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81.xml><?xml version="1.0" encoding="utf-8"?>
<p:tagLst xmlns:p="http://schemas.openxmlformats.org/presentationml/2006/main">
  <p:tag name="RAINPROBLEM" val="ProblemSubmit"/>
  <p:tag name="RAINPROBLEMTYPE" val="Polling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TYPE" val="ProblemTypeMarker"/>
  <p:tag name="RAINPROBLEM" val="PollingAnswer"/>
</p:tagLst>
</file>

<file path=ppt/tags/tag87.xml><?xml version="1.0" encoding="utf-8"?>
<p:tagLst xmlns:p="http://schemas.openxmlformats.org/presentationml/2006/main">
  <p:tag name="RAINPROBLEM" val="ProblemSetting"/>
  <p:tag name="RAINPROBLEMTYPE" val="Polling"/>
</p:tagLst>
</file>

<file path=ppt/tags/tag88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9.xml><?xml version="1.0" encoding="utf-8"?>
<p:tagLst xmlns:p="http://schemas.openxmlformats.org/presentationml/2006/main">
  <p:tag name="RAINPROBLEM" val="ProblemBody"/>
</p:tagLst>
</file>

<file path=ppt/tags/tag90.xml><?xml version="1.0" encoding="utf-8"?>
<p:tagLst xmlns:p="http://schemas.openxmlformats.org/presentationml/2006/main">
  <p:tag name="RAINPROBLEM" val="ProblemSubmit"/>
  <p:tag name="RAINPROBLEMTYPE" val="FillBlank"/>
</p:tagLst>
</file>

<file path=ppt/tags/tag91.xml><?xml version="1.0" encoding="utf-8"?>
<p:tagLst xmlns:p="http://schemas.openxmlformats.org/presentationml/2006/main">
  <p:tag name="PRODUCTVERSIONTIP3" val="PRODUCTVERSIONTIP3"/>
</p:tagLst>
</file>

<file path=ppt/tags/tag92.xml><?xml version="1.0" encoding="utf-8"?>
<p:tagLst xmlns:p="http://schemas.openxmlformats.org/presentationml/2006/main">
  <p:tag name="RAINPROBLEMTYPE" val="ProblemTypeMarker"/>
</p:tagLst>
</file>

<file path=ppt/tags/tag93.xml><?xml version="1.0" encoding="utf-8"?>
<p:tagLst xmlns:p="http://schemas.openxmlformats.org/presentationml/2006/main">
  <p:tag name="RAINPROBLEMTYPE" val="ProblemTypeMarker"/>
</p:tagLst>
</file>

<file path=ppt/tags/tag94.xml><?xml version="1.0" encoding="utf-8"?>
<p:tagLst xmlns:p="http://schemas.openxmlformats.org/presentationml/2006/main">
  <p:tag name="RAINPROBLEMTYPE" val="ProblemTypeMarker"/>
</p:tagLst>
</file>

<file path=ppt/tags/tag95.xml><?xml version="1.0" encoding="utf-8"?>
<p:tagLst xmlns:p="http://schemas.openxmlformats.org/presentationml/2006/main">
  <p:tag name="RAINPROBLEMTYPE" val="ProblemTypeMarker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" val="ProblemSetting"/>
  <p:tag name="RAINPROBLEMTYPE" val="FillBlank"/>
</p:tagLst>
</file>

<file path=ppt/tags/tag98.xml><?xml version="1.0" encoding="utf-8"?>
<p:tagLst xmlns:p="http://schemas.openxmlformats.org/presentationml/2006/main">
  <p:tag name="RAINPROBLEM" val="FillBlank"/>
  <p:tag name="PROBLEMBLANKKEYWORD" val="填空"/>
  <p:tag name="PROBLEMBLANKORDER" val="true"/>
  <p:tag name="PROBLEMSCORE" val="4.0"/>
  <p:tag name="PROBLEMBLANK" val="[{&quot;Num&quot;:1,&quot;Score&quot;:1.0,&quot;Answers&quot;:[&quot;顶级域名服务器&quot;],&quot;CaseSensitive&quot;:false,&quot;FuzzyMatch&quot;:false},{&quot;Num&quot;:2,&quot;Score&quot;:1.0,&quot;Answers&quot;:[&quot;根域名服务器&quot;],&quot;CaseSensitive&quot;:false,&quot;FuzzyMatch&quot;:false},{&quot;Num&quot;:3,&quot;Score&quot;:1.0,&quot;Answers&quot;:[&quot;权限域名服务器&quot;],&quot;CaseSensitive&quot;:false,&quot;FuzzyMatch&quot;:false},{&quot;Num&quot;:4,&quot;Score&quot;:1.0,&quot;Answers&quot;:[&quot;本地域名服务器&quot;],&quot;CaseSensitive&quot;:false,&quot;FuzzyMatch&quot;:false}]"/>
</p:tagLst>
</file>

<file path=ppt/tags/tag99.xml><?xml version="1.0" encoding="utf-8"?>
<p:tagLst xmlns:p="http://schemas.openxmlformats.org/presentationml/2006/main">
  <p:tag name="RAINPROBLEM" val="ProblemBody"/>
</p:tagLst>
</file>

<file path=ppt/tags/tag100.xml><?xml version="1.0" encoding="utf-8"?>
<p:tagLst xmlns:p="http://schemas.openxmlformats.org/presentationml/2006/main">
  <p:tag name="RAINPROBLEM" val="ProblemItem"/>
</p:tagLst>
</file>

<file path=ppt/tags/tag101.xml><?xml version="1.0" encoding="utf-8"?>
<p:tagLst xmlns:p="http://schemas.openxmlformats.org/presentationml/2006/main">
  <p:tag name="RAINPROBLEM" val="ProblemItem"/>
</p:tagLst>
</file>

<file path=ppt/tags/tag102.xml><?xml version="1.0" encoding="utf-8"?>
<p:tagLst xmlns:p="http://schemas.openxmlformats.org/presentationml/2006/main">
  <p:tag name="RAINPROBLEM" val="ProblemItem"/>
</p:tagLst>
</file>

<file path=ppt/tags/tag103.xml><?xml version="1.0" encoding="utf-8"?>
<p:tagLst xmlns:p="http://schemas.openxmlformats.org/presentationml/2006/main">
  <p:tag name="RAINPROBLEM" val="ProblemItem"/>
</p:tagLst>
</file>

<file path=ppt/tags/tag10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05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6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7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08.xml><?xml version="1.0" encoding="utf-8"?>
<p:tagLst xmlns:p="http://schemas.openxmlformats.org/presentationml/2006/main">
  <p:tag name="RAINPROBLEM" val="ProblemSubmit"/>
  <p:tag name="RAINPROBLEMTYPE" val="Polling"/>
</p:tagLst>
</file>

<file path=ppt/tags/tag109.xml><?xml version="1.0" encoding="utf-8"?>
<p:tagLst xmlns:p="http://schemas.openxmlformats.org/presentationml/2006/main">
  <p:tag name="RAINPROBLEMTYPE" val="ProblemTypeMarker"/>
</p:tagLst>
</file>

<file path=ppt/tags/tag110.xml><?xml version="1.0" encoding="utf-8"?>
<p:tagLst xmlns:p="http://schemas.openxmlformats.org/presentationml/2006/main">
  <p:tag name="RAINPROBLEMTYPE" val="ProblemTypeMarker"/>
</p:tagLst>
</file>

<file path=ppt/tags/tag111.xml><?xml version="1.0" encoding="utf-8"?>
<p:tagLst xmlns:p="http://schemas.openxmlformats.org/presentationml/2006/main">
  <p:tag name="RAINPROBLEMTYPE" val="ProblemTypeMarker"/>
</p:tagLst>
</file>

<file path=ppt/tags/tag112.xml><?xml version="1.0" encoding="utf-8"?>
<p:tagLst xmlns:p="http://schemas.openxmlformats.org/presentationml/2006/main">
  <p:tag name="RAINPROBLEMTYPE" val="ProblemTypeMarker"/>
</p:tagLst>
</file>

<file path=ppt/tags/tag113.xml><?xml version="1.0" encoding="utf-8"?>
<p:tagLst xmlns:p="http://schemas.openxmlformats.org/presentationml/2006/main">
  <p:tag name="RAINPROBLEMTYPE" val="ProblemTypeMarker"/>
  <p:tag name="RAINPROBLEM" val="PollingAnswer"/>
</p:tagLst>
</file>

<file path=ppt/tags/tag114.xml><?xml version="1.0" encoding="utf-8"?>
<p:tagLst xmlns:p="http://schemas.openxmlformats.org/presentationml/2006/main">
  <p:tag name="RAINPROBLEM" val="ProblemSetting"/>
  <p:tag name="RAINPROBLEMTYPE" val="Polling"/>
</p:tagLst>
</file>

<file path=ppt/tags/tag115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16.xml><?xml version="1.0" encoding="utf-8"?>
<p:tagLst xmlns:p="http://schemas.openxmlformats.org/presentationml/2006/main">
  <p:tag name="RAINPROBLEM" val="ProblemBody"/>
</p:tagLst>
</file>

<file path=ppt/tags/tag117.xml><?xml version="1.0" encoding="utf-8"?>
<p:tagLst xmlns:p="http://schemas.openxmlformats.org/presentationml/2006/main">
  <p:tag name="RAINPROBLEM" val="ProblemSubmit"/>
  <p:tag name="RAINPROBLEMTYPE" val="FillBlank"/>
</p:tagLst>
</file>

<file path=ppt/tags/tag118.xml><?xml version="1.0" encoding="utf-8"?>
<p:tagLst xmlns:p="http://schemas.openxmlformats.org/presentationml/2006/main">
  <p:tag name="PRODUCTVERSIONTIP3" val="PRODUCTVERSIONTIP3"/>
</p:tagLst>
</file>

<file path=ppt/tags/tag119.xml><?xml version="1.0" encoding="utf-8"?>
<p:tagLst xmlns:p="http://schemas.openxmlformats.org/presentationml/2006/main">
  <p:tag name="RAINPROBLEMTYPE" val="ProblemTypeMarker"/>
</p:tagLst>
</file>

<file path=ppt/tags/tag120.xml><?xml version="1.0" encoding="utf-8"?>
<p:tagLst xmlns:p="http://schemas.openxmlformats.org/presentationml/2006/main">
  <p:tag name="RAINPROBLEMTYPE" val="ProblemTypeMarker"/>
</p:tagLst>
</file>

<file path=ppt/tags/tag121.xml><?xml version="1.0" encoding="utf-8"?>
<p:tagLst xmlns:p="http://schemas.openxmlformats.org/presentationml/2006/main">
  <p:tag name="RAINPROBLEMTYPE" val="ProblemTypeMarker"/>
</p:tagLst>
</file>

<file path=ppt/tags/tag122.xml><?xml version="1.0" encoding="utf-8"?>
<p:tagLst xmlns:p="http://schemas.openxmlformats.org/presentationml/2006/main">
  <p:tag name="RAINPROBLEMTYPE" val="ProblemTypeMarker"/>
</p:tagLst>
</file>

<file path=ppt/tags/tag123.xml><?xml version="1.0" encoding="utf-8"?>
<p:tagLst xmlns:p="http://schemas.openxmlformats.org/presentationml/2006/main">
  <p:tag name="RAINPROBLEMTYPE" val="ProblemTypeMarker"/>
</p:tagLst>
</file>

<file path=ppt/tags/tag124.xml><?xml version="1.0" encoding="utf-8"?>
<p:tagLst xmlns:p="http://schemas.openxmlformats.org/presentationml/2006/main">
  <p:tag name="RAINPROBLEM" val="ProblemSetting"/>
  <p:tag name="RAINPROBLEMTYPE" val="FillBlank"/>
</p:tagLst>
</file>

<file path=ppt/tags/tag125.xml><?xml version="1.0" encoding="utf-8"?>
<p:tagLst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并行&quot;],&quot;CaseSensitive&quot;:false,&quot;FuzzyMatch&quot;:false},{&quot;Num&quot;:2,&quot;Score&quot;:1.0,&quot;Answers&quot;:[&quot;控制连接&quot;],&quot;CaseSensitive&quot;:false,&quot;FuzzyMatch&quot;:false},{&quot;Num&quot;:3,&quot;Score&quot;:1.0,&quot;Answers&quot;:[&quot;数据连接&quot;],&quot;CaseSensitive&quot;:false,&quot;FuzzyMatch&quot;:false}]"/>
</p:tagLst>
</file>

<file path=ppt/tags/tag126.xml><?xml version="1.0" encoding="utf-8"?>
<p:tagLst xmlns:p="http://schemas.openxmlformats.org/presentationml/2006/main">
  <p:tag name="RAINPROBLEM" val="ProblemBody"/>
</p:tagLst>
</file>

<file path=ppt/tags/tag127.xml><?xml version="1.0" encoding="utf-8"?>
<p:tagLst xmlns:p="http://schemas.openxmlformats.org/presentationml/2006/main">
  <p:tag name="RAINPROBLEM" val="ProblemItem"/>
</p:tagLst>
</file>

<file path=ppt/tags/tag128.xml><?xml version="1.0" encoding="utf-8"?>
<p:tagLst xmlns:p="http://schemas.openxmlformats.org/presentationml/2006/main">
  <p:tag name="RAINPROBLEM" val="ProblemItem"/>
</p:tagLst>
</file>

<file path=ppt/tags/tag129.xml><?xml version="1.0" encoding="utf-8"?>
<p:tagLst xmlns:p="http://schemas.openxmlformats.org/presentationml/2006/main">
  <p:tag name="RAINPROBLEM" val="ProblemItem"/>
</p:tagLst>
</file>

<file path=ppt/tags/tag130.xml><?xml version="1.0" encoding="utf-8"?>
<p:tagLst xmlns:p="http://schemas.openxmlformats.org/presentationml/2006/main">
  <p:tag name="RAINPROBLEM" val="ProblemItem"/>
</p:tagLst>
</file>

<file path=ppt/tags/tag131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32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33.xml><?xml version="1.0" encoding="utf-8"?>
<p:tagLst xmlns:p="http://schemas.openxmlformats.org/presentationml/2006/main">
  <p:tag name="RAINPROBLEM" val="ProblemBullet"/>
  <p:tag name="RAINBULLET" val="Wrong"/>
  <p:tag name="RAINPROBLEMTYPE" val="Polling"/>
</p:tagLst>
</file>

<file path=ppt/tags/tag134.xml><?xml version="1.0" encoding="utf-8"?>
<p:tagLst xmlns:p="http://schemas.openxmlformats.org/presentationml/2006/main">
  <p:tag name="RAINPROBLEM" val="ProblemBullet"/>
  <p:tag name="RAINPROBLEMTYPE" val="Polling"/>
  <p:tag name="RAINBULLET" val="Wrong"/>
</p:tagLst>
</file>

<file path=ppt/tags/tag135.xml><?xml version="1.0" encoding="utf-8"?>
<p:tagLst xmlns:p="http://schemas.openxmlformats.org/presentationml/2006/main">
  <p:tag name="RAINPROBLEM" val="ProblemSubmit"/>
  <p:tag name="RAINPROBLEMTYPE" val="Polling"/>
</p:tagLst>
</file>

<file path=ppt/tags/tag136.xml><?xml version="1.0" encoding="utf-8"?>
<p:tagLst xmlns:p="http://schemas.openxmlformats.org/presentationml/2006/main">
  <p:tag name="RAINPROBLEMTYPE" val="ProblemTypeMarker"/>
</p:tagLst>
</file>

<file path=ppt/tags/tag137.xml><?xml version="1.0" encoding="utf-8"?>
<p:tagLst xmlns:p="http://schemas.openxmlformats.org/presentationml/2006/main">
  <p:tag name="RAINPROBLEMTYPE" val="ProblemTypeMarker"/>
</p:tagLst>
</file>

<file path=ppt/tags/tag138.xml><?xml version="1.0" encoding="utf-8"?>
<p:tagLst xmlns:p="http://schemas.openxmlformats.org/presentationml/2006/main">
  <p:tag name="RAINPROBLEMTYPE" val="ProblemTypeMarker"/>
</p:tagLst>
</file>

<file path=ppt/tags/tag139.xml><?xml version="1.0" encoding="utf-8"?>
<p:tagLst xmlns:p="http://schemas.openxmlformats.org/presentationml/2006/main">
  <p:tag name="RAINPROBLEMTYPE" val="ProblemTypeMarker"/>
</p:tagLst>
</file>

<file path=ppt/tags/tag140.xml><?xml version="1.0" encoding="utf-8"?>
<p:tagLst xmlns:p="http://schemas.openxmlformats.org/presentationml/2006/main">
  <p:tag name="RAINPROBLEMTYPE" val="ProblemTypeMarker"/>
  <p:tag name="RAINPROBLEM" val="PollingAnswer"/>
</p:tagLst>
</file>

<file path=ppt/tags/tag141.xml><?xml version="1.0" encoding="utf-8"?>
<p:tagLst xmlns:p="http://schemas.openxmlformats.org/presentationml/2006/main">
  <p:tag name="RAINPROBLEM" val="ProblemSetting"/>
  <p:tag name="RAINPROBLEMTYPE" val="Polling"/>
</p:tagLst>
</file>

<file path=ppt/tags/tag142.xml><?xml version="1.0" encoding="utf-8"?>
<p:tagLst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43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902</Words>
  <Application>WPS 演示</Application>
  <PresentationFormat>宽屏</PresentationFormat>
  <Paragraphs>184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118</cp:revision>
  <dcterms:created xsi:type="dcterms:W3CDTF">2020-02-20T13:08:00Z</dcterms:created>
  <dcterms:modified xsi:type="dcterms:W3CDTF">2022-05-25T13:39:23Z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6F2B938B8A984A5D8E17B2C69A90C61D</vt:lpwstr>
  </property>
  <property fmtid="{D5CDD505-2E9C-101B-9397-08002B2CF9AE}" pid="3" name="KSOProductBuildVer">
    <vt:lpwstr>2052-11.1.0.11744</vt:lpwstr>
  </property>
</Properties>
</file>