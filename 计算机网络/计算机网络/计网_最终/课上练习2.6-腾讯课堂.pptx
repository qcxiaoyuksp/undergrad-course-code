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8" r:id="rId2"/>
    <p:sldId id="259" r:id="rId3"/>
    <p:sldId id="260"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48AFC1-D355-432F-BB20-5C0900F742A4}" type="datetimeFigureOut">
              <a:rPr lang="zh-CN" altLang="en-US" smtClean="0"/>
              <a:t>2022/5/16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4EBBFB-F4AB-490E-9C95-59787E0392BF}" type="slidenum">
              <a:rPr lang="zh-CN" altLang="en-US" smtClean="0"/>
              <a:t>‹#›</a:t>
            </a:fld>
            <a:endParaRPr lang="zh-CN" altLang="en-US"/>
          </a:p>
        </p:txBody>
      </p:sp>
    </p:spTree>
    <p:extLst>
      <p:ext uri="{BB962C8B-B14F-4D97-AF65-F5344CB8AC3E}">
        <p14:creationId xmlns:p14="http://schemas.microsoft.com/office/powerpoint/2010/main" val="1848020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EC4EBBFB-F4AB-490E-9C95-59787E0392BF}" type="slidenum">
              <a:rPr lang="zh-CN" altLang="en-US" smtClean="0"/>
              <a:t>1</a:t>
            </a:fld>
            <a:endParaRPr lang="zh-CN" altLang="en-US"/>
          </a:p>
        </p:txBody>
      </p:sp>
    </p:spTree>
    <p:extLst>
      <p:ext uri="{BB962C8B-B14F-4D97-AF65-F5344CB8AC3E}">
        <p14:creationId xmlns:p14="http://schemas.microsoft.com/office/powerpoint/2010/main" val="1251285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EC4EBBFB-F4AB-490E-9C95-59787E0392BF}" type="slidenum">
              <a:rPr lang="zh-CN" altLang="en-US" smtClean="0"/>
              <a:t>2</a:t>
            </a:fld>
            <a:endParaRPr lang="zh-CN" altLang="en-US"/>
          </a:p>
        </p:txBody>
      </p:sp>
    </p:spTree>
    <p:extLst>
      <p:ext uri="{BB962C8B-B14F-4D97-AF65-F5344CB8AC3E}">
        <p14:creationId xmlns:p14="http://schemas.microsoft.com/office/powerpoint/2010/main" val="1057619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EC4EBBFB-F4AB-490E-9C95-59787E0392BF}" type="slidenum">
              <a:rPr lang="zh-CN" altLang="en-US" smtClean="0"/>
              <a:t>3</a:t>
            </a:fld>
            <a:endParaRPr lang="zh-CN" altLang="en-US"/>
          </a:p>
        </p:txBody>
      </p:sp>
    </p:spTree>
    <p:extLst>
      <p:ext uri="{BB962C8B-B14F-4D97-AF65-F5344CB8AC3E}">
        <p14:creationId xmlns:p14="http://schemas.microsoft.com/office/powerpoint/2010/main" val="1903717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3436798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3545342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483675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111942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655909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1008686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4244342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783604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2282615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582628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CB7456-3132-4DB2-8F31-A57075A28DB8}" type="datetimeFigureOut">
              <a:rPr lang="zh-CN" altLang="en-US" smtClean="0"/>
              <a:t>2022/5/16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3852179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B7456-3132-4DB2-8F31-A57075A28DB8}" type="datetimeFigureOut">
              <a:rPr lang="zh-CN" altLang="en-US" smtClean="0"/>
              <a:t>2022/5/16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1119827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1.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1.tmp"/><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notesSlide" Target="../notesSlides/notesSlide2.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3.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image" Target="../media/image1.tmp"/><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notesSlide" Target="../notesSlides/notesSlide3.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、非对称数字用户线</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ADSL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改造的是：</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模拟电话用户</a:t>
            </a: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有线电视网</a:t>
            </a:r>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局域网</a:t>
            </a:r>
          </a:p>
        </p:txBody>
      </p:sp>
      <p:sp>
        <p:nvSpPr>
          <p:cNvPr id="7" name="文本框 6"/>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光纤网</a:t>
            </a:r>
          </a:p>
        </p:txBody>
      </p:sp>
      <p:sp>
        <p:nvSpPr>
          <p:cNvPr id="8" name="椭圆 7"/>
          <p:cNvSpPr>
            <a:spLocks noChangeAspect="1"/>
          </p:cNvSpPr>
          <p:nvPr>
            <p:custDataLst>
              <p:tags r:id="rId7"/>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p>
          </p:txBody>
        </p:sp>
        <p:sp>
          <p:nvSpPr>
            <p:cNvPr id="18" name="TipText"/>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96496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HFC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网将原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CATV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网中的同轴电缆主干部分改换为：</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双绞线</a:t>
            </a: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微波通信</a:t>
            </a:r>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卫星通信</a:t>
            </a:r>
          </a:p>
        </p:txBody>
      </p:sp>
      <p:sp>
        <p:nvSpPr>
          <p:cNvPr id="7" name="文本框 6"/>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光纤网</a:t>
            </a:r>
          </a:p>
        </p:txBody>
      </p:sp>
      <p:sp>
        <p:nvSpPr>
          <p:cNvPr id="8" name="椭圆 7"/>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p>
          </p:txBody>
        </p:sp>
        <p:sp>
          <p:nvSpPr>
            <p:cNvPr id="18" name="TipText"/>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297668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、光纤</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同轴混合网</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HFC (Hybrid Fiber Coax)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网是在目前覆盖面很广的哪一种网的基础上开发的一种居民宽带接入网？</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局域网</a:t>
            </a: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电话网</a:t>
            </a:r>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蜂窝无线电通信网</a:t>
            </a:r>
          </a:p>
        </p:txBody>
      </p:sp>
      <p:sp>
        <p:nvSpPr>
          <p:cNvPr id="7" name="文本框 6"/>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有线电视网 </a:t>
            </a:r>
          </a:p>
        </p:txBody>
      </p:sp>
      <p:sp>
        <p:nvSpPr>
          <p:cNvPr id="8" name="椭圆 7"/>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p>
          </p:txBody>
        </p:sp>
        <p:sp>
          <p:nvSpPr>
            <p:cNvPr id="18" name="TipText"/>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2837181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8.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35.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116</Words>
  <Application>Microsoft Office PowerPoint</Application>
  <PresentationFormat>宽屏</PresentationFormat>
  <Paragraphs>42</Paragraphs>
  <Slides>3</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vt:i4>
      </vt:variant>
    </vt:vector>
  </HeadingPairs>
  <TitlesOfParts>
    <vt:vector size="8" baseType="lpstr">
      <vt:lpstr>等线</vt:lpstr>
      <vt:lpstr>等线 Light</vt:lpstr>
      <vt:lpstr>Microsoft Yahei</vt:lpstr>
      <vt:lpstr>Arial</vt:lpstr>
      <vt:lpstr>Office 主题​​</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个人用户</dc:creator>
  <cp:lastModifiedBy>xiang wang</cp:lastModifiedBy>
  <cp:revision>19</cp:revision>
  <dcterms:created xsi:type="dcterms:W3CDTF">2020-02-20T13:08:52Z</dcterms:created>
  <dcterms:modified xsi:type="dcterms:W3CDTF">2022-05-16T13:15:42Z</dcterms:modified>
</cp:coreProperties>
</file>