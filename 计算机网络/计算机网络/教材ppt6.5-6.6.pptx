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0"/>
  </p:notesMasterIdLst>
  <p:handoutMasterIdLst>
    <p:handoutMasterId r:id="rId61"/>
  </p:handoutMasterIdLst>
  <p:sldIdLst>
    <p:sldId id="1261" r:id="rId2"/>
    <p:sldId id="1388" r:id="rId3"/>
    <p:sldId id="1389" r:id="rId4"/>
    <p:sldId id="1390" r:id="rId5"/>
    <p:sldId id="1391" r:id="rId6"/>
    <p:sldId id="1392" r:id="rId7"/>
    <p:sldId id="1393" r:id="rId8"/>
    <p:sldId id="1394" r:id="rId9"/>
    <p:sldId id="1395" r:id="rId10"/>
    <p:sldId id="1396" r:id="rId11"/>
    <p:sldId id="1397" r:id="rId12"/>
    <p:sldId id="1398" r:id="rId13"/>
    <p:sldId id="1399" r:id="rId14"/>
    <p:sldId id="1434" r:id="rId15"/>
    <p:sldId id="1435" r:id="rId16"/>
    <p:sldId id="1436" r:id="rId17"/>
    <p:sldId id="1437" r:id="rId18"/>
    <p:sldId id="1400" r:id="rId19"/>
    <p:sldId id="1401" r:id="rId20"/>
    <p:sldId id="1402" r:id="rId21"/>
    <p:sldId id="1403" r:id="rId22"/>
    <p:sldId id="1404" r:id="rId23"/>
    <p:sldId id="1438" r:id="rId24"/>
    <p:sldId id="1405" r:id="rId25"/>
    <p:sldId id="1406" r:id="rId26"/>
    <p:sldId id="1407" r:id="rId27"/>
    <p:sldId id="1408" r:id="rId28"/>
    <p:sldId id="1409" r:id="rId29"/>
    <p:sldId id="1410" r:id="rId30"/>
    <p:sldId id="1411" r:id="rId31"/>
    <p:sldId id="1412" r:id="rId32"/>
    <p:sldId id="1439" r:id="rId33"/>
    <p:sldId id="1441" r:id="rId34"/>
    <p:sldId id="1440" r:id="rId35"/>
    <p:sldId id="1413" r:id="rId36"/>
    <p:sldId id="1414" r:id="rId37"/>
    <p:sldId id="1442" r:id="rId38"/>
    <p:sldId id="1443" r:id="rId39"/>
    <p:sldId id="1444" r:id="rId40"/>
    <p:sldId id="1415" r:id="rId41"/>
    <p:sldId id="1416" r:id="rId42"/>
    <p:sldId id="1417" r:id="rId43"/>
    <p:sldId id="1418" r:id="rId44"/>
    <p:sldId id="1419" r:id="rId45"/>
    <p:sldId id="1420" r:id="rId46"/>
    <p:sldId id="1421" r:id="rId47"/>
    <p:sldId id="1422" r:id="rId48"/>
    <p:sldId id="1423" r:id="rId49"/>
    <p:sldId id="1424" r:id="rId50"/>
    <p:sldId id="1425" r:id="rId51"/>
    <p:sldId id="1426" r:id="rId52"/>
    <p:sldId id="1427" r:id="rId53"/>
    <p:sldId id="1428" r:id="rId54"/>
    <p:sldId id="1429" r:id="rId55"/>
    <p:sldId id="1430" r:id="rId56"/>
    <p:sldId id="1431" r:id="rId57"/>
    <p:sldId id="1432" r:id="rId58"/>
    <p:sldId id="1433" r:id="rId59"/>
  </p:sldIdLst>
  <p:sldSz cx="9906000" cy="6858000" type="A4"/>
  <p:notesSz cx="9296400" cy="7010400"/>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12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00FF"/>
    <a:srgbClr val="000099"/>
    <a:srgbClr val="0000CC"/>
    <a:srgbClr val="FFFF66"/>
    <a:srgbClr val="66FF66"/>
    <a:srgbClr val="00FF00"/>
    <a:srgbClr val="3333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498" autoAdjust="0"/>
    <p:restoredTop sz="93175" autoAdjust="0"/>
  </p:normalViewPr>
  <p:slideViewPr>
    <p:cSldViewPr>
      <p:cViewPr varScale="1">
        <p:scale>
          <a:sx n="87" d="100"/>
          <a:sy n="87" d="100"/>
        </p:scale>
        <p:origin x="309" y="63"/>
      </p:cViewPr>
      <p:guideLst>
        <p:guide orient="horz" pos="2160"/>
        <p:guide pos="3120"/>
      </p:guideLst>
    </p:cSldViewPr>
  </p:slideViewPr>
  <p:outlineViewPr>
    <p:cViewPr>
      <p:scale>
        <a:sx n="33" d="100"/>
        <a:sy n="33" d="100"/>
      </p:scale>
      <p:origin x="0" y="0"/>
    </p:cViewPr>
  </p:outlineViewPr>
  <p:notesTextViewPr>
    <p:cViewPr>
      <p:scale>
        <a:sx n="100" d="100"/>
        <a:sy n="100" d="100"/>
      </p:scale>
      <p:origin x="0" y="0"/>
    </p:cViewPr>
  </p:notesTextViewPr>
  <p:gridSpacing cx="72006" cy="72006"/>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handoutMaster" Target="handoutMasters/handout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notesMaster" Target="notesMasters/notesMaster1.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5602" name="Rectangle 2"/>
          <p:cNvSpPr>
            <a:spLocks noGrp="1" noChangeArrowheads="1"/>
          </p:cNvSpPr>
          <p:nvPr>
            <p:ph type="hdr" sz="quarter"/>
          </p:nvPr>
        </p:nvSpPr>
        <p:spPr bwMode="auto">
          <a:xfrm>
            <a:off x="1" y="0"/>
            <a:ext cx="4029282" cy="350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defRPr sz="1200" noProof="1">
                <a:latin typeface="宋体" panose="02010600030101010101" pitchFamily="2" charset="-122"/>
              </a:defRPr>
            </a:lvl1pPr>
          </a:lstStyle>
          <a:p>
            <a:endParaRPr lang="zh-CN" altLang="en-US"/>
          </a:p>
        </p:txBody>
      </p:sp>
      <p:sp>
        <p:nvSpPr>
          <p:cNvPr id="25603" name="Rectangle 3"/>
          <p:cNvSpPr>
            <a:spLocks noGrp="1" noChangeArrowheads="1"/>
          </p:cNvSpPr>
          <p:nvPr>
            <p:ph type="dt" sz="quarter" idx="1"/>
          </p:nvPr>
        </p:nvSpPr>
        <p:spPr bwMode="auto">
          <a:xfrm>
            <a:off x="5265014" y="0"/>
            <a:ext cx="4029282" cy="350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sz="1200" noProof="1">
                <a:latin typeface="宋体" panose="02010600030101010101" pitchFamily="2" charset="-122"/>
              </a:defRPr>
            </a:lvl1pPr>
          </a:lstStyle>
          <a:p>
            <a:endParaRPr lang="en-US" altLang="zh-CN"/>
          </a:p>
        </p:txBody>
      </p:sp>
      <p:sp>
        <p:nvSpPr>
          <p:cNvPr id="25604" name="Rectangle 4"/>
          <p:cNvSpPr>
            <a:spLocks noGrp="1" noChangeArrowheads="1"/>
          </p:cNvSpPr>
          <p:nvPr>
            <p:ph type="ftr" sz="quarter" idx="2"/>
          </p:nvPr>
        </p:nvSpPr>
        <p:spPr bwMode="auto">
          <a:xfrm>
            <a:off x="1" y="6658443"/>
            <a:ext cx="4029282" cy="350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eaLnBrk="1" hangingPunct="1">
              <a:defRPr sz="1200" noProof="1">
                <a:latin typeface="宋体" panose="02010600030101010101" pitchFamily="2" charset="-122"/>
              </a:defRPr>
            </a:lvl1pPr>
          </a:lstStyle>
          <a:p>
            <a:endParaRPr lang="en-US" altLang="zh-CN"/>
          </a:p>
        </p:txBody>
      </p:sp>
      <p:sp>
        <p:nvSpPr>
          <p:cNvPr id="25605" name="Rectangle 5"/>
          <p:cNvSpPr>
            <a:spLocks noGrp="1" noChangeArrowheads="1"/>
          </p:cNvSpPr>
          <p:nvPr>
            <p:ph type="sldNum" sz="quarter" idx="3"/>
          </p:nvPr>
        </p:nvSpPr>
        <p:spPr bwMode="auto">
          <a:xfrm>
            <a:off x="5265014" y="6658443"/>
            <a:ext cx="4029282" cy="350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eaLnBrk="1" hangingPunct="1">
              <a:defRPr sz="1200" noProof="1">
                <a:latin typeface="宋体" panose="02010600030101010101" pitchFamily="2" charset="-122"/>
              </a:defRPr>
            </a:lvl1pPr>
          </a:lstStyle>
          <a:p>
            <a:fld id="{C0E8ACEC-BE51-4C28-9719-6AEAC1A1CC5A}" type="slidenum">
              <a:rPr lang="zh-CN" altLang="en-US"/>
              <a:pPr/>
              <a:t>‹#›</a:t>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3554" name="Rectangle 2"/>
          <p:cNvSpPr>
            <a:spLocks noGrp="1" noChangeArrowheads="1"/>
          </p:cNvSpPr>
          <p:nvPr>
            <p:ph type="hdr" sz="quarter"/>
          </p:nvPr>
        </p:nvSpPr>
        <p:spPr bwMode="auto">
          <a:xfrm>
            <a:off x="1" y="0"/>
            <a:ext cx="4029282" cy="350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defRPr sz="1200" noProof="1">
                <a:latin typeface="宋体" panose="02010600030101010101" pitchFamily="2" charset="-122"/>
              </a:defRPr>
            </a:lvl1pPr>
          </a:lstStyle>
          <a:p>
            <a:endParaRPr lang="zh-CN" altLang="en-US"/>
          </a:p>
        </p:txBody>
      </p:sp>
      <p:sp>
        <p:nvSpPr>
          <p:cNvPr id="23555" name="Rectangle 3"/>
          <p:cNvSpPr>
            <a:spLocks noGrp="1" noChangeArrowheads="1"/>
          </p:cNvSpPr>
          <p:nvPr>
            <p:ph type="dt" idx="1"/>
          </p:nvPr>
        </p:nvSpPr>
        <p:spPr bwMode="auto">
          <a:xfrm>
            <a:off x="5265014" y="0"/>
            <a:ext cx="4029282" cy="350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sz="1200" noProof="1">
                <a:latin typeface="宋体" panose="02010600030101010101" pitchFamily="2" charset="-122"/>
              </a:defRPr>
            </a:lvl1pPr>
          </a:lstStyle>
          <a:p>
            <a:endParaRPr lang="en-US" altLang="zh-CN"/>
          </a:p>
        </p:txBody>
      </p:sp>
      <p:sp>
        <p:nvSpPr>
          <p:cNvPr id="12292" name="Rectangle 4"/>
          <p:cNvSpPr>
            <a:spLocks noGrp="1" noRot="1" noChangeAspect="1" noChangeArrowheads="1" noTextEdit="1"/>
          </p:cNvSpPr>
          <p:nvPr>
            <p:ph type="sldImg" idx="4294967295"/>
          </p:nvPr>
        </p:nvSpPr>
        <p:spPr bwMode="auto">
          <a:xfrm>
            <a:off x="2749550" y="525463"/>
            <a:ext cx="3797300" cy="26289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3" name="Rectangle 5"/>
          <p:cNvSpPr>
            <a:spLocks noGrp="1" noChangeArrowheads="1"/>
          </p:cNvSpPr>
          <p:nvPr>
            <p:ph type="body" sz="quarter" idx="4294967295"/>
          </p:nvPr>
        </p:nvSpPr>
        <p:spPr bwMode="auto">
          <a:xfrm>
            <a:off x="930482" y="3330419"/>
            <a:ext cx="7435436" cy="3154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endParaRPr lang="en-US" altLang="zh-CN" smtClean="0"/>
          </a:p>
          <a:p>
            <a:pPr lvl="1"/>
            <a:r>
              <a:rPr lang="en-US" altLang="zh-CN" smtClean="0"/>
              <a:t>5656</a:t>
            </a:r>
          </a:p>
          <a:p>
            <a:pPr lvl="2"/>
            <a:r>
              <a:rPr lang="zh-CN" altLang="en-US" smtClean="0"/>
              <a:t>第三级</a:t>
            </a:r>
            <a:endParaRPr lang="en-US" altLang="zh-CN" smtClean="0"/>
          </a:p>
          <a:p>
            <a:pPr lvl="3"/>
            <a:r>
              <a:rPr lang="zh-CN" altLang="en-US" smtClean="0"/>
              <a:t>第四级</a:t>
            </a:r>
            <a:endParaRPr lang="en-US" altLang="zh-CN" smtClean="0"/>
          </a:p>
          <a:p>
            <a:pPr lvl="4"/>
            <a:r>
              <a:rPr lang="zh-CN" altLang="en-US" smtClean="0"/>
              <a:t>第五级</a:t>
            </a:r>
            <a:endParaRPr lang="en-US" altLang="zh-CN" smtClean="0"/>
          </a:p>
        </p:txBody>
      </p:sp>
      <p:sp>
        <p:nvSpPr>
          <p:cNvPr id="23558" name="Rectangle 6"/>
          <p:cNvSpPr>
            <a:spLocks noGrp="1" noChangeArrowheads="1"/>
          </p:cNvSpPr>
          <p:nvPr>
            <p:ph type="ftr" sz="quarter" idx="4"/>
          </p:nvPr>
        </p:nvSpPr>
        <p:spPr bwMode="auto">
          <a:xfrm>
            <a:off x="1" y="6658443"/>
            <a:ext cx="4029282" cy="350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eaLnBrk="1" hangingPunct="1">
              <a:defRPr sz="1200" noProof="1">
                <a:latin typeface="宋体" panose="02010600030101010101" pitchFamily="2" charset="-122"/>
              </a:defRPr>
            </a:lvl1pPr>
          </a:lstStyle>
          <a:p>
            <a:endParaRPr lang="en-US" altLang="zh-CN"/>
          </a:p>
        </p:txBody>
      </p:sp>
      <p:sp>
        <p:nvSpPr>
          <p:cNvPr id="23559" name="Rectangle 7"/>
          <p:cNvSpPr>
            <a:spLocks noGrp="1" noChangeArrowheads="1"/>
          </p:cNvSpPr>
          <p:nvPr>
            <p:ph type="sldNum" sz="quarter" idx="5"/>
          </p:nvPr>
        </p:nvSpPr>
        <p:spPr bwMode="auto">
          <a:xfrm>
            <a:off x="5265014" y="6658443"/>
            <a:ext cx="4029282" cy="350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eaLnBrk="1" hangingPunct="1">
              <a:defRPr sz="1200" noProof="1">
                <a:latin typeface="宋体" panose="02010600030101010101" pitchFamily="2" charset="-122"/>
              </a:defRPr>
            </a:lvl1pPr>
          </a:lstStyle>
          <a:p>
            <a:fld id="{FF05FA4A-B8E9-4A1C-BCD1-7761336334F8}" type="slidenum">
              <a:rPr lang="zh-CN" altLang="en-US"/>
              <a:pPr/>
              <a:t>‹#›</a:t>
            </a:fld>
            <a:endParaRPr lang="en-US" altLang="zh-CN"/>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宋体" panose="02010600030101010101" pitchFamily="2" charset="-122"/>
        <a:ea typeface="宋体" panose="02010600030101010101" pitchFamily="2" charset="-122"/>
        <a:cs typeface="+mn-cs"/>
      </a:defRPr>
    </a:lvl1pPr>
    <a:lvl2pPr marL="457200" algn="l" rtl="0" fontAlgn="base">
      <a:spcBef>
        <a:spcPct val="30000"/>
      </a:spcBef>
      <a:spcAft>
        <a:spcPct val="0"/>
      </a:spcAft>
      <a:defRPr sz="1200" kern="1200">
        <a:solidFill>
          <a:schemeClr val="tx1"/>
        </a:solidFill>
        <a:latin typeface="宋体" panose="02010600030101010101" pitchFamily="2" charset="-122"/>
        <a:ea typeface="宋体" panose="02010600030101010101" pitchFamily="2" charset="-122"/>
        <a:cs typeface="+mn-cs"/>
      </a:defRPr>
    </a:lvl2pPr>
    <a:lvl3pPr marL="914400" algn="l" rtl="0" fontAlgn="base">
      <a:spcBef>
        <a:spcPct val="30000"/>
      </a:spcBef>
      <a:spcAft>
        <a:spcPct val="0"/>
      </a:spcAft>
      <a:defRPr sz="1200" kern="1200">
        <a:solidFill>
          <a:schemeClr val="tx1"/>
        </a:solidFill>
        <a:latin typeface="宋体" panose="02010600030101010101" pitchFamily="2" charset="-122"/>
        <a:ea typeface="宋体" panose="02010600030101010101" pitchFamily="2" charset="-122"/>
        <a:cs typeface="+mn-cs"/>
      </a:defRPr>
    </a:lvl3pPr>
    <a:lvl4pPr marL="1371600" algn="l" rtl="0" fontAlgn="base">
      <a:spcBef>
        <a:spcPct val="30000"/>
      </a:spcBef>
      <a:spcAft>
        <a:spcPct val="0"/>
      </a:spcAft>
      <a:defRPr sz="1200" kern="1200">
        <a:solidFill>
          <a:schemeClr val="tx1"/>
        </a:solidFill>
        <a:latin typeface="宋体" panose="02010600030101010101" pitchFamily="2" charset="-122"/>
        <a:ea typeface="宋体" panose="02010600030101010101" pitchFamily="2" charset="-122"/>
        <a:cs typeface="+mn-cs"/>
      </a:defRPr>
    </a:lvl4pPr>
    <a:lvl5pPr marL="1828800" algn="l" rtl="0" fontAlgn="base">
      <a:spcBef>
        <a:spcPct val="30000"/>
      </a:spcBef>
      <a:spcAft>
        <a:spcPct val="0"/>
      </a:spcAft>
      <a:defRPr sz="1200" kern="1200">
        <a:solidFill>
          <a:schemeClr val="tx1"/>
        </a:solidFill>
        <a:latin typeface="宋体" panose="02010600030101010101" pitchFamily="2" charset="-122"/>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2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FE3BA7F-8671-4408-BA0E-1C0187EC2F2A}" type="slidenum">
              <a:rPr lang="en-US" altLang="zh-CN" smtClean="0"/>
              <a:pPr eaLnBrk="1" hangingPunct="1"/>
              <a:t>3</a:t>
            </a:fld>
            <a:endParaRPr lang="en-US" altLang="zh-CN" smtClean="0"/>
          </a:p>
        </p:txBody>
      </p:sp>
      <p:sp>
        <p:nvSpPr>
          <p:cNvPr id="1822722" name="Rectangle 2"/>
          <p:cNvSpPr>
            <a:spLocks noGrp="1" noRot="1" noChangeAspect="1" noChangeArrowheads="1" noTextEdit="1"/>
          </p:cNvSpPr>
          <p:nvPr>
            <p:ph type="sldImg" idx="4294967295"/>
          </p:nvPr>
        </p:nvSpPr>
        <p:spPr>
          <a:ln/>
        </p:spPr>
      </p:sp>
      <p:sp>
        <p:nvSpPr>
          <p:cNvPr id="1822723" name="Rectangle 3"/>
          <p:cNvSpPr>
            <a:spLocks noGrp="1" noChangeArrowheads="1"/>
          </p:cNvSpPr>
          <p:nvPr>
            <p:ph type="body" idx="4294967295"/>
          </p:nvPr>
        </p:nvSpPr>
        <p:spPr/>
        <p:txBody>
          <a:bodyPr/>
          <a:lstStyle/>
          <a:p>
            <a:endParaRPr lang="zh-CN" altLang="zh-CN" smtClean="0">
              <a:latin typeface="Arial" panose="020B060402020202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476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9F5878C-AA8B-4DE9-93F7-A33421FB1794}" type="slidenum">
              <a:rPr lang="en-US" altLang="zh-CN" smtClean="0"/>
              <a:pPr eaLnBrk="1" hangingPunct="1"/>
              <a:t>4</a:t>
            </a:fld>
            <a:endParaRPr lang="en-US" altLang="zh-CN" smtClean="0"/>
          </a:p>
        </p:txBody>
      </p:sp>
      <p:sp>
        <p:nvSpPr>
          <p:cNvPr id="1824770" name="Rectangle 2"/>
          <p:cNvSpPr>
            <a:spLocks noGrp="1" noRot="1" noChangeAspect="1" noChangeArrowheads="1" noTextEdit="1"/>
          </p:cNvSpPr>
          <p:nvPr>
            <p:ph type="sldImg" idx="4294967295"/>
          </p:nvPr>
        </p:nvSpPr>
        <p:spPr>
          <a:ln/>
        </p:spPr>
      </p:sp>
      <p:sp>
        <p:nvSpPr>
          <p:cNvPr id="1824771" name="Rectangle 3"/>
          <p:cNvSpPr>
            <a:spLocks noGrp="1" noChangeArrowheads="1"/>
          </p:cNvSpPr>
          <p:nvPr>
            <p:ph type="body" idx="4294967295"/>
          </p:nvPr>
        </p:nvSpPr>
        <p:spPr/>
        <p:txBody>
          <a:bodyPr/>
          <a:lstStyle/>
          <a:p>
            <a:endParaRPr lang="zh-CN" altLang="zh-CN" smtClean="0">
              <a:latin typeface="Arial" panose="020B0604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681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21FACFB5-2161-4FD9-B3C5-3454E735C140}" type="slidenum">
              <a:rPr lang="en-US" altLang="zh-CN" smtClean="0">
                <a:latin typeface="Arial" panose="020B0604020202020204" pitchFamily="34" charset="0"/>
              </a:rPr>
              <a:pPr/>
              <a:t>5</a:t>
            </a:fld>
            <a:endParaRPr lang="en-US" altLang="zh-CN" smtClean="0">
              <a:latin typeface="Arial" panose="020B0604020202020204" pitchFamily="34" charset="0"/>
            </a:endParaRPr>
          </a:p>
        </p:txBody>
      </p:sp>
      <p:sp>
        <p:nvSpPr>
          <p:cNvPr id="1826818" name="Rectangle 2"/>
          <p:cNvSpPr>
            <a:spLocks noGrp="1" noRot="1" noChangeAspect="1" noChangeArrowheads="1" noTextEdit="1"/>
          </p:cNvSpPr>
          <p:nvPr>
            <p:ph type="sldImg" idx="4294967295"/>
          </p:nvPr>
        </p:nvSpPr>
        <p:spPr>
          <a:ln/>
        </p:spPr>
      </p:sp>
      <p:sp>
        <p:nvSpPr>
          <p:cNvPr id="1826819" name="Rectangle 3"/>
          <p:cNvSpPr>
            <a:spLocks noGrp="1" noChangeArrowheads="1"/>
          </p:cNvSpPr>
          <p:nvPr>
            <p:ph type="body" idx="4294967295"/>
          </p:nvPr>
        </p:nvSpPr>
        <p:spPr/>
        <p:txBody>
          <a:bodyPr/>
          <a:lstStyle/>
          <a:p>
            <a:endParaRPr lang="zh-CN" altLang="zh-CN" smtClean="0">
              <a:latin typeface="Arial" panose="020B0604020202020204"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886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B3EAC03D-6A80-4506-B828-01744B68A438}" type="slidenum">
              <a:rPr lang="en-US" altLang="zh-CN" smtClean="0"/>
              <a:pPr eaLnBrk="1" hangingPunct="1"/>
              <a:t>6</a:t>
            </a:fld>
            <a:endParaRPr lang="en-US" altLang="zh-CN" smtClean="0"/>
          </a:p>
        </p:txBody>
      </p:sp>
      <p:sp>
        <p:nvSpPr>
          <p:cNvPr id="1828866" name="Rectangle 2"/>
          <p:cNvSpPr>
            <a:spLocks noGrp="1" noRot="1" noChangeAspect="1" noChangeArrowheads="1" noTextEdit="1"/>
          </p:cNvSpPr>
          <p:nvPr>
            <p:ph type="sldImg" idx="4294967295"/>
          </p:nvPr>
        </p:nvSpPr>
        <p:spPr>
          <a:ln/>
        </p:spPr>
      </p:sp>
      <p:sp>
        <p:nvSpPr>
          <p:cNvPr id="1828867" name="Rectangle 3"/>
          <p:cNvSpPr>
            <a:spLocks noGrp="1" noChangeArrowheads="1"/>
          </p:cNvSpPr>
          <p:nvPr>
            <p:ph type="body" idx="4294967295"/>
          </p:nvPr>
        </p:nvSpPr>
        <p:spPr/>
        <p:txBody>
          <a:bodyPr/>
          <a:lstStyle/>
          <a:p>
            <a:endParaRPr lang="zh-CN" altLang="zh-CN" smtClean="0">
              <a:latin typeface="Arial" panose="020B0604020202020204"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091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47CAEDE-7A7B-4B5C-975C-F97314C6C70E}" type="slidenum">
              <a:rPr lang="en-US" altLang="zh-CN" smtClean="0"/>
              <a:pPr eaLnBrk="1" hangingPunct="1"/>
              <a:t>7</a:t>
            </a:fld>
            <a:endParaRPr lang="en-US" altLang="zh-CN" smtClean="0"/>
          </a:p>
        </p:txBody>
      </p:sp>
      <p:sp>
        <p:nvSpPr>
          <p:cNvPr id="1830914" name="Rectangle 2"/>
          <p:cNvSpPr>
            <a:spLocks noGrp="1" noRot="1" noChangeAspect="1" noChangeArrowheads="1" noTextEdit="1"/>
          </p:cNvSpPr>
          <p:nvPr>
            <p:ph type="sldImg" idx="4294967295"/>
          </p:nvPr>
        </p:nvSpPr>
        <p:spPr>
          <a:ln/>
        </p:spPr>
      </p:sp>
      <p:sp>
        <p:nvSpPr>
          <p:cNvPr id="1830915" name="Rectangle 3"/>
          <p:cNvSpPr>
            <a:spLocks noGrp="1" noChangeArrowheads="1"/>
          </p:cNvSpPr>
          <p:nvPr>
            <p:ph type="body" idx="4294967295"/>
          </p:nvPr>
        </p:nvSpPr>
        <p:spPr/>
        <p:txBody>
          <a:bodyPr/>
          <a:lstStyle/>
          <a:p>
            <a:endParaRPr lang="zh-CN" altLang="zh-CN" smtClean="0">
              <a:latin typeface="Arial" panose="020B0604020202020204"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500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4316738-41C1-42CA-8928-9511BADAD793}" type="slidenum">
              <a:rPr lang="en-US" altLang="zh-CN" smtClean="0"/>
              <a:pPr eaLnBrk="1" hangingPunct="1"/>
              <a:t>10</a:t>
            </a:fld>
            <a:endParaRPr lang="en-US" altLang="zh-CN" smtClean="0"/>
          </a:p>
        </p:txBody>
      </p:sp>
      <p:sp>
        <p:nvSpPr>
          <p:cNvPr id="1835010" name="Rectangle 2"/>
          <p:cNvSpPr>
            <a:spLocks noGrp="1" noRot="1" noChangeAspect="1" noChangeArrowheads="1" noTextEdit="1"/>
          </p:cNvSpPr>
          <p:nvPr>
            <p:ph type="sldImg" idx="4294967295"/>
          </p:nvPr>
        </p:nvSpPr>
        <p:spPr>
          <a:ln/>
        </p:spPr>
      </p:sp>
      <p:sp>
        <p:nvSpPr>
          <p:cNvPr id="1835011" name="Rectangle 3"/>
          <p:cNvSpPr>
            <a:spLocks noGrp="1" noChangeArrowheads="1"/>
          </p:cNvSpPr>
          <p:nvPr>
            <p:ph type="body" idx="4294967295"/>
          </p:nvPr>
        </p:nvSpPr>
        <p:spPr/>
        <p:txBody>
          <a:bodyPr/>
          <a:lstStyle/>
          <a:p>
            <a:endParaRPr lang="zh-CN" altLang="zh-CN" smtClean="0">
              <a:latin typeface="Arial" panose="020B0604020202020204"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705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C357EB3-FDA7-411C-8D9D-9A6F702D3455}" type="slidenum">
              <a:rPr lang="en-US" altLang="zh-CN" smtClean="0"/>
              <a:pPr eaLnBrk="1" hangingPunct="1"/>
              <a:t>11</a:t>
            </a:fld>
            <a:endParaRPr lang="en-US" altLang="zh-CN" smtClean="0"/>
          </a:p>
        </p:txBody>
      </p:sp>
      <p:sp>
        <p:nvSpPr>
          <p:cNvPr id="1837058" name="Rectangle 2"/>
          <p:cNvSpPr>
            <a:spLocks noGrp="1" noRot="1" noChangeAspect="1" noChangeArrowheads="1" noTextEdit="1"/>
          </p:cNvSpPr>
          <p:nvPr>
            <p:ph type="sldImg" idx="4294967295"/>
          </p:nvPr>
        </p:nvSpPr>
        <p:spPr>
          <a:ln/>
        </p:spPr>
      </p:sp>
      <p:sp>
        <p:nvSpPr>
          <p:cNvPr id="1837059" name="Rectangle 3"/>
          <p:cNvSpPr>
            <a:spLocks noGrp="1" noChangeArrowheads="1"/>
          </p:cNvSpPr>
          <p:nvPr>
            <p:ph type="body" idx="4294967295"/>
          </p:nvPr>
        </p:nvSpPr>
        <p:spPr/>
        <p:txBody>
          <a:bodyPr/>
          <a:lstStyle/>
          <a:p>
            <a:endParaRPr lang="zh-CN" altLang="zh-CN" smtClean="0">
              <a:latin typeface="Arial" panose="020B0604020202020204" pitchFamily="3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910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92F85C3F-0AF0-4B8F-A759-13CEA5C54449}" type="slidenum">
              <a:rPr lang="en-US" altLang="zh-CN" smtClean="0"/>
              <a:pPr eaLnBrk="1" hangingPunct="1"/>
              <a:t>12</a:t>
            </a:fld>
            <a:endParaRPr lang="en-US" altLang="zh-CN" smtClean="0"/>
          </a:p>
        </p:txBody>
      </p:sp>
      <p:sp>
        <p:nvSpPr>
          <p:cNvPr id="1839106" name="Rectangle 2"/>
          <p:cNvSpPr>
            <a:spLocks noGrp="1" noRot="1" noChangeAspect="1" noChangeArrowheads="1" noTextEdit="1"/>
          </p:cNvSpPr>
          <p:nvPr>
            <p:ph type="sldImg" idx="4294967295"/>
          </p:nvPr>
        </p:nvSpPr>
        <p:spPr>
          <a:ln/>
        </p:spPr>
      </p:sp>
      <p:sp>
        <p:nvSpPr>
          <p:cNvPr id="1839107" name="Rectangle 3"/>
          <p:cNvSpPr>
            <a:spLocks noGrp="1" noChangeArrowheads="1"/>
          </p:cNvSpPr>
          <p:nvPr>
            <p:ph type="body" idx="4294967295"/>
          </p:nvPr>
        </p:nvSpPr>
        <p:spPr/>
        <p:txBody>
          <a:bodyPr/>
          <a:lstStyle/>
          <a:p>
            <a:endParaRPr lang="zh-CN" altLang="zh-CN" smtClean="0">
              <a:latin typeface="Arial" panose="020B0604020202020204" pitchFamily="34"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115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95772A85-D01F-4363-9591-A6A9E0D78869}" type="slidenum">
              <a:rPr lang="en-US" altLang="zh-CN" smtClean="0"/>
              <a:pPr eaLnBrk="1" hangingPunct="1"/>
              <a:t>13</a:t>
            </a:fld>
            <a:endParaRPr lang="en-US" altLang="zh-CN" smtClean="0"/>
          </a:p>
        </p:txBody>
      </p:sp>
      <p:sp>
        <p:nvSpPr>
          <p:cNvPr id="1841154" name="Rectangle 2"/>
          <p:cNvSpPr>
            <a:spLocks noGrp="1" noRot="1" noChangeAspect="1" noChangeArrowheads="1" noTextEdit="1"/>
          </p:cNvSpPr>
          <p:nvPr>
            <p:ph type="sldImg" idx="4294967295"/>
          </p:nvPr>
        </p:nvSpPr>
        <p:spPr>
          <a:ln/>
        </p:spPr>
      </p:sp>
      <p:sp>
        <p:nvSpPr>
          <p:cNvPr id="1841155" name="Rectangle 3"/>
          <p:cNvSpPr>
            <a:spLocks noGrp="1" noChangeArrowheads="1"/>
          </p:cNvSpPr>
          <p:nvPr>
            <p:ph type="body" idx="4294967295"/>
          </p:nvPr>
        </p:nvSpPr>
        <p:spPr/>
        <p:txBody>
          <a:bodyPr/>
          <a:lstStyle/>
          <a:p>
            <a:endParaRPr lang="zh-CN" altLang="zh-CN" smtClean="0">
              <a:latin typeface="Arial" panose="020B0604020202020204" pitchFamily="34"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0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0A5F29B-8748-47B1-90F9-1F1D2EF6D3D5}" type="slidenum">
              <a:rPr lang="en-US" altLang="zh-CN" smtClean="0"/>
              <a:pPr eaLnBrk="1" hangingPunct="1"/>
              <a:t>18</a:t>
            </a:fld>
            <a:endParaRPr lang="en-US" altLang="zh-CN" smtClean="0"/>
          </a:p>
        </p:txBody>
      </p:sp>
      <p:sp>
        <p:nvSpPr>
          <p:cNvPr id="1843202" name="Rectangle 2"/>
          <p:cNvSpPr>
            <a:spLocks noGrp="1" noRot="1" noChangeAspect="1" noChangeArrowheads="1" noTextEdit="1"/>
          </p:cNvSpPr>
          <p:nvPr>
            <p:ph type="sldImg" idx="4294967295"/>
          </p:nvPr>
        </p:nvSpPr>
        <p:spPr>
          <a:ln/>
        </p:spPr>
      </p:sp>
      <p:sp>
        <p:nvSpPr>
          <p:cNvPr id="1843203" name="Rectangle 3"/>
          <p:cNvSpPr>
            <a:spLocks noGrp="1" noChangeArrowheads="1"/>
          </p:cNvSpPr>
          <p:nvPr>
            <p:ph type="body" idx="4294967295"/>
          </p:nvPr>
        </p:nvSpPr>
        <p:spPr/>
        <p:txBody>
          <a:bodyPr/>
          <a:lstStyle/>
          <a:p>
            <a:endParaRPr lang="zh-CN" altLang="zh-CN" smtClean="0">
              <a:latin typeface="Arial" panose="020B0604020202020204" pitchFamily="34"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524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B597CC7-EF31-458C-A31C-1991CB72F3BC}" type="slidenum">
              <a:rPr lang="en-US" altLang="zh-CN" smtClean="0"/>
              <a:pPr eaLnBrk="1" hangingPunct="1"/>
              <a:t>19</a:t>
            </a:fld>
            <a:endParaRPr lang="en-US" altLang="zh-CN" smtClean="0"/>
          </a:p>
        </p:txBody>
      </p:sp>
      <p:sp>
        <p:nvSpPr>
          <p:cNvPr id="1845250" name="Rectangle 2"/>
          <p:cNvSpPr>
            <a:spLocks noGrp="1" noRot="1" noChangeAspect="1" noChangeArrowheads="1" noTextEdit="1"/>
          </p:cNvSpPr>
          <p:nvPr>
            <p:ph type="sldImg" idx="4294967295"/>
          </p:nvPr>
        </p:nvSpPr>
        <p:spPr>
          <a:ln/>
        </p:spPr>
      </p:sp>
      <p:sp>
        <p:nvSpPr>
          <p:cNvPr id="1845251" name="Rectangle 3"/>
          <p:cNvSpPr>
            <a:spLocks noGrp="1" noChangeArrowheads="1"/>
          </p:cNvSpPr>
          <p:nvPr>
            <p:ph type="body" idx="4294967295"/>
          </p:nvPr>
        </p:nvSpPr>
        <p:spPr/>
        <p:txBody>
          <a:bodyPr/>
          <a:lstStyle/>
          <a:p>
            <a:endParaRPr lang="zh-CN" altLang="zh-CN" smtClean="0">
              <a:latin typeface="Arial" panose="020B0604020202020204" pitchFamily="34"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729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3FA1EEC8-636F-453E-93D1-AFA6E612B0B2}" type="slidenum">
              <a:rPr lang="en-US" altLang="zh-CN" smtClean="0"/>
              <a:pPr eaLnBrk="1" hangingPunct="1"/>
              <a:t>20</a:t>
            </a:fld>
            <a:endParaRPr lang="en-US" altLang="zh-CN" smtClean="0"/>
          </a:p>
        </p:txBody>
      </p:sp>
      <p:sp>
        <p:nvSpPr>
          <p:cNvPr id="1847298" name="Rectangle 2"/>
          <p:cNvSpPr>
            <a:spLocks noGrp="1" noRot="1" noChangeAspect="1" noChangeArrowheads="1" noTextEdit="1"/>
          </p:cNvSpPr>
          <p:nvPr>
            <p:ph type="sldImg" idx="4294967295"/>
          </p:nvPr>
        </p:nvSpPr>
        <p:spPr>
          <a:ln/>
        </p:spPr>
      </p:sp>
      <p:sp>
        <p:nvSpPr>
          <p:cNvPr id="1847299" name="Rectangle 3"/>
          <p:cNvSpPr>
            <a:spLocks noGrp="1" noChangeArrowheads="1"/>
          </p:cNvSpPr>
          <p:nvPr>
            <p:ph type="body" idx="4294967295"/>
          </p:nvPr>
        </p:nvSpPr>
        <p:spPr/>
        <p:txBody>
          <a:bodyPr/>
          <a:lstStyle/>
          <a:p>
            <a:endParaRPr lang="zh-CN" altLang="zh-CN" smtClean="0">
              <a:latin typeface="Arial" panose="020B0604020202020204" pitchFamily="34"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934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9E6CDF4F-EB0A-4214-B6C1-9CE6391C3C6A}" type="slidenum">
              <a:rPr lang="en-US" altLang="zh-CN" smtClean="0"/>
              <a:pPr eaLnBrk="1" hangingPunct="1"/>
              <a:t>21</a:t>
            </a:fld>
            <a:endParaRPr lang="en-US" altLang="zh-CN" smtClean="0"/>
          </a:p>
        </p:txBody>
      </p:sp>
      <p:sp>
        <p:nvSpPr>
          <p:cNvPr id="1849346" name="Rectangle 2"/>
          <p:cNvSpPr>
            <a:spLocks noGrp="1" noRot="1" noChangeAspect="1" noChangeArrowheads="1" noTextEdit="1"/>
          </p:cNvSpPr>
          <p:nvPr>
            <p:ph type="sldImg" idx="4294967295"/>
          </p:nvPr>
        </p:nvSpPr>
        <p:spPr>
          <a:ln/>
        </p:spPr>
      </p:sp>
      <p:sp>
        <p:nvSpPr>
          <p:cNvPr id="1849347" name="Rectangle 3"/>
          <p:cNvSpPr>
            <a:spLocks noGrp="1" noChangeArrowheads="1"/>
          </p:cNvSpPr>
          <p:nvPr>
            <p:ph type="body" idx="4294967295"/>
          </p:nvPr>
        </p:nvSpPr>
        <p:spPr/>
        <p:txBody>
          <a:bodyPr/>
          <a:lstStyle/>
          <a:p>
            <a:endParaRPr lang="zh-CN" altLang="zh-CN" smtClean="0">
              <a:latin typeface="Arial" panose="020B0604020202020204" pitchFamily="34"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139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C04D4C3-8C78-4C93-ADD6-6ECE1CFB82C4}" type="slidenum">
              <a:rPr lang="en-US" altLang="zh-CN" smtClean="0"/>
              <a:pPr eaLnBrk="1" hangingPunct="1"/>
              <a:t>22</a:t>
            </a:fld>
            <a:endParaRPr lang="en-US" altLang="zh-CN" smtClean="0"/>
          </a:p>
        </p:txBody>
      </p:sp>
      <p:sp>
        <p:nvSpPr>
          <p:cNvPr id="1851394" name="Rectangle 2"/>
          <p:cNvSpPr>
            <a:spLocks noGrp="1" noRot="1" noChangeAspect="1" noChangeArrowheads="1" noTextEdit="1"/>
          </p:cNvSpPr>
          <p:nvPr>
            <p:ph type="sldImg" idx="4294967295"/>
          </p:nvPr>
        </p:nvSpPr>
        <p:spPr>
          <a:ln/>
        </p:spPr>
      </p:sp>
      <p:sp>
        <p:nvSpPr>
          <p:cNvPr id="1851395" name="Rectangle 3"/>
          <p:cNvSpPr>
            <a:spLocks noGrp="1" noChangeArrowheads="1"/>
          </p:cNvSpPr>
          <p:nvPr>
            <p:ph type="body" idx="4294967295"/>
          </p:nvPr>
        </p:nvSpPr>
        <p:spPr/>
        <p:txBody>
          <a:bodyPr/>
          <a:lstStyle/>
          <a:p>
            <a:endParaRPr lang="zh-CN" altLang="zh-CN" smtClean="0">
              <a:latin typeface="Arial" panose="020B0604020202020204" pitchFamily="34"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4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D97395D-6F76-4249-BBB0-202AACDBE35A}" type="slidenum">
              <a:rPr lang="en-US" altLang="zh-CN" smtClean="0"/>
              <a:pPr eaLnBrk="1" hangingPunct="1"/>
              <a:t>24</a:t>
            </a:fld>
            <a:endParaRPr lang="en-US" altLang="zh-CN" smtClean="0"/>
          </a:p>
        </p:txBody>
      </p:sp>
      <p:sp>
        <p:nvSpPr>
          <p:cNvPr id="1853442" name="Rectangle 2"/>
          <p:cNvSpPr>
            <a:spLocks noGrp="1" noRot="1" noChangeAspect="1" noChangeArrowheads="1" noTextEdit="1"/>
          </p:cNvSpPr>
          <p:nvPr>
            <p:ph type="sldImg" idx="4294967295"/>
          </p:nvPr>
        </p:nvSpPr>
        <p:spPr>
          <a:ln/>
        </p:spPr>
      </p:sp>
      <p:sp>
        <p:nvSpPr>
          <p:cNvPr id="1853443" name="Rectangle 3"/>
          <p:cNvSpPr>
            <a:spLocks noGrp="1" noChangeArrowheads="1"/>
          </p:cNvSpPr>
          <p:nvPr>
            <p:ph type="body" idx="4294967295"/>
          </p:nvPr>
        </p:nvSpPr>
        <p:spPr/>
        <p:txBody>
          <a:bodyPr/>
          <a:lstStyle/>
          <a:p>
            <a:endParaRPr lang="zh-CN" altLang="zh-CN" smtClean="0">
              <a:latin typeface="Arial" panose="020B0604020202020204" pitchFamily="34"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651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A12287E-1817-49A8-866E-F52F54FA97E1}" type="slidenum">
              <a:rPr lang="en-US" altLang="zh-CN" smtClean="0"/>
              <a:pPr eaLnBrk="1" hangingPunct="1"/>
              <a:t>26</a:t>
            </a:fld>
            <a:endParaRPr lang="en-US" altLang="zh-CN" smtClean="0"/>
          </a:p>
        </p:txBody>
      </p:sp>
      <p:sp>
        <p:nvSpPr>
          <p:cNvPr id="1856514" name="Rectangle 2"/>
          <p:cNvSpPr>
            <a:spLocks noGrp="1" noRot="1" noChangeAspect="1" noChangeArrowheads="1" noTextEdit="1"/>
          </p:cNvSpPr>
          <p:nvPr>
            <p:ph type="sldImg" idx="4294967295"/>
          </p:nvPr>
        </p:nvSpPr>
        <p:spPr>
          <a:ln/>
        </p:spPr>
      </p:sp>
      <p:sp>
        <p:nvSpPr>
          <p:cNvPr id="1856515" name="Rectangle 3"/>
          <p:cNvSpPr>
            <a:spLocks noGrp="1" noChangeArrowheads="1"/>
          </p:cNvSpPr>
          <p:nvPr>
            <p:ph type="body" idx="4294967295"/>
          </p:nvPr>
        </p:nvSpPr>
        <p:spPr/>
        <p:txBody>
          <a:bodyPr/>
          <a:lstStyle/>
          <a:p>
            <a:endParaRPr lang="zh-CN" altLang="zh-CN" smtClean="0">
              <a:latin typeface="Arial" panose="020B0604020202020204" pitchFamily="34"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856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3A804D0-627D-4515-9C2F-A63264DE48CB}" type="slidenum">
              <a:rPr lang="en-US" altLang="zh-CN" smtClean="0"/>
              <a:pPr eaLnBrk="1" hangingPunct="1"/>
              <a:t>27</a:t>
            </a:fld>
            <a:endParaRPr lang="en-US" altLang="zh-CN" smtClean="0"/>
          </a:p>
        </p:txBody>
      </p:sp>
      <p:sp>
        <p:nvSpPr>
          <p:cNvPr id="1858562" name="Rectangle 2"/>
          <p:cNvSpPr>
            <a:spLocks noGrp="1" noRot="1" noChangeAspect="1" noChangeArrowheads="1" noTextEdit="1"/>
          </p:cNvSpPr>
          <p:nvPr>
            <p:ph type="sldImg" idx="4294967295"/>
          </p:nvPr>
        </p:nvSpPr>
        <p:spPr>
          <a:ln/>
        </p:spPr>
      </p:sp>
      <p:sp>
        <p:nvSpPr>
          <p:cNvPr id="1858563" name="Rectangle 3"/>
          <p:cNvSpPr>
            <a:spLocks noGrp="1" noChangeArrowheads="1"/>
          </p:cNvSpPr>
          <p:nvPr>
            <p:ph type="body" idx="4294967295"/>
          </p:nvPr>
        </p:nvSpPr>
        <p:spPr/>
        <p:txBody>
          <a:bodyPr/>
          <a:lstStyle/>
          <a:p>
            <a:endParaRPr lang="zh-CN" altLang="zh-CN" smtClean="0">
              <a:latin typeface="Arial" panose="020B0604020202020204" pitchFamily="34"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060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22432C61-493E-42D1-8719-75D037113CF6}" type="slidenum">
              <a:rPr lang="en-US" altLang="zh-CN" smtClean="0"/>
              <a:pPr eaLnBrk="1" hangingPunct="1"/>
              <a:t>28</a:t>
            </a:fld>
            <a:endParaRPr lang="en-US" altLang="zh-CN" smtClean="0"/>
          </a:p>
        </p:txBody>
      </p:sp>
      <p:sp>
        <p:nvSpPr>
          <p:cNvPr id="1860610" name="Rectangle 2"/>
          <p:cNvSpPr>
            <a:spLocks noGrp="1" noRot="1" noChangeAspect="1" noChangeArrowheads="1" noTextEdit="1"/>
          </p:cNvSpPr>
          <p:nvPr>
            <p:ph type="sldImg" idx="4294967295"/>
          </p:nvPr>
        </p:nvSpPr>
        <p:spPr>
          <a:ln/>
        </p:spPr>
      </p:sp>
      <p:sp>
        <p:nvSpPr>
          <p:cNvPr id="1860611" name="Rectangle 3"/>
          <p:cNvSpPr>
            <a:spLocks noGrp="1" noChangeArrowheads="1"/>
          </p:cNvSpPr>
          <p:nvPr>
            <p:ph type="body" idx="4294967295"/>
          </p:nvPr>
        </p:nvSpPr>
        <p:spPr/>
        <p:txBody>
          <a:bodyPr/>
          <a:lstStyle/>
          <a:p>
            <a:endParaRPr lang="zh-CN" altLang="zh-CN" smtClean="0">
              <a:latin typeface="Arial" panose="020B0604020202020204" pitchFamily="34"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265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55D11AF-9F66-4DED-9CC9-F8ACA581C945}" type="slidenum">
              <a:rPr lang="en-US" altLang="zh-CN" smtClean="0"/>
              <a:pPr eaLnBrk="1" hangingPunct="1"/>
              <a:t>29</a:t>
            </a:fld>
            <a:endParaRPr lang="en-US" altLang="zh-CN" smtClean="0"/>
          </a:p>
        </p:txBody>
      </p:sp>
      <p:sp>
        <p:nvSpPr>
          <p:cNvPr id="1862658" name="Rectangle 2"/>
          <p:cNvSpPr>
            <a:spLocks noGrp="1" noRot="1" noChangeAspect="1" noChangeArrowheads="1" noTextEdit="1"/>
          </p:cNvSpPr>
          <p:nvPr>
            <p:ph type="sldImg" idx="4294967295"/>
          </p:nvPr>
        </p:nvSpPr>
        <p:spPr>
          <a:ln/>
        </p:spPr>
      </p:sp>
      <p:sp>
        <p:nvSpPr>
          <p:cNvPr id="1862659" name="Rectangle 3"/>
          <p:cNvSpPr>
            <a:spLocks noGrp="1" noChangeArrowheads="1"/>
          </p:cNvSpPr>
          <p:nvPr>
            <p:ph type="body" idx="4294967295"/>
          </p:nvPr>
        </p:nvSpPr>
        <p:spPr/>
        <p:txBody>
          <a:bodyPr/>
          <a:lstStyle/>
          <a:p>
            <a:endParaRPr lang="zh-CN" altLang="zh-CN" smtClean="0">
              <a:latin typeface="Arial" panose="020B0604020202020204" pitchFamily="34"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470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F3C578E7-E44E-40DF-846D-05014183D278}" type="slidenum">
              <a:rPr lang="en-US" altLang="zh-CN" smtClean="0"/>
              <a:pPr eaLnBrk="1" hangingPunct="1"/>
              <a:t>30</a:t>
            </a:fld>
            <a:endParaRPr lang="en-US" altLang="zh-CN" smtClean="0"/>
          </a:p>
        </p:txBody>
      </p:sp>
      <p:sp>
        <p:nvSpPr>
          <p:cNvPr id="1864706" name="Rectangle 2"/>
          <p:cNvSpPr>
            <a:spLocks noGrp="1" noRot="1" noChangeAspect="1" noChangeArrowheads="1" noTextEdit="1"/>
          </p:cNvSpPr>
          <p:nvPr>
            <p:ph type="sldImg" idx="4294967295"/>
          </p:nvPr>
        </p:nvSpPr>
        <p:spPr>
          <a:ln/>
        </p:spPr>
      </p:sp>
      <p:sp>
        <p:nvSpPr>
          <p:cNvPr id="1864707" name="Rectangle 3"/>
          <p:cNvSpPr>
            <a:spLocks noGrp="1" noChangeArrowheads="1"/>
          </p:cNvSpPr>
          <p:nvPr>
            <p:ph type="body" idx="4294967295"/>
          </p:nvPr>
        </p:nvSpPr>
        <p:spPr/>
        <p:txBody>
          <a:bodyPr/>
          <a:lstStyle/>
          <a:p>
            <a:endParaRPr lang="zh-CN" altLang="zh-CN" smtClean="0">
              <a:latin typeface="Arial" panose="020B0604020202020204" pitchFamily="34"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675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41E7329-E2F4-4A25-8EA0-5BA586023260}" type="slidenum">
              <a:rPr lang="en-US" altLang="zh-CN" smtClean="0"/>
              <a:pPr eaLnBrk="1" hangingPunct="1"/>
              <a:t>31</a:t>
            </a:fld>
            <a:endParaRPr lang="en-US" altLang="zh-CN" smtClean="0"/>
          </a:p>
        </p:txBody>
      </p:sp>
      <p:sp>
        <p:nvSpPr>
          <p:cNvPr id="1866754" name="Rectangle 2"/>
          <p:cNvSpPr>
            <a:spLocks noGrp="1" noRot="1" noChangeAspect="1" noChangeArrowheads="1" noTextEdit="1"/>
          </p:cNvSpPr>
          <p:nvPr>
            <p:ph type="sldImg" idx="4294967295"/>
          </p:nvPr>
        </p:nvSpPr>
        <p:spPr>
          <a:ln/>
        </p:spPr>
      </p:sp>
      <p:sp>
        <p:nvSpPr>
          <p:cNvPr id="1866755" name="Rectangle 3"/>
          <p:cNvSpPr>
            <a:spLocks noGrp="1" noChangeArrowheads="1"/>
          </p:cNvSpPr>
          <p:nvPr>
            <p:ph type="body" idx="4294967295"/>
          </p:nvPr>
        </p:nvSpPr>
        <p:spPr/>
        <p:txBody>
          <a:bodyPr/>
          <a:lstStyle/>
          <a:p>
            <a:endParaRPr lang="zh-CN" altLang="zh-CN" smtClean="0">
              <a:latin typeface="Arial" panose="020B0604020202020204" pitchFamily="34"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880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C44AA006-2787-46F4-A4CA-2AAA447CC73F}" type="slidenum">
              <a:rPr lang="en-US" altLang="zh-CN" smtClean="0"/>
              <a:pPr eaLnBrk="1" hangingPunct="1"/>
              <a:t>35</a:t>
            </a:fld>
            <a:endParaRPr lang="en-US" altLang="zh-CN" smtClean="0"/>
          </a:p>
        </p:txBody>
      </p:sp>
      <p:sp>
        <p:nvSpPr>
          <p:cNvPr id="1868802" name="Rectangle 2"/>
          <p:cNvSpPr>
            <a:spLocks noGrp="1" noRot="1" noChangeAspect="1" noChangeArrowheads="1" noTextEdit="1"/>
          </p:cNvSpPr>
          <p:nvPr>
            <p:ph type="sldImg" idx="4294967295"/>
          </p:nvPr>
        </p:nvSpPr>
        <p:spPr>
          <a:ln/>
        </p:spPr>
      </p:sp>
      <p:sp>
        <p:nvSpPr>
          <p:cNvPr id="1868803" name="Rectangle 3"/>
          <p:cNvSpPr>
            <a:spLocks noGrp="1" noChangeArrowheads="1"/>
          </p:cNvSpPr>
          <p:nvPr>
            <p:ph type="body" idx="4294967295"/>
          </p:nvPr>
        </p:nvSpPr>
        <p:spPr/>
        <p:txBody>
          <a:bodyPr/>
          <a:lstStyle/>
          <a:p>
            <a:endParaRPr lang="zh-CN" altLang="zh-CN" smtClean="0">
              <a:latin typeface="Arial" panose="020B0604020202020204" pitchFamily="34"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187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DDCF136-4813-4D6A-B672-519400D6E6F3}" type="slidenum">
              <a:rPr lang="en-US" altLang="zh-CN" smtClean="0"/>
              <a:pPr eaLnBrk="1" hangingPunct="1"/>
              <a:t>40</a:t>
            </a:fld>
            <a:endParaRPr lang="en-US" altLang="zh-CN" smtClean="0"/>
          </a:p>
        </p:txBody>
      </p:sp>
      <p:sp>
        <p:nvSpPr>
          <p:cNvPr id="1871874" name="Rectangle 2"/>
          <p:cNvSpPr>
            <a:spLocks noGrp="1" noRot="1" noChangeAspect="1" noChangeArrowheads="1" noTextEdit="1"/>
          </p:cNvSpPr>
          <p:nvPr>
            <p:ph type="sldImg" idx="4294967295"/>
          </p:nvPr>
        </p:nvSpPr>
        <p:spPr>
          <a:ln/>
        </p:spPr>
      </p:sp>
      <p:sp>
        <p:nvSpPr>
          <p:cNvPr id="1871875" name="Rectangle 3"/>
          <p:cNvSpPr>
            <a:spLocks noGrp="1" noChangeArrowheads="1"/>
          </p:cNvSpPr>
          <p:nvPr>
            <p:ph type="body" idx="4294967295"/>
          </p:nvPr>
        </p:nvSpPr>
        <p:spPr/>
        <p:txBody>
          <a:bodyPr/>
          <a:lstStyle/>
          <a:p>
            <a:endParaRPr lang="zh-CN" altLang="zh-CN" smtClean="0">
              <a:latin typeface="Arial" panose="020B0604020202020204" pitchFamily="34"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2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F73B4169-8935-4365-9CE8-BB92A1A79F8E}" type="slidenum">
              <a:rPr lang="en-US" altLang="zh-CN" smtClean="0"/>
              <a:pPr eaLnBrk="1" hangingPunct="1"/>
              <a:t>41</a:t>
            </a:fld>
            <a:endParaRPr lang="en-US" altLang="zh-CN" smtClean="0"/>
          </a:p>
        </p:txBody>
      </p:sp>
      <p:sp>
        <p:nvSpPr>
          <p:cNvPr id="1873922" name="Rectangle 2"/>
          <p:cNvSpPr>
            <a:spLocks noGrp="1" noRot="1" noChangeAspect="1" noChangeArrowheads="1" noTextEdit="1"/>
          </p:cNvSpPr>
          <p:nvPr>
            <p:ph type="sldImg" idx="4294967295"/>
          </p:nvPr>
        </p:nvSpPr>
        <p:spPr>
          <a:ln/>
        </p:spPr>
      </p:sp>
      <p:sp>
        <p:nvSpPr>
          <p:cNvPr id="1873923" name="Rectangle 3"/>
          <p:cNvSpPr>
            <a:spLocks noGrp="1" noChangeArrowheads="1"/>
          </p:cNvSpPr>
          <p:nvPr>
            <p:ph type="body" idx="4294967295"/>
          </p:nvPr>
        </p:nvSpPr>
        <p:spPr/>
        <p:txBody>
          <a:bodyPr/>
          <a:lstStyle/>
          <a:p>
            <a:endParaRPr lang="zh-CN" altLang="zh-CN" smtClean="0">
              <a:latin typeface="Arial" panose="020B0604020202020204" pitchFamily="34"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596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5D96A252-03AD-4E03-B91B-DD5C46BB8C83}" type="slidenum">
              <a:rPr lang="en-US" altLang="zh-CN" smtClean="0"/>
              <a:pPr eaLnBrk="1" hangingPunct="1"/>
              <a:t>42</a:t>
            </a:fld>
            <a:endParaRPr lang="en-US" altLang="zh-CN" smtClean="0"/>
          </a:p>
        </p:txBody>
      </p:sp>
      <p:sp>
        <p:nvSpPr>
          <p:cNvPr id="1875970" name="Rectangle 2"/>
          <p:cNvSpPr>
            <a:spLocks noGrp="1" noRot="1" noChangeAspect="1" noChangeArrowheads="1" noTextEdit="1"/>
          </p:cNvSpPr>
          <p:nvPr>
            <p:ph type="sldImg" idx="4294967295"/>
          </p:nvPr>
        </p:nvSpPr>
        <p:spPr>
          <a:ln/>
        </p:spPr>
      </p:sp>
      <p:sp>
        <p:nvSpPr>
          <p:cNvPr id="1875971" name="Rectangle 3"/>
          <p:cNvSpPr>
            <a:spLocks noGrp="1" noChangeArrowheads="1"/>
          </p:cNvSpPr>
          <p:nvPr>
            <p:ph type="body" idx="4294967295"/>
          </p:nvPr>
        </p:nvSpPr>
        <p:spPr/>
        <p:txBody>
          <a:bodyPr/>
          <a:lstStyle/>
          <a:p>
            <a:endParaRPr lang="zh-CN" altLang="zh-CN" smtClean="0">
              <a:latin typeface="Arial" panose="020B0604020202020204" pitchFamily="34"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801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5E782D93-A673-43F2-9373-14FAD2D515DB}" type="slidenum">
              <a:rPr lang="en-US" altLang="zh-CN" smtClean="0"/>
              <a:pPr eaLnBrk="1" hangingPunct="1"/>
              <a:t>43</a:t>
            </a:fld>
            <a:endParaRPr lang="en-US" altLang="zh-CN" smtClean="0"/>
          </a:p>
        </p:txBody>
      </p:sp>
      <p:sp>
        <p:nvSpPr>
          <p:cNvPr id="1878018" name="Rectangle 2"/>
          <p:cNvSpPr>
            <a:spLocks noGrp="1" noRot="1" noChangeAspect="1" noChangeArrowheads="1" noTextEdit="1"/>
          </p:cNvSpPr>
          <p:nvPr>
            <p:ph type="sldImg" idx="4294967295"/>
          </p:nvPr>
        </p:nvSpPr>
        <p:spPr>
          <a:ln/>
        </p:spPr>
      </p:sp>
      <p:sp>
        <p:nvSpPr>
          <p:cNvPr id="1878019" name="Rectangle 3"/>
          <p:cNvSpPr>
            <a:spLocks noGrp="1" noChangeArrowheads="1"/>
          </p:cNvSpPr>
          <p:nvPr>
            <p:ph type="body" idx="4294967295"/>
          </p:nvPr>
        </p:nvSpPr>
        <p:spPr/>
        <p:txBody>
          <a:bodyPr/>
          <a:lstStyle/>
          <a:p>
            <a:endParaRPr lang="zh-CN" altLang="zh-CN" smtClean="0">
              <a:latin typeface="Arial" panose="020B0604020202020204" pitchFamily="34"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006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E261E47-A144-48E9-A661-014DA745E725}" type="slidenum">
              <a:rPr lang="en-US" altLang="zh-CN" smtClean="0"/>
              <a:pPr eaLnBrk="1" hangingPunct="1"/>
              <a:t>44</a:t>
            </a:fld>
            <a:endParaRPr lang="en-US" altLang="zh-CN" smtClean="0"/>
          </a:p>
        </p:txBody>
      </p:sp>
      <p:sp>
        <p:nvSpPr>
          <p:cNvPr id="1880066" name="Rectangle 2"/>
          <p:cNvSpPr>
            <a:spLocks noGrp="1" noRot="1" noChangeAspect="1" noChangeArrowheads="1" noTextEdit="1"/>
          </p:cNvSpPr>
          <p:nvPr>
            <p:ph type="sldImg" idx="4294967295"/>
          </p:nvPr>
        </p:nvSpPr>
        <p:spPr>
          <a:ln/>
        </p:spPr>
      </p:sp>
      <p:sp>
        <p:nvSpPr>
          <p:cNvPr id="1880067" name="Rectangle 3"/>
          <p:cNvSpPr>
            <a:spLocks noGrp="1" noChangeArrowheads="1"/>
          </p:cNvSpPr>
          <p:nvPr>
            <p:ph type="body" idx="4294967295"/>
          </p:nvPr>
        </p:nvSpPr>
        <p:spPr/>
        <p:txBody>
          <a:bodyPr/>
          <a:lstStyle/>
          <a:p>
            <a:endParaRPr lang="zh-CN" altLang="zh-CN" smtClean="0">
              <a:latin typeface="Arial" panose="020B0604020202020204" pitchFamily="34"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211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94F674AA-8B01-4198-8162-09B5B099C33A}" type="slidenum">
              <a:rPr lang="en-US" altLang="zh-CN" smtClean="0"/>
              <a:pPr eaLnBrk="1" hangingPunct="1"/>
              <a:t>45</a:t>
            </a:fld>
            <a:endParaRPr lang="en-US" altLang="zh-CN" smtClean="0"/>
          </a:p>
        </p:txBody>
      </p:sp>
      <p:sp>
        <p:nvSpPr>
          <p:cNvPr id="1882114" name="Rectangle 2"/>
          <p:cNvSpPr>
            <a:spLocks noGrp="1" noRot="1" noChangeAspect="1" noChangeArrowheads="1" noTextEdit="1"/>
          </p:cNvSpPr>
          <p:nvPr>
            <p:ph type="sldImg" idx="4294967295"/>
          </p:nvPr>
        </p:nvSpPr>
        <p:spPr>
          <a:ln/>
        </p:spPr>
      </p:sp>
      <p:sp>
        <p:nvSpPr>
          <p:cNvPr id="1882115" name="Rectangle 3"/>
          <p:cNvSpPr>
            <a:spLocks noGrp="1" noChangeArrowheads="1"/>
          </p:cNvSpPr>
          <p:nvPr>
            <p:ph type="body" idx="4294967295"/>
          </p:nvPr>
        </p:nvSpPr>
        <p:spPr/>
        <p:txBody>
          <a:bodyPr/>
          <a:lstStyle/>
          <a:p>
            <a:endParaRPr lang="zh-CN" altLang="zh-CN" smtClean="0">
              <a:latin typeface="Arial" panose="020B0604020202020204" pitchFamily="34" charset="0"/>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6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9DD38006-9F3A-4BE8-9CAC-AD16EC692C82}" type="slidenum">
              <a:rPr lang="en-US" altLang="zh-CN" smtClean="0">
                <a:latin typeface="Arial" panose="020B0604020202020204" pitchFamily="34" charset="0"/>
              </a:rPr>
              <a:pPr/>
              <a:t>46</a:t>
            </a:fld>
            <a:endParaRPr lang="en-US" altLang="zh-CN" smtClean="0">
              <a:latin typeface="Arial" panose="020B0604020202020204" pitchFamily="34" charset="0"/>
            </a:endParaRPr>
          </a:p>
        </p:txBody>
      </p:sp>
      <p:sp>
        <p:nvSpPr>
          <p:cNvPr id="1884162" name="Rectangle 2"/>
          <p:cNvSpPr>
            <a:spLocks noGrp="1" noRot="1" noChangeAspect="1" noChangeArrowheads="1" noTextEdit="1"/>
          </p:cNvSpPr>
          <p:nvPr>
            <p:ph type="sldImg" idx="4294967295"/>
          </p:nvPr>
        </p:nvSpPr>
        <p:spPr>
          <a:ln/>
        </p:spPr>
      </p:sp>
      <p:sp>
        <p:nvSpPr>
          <p:cNvPr id="1884163" name="Rectangle 3"/>
          <p:cNvSpPr>
            <a:spLocks noGrp="1" noChangeArrowheads="1"/>
          </p:cNvSpPr>
          <p:nvPr>
            <p:ph type="body" idx="4294967295"/>
          </p:nvPr>
        </p:nvSpPr>
        <p:spPr/>
        <p:txBody>
          <a:bodyPr/>
          <a:lstStyle/>
          <a:p>
            <a:endParaRPr lang="zh-CN" altLang="zh-CN" smtClean="0">
              <a:latin typeface="Arial" panose="020B0604020202020204" pitchFamily="34" charset="0"/>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620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F435BB41-9344-46C7-84C5-36A377CF4226}" type="slidenum">
              <a:rPr lang="en-US" altLang="zh-CN" smtClean="0"/>
              <a:pPr eaLnBrk="1" hangingPunct="1"/>
              <a:t>47</a:t>
            </a:fld>
            <a:endParaRPr lang="en-US" altLang="zh-CN" smtClean="0"/>
          </a:p>
        </p:txBody>
      </p:sp>
      <p:sp>
        <p:nvSpPr>
          <p:cNvPr id="1886210" name="Rectangle 2"/>
          <p:cNvSpPr>
            <a:spLocks noGrp="1" noRot="1" noChangeAspect="1" noChangeArrowheads="1" noTextEdit="1"/>
          </p:cNvSpPr>
          <p:nvPr>
            <p:ph type="sldImg" idx="4294967295"/>
          </p:nvPr>
        </p:nvSpPr>
        <p:spPr>
          <a:ln/>
        </p:spPr>
      </p:sp>
      <p:sp>
        <p:nvSpPr>
          <p:cNvPr id="1886211" name="Rectangle 3"/>
          <p:cNvSpPr>
            <a:spLocks noGrp="1" noChangeArrowheads="1"/>
          </p:cNvSpPr>
          <p:nvPr>
            <p:ph type="body" idx="4294967295"/>
          </p:nvPr>
        </p:nvSpPr>
        <p:spPr/>
        <p:txBody>
          <a:bodyPr/>
          <a:lstStyle/>
          <a:p>
            <a:endParaRPr lang="zh-CN" altLang="zh-CN" smtClean="0">
              <a:latin typeface="Arial" panose="020B0604020202020204" pitchFamily="34" charset="0"/>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825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89AC94F7-AB89-47D2-871E-E1A5015D6A0B}" type="slidenum">
              <a:rPr lang="en-US" altLang="zh-CN" smtClean="0">
                <a:latin typeface="Arial" panose="020B0604020202020204" pitchFamily="34" charset="0"/>
              </a:rPr>
              <a:pPr/>
              <a:t>48</a:t>
            </a:fld>
            <a:endParaRPr lang="en-US" altLang="zh-CN" smtClean="0">
              <a:latin typeface="Arial" panose="020B0604020202020204" pitchFamily="34" charset="0"/>
            </a:endParaRPr>
          </a:p>
        </p:txBody>
      </p:sp>
      <p:sp>
        <p:nvSpPr>
          <p:cNvPr id="1888258" name="Rectangle 2"/>
          <p:cNvSpPr>
            <a:spLocks noGrp="1" noRot="1" noChangeAspect="1" noChangeArrowheads="1" noTextEdit="1"/>
          </p:cNvSpPr>
          <p:nvPr>
            <p:ph type="sldImg" idx="4294967295"/>
          </p:nvPr>
        </p:nvSpPr>
        <p:spPr>
          <a:ln/>
        </p:spPr>
      </p:sp>
      <p:sp>
        <p:nvSpPr>
          <p:cNvPr id="1888259" name="Rectangle 3"/>
          <p:cNvSpPr>
            <a:spLocks noGrp="1" noChangeArrowheads="1"/>
          </p:cNvSpPr>
          <p:nvPr>
            <p:ph type="body" idx="4294967295"/>
          </p:nvPr>
        </p:nvSpPr>
        <p:spPr/>
        <p:txBody>
          <a:bodyPr/>
          <a:lstStyle/>
          <a:p>
            <a:endParaRPr lang="zh-CN" altLang="zh-CN" smtClean="0">
              <a:latin typeface="Arial" panose="020B0604020202020204" pitchFamily="34" charset="0"/>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030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DED1CC94-9D12-450B-B695-BAE92DBB8D97}" type="slidenum">
              <a:rPr lang="en-US" altLang="zh-CN" smtClean="0">
                <a:latin typeface="Arial" panose="020B0604020202020204" pitchFamily="34" charset="0"/>
              </a:rPr>
              <a:pPr/>
              <a:t>49</a:t>
            </a:fld>
            <a:endParaRPr lang="en-US" altLang="zh-CN" smtClean="0">
              <a:latin typeface="Arial" panose="020B0604020202020204" pitchFamily="34" charset="0"/>
            </a:endParaRPr>
          </a:p>
        </p:txBody>
      </p:sp>
      <p:sp>
        <p:nvSpPr>
          <p:cNvPr id="1890306" name="Rectangle 2"/>
          <p:cNvSpPr>
            <a:spLocks noGrp="1" noRot="1" noChangeAspect="1" noChangeArrowheads="1" noTextEdit="1"/>
          </p:cNvSpPr>
          <p:nvPr>
            <p:ph type="sldImg" idx="4294967295"/>
          </p:nvPr>
        </p:nvSpPr>
        <p:spPr>
          <a:ln/>
        </p:spPr>
      </p:sp>
      <p:sp>
        <p:nvSpPr>
          <p:cNvPr id="1890307" name="Rectangle 3"/>
          <p:cNvSpPr>
            <a:spLocks noGrp="1" noChangeArrowheads="1"/>
          </p:cNvSpPr>
          <p:nvPr>
            <p:ph type="body" idx="4294967295"/>
          </p:nvPr>
        </p:nvSpPr>
        <p:spPr/>
        <p:txBody>
          <a:bodyPr/>
          <a:lstStyle/>
          <a:p>
            <a:endParaRPr lang="zh-CN" altLang="zh-CN" smtClean="0">
              <a:latin typeface="Arial" panose="020B0604020202020204" pitchFamily="34" charset="0"/>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235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7B4FA44D-7229-42E1-A1BF-E3D47D7DC729}" type="slidenum">
              <a:rPr lang="en-US" altLang="zh-CN" smtClean="0">
                <a:latin typeface="Arial" panose="020B0604020202020204" pitchFamily="34" charset="0"/>
              </a:rPr>
              <a:pPr/>
              <a:t>50</a:t>
            </a:fld>
            <a:endParaRPr lang="en-US" altLang="zh-CN" smtClean="0">
              <a:latin typeface="Arial" panose="020B0604020202020204" pitchFamily="34" charset="0"/>
            </a:endParaRPr>
          </a:p>
        </p:txBody>
      </p:sp>
      <p:sp>
        <p:nvSpPr>
          <p:cNvPr id="1892354" name="Rectangle 2"/>
          <p:cNvSpPr>
            <a:spLocks noGrp="1" noRot="1" noChangeAspect="1" noChangeArrowheads="1" noTextEdit="1"/>
          </p:cNvSpPr>
          <p:nvPr>
            <p:ph type="sldImg" idx="4294967295"/>
          </p:nvPr>
        </p:nvSpPr>
        <p:spPr>
          <a:ln/>
        </p:spPr>
      </p:sp>
      <p:sp>
        <p:nvSpPr>
          <p:cNvPr id="1892355" name="Rectangle 3"/>
          <p:cNvSpPr>
            <a:spLocks noGrp="1" noChangeArrowheads="1"/>
          </p:cNvSpPr>
          <p:nvPr>
            <p:ph type="body" idx="4294967295"/>
          </p:nvPr>
        </p:nvSpPr>
        <p:spPr/>
        <p:txBody>
          <a:bodyPr/>
          <a:lstStyle/>
          <a:p>
            <a:endParaRPr lang="zh-CN" altLang="zh-CN" smtClean="0">
              <a:latin typeface="Arial" panose="020B0604020202020204" pitchFamily="34" charset="0"/>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0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1E3B7585-CEC6-4294-9CDE-3D05C3B64025}" type="slidenum">
              <a:rPr lang="en-US" altLang="zh-CN" smtClean="0">
                <a:latin typeface="Arial" panose="020B0604020202020204" pitchFamily="34" charset="0"/>
              </a:rPr>
              <a:pPr/>
              <a:t>51</a:t>
            </a:fld>
            <a:endParaRPr lang="en-US" altLang="zh-CN" smtClean="0">
              <a:latin typeface="Arial" panose="020B0604020202020204" pitchFamily="34" charset="0"/>
            </a:endParaRPr>
          </a:p>
        </p:txBody>
      </p:sp>
      <p:sp>
        <p:nvSpPr>
          <p:cNvPr id="1894402" name="Rectangle 2"/>
          <p:cNvSpPr>
            <a:spLocks noGrp="1" noRot="1" noChangeAspect="1" noChangeArrowheads="1" noTextEdit="1"/>
          </p:cNvSpPr>
          <p:nvPr>
            <p:ph type="sldImg" idx="4294967295"/>
          </p:nvPr>
        </p:nvSpPr>
        <p:spPr>
          <a:ln/>
        </p:spPr>
      </p:sp>
      <p:sp>
        <p:nvSpPr>
          <p:cNvPr id="1894403" name="Rectangle 3"/>
          <p:cNvSpPr>
            <a:spLocks noGrp="1" noChangeArrowheads="1"/>
          </p:cNvSpPr>
          <p:nvPr>
            <p:ph type="body" idx="4294967295"/>
          </p:nvPr>
        </p:nvSpPr>
        <p:spPr/>
        <p:txBody>
          <a:bodyPr/>
          <a:lstStyle/>
          <a:p>
            <a:endParaRPr lang="zh-CN" altLang="zh-CN" smtClean="0">
              <a:latin typeface="Arial" panose="020B0604020202020204" pitchFamily="34" charset="0"/>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644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FC1507C9-A837-4D86-9863-057E3B6C10A1}" type="slidenum">
              <a:rPr lang="en-US" altLang="zh-CN" smtClean="0">
                <a:latin typeface="Arial" panose="020B0604020202020204" pitchFamily="34" charset="0"/>
              </a:rPr>
              <a:pPr/>
              <a:t>52</a:t>
            </a:fld>
            <a:endParaRPr lang="en-US" altLang="zh-CN" smtClean="0">
              <a:latin typeface="Arial" panose="020B0604020202020204" pitchFamily="34" charset="0"/>
            </a:endParaRPr>
          </a:p>
        </p:txBody>
      </p:sp>
      <p:sp>
        <p:nvSpPr>
          <p:cNvPr id="1896450" name="Rectangle 2"/>
          <p:cNvSpPr>
            <a:spLocks noGrp="1" noRot="1" noChangeAspect="1" noChangeArrowheads="1" noTextEdit="1"/>
          </p:cNvSpPr>
          <p:nvPr>
            <p:ph type="sldImg" idx="4294967295"/>
          </p:nvPr>
        </p:nvSpPr>
        <p:spPr>
          <a:ln/>
        </p:spPr>
      </p:sp>
      <p:sp>
        <p:nvSpPr>
          <p:cNvPr id="1896451" name="Rectangle 3"/>
          <p:cNvSpPr>
            <a:spLocks noGrp="1" noChangeArrowheads="1"/>
          </p:cNvSpPr>
          <p:nvPr>
            <p:ph type="body" idx="4294967295"/>
          </p:nvPr>
        </p:nvSpPr>
        <p:spPr/>
        <p:txBody>
          <a:bodyPr/>
          <a:lstStyle/>
          <a:p>
            <a:endParaRPr lang="zh-CN" altLang="zh-CN" smtClean="0">
              <a:latin typeface="Arial" panose="020B0604020202020204" pitchFamily="34" charset="0"/>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849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1122CCB7-A606-45FB-82AC-C48DC7CA997A}" type="slidenum">
              <a:rPr lang="en-US" altLang="zh-CN" smtClean="0">
                <a:latin typeface="Arial" panose="020B0604020202020204" pitchFamily="34" charset="0"/>
              </a:rPr>
              <a:pPr/>
              <a:t>53</a:t>
            </a:fld>
            <a:endParaRPr lang="en-US" altLang="zh-CN" smtClean="0">
              <a:latin typeface="Arial" panose="020B0604020202020204" pitchFamily="34" charset="0"/>
            </a:endParaRPr>
          </a:p>
        </p:txBody>
      </p:sp>
      <p:sp>
        <p:nvSpPr>
          <p:cNvPr id="1898498" name="Rectangle 2"/>
          <p:cNvSpPr>
            <a:spLocks noGrp="1" noRot="1" noChangeAspect="1" noChangeArrowheads="1" noTextEdit="1"/>
          </p:cNvSpPr>
          <p:nvPr>
            <p:ph type="sldImg" idx="4294967295"/>
          </p:nvPr>
        </p:nvSpPr>
        <p:spPr>
          <a:ln/>
        </p:spPr>
      </p:sp>
      <p:sp>
        <p:nvSpPr>
          <p:cNvPr id="1898499" name="Rectangle 3"/>
          <p:cNvSpPr>
            <a:spLocks noGrp="1" noChangeArrowheads="1"/>
          </p:cNvSpPr>
          <p:nvPr>
            <p:ph type="body" idx="4294967295"/>
          </p:nvPr>
        </p:nvSpPr>
        <p:spPr/>
        <p:txBody>
          <a:bodyPr/>
          <a:lstStyle/>
          <a:p>
            <a:endParaRPr lang="zh-CN" altLang="zh-CN" smtClean="0">
              <a:latin typeface="Arial" panose="020B0604020202020204" pitchFamily="34" charset="0"/>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054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F94E3203-B7E8-4DE1-B88B-DD09C7634AE3}" type="slidenum">
              <a:rPr lang="en-US" altLang="zh-CN" smtClean="0">
                <a:latin typeface="Arial" panose="020B0604020202020204" pitchFamily="34" charset="0"/>
              </a:rPr>
              <a:pPr/>
              <a:t>54</a:t>
            </a:fld>
            <a:endParaRPr lang="en-US" altLang="zh-CN" smtClean="0">
              <a:latin typeface="Arial" panose="020B0604020202020204" pitchFamily="34" charset="0"/>
            </a:endParaRPr>
          </a:p>
        </p:txBody>
      </p:sp>
      <p:sp>
        <p:nvSpPr>
          <p:cNvPr id="1900546" name="Rectangle 2"/>
          <p:cNvSpPr>
            <a:spLocks noGrp="1" noRot="1" noChangeAspect="1" noChangeArrowheads="1" noTextEdit="1"/>
          </p:cNvSpPr>
          <p:nvPr>
            <p:ph type="sldImg" idx="4294967295"/>
          </p:nvPr>
        </p:nvSpPr>
        <p:spPr>
          <a:ln/>
        </p:spPr>
      </p:sp>
      <p:sp>
        <p:nvSpPr>
          <p:cNvPr id="1900547" name="Rectangle 3"/>
          <p:cNvSpPr>
            <a:spLocks noGrp="1" noChangeArrowheads="1"/>
          </p:cNvSpPr>
          <p:nvPr>
            <p:ph type="body" idx="4294967295"/>
          </p:nvPr>
        </p:nvSpPr>
        <p:spPr/>
        <p:txBody>
          <a:bodyPr/>
          <a:lstStyle/>
          <a:p>
            <a:endParaRPr lang="zh-CN" altLang="zh-CN" smtClean="0">
              <a:latin typeface="Arial" panose="020B0604020202020204" pitchFamily="34" charset="0"/>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259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262E3109-A0A7-4741-9EE3-0EF6B1AB2778}" type="slidenum">
              <a:rPr lang="en-US" altLang="zh-CN" smtClean="0">
                <a:latin typeface="Arial" panose="020B0604020202020204" pitchFamily="34" charset="0"/>
              </a:rPr>
              <a:pPr/>
              <a:t>55</a:t>
            </a:fld>
            <a:endParaRPr lang="en-US" altLang="zh-CN" smtClean="0">
              <a:latin typeface="Arial" panose="020B0604020202020204" pitchFamily="34" charset="0"/>
            </a:endParaRPr>
          </a:p>
        </p:txBody>
      </p:sp>
      <p:sp>
        <p:nvSpPr>
          <p:cNvPr id="1902594" name="Rectangle 2"/>
          <p:cNvSpPr>
            <a:spLocks noGrp="1" noRot="1" noChangeAspect="1" noChangeArrowheads="1" noTextEdit="1"/>
          </p:cNvSpPr>
          <p:nvPr>
            <p:ph type="sldImg" idx="4294967295"/>
          </p:nvPr>
        </p:nvSpPr>
        <p:spPr>
          <a:ln/>
        </p:spPr>
      </p:sp>
      <p:sp>
        <p:nvSpPr>
          <p:cNvPr id="1902595" name="Rectangle 3"/>
          <p:cNvSpPr>
            <a:spLocks noGrp="1" noChangeArrowheads="1"/>
          </p:cNvSpPr>
          <p:nvPr>
            <p:ph type="body" idx="4294967295"/>
          </p:nvPr>
        </p:nvSpPr>
        <p:spPr/>
        <p:txBody>
          <a:bodyPr/>
          <a:lstStyle/>
          <a:p>
            <a:endParaRPr lang="zh-CN" altLang="zh-CN" smtClean="0">
              <a:latin typeface="Arial" panose="020B0604020202020204" pitchFamily="34" charset="0"/>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4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39DDCA40-B067-40DB-9110-46F750DEFF94}" type="slidenum">
              <a:rPr lang="en-US" altLang="zh-CN" smtClean="0">
                <a:latin typeface="Arial" panose="020B0604020202020204" pitchFamily="34" charset="0"/>
              </a:rPr>
              <a:pPr/>
              <a:t>56</a:t>
            </a:fld>
            <a:endParaRPr lang="en-US" altLang="zh-CN" smtClean="0">
              <a:latin typeface="Arial" panose="020B0604020202020204" pitchFamily="34" charset="0"/>
            </a:endParaRPr>
          </a:p>
        </p:txBody>
      </p:sp>
      <p:sp>
        <p:nvSpPr>
          <p:cNvPr id="1904642" name="Rectangle 2"/>
          <p:cNvSpPr>
            <a:spLocks noGrp="1" noRot="1" noChangeAspect="1" noChangeArrowheads="1" noTextEdit="1"/>
          </p:cNvSpPr>
          <p:nvPr>
            <p:ph type="sldImg" idx="4294967295"/>
          </p:nvPr>
        </p:nvSpPr>
        <p:spPr>
          <a:ln/>
        </p:spPr>
      </p:sp>
      <p:sp>
        <p:nvSpPr>
          <p:cNvPr id="1904643" name="Rectangle 3"/>
          <p:cNvSpPr>
            <a:spLocks noGrp="1" noChangeArrowheads="1"/>
          </p:cNvSpPr>
          <p:nvPr>
            <p:ph type="body" idx="4294967295"/>
          </p:nvPr>
        </p:nvSpPr>
        <p:spPr/>
        <p:txBody>
          <a:bodyPr/>
          <a:lstStyle/>
          <a:p>
            <a:endParaRPr lang="zh-CN" altLang="zh-CN" smtClean="0">
              <a:latin typeface="Arial" panose="020B0604020202020204" pitchFamily="34" charset="0"/>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668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ADD28532-F867-44C0-B525-B4C983085853}" type="slidenum">
              <a:rPr lang="en-US" altLang="zh-CN" smtClean="0">
                <a:latin typeface="Arial" panose="020B0604020202020204" pitchFamily="34" charset="0"/>
              </a:rPr>
              <a:pPr/>
              <a:t>57</a:t>
            </a:fld>
            <a:endParaRPr lang="en-US" altLang="zh-CN" smtClean="0">
              <a:latin typeface="Arial" panose="020B0604020202020204" pitchFamily="34" charset="0"/>
            </a:endParaRPr>
          </a:p>
        </p:txBody>
      </p:sp>
      <p:sp>
        <p:nvSpPr>
          <p:cNvPr id="1906690" name="Rectangle 2"/>
          <p:cNvSpPr>
            <a:spLocks noGrp="1" noRot="1" noChangeAspect="1" noChangeArrowheads="1" noTextEdit="1"/>
          </p:cNvSpPr>
          <p:nvPr>
            <p:ph type="sldImg" idx="4294967295"/>
          </p:nvPr>
        </p:nvSpPr>
        <p:spPr>
          <a:ln/>
        </p:spPr>
      </p:sp>
      <p:sp>
        <p:nvSpPr>
          <p:cNvPr id="1906691" name="Rectangle 3"/>
          <p:cNvSpPr>
            <a:spLocks noGrp="1" noChangeArrowheads="1"/>
          </p:cNvSpPr>
          <p:nvPr>
            <p:ph type="body" idx="4294967295"/>
          </p:nvPr>
        </p:nvSpPr>
        <p:spPr/>
        <p:txBody>
          <a:bodyPr/>
          <a:lstStyle/>
          <a:p>
            <a:endParaRPr lang="zh-CN" altLang="zh-CN" smtClean="0">
              <a:latin typeface="Arial" panose="020B0604020202020204" pitchFamily="34" charset="0"/>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873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4C27736D-D01C-42B8-BB7A-AABF06C1C4B6}" type="slidenum">
              <a:rPr lang="en-US" altLang="zh-CN" smtClean="0">
                <a:latin typeface="Arial" panose="020B0604020202020204" pitchFamily="34" charset="0"/>
              </a:rPr>
              <a:pPr/>
              <a:t>58</a:t>
            </a:fld>
            <a:endParaRPr lang="en-US" altLang="zh-CN" smtClean="0">
              <a:latin typeface="Arial" panose="020B0604020202020204" pitchFamily="34" charset="0"/>
            </a:endParaRPr>
          </a:p>
        </p:txBody>
      </p:sp>
      <p:sp>
        <p:nvSpPr>
          <p:cNvPr id="1908738" name="Rectangle 2"/>
          <p:cNvSpPr>
            <a:spLocks noGrp="1" noRot="1" noChangeAspect="1" noChangeArrowheads="1" noTextEdit="1"/>
          </p:cNvSpPr>
          <p:nvPr>
            <p:ph type="sldImg" idx="4294967295"/>
          </p:nvPr>
        </p:nvSpPr>
        <p:spPr>
          <a:ln/>
        </p:spPr>
      </p:sp>
      <p:sp>
        <p:nvSpPr>
          <p:cNvPr id="1908739" name="Rectangle 3"/>
          <p:cNvSpPr>
            <a:spLocks noGrp="1" noChangeArrowheads="1"/>
          </p:cNvSpPr>
          <p:nvPr>
            <p:ph type="body" idx="4294967295"/>
          </p:nvPr>
        </p:nvSpPr>
        <p:spPr/>
        <p:txBody>
          <a:bodyPr/>
          <a:lstStyle/>
          <a:p>
            <a:endParaRPr lang="zh-CN" altLang="zh-CN" smtClean="0">
              <a:latin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4" name="Rectangle 8" descr="Gold bar"/>
          <p:cNvSpPr>
            <a:spLocks noChangeArrowheads="1"/>
          </p:cNvSpPr>
          <p:nvPr/>
        </p:nvSpPr>
        <p:spPr bwMode="auto">
          <a:xfrm>
            <a:off x="247650" y="2889250"/>
            <a:ext cx="3109913" cy="2016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a:ea typeface="宋体" panose="02010600030101010101" pitchFamily="2" charset="-122"/>
            </a:endParaRPr>
          </a:p>
        </p:txBody>
      </p:sp>
      <p:sp>
        <p:nvSpPr>
          <p:cNvPr id="5" name="Rectangle 9" descr="Orange bar"/>
          <p:cNvSpPr>
            <a:spLocks noChangeArrowheads="1"/>
          </p:cNvSpPr>
          <p:nvPr/>
        </p:nvSpPr>
        <p:spPr bwMode="auto">
          <a:xfrm>
            <a:off x="3357563" y="2889250"/>
            <a:ext cx="3108325" cy="201613"/>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a:ea typeface="宋体" panose="02010600030101010101" pitchFamily="2" charset="-122"/>
            </a:endParaRPr>
          </a:p>
        </p:txBody>
      </p:sp>
      <p:sp>
        <p:nvSpPr>
          <p:cNvPr id="6" name="Rectangle 10" descr="Slate bar"/>
          <p:cNvSpPr>
            <a:spLocks noChangeArrowheads="1"/>
          </p:cNvSpPr>
          <p:nvPr/>
        </p:nvSpPr>
        <p:spPr bwMode="auto">
          <a:xfrm>
            <a:off x="6465888" y="2889250"/>
            <a:ext cx="3109912" cy="201613"/>
          </a:xfrm>
          <a:prstGeom prst="rect">
            <a:avLst/>
          </a:prstGeom>
          <a:solidFill>
            <a:srgbClr val="3333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a:solidFill>
                <a:srgbClr val="333399"/>
              </a:solidFill>
              <a:ea typeface="宋体" panose="02010600030101010101" pitchFamily="2" charset="-122"/>
            </a:endParaRPr>
          </a:p>
        </p:txBody>
      </p:sp>
      <p:sp>
        <p:nvSpPr>
          <p:cNvPr id="16386" name="Rectangle 2"/>
          <p:cNvSpPr>
            <a:spLocks noGrp="1" noChangeArrowheads="1"/>
          </p:cNvSpPr>
          <p:nvPr>
            <p:ph type="ctrTitle"/>
          </p:nvPr>
        </p:nvSpPr>
        <p:spPr>
          <a:xfrm>
            <a:off x="742950" y="685800"/>
            <a:ext cx="8420100" cy="2127250"/>
          </a:xfrm>
        </p:spPr>
        <p:txBody>
          <a:bodyPr/>
          <a:lstStyle>
            <a:lvl1pPr algn="ctr">
              <a:defRPr sz="5400" b="1">
                <a:solidFill>
                  <a:srgbClr val="333399"/>
                </a:solidFill>
                <a:latin typeface="黑体" panose="02010609060101010101" pitchFamily="2" charset="-122"/>
                <a:ea typeface="黑体" panose="02010609060101010101" pitchFamily="2" charset="-122"/>
              </a:defRPr>
            </a:lvl1pPr>
          </a:lstStyle>
          <a:p>
            <a:pPr lvl="0"/>
            <a:r>
              <a:rPr lang="zh-CN" altLang="en-US" noProof="0" dirty="0"/>
              <a:t>单击此处编辑母版标题样式</a:t>
            </a:r>
            <a:endParaRPr lang="en-US" altLang="zh-CN" noProof="0" dirty="0"/>
          </a:p>
        </p:txBody>
      </p:sp>
      <p:sp>
        <p:nvSpPr>
          <p:cNvPr id="16387" name="Rectangle 3"/>
          <p:cNvSpPr>
            <a:spLocks noGrp="1" noChangeArrowheads="1"/>
          </p:cNvSpPr>
          <p:nvPr>
            <p:ph type="subTitle" idx="1"/>
          </p:nvPr>
        </p:nvSpPr>
        <p:spPr>
          <a:xfrm>
            <a:off x="1485900" y="3270250"/>
            <a:ext cx="6934200" cy="2209800"/>
          </a:xfrm>
        </p:spPr>
        <p:txBody>
          <a:bodyPr/>
          <a:lstStyle>
            <a:lvl1pPr marL="0" indent="0" algn="ctr">
              <a:buFont typeface="Wingdings" panose="05000000000000000000" pitchFamily="2" charset="2"/>
              <a:buNone/>
              <a:defRPr sz="3600" b="1">
                <a:latin typeface="黑体" panose="02010609060101010101" pitchFamily="2" charset="-122"/>
                <a:ea typeface="黑体" panose="02010609060101010101" pitchFamily="2" charset="-122"/>
              </a:defRPr>
            </a:lvl1pPr>
          </a:lstStyle>
          <a:p>
            <a:pPr lvl="0"/>
            <a:r>
              <a:rPr lang="zh-CN" altLang="en-US" noProof="0" dirty="0"/>
              <a:t>单击此处编辑母版副标题样式</a:t>
            </a:r>
            <a:endParaRPr lang="en-US" altLang="zh-CN" noProof="0" dirty="0"/>
          </a:p>
        </p:txBody>
      </p:sp>
      <p:sp>
        <p:nvSpPr>
          <p:cNvPr id="7" name="Rectangle 4"/>
          <p:cNvSpPr>
            <a:spLocks noGrp="1" noChangeArrowheads="1"/>
          </p:cNvSpPr>
          <p:nvPr>
            <p:ph type="dt" sz="half" idx="10"/>
          </p:nvPr>
        </p:nvSpPr>
        <p:spPr/>
        <p:txBody>
          <a:bodyPr/>
          <a:lstStyle>
            <a:lvl1pPr>
              <a:defRPr/>
            </a:lvl1pPr>
          </a:lstStyle>
          <a:p>
            <a:endParaRPr lang="en-US" altLang="zh-CN"/>
          </a:p>
        </p:txBody>
      </p:sp>
      <p:sp>
        <p:nvSpPr>
          <p:cNvPr id="8" name="Rectangle 5"/>
          <p:cNvSpPr>
            <a:spLocks noGrp="1" noChangeArrowheads="1"/>
          </p:cNvSpPr>
          <p:nvPr>
            <p:ph type="ftr" sz="quarter" idx="11"/>
          </p:nvPr>
        </p:nvSpPr>
        <p:spPr/>
        <p:txBody>
          <a:bodyPr/>
          <a:lstStyle>
            <a:lvl1pPr>
              <a:defRPr/>
            </a:lvl1pPr>
          </a:lstStyle>
          <a:p>
            <a:r>
              <a:rPr lang="en-US" altLang="zh-CN"/>
              <a:t>ppt课件</a:t>
            </a:r>
          </a:p>
        </p:txBody>
      </p:sp>
      <p:sp>
        <p:nvSpPr>
          <p:cNvPr id="9" name="Rectangle 6"/>
          <p:cNvSpPr>
            <a:spLocks noGrp="1" noChangeArrowheads="1"/>
          </p:cNvSpPr>
          <p:nvPr>
            <p:ph type="sldNum" sz="quarter" idx="12"/>
          </p:nvPr>
        </p:nvSpPr>
        <p:spPr/>
        <p:txBody>
          <a:bodyPr/>
          <a:lstStyle>
            <a:lvl1pPr>
              <a:defRPr/>
            </a:lvl1pPr>
          </a:lstStyle>
          <a:p>
            <a:fld id="{6C57955F-A69E-4467-A82C-EE60FDDCFF32}" type="slidenum">
              <a:rPr lang="zh-CN" altLang="en-US"/>
              <a:pPr/>
              <a:t>‹#›</a:t>
            </a:fld>
            <a:endParaRPr lang="en-US" altLang="zh-CN"/>
          </a:p>
        </p:txBody>
      </p:sp>
    </p:spTree>
    <p:extLst>
      <p:ext uri="{BB962C8B-B14F-4D97-AF65-F5344CB8AC3E}">
        <p14:creationId xmlns:p14="http://schemas.microsoft.com/office/powerpoint/2010/main" val="3337999172"/>
      </p:ext>
    </p:extLst>
  </p:cSld>
  <p:clrMapOvr>
    <a:masterClrMapping/>
  </p:clrMapOvr>
  <p:hf/>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4"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95300" y="188640"/>
            <a:ext cx="9066212" cy="792088"/>
          </a:xfrm>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内容占位符 2"/>
          <p:cNvSpPr>
            <a:spLocks noGrp="1"/>
          </p:cNvSpPr>
          <p:nvPr>
            <p:ph idx="1"/>
          </p:nvPr>
        </p:nvSpPr>
        <p:spPr>
          <a:xfrm>
            <a:off x="495300" y="1196752"/>
            <a:ext cx="9066212" cy="4934173"/>
          </a:xfrm>
        </p:spPr>
        <p:txBody>
          <a:bodyPr/>
          <a:lstStyle>
            <a:lvl1pPr>
              <a:lnSpc>
                <a:spcPct val="110000"/>
              </a:lnSpc>
              <a:spcBef>
                <a:spcPts val="600"/>
              </a:spcBef>
              <a:defRPr sz="3200" b="1">
                <a:solidFill>
                  <a:schemeClr val="tx1"/>
                </a:solidFill>
                <a:latin typeface="+mn-lt"/>
                <a:ea typeface="黑体" panose="02010609060101010101" pitchFamily="2" charset="-122"/>
              </a:defRPr>
            </a:lvl1pPr>
            <a:lvl2pPr>
              <a:lnSpc>
                <a:spcPct val="110000"/>
              </a:lnSpc>
              <a:spcBef>
                <a:spcPts val="600"/>
              </a:spcBef>
              <a:defRPr sz="2800" b="1">
                <a:solidFill>
                  <a:schemeClr val="tx1"/>
                </a:solidFill>
                <a:latin typeface="+mn-lt"/>
                <a:ea typeface="黑体" panose="02010609060101010101" pitchFamily="2" charset="-122"/>
              </a:defRPr>
            </a:lvl2pPr>
            <a:lvl3pPr>
              <a:lnSpc>
                <a:spcPct val="110000"/>
              </a:lnSpc>
              <a:spcBef>
                <a:spcPts val="600"/>
              </a:spcBef>
              <a:defRPr sz="2400" b="1">
                <a:solidFill>
                  <a:schemeClr val="tx1"/>
                </a:solidFill>
                <a:latin typeface="+mn-lt"/>
                <a:ea typeface="黑体" panose="02010609060101010101" pitchFamily="2" charset="-122"/>
              </a:defRPr>
            </a:lvl3pPr>
            <a:lvl4pPr>
              <a:lnSpc>
                <a:spcPct val="110000"/>
              </a:lnSpc>
              <a:spcBef>
                <a:spcPts val="600"/>
              </a:spcBef>
              <a:defRPr sz="2000" b="1">
                <a:solidFill>
                  <a:schemeClr val="tx1"/>
                </a:solidFill>
                <a:latin typeface="+mn-lt"/>
                <a:ea typeface="黑体" panose="02010609060101010101" pitchFamily="2" charset="-122"/>
              </a:defRPr>
            </a:lvl4pPr>
            <a:lvl5pPr>
              <a:lnSpc>
                <a:spcPct val="110000"/>
              </a:lnSpc>
              <a:spcBef>
                <a:spcPts val="600"/>
              </a:spcBef>
              <a:defRPr sz="2000" b="1">
                <a:solidFill>
                  <a:schemeClr val="tx1"/>
                </a:solidFill>
                <a:latin typeface="+mn-lt"/>
                <a:ea typeface="黑体" panose="02010609060101010101" pitchFamily="2" charset="-122"/>
              </a:defRPr>
            </a:lvl5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日期占位符 3"/>
          <p:cNvSpPr>
            <a:spLocks noGrp="1"/>
          </p:cNvSpPr>
          <p:nvPr>
            <p:ph type="dt" sz="half" idx="10"/>
          </p:nvPr>
        </p:nvSpPr>
        <p:spPr/>
        <p:txBody>
          <a:bodyPr/>
          <a:lstStyle>
            <a:lvl1pPr>
              <a:defRPr dirty="0"/>
            </a:lvl1pPr>
          </a:lstStyle>
          <a:p>
            <a:endParaRPr lang="en-US" altLang="zh-CN"/>
          </a:p>
        </p:txBody>
      </p:sp>
      <p:sp>
        <p:nvSpPr>
          <p:cNvPr id="6" name="页脚占位符 4"/>
          <p:cNvSpPr>
            <a:spLocks noGrp="1"/>
          </p:cNvSpPr>
          <p:nvPr>
            <p:ph type="ftr" sz="quarter" idx="11"/>
          </p:nvPr>
        </p:nvSpPr>
        <p:spPr/>
        <p:txBody>
          <a:bodyPr/>
          <a:lstStyle>
            <a:lvl1pPr>
              <a:defRPr/>
            </a:lvl1pPr>
          </a:lstStyle>
          <a:p>
            <a:r>
              <a:rPr lang="en-US" altLang="zh-CN"/>
              <a:t>ppt课件</a:t>
            </a:r>
          </a:p>
        </p:txBody>
      </p:sp>
      <p:sp>
        <p:nvSpPr>
          <p:cNvPr id="7" name="灯片编号占位符 5"/>
          <p:cNvSpPr>
            <a:spLocks noGrp="1"/>
          </p:cNvSpPr>
          <p:nvPr>
            <p:ph type="sldNum" sz="quarter" idx="12"/>
          </p:nvPr>
        </p:nvSpPr>
        <p:spPr/>
        <p:txBody>
          <a:bodyPr/>
          <a:lstStyle>
            <a:lvl1pPr>
              <a:defRPr/>
            </a:lvl1pPr>
          </a:lstStyle>
          <a:p>
            <a:fld id="{EB7CA65C-4566-4F22-82C0-F7928AFB6C2C}" type="slidenum">
              <a:rPr lang="zh-CN" altLang="en-US"/>
              <a:pPr/>
              <a:t>‹#›</a:t>
            </a:fld>
            <a:endParaRPr lang="en-US" altLang="zh-CN"/>
          </a:p>
        </p:txBody>
      </p:sp>
    </p:spTree>
    <p:extLst>
      <p:ext uri="{BB962C8B-B14F-4D97-AF65-F5344CB8AC3E}">
        <p14:creationId xmlns:p14="http://schemas.microsoft.com/office/powerpoint/2010/main" val="1693508641"/>
      </p:ext>
    </p:extLst>
  </p:cSld>
  <p:clrMapOvr>
    <a:masterClrMapping/>
  </p:clrMapOvr>
  <p:hf/>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82638" y="4406900"/>
            <a:ext cx="8634858" cy="1362075"/>
          </a:xfrm>
        </p:spPr>
        <p:txBody>
          <a:bodyPr anchor="t"/>
          <a:lstStyle>
            <a:lvl1pPr algn="l">
              <a:defRPr sz="4400" b="1" cap="all">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文本占位符 2"/>
          <p:cNvSpPr>
            <a:spLocks noGrp="1"/>
          </p:cNvSpPr>
          <p:nvPr>
            <p:ph type="body" idx="1"/>
          </p:nvPr>
        </p:nvSpPr>
        <p:spPr>
          <a:xfrm>
            <a:off x="782638" y="2906713"/>
            <a:ext cx="8634858"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a:t>单击此处编辑母版文本样式</a:t>
            </a:r>
          </a:p>
        </p:txBody>
      </p:sp>
      <p:sp>
        <p:nvSpPr>
          <p:cNvPr id="4" name="Rectangle 4"/>
          <p:cNvSpPr>
            <a:spLocks noGrp="1" noChangeArrowheads="1"/>
          </p:cNvSpPr>
          <p:nvPr>
            <p:ph type="dt" sz="half" idx="10"/>
          </p:nvPr>
        </p:nvSpPr>
        <p:spPr>
          <a:ln/>
        </p:spPr>
        <p:txBody>
          <a:bodyPr/>
          <a:lstStyle>
            <a:lvl1pPr>
              <a:defRPr/>
            </a:lvl1pPr>
          </a:lstStyle>
          <a:p>
            <a:endParaRPr lang="en-US" altLang="zh-CN"/>
          </a:p>
        </p:txBody>
      </p:sp>
      <p:sp>
        <p:nvSpPr>
          <p:cNvPr id="5"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6" name="Rectangle 6"/>
          <p:cNvSpPr>
            <a:spLocks noGrp="1" noChangeArrowheads="1"/>
          </p:cNvSpPr>
          <p:nvPr>
            <p:ph type="sldNum" sz="quarter" idx="12"/>
          </p:nvPr>
        </p:nvSpPr>
        <p:spPr>
          <a:ln/>
        </p:spPr>
        <p:txBody>
          <a:bodyPr/>
          <a:lstStyle>
            <a:lvl1pPr>
              <a:defRPr/>
            </a:lvl1pPr>
          </a:lstStyle>
          <a:p>
            <a:fld id="{C3B45BCF-6D22-4878-8FB5-A81CDEA85949}" type="slidenum">
              <a:rPr lang="zh-CN" altLang="en-US"/>
              <a:pPr/>
              <a:t>‹#›</a:t>
            </a:fld>
            <a:endParaRPr lang="en-US" altLang="zh-CN"/>
          </a:p>
        </p:txBody>
      </p:sp>
    </p:spTree>
    <p:extLst>
      <p:ext uri="{BB962C8B-B14F-4D97-AF65-F5344CB8AC3E}">
        <p14:creationId xmlns:p14="http://schemas.microsoft.com/office/powerpoint/2010/main" val="2367071423"/>
      </p:ext>
    </p:extLst>
  </p:cSld>
  <p:clrMapOvr>
    <a:masterClrMapping/>
  </p:clrMapOvr>
  <p:hf/>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5"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95300" y="188640"/>
            <a:ext cx="9066212" cy="792088"/>
          </a:xfrm>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内容占位符 2"/>
          <p:cNvSpPr>
            <a:spLocks noGrp="1"/>
          </p:cNvSpPr>
          <p:nvPr>
            <p:ph sz="half" idx="1"/>
          </p:nvPr>
        </p:nvSpPr>
        <p:spPr>
          <a:xfrm>
            <a:off x="495300" y="1196752"/>
            <a:ext cx="4460304" cy="4934173"/>
          </a:xfrm>
        </p:spPr>
        <p:txBody>
          <a:bodyPr/>
          <a:lstStyle>
            <a:lvl1pPr>
              <a:defRPr sz="2800" b="1">
                <a:solidFill>
                  <a:schemeClr val="tx1"/>
                </a:solidFill>
                <a:latin typeface="+mn-lt"/>
                <a:ea typeface="黑体" panose="02010609060101010101" pitchFamily="2" charset="-122"/>
              </a:defRPr>
            </a:lvl1pPr>
            <a:lvl2pPr>
              <a:buClr>
                <a:schemeClr val="accent2"/>
              </a:buCl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buClr>
                <a:srgbClr val="333399"/>
              </a:buClr>
              <a:defRPr sz="1800" b="1">
                <a:solidFill>
                  <a:schemeClr val="tx1"/>
                </a:solidFill>
                <a:latin typeface="+mn-lt"/>
                <a:ea typeface="黑体" panose="02010609060101010101" pitchFamily="2" charset="-122"/>
              </a:defRPr>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5101208" y="1196752"/>
            <a:ext cx="4460304" cy="4934173"/>
          </a:xfrm>
        </p:spPr>
        <p:txBody>
          <a:bodyPr/>
          <a:lstStyle>
            <a:lvl1pPr>
              <a:defRPr sz="2800" b="1">
                <a:solidFill>
                  <a:schemeClr val="tx1"/>
                </a:solidFill>
                <a:latin typeface="+mn-lt"/>
                <a:ea typeface="黑体" panose="02010609060101010101" pitchFamily="2" charset="-122"/>
              </a:defRPr>
            </a:lvl1pPr>
            <a:lvl2pPr>
              <a:buClr>
                <a:schemeClr val="accent2"/>
              </a:buCl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buClr>
                <a:srgbClr val="333399"/>
              </a:buClr>
              <a:defRPr sz="1800" b="1">
                <a:solidFill>
                  <a:schemeClr val="tx1"/>
                </a:solidFill>
                <a:latin typeface="+mn-lt"/>
                <a:ea typeface="黑体" panose="02010609060101010101" pitchFamily="2" charset="-122"/>
              </a:defRPr>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6" name="日期占位符 4"/>
          <p:cNvSpPr>
            <a:spLocks noGrp="1"/>
          </p:cNvSpPr>
          <p:nvPr>
            <p:ph type="dt" sz="half" idx="10"/>
          </p:nvPr>
        </p:nvSpPr>
        <p:spPr/>
        <p:txBody>
          <a:bodyPr/>
          <a:lstStyle>
            <a:lvl1pPr>
              <a:defRPr/>
            </a:lvl1pPr>
          </a:lstStyle>
          <a:p>
            <a:endParaRPr lang="en-US" altLang="zh-CN"/>
          </a:p>
        </p:txBody>
      </p:sp>
      <p:sp>
        <p:nvSpPr>
          <p:cNvPr id="7" name="页脚占位符 5"/>
          <p:cNvSpPr>
            <a:spLocks noGrp="1"/>
          </p:cNvSpPr>
          <p:nvPr>
            <p:ph type="ftr" sz="quarter" idx="11"/>
          </p:nvPr>
        </p:nvSpPr>
        <p:spPr/>
        <p:txBody>
          <a:bodyPr/>
          <a:lstStyle>
            <a:lvl1pPr>
              <a:defRPr/>
            </a:lvl1pPr>
          </a:lstStyle>
          <a:p>
            <a:r>
              <a:rPr lang="en-US" altLang="zh-CN"/>
              <a:t>ppt课件</a:t>
            </a:r>
          </a:p>
        </p:txBody>
      </p:sp>
      <p:sp>
        <p:nvSpPr>
          <p:cNvPr id="8" name="灯片编号占位符 6"/>
          <p:cNvSpPr>
            <a:spLocks noGrp="1"/>
          </p:cNvSpPr>
          <p:nvPr>
            <p:ph type="sldNum" sz="quarter" idx="12"/>
          </p:nvPr>
        </p:nvSpPr>
        <p:spPr/>
        <p:txBody>
          <a:bodyPr/>
          <a:lstStyle>
            <a:lvl1pPr>
              <a:defRPr/>
            </a:lvl1pPr>
          </a:lstStyle>
          <a:p>
            <a:fld id="{C14A8425-2754-4992-85DA-093F73B1EF8D}" type="slidenum">
              <a:rPr lang="zh-CN" altLang="en-US"/>
              <a:pPr/>
              <a:t>‹#›</a:t>
            </a:fld>
            <a:endParaRPr lang="en-US" altLang="zh-CN"/>
          </a:p>
        </p:txBody>
      </p:sp>
    </p:spTree>
    <p:extLst>
      <p:ext uri="{BB962C8B-B14F-4D97-AF65-F5344CB8AC3E}">
        <p14:creationId xmlns:p14="http://schemas.microsoft.com/office/powerpoint/2010/main" val="97332707"/>
      </p:ext>
    </p:extLst>
  </p:cSld>
  <p:clrMapOvr>
    <a:masterClrMapping/>
  </p:clrMapOvr>
  <p:hf/>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7"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95300" y="188640"/>
            <a:ext cx="9066212" cy="792088"/>
          </a:xfrm>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文本占位符 2"/>
          <p:cNvSpPr>
            <a:spLocks noGrp="1"/>
          </p:cNvSpPr>
          <p:nvPr>
            <p:ph type="body" idx="1"/>
          </p:nvPr>
        </p:nvSpPr>
        <p:spPr>
          <a:xfrm>
            <a:off x="495299" y="1207874"/>
            <a:ext cx="4455513" cy="639762"/>
          </a:xfrm>
        </p:spPr>
        <p:txBody>
          <a:bodyPr anchor="b"/>
          <a:lstStyle>
            <a:lvl1pPr marL="0" indent="0">
              <a:buNone/>
              <a:defRPr sz="2800" b="1">
                <a:latin typeface="+mn-lt"/>
                <a:ea typeface="黑体" panose="02010609060101010101" pitchFamily="2"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4" name="内容占位符 3"/>
          <p:cNvSpPr>
            <a:spLocks noGrp="1"/>
          </p:cNvSpPr>
          <p:nvPr>
            <p:ph sz="half" idx="2"/>
          </p:nvPr>
        </p:nvSpPr>
        <p:spPr>
          <a:xfrm>
            <a:off x="495299" y="1872534"/>
            <a:ext cx="4455513" cy="4292770"/>
          </a:xfrm>
        </p:spPr>
        <p:txBody>
          <a:bodyPr/>
          <a:lstStyle>
            <a:lvl1pPr>
              <a:defRPr sz="2800" b="1">
                <a:solidFill>
                  <a:schemeClr val="tx1"/>
                </a:solidFill>
                <a:latin typeface="+mn-lt"/>
                <a:ea typeface="黑体" panose="02010609060101010101" pitchFamily="2" charset="-122"/>
              </a:defRPr>
            </a:lvl1pPr>
            <a:lvl2pP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defRPr sz="1800" b="1">
                <a:solidFill>
                  <a:schemeClr val="tx1"/>
                </a:solidFill>
                <a:latin typeface="+mn-lt"/>
                <a:ea typeface="黑体" panose="02010609060101010101" pitchFamily="2" charset="-122"/>
              </a:defRPr>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5104383" y="1207874"/>
            <a:ext cx="4457129" cy="639762"/>
          </a:xfrm>
        </p:spPr>
        <p:txBody>
          <a:bodyPr anchor="b"/>
          <a:lstStyle>
            <a:lvl1pPr marL="0" indent="0">
              <a:buNone/>
              <a:defRPr sz="2800" b="1">
                <a:latin typeface="+mn-lt"/>
                <a:ea typeface="黑体" panose="02010609060101010101" pitchFamily="2"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6" name="内容占位符 5"/>
          <p:cNvSpPr>
            <a:spLocks noGrp="1"/>
          </p:cNvSpPr>
          <p:nvPr>
            <p:ph sz="quarter" idx="4"/>
          </p:nvPr>
        </p:nvSpPr>
        <p:spPr>
          <a:xfrm>
            <a:off x="5104383" y="1872534"/>
            <a:ext cx="4457129" cy="4292770"/>
          </a:xfrm>
        </p:spPr>
        <p:txBody>
          <a:bodyPr/>
          <a:lstStyle>
            <a:lvl1pPr>
              <a:defRPr sz="2800" b="1">
                <a:solidFill>
                  <a:schemeClr val="tx1"/>
                </a:solidFill>
                <a:latin typeface="+mn-lt"/>
                <a:ea typeface="黑体" panose="02010609060101010101" pitchFamily="2" charset="-122"/>
              </a:defRPr>
            </a:lvl1pPr>
            <a:lvl2pP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defRPr sz="1800" b="1">
                <a:solidFill>
                  <a:schemeClr val="tx1"/>
                </a:solidFill>
                <a:latin typeface="+mn-lt"/>
                <a:ea typeface="黑体" panose="02010609060101010101" pitchFamily="2" charset="-122"/>
              </a:defRPr>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8" name="日期占位符 6"/>
          <p:cNvSpPr>
            <a:spLocks noGrp="1"/>
          </p:cNvSpPr>
          <p:nvPr>
            <p:ph type="dt" sz="half" idx="10"/>
          </p:nvPr>
        </p:nvSpPr>
        <p:spPr/>
        <p:txBody>
          <a:bodyPr/>
          <a:lstStyle>
            <a:lvl1pPr>
              <a:defRPr/>
            </a:lvl1pPr>
          </a:lstStyle>
          <a:p>
            <a:endParaRPr lang="en-US" altLang="zh-CN"/>
          </a:p>
        </p:txBody>
      </p:sp>
      <p:sp>
        <p:nvSpPr>
          <p:cNvPr id="9" name="页脚占位符 7"/>
          <p:cNvSpPr>
            <a:spLocks noGrp="1"/>
          </p:cNvSpPr>
          <p:nvPr>
            <p:ph type="ftr" sz="quarter" idx="11"/>
          </p:nvPr>
        </p:nvSpPr>
        <p:spPr/>
        <p:txBody>
          <a:bodyPr/>
          <a:lstStyle>
            <a:lvl1pPr>
              <a:defRPr/>
            </a:lvl1pPr>
          </a:lstStyle>
          <a:p>
            <a:r>
              <a:rPr lang="en-US" altLang="zh-CN"/>
              <a:t>ppt课件</a:t>
            </a:r>
          </a:p>
        </p:txBody>
      </p:sp>
      <p:sp>
        <p:nvSpPr>
          <p:cNvPr id="10" name="灯片编号占位符 8"/>
          <p:cNvSpPr>
            <a:spLocks noGrp="1"/>
          </p:cNvSpPr>
          <p:nvPr>
            <p:ph type="sldNum" sz="quarter" idx="12"/>
          </p:nvPr>
        </p:nvSpPr>
        <p:spPr/>
        <p:txBody>
          <a:bodyPr/>
          <a:lstStyle>
            <a:lvl1pPr>
              <a:defRPr/>
            </a:lvl1pPr>
          </a:lstStyle>
          <a:p>
            <a:fld id="{75364BCD-9FF8-4EEA-802F-02E81612248A}" type="slidenum">
              <a:rPr lang="zh-CN" altLang="en-US"/>
              <a:pPr/>
              <a:t>‹#›</a:t>
            </a:fld>
            <a:endParaRPr lang="en-US" altLang="zh-CN"/>
          </a:p>
        </p:txBody>
      </p:sp>
    </p:spTree>
    <p:extLst>
      <p:ext uri="{BB962C8B-B14F-4D97-AF65-F5344CB8AC3E}">
        <p14:creationId xmlns:p14="http://schemas.microsoft.com/office/powerpoint/2010/main" val="2208657326"/>
      </p:ext>
    </p:extLst>
  </p:cSld>
  <p:clrMapOvr>
    <a:masterClrMapping/>
  </p:clrMapOvr>
  <p:hf/>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比较">
    <p:spTree>
      <p:nvGrpSpPr>
        <p:cNvPr id="1" name=""/>
        <p:cNvGrpSpPr/>
        <p:nvPr/>
      </p:nvGrpSpPr>
      <p:grpSpPr>
        <a:xfrm>
          <a:off x="0" y="0"/>
          <a:ext cx="0" cy="0"/>
          <a:chOff x="0" y="0"/>
          <a:chExt cx="0" cy="0"/>
        </a:xfrm>
      </p:grpSpPr>
      <p:sp>
        <p:nvSpPr>
          <p:cNvPr id="7"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95300" y="188640"/>
            <a:ext cx="9066212" cy="792088"/>
          </a:xfrm>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文本占位符 2"/>
          <p:cNvSpPr>
            <a:spLocks noGrp="1"/>
          </p:cNvSpPr>
          <p:nvPr>
            <p:ph type="body" idx="1"/>
          </p:nvPr>
        </p:nvSpPr>
        <p:spPr>
          <a:xfrm>
            <a:off x="495299" y="1207874"/>
            <a:ext cx="9066213" cy="639762"/>
          </a:xfrm>
        </p:spPr>
        <p:txBody>
          <a:bodyPr anchor="b"/>
          <a:lstStyle>
            <a:lvl1pPr marL="0" indent="0">
              <a:buNone/>
              <a:defRPr sz="3200" b="1">
                <a:latin typeface="+mn-lt"/>
                <a:ea typeface="黑体" panose="02010609060101010101" pitchFamily="2"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4" name="内容占位符 3"/>
          <p:cNvSpPr>
            <a:spLocks noGrp="1"/>
          </p:cNvSpPr>
          <p:nvPr>
            <p:ph sz="half" idx="2"/>
          </p:nvPr>
        </p:nvSpPr>
        <p:spPr>
          <a:xfrm>
            <a:off x="495299" y="1872534"/>
            <a:ext cx="4455513" cy="4292770"/>
          </a:xfrm>
        </p:spPr>
        <p:txBody>
          <a:bodyPr/>
          <a:lstStyle>
            <a:lvl1pPr>
              <a:defRPr sz="2800" b="1">
                <a:solidFill>
                  <a:schemeClr val="tx1"/>
                </a:solidFill>
                <a:latin typeface="+mn-lt"/>
                <a:ea typeface="黑体" panose="02010609060101010101" pitchFamily="2" charset="-122"/>
              </a:defRPr>
            </a:lvl1pPr>
            <a:lvl2pP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defRPr sz="1800" b="1">
                <a:solidFill>
                  <a:schemeClr val="tx1"/>
                </a:solidFill>
                <a:latin typeface="+mn-lt"/>
                <a:ea typeface="黑体" panose="02010609060101010101" pitchFamily="2" charset="-122"/>
              </a:defRPr>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6" name="内容占位符 5"/>
          <p:cNvSpPr>
            <a:spLocks noGrp="1"/>
          </p:cNvSpPr>
          <p:nvPr>
            <p:ph sz="quarter" idx="4"/>
          </p:nvPr>
        </p:nvSpPr>
        <p:spPr>
          <a:xfrm>
            <a:off x="5104383" y="1872534"/>
            <a:ext cx="4457129" cy="4292770"/>
          </a:xfrm>
        </p:spPr>
        <p:txBody>
          <a:bodyPr/>
          <a:lstStyle>
            <a:lvl1pPr>
              <a:defRPr sz="2800" b="1">
                <a:solidFill>
                  <a:schemeClr val="tx1"/>
                </a:solidFill>
                <a:latin typeface="+mn-lt"/>
                <a:ea typeface="黑体" panose="02010609060101010101" pitchFamily="2" charset="-122"/>
              </a:defRPr>
            </a:lvl1pPr>
            <a:lvl2pP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defRPr sz="1800" b="1">
                <a:solidFill>
                  <a:schemeClr val="tx1"/>
                </a:solidFill>
                <a:latin typeface="+mn-lt"/>
                <a:ea typeface="黑体" panose="02010609060101010101" pitchFamily="2" charset="-122"/>
              </a:defRPr>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8" name="日期占位符 6"/>
          <p:cNvSpPr>
            <a:spLocks noGrp="1"/>
          </p:cNvSpPr>
          <p:nvPr>
            <p:ph type="dt" sz="half" idx="10"/>
          </p:nvPr>
        </p:nvSpPr>
        <p:spPr/>
        <p:txBody>
          <a:bodyPr/>
          <a:lstStyle>
            <a:lvl1pPr>
              <a:defRPr/>
            </a:lvl1pPr>
          </a:lstStyle>
          <a:p>
            <a:endParaRPr lang="en-US" altLang="zh-CN"/>
          </a:p>
        </p:txBody>
      </p:sp>
      <p:sp>
        <p:nvSpPr>
          <p:cNvPr id="9" name="页脚占位符 7"/>
          <p:cNvSpPr>
            <a:spLocks noGrp="1"/>
          </p:cNvSpPr>
          <p:nvPr>
            <p:ph type="ftr" sz="quarter" idx="11"/>
          </p:nvPr>
        </p:nvSpPr>
        <p:spPr/>
        <p:txBody>
          <a:bodyPr/>
          <a:lstStyle>
            <a:lvl1pPr>
              <a:defRPr/>
            </a:lvl1pPr>
          </a:lstStyle>
          <a:p>
            <a:r>
              <a:rPr lang="en-US" altLang="zh-CN"/>
              <a:t>ppt课件</a:t>
            </a:r>
          </a:p>
        </p:txBody>
      </p:sp>
      <p:sp>
        <p:nvSpPr>
          <p:cNvPr id="10" name="灯片编号占位符 8"/>
          <p:cNvSpPr>
            <a:spLocks noGrp="1"/>
          </p:cNvSpPr>
          <p:nvPr>
            <p:ph type="sldNum" sz="quarter" idx="12"/>
          </p:nvPr>
        </p:nvSpPr>
        <p:spPr/>
        <p:txBody>
          <a:bodyPr/>
          <a:lstStyle>
            <a:lvl1pPr>
              <a:defRPr/>
            </a:lvl1pPr>
          </a:lstStyle>
          <a:p>
            <a:fld id="{8E924188-8841-4DE9-B734-E97410F80EA7}" type="slidenum">
              <a:rPr lang="zh-CN" altLang="en-US"/>
              <a:pPr/>
              <a:t>‹#›</a:t>
            </a:fld>
            <a:endParaRPr lang="en-US" altLang="zh-CN"/>
          </a:p>
        </p:txBody>
      </p:sp>
    </p:spTree>
    <p:extLst>
      <p:ext uri="{BB962C8B-B14F-4D97-AF65-F5344CB8AC3E}">
        <p14:creationId xmlns:p14="http://schemas.microsoft.com/office/powerpoint/2010/main" val="16060111"/>
      </p:ext>
    </p:extLst>
  </p:cSld>
  <p:clrMapOvr>
    <a:masterClrMapping/>
  </p:clrMapOvr>
  <p:hf/>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3"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4" name="日期占位符 2"/>
          <p:cNvSpPr>
            <a:spLocks noGrp="1"/>
          </p:cNvSpPr>
          <p:nvPr>
            <p:ph type="dt" sz="half" idx="10"/>
          </p:nvPr>
        </p:nvSpPr>
        <p:spPr/>
        <p:txBody>
          <a:bodyPr/>
          <a:lstStyle>
            <a:lvl1pPr>
              <a:defRPr/>
            </a:lvl1pPr>
          </a:lstStyle>
          <a:p>
            <a:endParaRPr lang="en-US" altLang="zh-CN"/>
          </a:p>
        </p:txBody>
      </p:sp>
      <p:sp>
        <p:nvSpPr>
          <p:cNvPr id="5" name="页脚占位符 3"/>
          <p:cNvSpPr>
            <a:spLocks noGrp="1"/>
          </p:cNvSpPr>
          <p:nvPr>
            <p:ph type="ftr" sz="quarter" idx="11"/>
          </p:nvPr>
        </p:nvSpPr>
        <p:spPr/>
        <p:txBody>
          <a:bodyPr/>
          <a:lstStyle>
            <a:lvl1pPr>
              <a:defRPr/>
            </a:lvl1pPr>
          </a:lstStyle>
          <a:p>
            <a:r>
              <a:rPr lang="en-US" altLang="zh-CN"/>
              <a:t>ppt课件</a:t>
            </a:r>
          </a:p>
        </p:txBody>
      </p:sp>
      <p:sp>
        <p:nvSpPr>
          <p:cNvPr id="6" name="灯片编号占位符 4"/>
          <p:cNvSpPr>
            <a:spLocks noGrp="1"/>
          </p:cNvSpPr>
          <p:nvPr>
            <p:ph type="sldNum" sz="quarter" idx="12"/>
          </p:nvPr>
        </p:nvSpPr>
        <p:spPr/>
        <p:txBody>
          <a:bodyPr/>
          <a:lstStyle>
            <a:lvl1pPr>
              <a:defRPr/>
            </a:lvl1pPr>
          </a:lstStyle>
          <a:p>
            <a:fld id="{EE0D0CB9-BE1A-4B7E-9987-D843BFDBDFA6}" type="slidenum">
              <a:rPr lang="zh-CN" altLang="en-US"/>
              <a:pPr/>
              <a:t>‹#›</a:t>
            </a:fld>
            <a:endParaRPr lang="en-US" altLang="zh-CN"/>
          </a:p>
        </p:txBody>
      </p:sp>
    </p:spTree>
    <p:extLst>
      <p:ext uri="{BB962C8B-B14F-4D97-AF65-F5344CB8AC3E}">
        <p14:creationId xmlns:p14="http://schemas.microsoft.com/office/powerpoint/2010/main" val="2695861276"/>
      </p:ext>
    </p:extLst>
  </p:cSld>
  <p:clrMapOvr>
    <a:masterClrMapping/>
  </p:clrMapOvr>
  <p:hf/>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endParaRPr lang="en-US" altLang="zh-CN"/>
          </a:p>
        </p:txBody>
      </p:sp>
      <p:sp>
        <p:nvSpPr>
          <p:cNvPr id="3"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4" name="Rectangle 6"/>
          <p:cNvSpPr>
            <a:spLocks noGrp="1" noChangeArrowheads="1"/>
          </p:cNvSpPr>
          <p:nvPr>
            <p:ph type="sldNum" sz="quarter" idx="12"/>
          </p:nvPr>
        </p:nvSpPr>
        <p:spPr>
          <a:ln/>
        </p:spPr>
        <p:txBody>
          <a:bodyPr/>
          <a:lstStyle>
            <a:lvl1pPr>
              <a:defRPr/>
            </a:lvl1pPr>
          </a:lstStyle>
          <a:p>
            <a:fld id="{A0047895-56BC-40E7-B54D-786187ABECC8}" type="slidenum">
              <a:rPr lang="zh-CN" altLang="en-US"/>
              <a:pPr/>
              <a:t>‹#›</a:t>
            </a:fld>
            <a:endParaRPr lang="en-US" altLang="zh-CN"/>
          </a:p>
        </p:txBody>
      </p:sp>
    </p:spTree>
    <p:extLst>
      <p:ext uri="{BB962C8B-B14F-4D97-AF65-F5344CB8AC3E}">
        <p14:creationId xmlns:p14="http://schemas.microsoft.com/office/powerpoint/2010/main" val="2724851595"/>
      </p:ext>
    </p:extLst>
  </p:cSld>
  <p:clrMapOvr>
    <a:masterClrMapping/>
  </p:clrMapOvr>
  <p:hf/>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95300" y="273050"/>
            <a:ext cx="3259138" cy="1162050"/>
          </a:xfrm>
        </p:spPr>
        <p:txBody>
          <a:bodyPr/>
          <a:lstStyle>
            <a:lvl1pPr algn="l">
              <a:defRPr sz="2000" b="1"/>
            </a:lvl1pPr>
          </a:lstStyle>
          <a:p>
            <a:r>
              <a:rPr lang="zh-CN" altLang="en-US" noProof="1"/>
              <a:t>单击此处编辑母版标题样式</a:t>
            </a:r>
          </a:p>
        </p:txBody>
      </p:sp>
      <p:sp>
        <p:nvSpPr>
          <p:cNvPr id="3" name="内容占位符 2"/>
          <p:cNvSpPr>
            <a:spLocks noGrp="1"/>
          </p:cNvSpPr>
          <p:nvPr>
            <p:ph idx="1"/>
          </p:nvPr>
        </p:nvSpPr>
        <p:spPr>
          <a:xfrm>
            <a:off x="3873500" y="273050"/>
            <a:ext cx="5688012"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495300" y="1435100"/>
            <a:ext cx="3259138"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Rectangle 4"/>
          <p:cNvSpPr>
            <a:spLocks noGrp="1" noChangeArrowheads="1"/>
          </p:cNvSpPr>
          <p:nvPr>
            <p:ph type="dt" sz="half" idx="10"/>
          </p:nvPr>
        </p:nvSpPr>
        <p:spPr>
          <a:ln/>
        </p:spPr>
        <p:txBody>
          <a:bodyPr/>
          <a:lstStyle>
            <a:lvl1pPr>
              <a:defRPr/>
            </a:lvl1pPr>
          </a:lstStyle>
          <a:p>
            <a:endParaRPr lang="en-US" altLang="zh-CN"/>
          </a:p>
        </p:txBody>
      </p:sp>
      <p:sp>
        <p:nvSpPr>
          <p:cNvPr id="6"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7" name="Rectangle 6"/>
          <p:cNvSpPr>
            <a:spLocks noGrp="1" noChangeArrowheads="1"/>
          </p:cNvSpPr>
          <p:nvPr>
            <p:ph type="sldNum" sz="quarter" idx="12"/>
          </p:nvPr>
        </p:nvSpPr>
        <p:spPr>
          <a:ln/>
        </p:spPr>
        <p:txBody>
          <a:bodyPr/>
          <a:lstStyle>
            <a:lvl1pPr>
              <a:defRPr/>
            </a:lvl1pPr>
          </a:lstStyle>
          <a:p>
            <a:fld id="{33A5DC6C-E8EB-4CB9-82BE-2566C17B8596}" type="slidenum">
              <a:rPr lang="zh-CN" altLang="en-US"/>
              <a:pPr/>
              <a:t>‹#›</a:t>
            </a:fld>
            <a:endParaRPr lang="en-US" altLang="zh-CN"/>
          </a:p>
        </p:txBody>
      </p:sp>
    </p:spTree>
    <p:extLst>
      <p:ext uri="{BB962C8B-B14F-4D97-AF65-F5344CB8AC3E}">
        <p14:creationId xmlns:p14="http://schemas.microsoft.com/office/powerpoint/2010/main" val="1115482523"/>
      </p:ext>
    </p:extLst>
  </p:cSld>
  <p:clrMapOvr>
    <a:masterClrMapping/>
  </p:clrMapOvr>
  <p:hf/>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941513" y="4800600"/>
            <a:ext cx="5943600" cy="566738"/>
          </a:xfrm>
        </p:spPr>
        <p:txBody>
          <a:bodyPr/>
          <a:lstStyle>
            <a:lvl1pPr algn="l">
              <a:defRPr sz="2000" b="1"/>
            </a:lvl1pPr>
          </a:lstStyle>
          <a:p>
            <a:r>
              <a:rPr lang="zh-CN" altLang="en-US" noProof="1"/>
              <a:t>单击此处编辑母版标题样式</a:t>
            </a:r>
          </a:p>
        </p:txBody>
      </p:sp>
      <p:sp>
        <p:nvSpPr>
          <p:cNvPr id="3" name="图片占位符 2"/>
          <p:cNvSpPr>
            <a:spLocks noGrp="1"/>
          </p:cNvSpPr>
          <p:nvPr>
            <p:ph type="pic" idx="1"/>
          </p:nvPr>
        </p:nvSpPr>
        <p:spPr>
          <a:xfrm>
            <a:off x="1941513" y="612775"/>
            <a:ext cx="59436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noProof="1"/>
              <a:t>单击图标添加图片</a:t>
            </a:r>
          </a:p>
        </p:txBody>
      </p:sp>
      <p:sp>
        <p:nvSpPr>
          <p:cNvPr id="4" name="文本占位符 3"/>
          <p:cNvSpPr>
            <a:spLocks noGrp="1"/>
          </p:cNvSpPr>
          <p:nvPr>
            <p:ph type="body" sz="half" idx="2"/>
          </p:nvPr>
        </p:nvSpPr>
        <p:spPr>
          <a:xfrm>
            <a:off x="1941513" y="5367338"/>
            <a:ext cx="59436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Rectangle 4"/>
          <p:cNvSpPr>
            <a:spLocks noGrp="1" noChangeArrowheads="1"/>
          </p:cNvSpPr>
          <p:nvPr>
            <p:ph type="dt" sz="half" idx="10"/>
          </p:nvPr>
        </p:nvSpPr>
        <p:spPr>
          <a:ln/>
        </p:spPr>
        <p:txBody>
          <a:bodyPr/>
          <a:lstStyle>
            <a:lvl1pPr>
              <a:defRPr/>
            </a:lvl1pPr>
          </a:lstStyle>
          <a:p>
            <a:endParaRPr lang="en-US" altLang="zh-CN"/>
          </a:p>
        </p:txBody>
      </p:sp>
      <p:sp>
        <p:nvSpPr>
          <p:cNvPr id="6"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7" name="Rectangle 6"/>
          <p:cNvSpPr>
            <a:spLocks noGrp="1" noChangeArrowheads="1"/>
          </p:cNvSpPr>
          <p:nvPr>
            <p:ph type="sldNum" sz="quarter" idx="12"/>
          </p:nvPr>
        </p:nvSpPr>
        <p:spPr>
          <a:ln/>
        </p:spPr>
        <p:txBody>
          <a:bodyPr/>
          <a:lstStyle>
            <a:lvl1pPr>
              <a:defRPr/>
            </a:lvl1pPr>
          </a:lstStyle>
          <a:p>
            <a:fld id="{20DFB998-1A56-45AA-8238-C823889BAE5F}" type="slidenum">
              <a:rPr lang="zh-CN" altLang="en-US"/>
              <a:pPr/>
              <a:t>‹#›</a:t>
            </a:fld>
            <a:endParaRPr lang="en-US" altLang="zh-CN"/>
          </a:p>
        </p:txBody>
      </p:sp>
    </p:spTree>
    <p:extLst>
      <p:ext uri="{BB962C8B-B14F-4D97-AF65-F5344CB8AC3E}">
        <p14:creationId xmlns:p14="http://schemas.microsoft.com/office/powerpoint/2010/main" val="481969663"/>
      </p:ext>
    </p:extLst>
  </p:cSld>
  <p:clrMapOvr>
    <a:masterClrMapping/>
  </p:clrMapOvr>
  <p:hf/>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4"/>
          <p:cNvSpPr>
            <a:spLocks noGrp="1" noChangeArrowheads="1"/>
          </p:cNvSpPr>
          <p:nvPr>
            <p:ph type="dt" sz="half" idx="10"/>
          </p:nvPr>
        </p:nvSpPr>
        <p:spPr>
          <a:ln/>
        </p:spPr>
        <p:txBody>
          <a:bodyPr/>
          <a:lstStyle>
            <a:lvl1pPr>
              <a:defRPr/>
            </a:lvl1pPr>
          </a:lstStyle>
          <a:p>
            <a:endParaRPr lang="en-US" altLang="zh-CN"/>
          </a:p>
        </p:txBody>
      </p:sp>
      <p:sp>
        <p:nvSpPr>
          <p:cNvPr id="5"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6" name="Rectangle 6"/>
          <p:cNvSpPr>
            <a:spLocks noGrp="1" noChangeArrowheads="1"/>
          </p:cNvSpPr>
          <p:nvPr>
            <p:ph type="sldNum" sz="quarter" idx="12"/>
          </p:nvPr>
        </p:nvSpPr>
        <p:spPr>
          <a:ln/>
        </p:spPr>
        <p:txBody>
          <a:bodyPr/>
          <a:lstStyle>
            <a:lvl1pPr>
              <a:defRPr/>
            </a:lvl1pPr>
          </a:lstStyle>
          <a:p>
            <a:fld id="{ED9DF3D8-F2BE-4C56-8077-B7A99E011FDE}" type="slidenum">
              <a:rPr lang="zh-CN" altLang="en-US"/>
              <a:pPr/>
              <a:t>‹#›</a:t>
            </a:fld>
            <a:endParaRPr lang="en-US" altLang="zh-CN"/>
          </a:p>
        </p:txBody>
      </p:sp>
    </p:spTree>
    <p:extLst>
      <p:ext uri="{BB962C8B-B14F-4D97-AF65-F5344CB8AC3E}">
        <p14:creationId xmlns:p14="http://schemas.microsoft.com/office/powerpoint/2010/main" val="787725478"/>
      </p:ext>
    </p:extLst>
  </p:cSld>
  <p:clrMapOvr>
    <a:masterClrMapping/>
  </p:clrMapOvr>
  <p:hf/>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181850" y="277813"/>
            <a:ext cx="2379662" cy="5853112"/>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495300" y="277813"/>
            <a:ext cx="6534150" cy="5853112"/>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4"/>
          <p:cNvSpPr>
            <a:spLocks noGrp="1" noChangeArrowheads="1"/>
          </p:cNvSpPr>
          <p:nvPr>
            <p:ph type="dt" sz="half" idx="10"/>
          </p:nvPr>
        </p:nvSpPr>
        <p:spPr>
          <a:ln/>
        </p:spPr>
        <p:txBody>
          <a:bodyPr/>
          <a:lstStyle>
            <a:lvl1pPr>
              <a:defRPr/>
            </a:lvl1pPr>
          </a:lstStyle>
          <a:p>
            <a:endParaRPr lang="en-US" altLang="zh-CN"/>
          </a:p>
        </p:txBody>
      </p:sp>
      <p:sp>
        <p:nvSpPr>
          <p:cNvPr id="5"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6" name="Rectangle 6"/>
          <p:cNvSpPr>
            <a:spLocks noGrp="1" noChangeArrowheads="1"/>
          </p:cNvSpPr>
          <p:nvPr>
            <p:ph type="sldNum" sz="quarter" idx="12"/>
          </p:nvPr>
        </p:nvSpPr>
        <p:spPr>
          <a:ln/>
        </p:spPr>
        <p:txBody>
          <a:bodyPr/>
          <a:lstStyle>
            <a:lvl1pPr>
              <a:defRPr/>
            </a:lvl1pPr>
          </a:lstStyle>
          <a:p>
            <a:fld id="{639285C9-D267-4602-BC5B-004CB60C2F6A}" type="slidenum">
              <a:rPr lang="zh-CN" altLang="en-US"/>
              <a:pPr/>
              <a:t>‹#›</a:t>
            </a:fld>
            <a:endParaRPr lang="en-US" altLang="zh-CN"/>
          </a:p>
        </p:txBody>
      </p:sp>
    </p:spTree>
    <p:extLst>
      <p:ext uri="{BB962C8B-B14F-4D97-AF65-F5344CB8AC3E}">
        <p14:creationId xmlns:p14="http://schemas.microsoft.com/office/powerpoint/2010/main" val="4102541545"/>
      </p:ext>
    </p:extLst>
  </p:cSld>
  <p:clrMapOvr>
    <a:masterClrMapping/>
  </p:clrMapOvr>
  <p:hf/>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6"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88504" y="188640"/>
            <a:ext cx="8915400" cy="792088"/>
          </a:xfrm>
        </p:spPr>
        <p:txBody>
          <a:bodyPr/>
          <a:lstStyle/>
          <a:p>
            <a:r>
              <a:rPr lang="zh-CN" altLang="en-US" noProof="1"/>
              <a:t>单击此处编辑母版标题样式</a:t>
            </a:r>
          </a:p>
        </p:txBody>
      </p:sp>
      <p:sp>
        <p:nvSpPr>
          <p:cNvPr id="3" name="文本占位符 2"/>
          <p:cNvSpPr>
            <a:spLocks noGrp="1"/>
          </p:cNvSpPr>
          <p:nvPr>
            <p:ph type="body" sz="half" idx="1"/>
          </p:nvPr>
        </p:nvSpPr>
        <p:spPr>
          <a:xfrm>
            <a:off x="495300" y="1196752"/>
            <a:ext cx="4381500" cy="4934173"/>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quarter" idx="2"/>
          </p:nvPr>
        </p:nvSpPr>
        <p:spPr>
          <a:xfrm>
            <a:off x="5029200" y="1196752"/>
            <a:ext cx="4381500" cy="2376587"/>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内容占位符 4"/>
          <p:cNvSpPr>
            <a:spLocks noGrp="1"/>
          </p:cNvSpPr>
          <p:nvPr>
            <p:ph sz="quarter" idx="3"/>
          </p:nvPr>
        </p:nvSpPr>
        <p:spPr>
          <a:xfrm>
            <a:off x="5029200" y="3754339"/>
            <a:ext cx="4381500" cy="2376586"/>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日期占位符 5"/>
          <p:cNvSpPr>
            <a:spLocks noGrp="1"/>
          </p:cNvSpPr>
          <p:nvPr>
            <p:ph type="dt" sz="half" idx="10"/>
          </p:nvPr>
        </p:nvSpPr>
        <p:spPr>
          <a:xfrm>
            <a:off x="495300" y="6248400"/>
            <a:ext cx="2311400" cy="457200"/>
          </a:xfrm>
        </p:spPr>
        <p:txBody>
          <a:bodyPr/>
          <a:lstStyle>
            <a:lvl1pPr>
              <a:defRPr/>
            </a:lvl1pPr>
          </a:lstStyle>
          <a:p>
            <a:endParaRPr lang="en-US" altLang="zh-CN"/>
          </a:p>
        </p:txBody>
      </p:sp>
      <p:sp>
        <p:nvSpPr>
          <p:cNvPr id="8" name="页脚占位符 6"/>
          <p:cNvSpPr>
            <a:spLocks noGrp="1"/>
          </p:cNvSpPr>
          <p:nvPr>
            <p:ph type="ftr" sz="quarter" idx="11"/>
          </p:nvPr>
        </p:nvSpPr>
        <p:spPr>
          <a:xfrm>
            <a:off x="3384550" y="6248400"/>
            <a:ext cx="3136900" cy="457200"/>
          </a:xfrm>
        </p:spPr>
        <p:txBody>
          <a:bodyPr/>
          <a:lstStyle>
            <a:lvl1pPr>
              <a:defRPr/>
            </a:lvl1pPr>
          </a:lstStyle>
          <a:p>
            <a:r>
              <a:rPr lang="en-US" altLang="zh-CN"/>
              <a:t>ppt课件</a:t>
            </a:r>
          </a:p>
        </p:txBody>
      </p:sp>
      <p:sp>
        <p:nvSpPr>
          <p:cNvPr id="9" name="灯片编号占位符 7"/>
          <p:cNvSpPr>
            <a:spLocks noGrp="1"/>
          </p:cNvSpPr>
          <p:nvPr>
            <p:ph type="sldNum" sz="quarter" idx="12"/>
          </p:nvPr>
        </p:nvSpPr>
        <p:spPr>
          <a:xfrm>
            <a:off x="7099300" y="6248400"/>
            <a:ext cx="2311400" cy="457200"/>
          </a:xfrm>
        </p:spPr>
        <p:txBody>
          <a:bodyPr/>
          <a:lstStyle>
            <a:lvl1pPr>
              <a:defRPr/>
            </a:lvl1pPr>
          </a:lstStyle>
          <a:p>
            <a:fld id="{FD7FADE1-BAB0-4FD4-85EF-FEBC2CE45AFF}" type="slidenum">
              <a:rPr lang="zh-CN" altLang="en-US"/>
              <a:pPr/>
              <a:t>‹#›</a:t>
            </a:fld>
            <a:endParaRPr lang="en-US" altLang="zh-CN"/>
          </a:p>
        </p:txBody>
      </p:sp>
    </p:spTree>
    <p:extLst>
      <p:ext uri="{BB962C8B-B14F-4D97-AF65-F5344CB8AC3E}">
        <p14:creationId xmlns:p14="http://schemas.microsoft.com/office/powerpoint/2010/main" val="3762945494"/>
      </p:ext>
    </p:extLst>
  </p:cSld>
  <p:clrMapOvr>
    <a:masterClrMapping/>
  </p:clrMapOvr>
  <p:hf/>
</p:sldLayout>
</file>

<file path=ppt/slideLayouts/slideLayout14.xml><?xml version="1.0" encoding="utf-8"?>
<p:sldLayout xmlns:a="http://schemas.openxmlformats.org/drawingml/2006/main" xmlns:r="http://schemas.openxmlformats.org/officeDocument/2006/relationships" xmlns:p="http://schemas.openxmlformats.org/presentationml/2006/main" type="txAndClipArt" preserve="1">
  <p:cSld name="标题，文本与剪贴画">
    <p:spTree>
      <p:nvGrpSpPr>
        <p:cNvPr id="1" name=""/>
        <p:cNvGrpSpPr/>
        <p:nvPr/>
      </p:nvGrpSpPr>
      <p:grpSpPr>
        <a:xfrm>
          <a:off x="0" y="0"/>
          <a:ext cx="0" cy="0"/>
          <a:chOff x="0" y="0"/>
          <a:chExt cx="0" cy="0"/>
        </a:xfrm>
      </p:grpSpPr>
      <p:sp>
        <p:nvSpPr>
          <p:cNvPr id="5"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95300" y="188641"/>
            <a:ext cx="8915400" cy="792087"/>
          </a:xfrm>
        </p:spPr>
        <p:txBody>
          <a:bodyPr/>
          <a:lstStyle/>
          <a:p>
            <a:r>
              <a:rPr lang="zh-CN" altLang="en-US" noProof="1"/>
              <a:t>单击此处编辑母版标题样式</a:t>
            </a:r>
          </a:p>
        </p:txBody>
      </p:sp>
      <p:sp>
        <p:nvSpPr>
          <p:cNvPr id="3" name="文本占位符 2"/>
          <p:cNvSpPr>
            <a:spLocks noGrp="1"/>
          </p:cNvSpPr>
          <p:nvPr>
            <p:ph type="body" sz="half" idx="1"/>
          </p:nvPr>
        </p:nvSpPr>
        <p:spPr>
          <a:xfrm>
            <a:off x="495300" y="1196752"/>
            <a:ext cx="4381500" cy="4934173"/>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剪贴画占位符 3"/>
          <p:cNvSpPr>
            <a:spLocks noGrp="1"/>
          </p:cNvSpPr>
          <p:nvPr>
            <p:ph type="clipArt" sz="half" idx="2" hasCustomPrompt="1"/>
          </p:nvPr>
        </p:nvSpPr>
        <p:spPr>
          <a:xfrm>
            <a:off x="5029200" y="1196752"/>
            <a:ext cx="4381500" cy="4934173"/>
          </a:xfrm>
        </p:spPr>
        <p:txBody>
          <a:bodyPr/>
          <a:lstStyle/>
          <a:p>
            <a:r>
              <a:rPr lang="zh-CN" altLang="en-US" noProof="1"/>
              <a:t>单击图标添加剪 贴画</a:t>
            </a:r>
          </a:p>
        </p:txBody>
      </p:sp>
      <p:sp>
        <p:nvSpPr>
          <p:cNvPr id="6" name="日期占位符 4"/>
          <p:cNvSpPr>
            <a:spLocks noGrp="1"/>
          </p:cNvSpPr>
          <p:nvPr>
            <p:ph type="dt" sz="half" idx="10"/>
          </p:nvPr>
        </p:nvSpPr>
        <p:spPr>
          <a:xfrm>
            <a:off x="495300" y="6248400"/>
            <a:ext cx="2311400" cy="457200"/>
          </a:xfrm>
        </p:spPr>
        <p:txBody>
          <a:bodyPr/>
          <a:lstStyle>
            <a:lvl1pPr>
              <a:defRPr/>
            </a:lvl1pPr>
          </a:lstStyle>
          <a:p>
            <a:endParaRPr lang="en-US" altLang="zh-CN"/>
          </a:p>
        </p:txBody>
      </p:sp>
      <p:sp>
        <p:nvSpPr>
          <p:cNvPr id="7" name="页脚占位符 5"/>
          <p:cNvSpPr>
            <a:spLocks noGrp="1"/>
          </p:cNvSpPr>
          <p:nvPr>
            <p:ph type="ftr" sz="quarter" idx="11"/>
          </p:nvPr>
        </p:nvSpPr>
        <p:spPr>
          <a:xfrm>
            <a:off x="3384550" y="6248400"/>
            <a:ext cx="3136900" cy="457200"/>
          </a:xfrm>
        </p:spPr>
        <p:txBody>
          <a:bodyPr/>
          <a:lstStyle>
            <a:lvl1pPr>
              <a:defRPr/>
            </a:lvl1pPr>
          </a:lstStyle>
          <a:p>
            <a:r>
              <a:rPr lang="en-US" altLang="zh-CN"/>
              <a:t>ppt课件</a:t>
            </a:r>
          </a:p>
        </p:txBody>
      </p:sp>
      <p:sp>
        <p:nvSpPr>
          <p:cNvPr id="8" name="灯片编号占位符 6"/>
          <p:cNvSpPr>
            <a:spLocks noGrp="1"/>
          </p:cNvSpPr>
          <p:nvPr>
            <p:ph type="sldNum" sz="quarter" idx="12"/>
          </p:nvPr>
        </p:nvSpPr>
        <p:spPr>
          <a:xfrm>
            <a:off x="7099300" y="6248400"/>
            <a:ext cx="2311400" cy="457200"/>
          </a:xfrm>
        </p:spPr>
        <p:txBody>
          <a:bodyPr/>
          <a:lstStyle>
            <a:lvl1pPr>
              <a:defRPr/>
            </a:lvl1pPr>
          </a:lstStyle>
          <a:p>
            <a:fld id="{4D74A896-9AB5-4D15-8402-862059E5A9BA}" type="slidenum">
              <a:rPr lang="zh-CN" altLang="en-US"/>
              <a:pPr/>
              <a:t>‹#›</a:t>
            </a:fld>
            <a:endParaRPr lang="en-US" altLang="zh-CN"/>
          </a:p>
        </p:txBody>
      </p:sp>
    </p:spTree>
    <p:extLst>
      <p:ext uri="{BB962C8B-B14F-4D97-AF65-F5344CB8AC3E}">
        <p14:creationId xmlns:p14="http://schemas.microsoft.com/office/powerpoint/2010/main" val="1306447998"/>
      </p:ext>
    </p:extLst>
  </p:cSld>
  <p:clrMapOvr>
    <a:masterClrMapping/>
  </p:clrMapOvr>
  <p:hf/>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idx="4294967295"/>
          </p:nvPr>
        </p:nvSpPr>
        <p:spPr bwMode="auto">
          <a:xfrm>
            <a:off x="495300" y="188913"/>
            <a:ext cx="9066213" cy="792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zh-CN" altLang="en-US" smtClean="0"/>
              <a:t>单击此处编辑母版标题样式</a:t>
            </a:r>
            <a:endParaRPr lang="en-US" altLang="zh-CN" smtClean="0"/>
          </a:p>
        </p:txBody>
      </p:sp>
      <p:sp>
        <p:nvSpPr>
          <p:cNvPr id="1027" name="Rectangle 3"/>
          <p:cNvSpPr>
            <a:spLocks noGrp="1" noChangeArrowheads="1"/>
          </p:cNvSpPr>
          <p:nvPr>
            <p:ph type="body" idx="4294967295"/>
          </p:nvPr>
        </p:nvSpPr>
        <p:spPr bwMode="auto">
          <a:xfrm>
            <a:off x="495300" y="1196975"/>
            <a:ext cx="9066213" cy="4933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endParaRPr lang="en-US" altLang="zh-CN" smtClean="0"/>
          </a:p>
          <a:p>
            <a:pPr lvl="1"/>
            <a:r>
              <a:rPr lang="zh-CN" altLang="en-US" smtClean="0"/>
              <a:t>第二级</a:t>
            </a:r>
            <a:endParaRPr lang="en-US" altLang="zh-CN" smtClean="0"/>
          </a:p>
          <a:p>
            <a:pPr lvl="2"/>
            <a:r>
              <a:rPr lang="zh-CN" altLang="en-US" smtClean="0"/>
              <a:t>第三级</a:t>
            </a:r>
            <a:endParaRPr lang="en-US" altLang="zh-CN" smtClean="0"/>
          </a:p>
          <a:p>
            <a:pPr lvl="3"/>
            <a:r>
              <a:rPr lang="zh-CN" altLang="en-US" smtClean="0"/>
              <a:t>第四级</a:t>
            </a:r>
            <a:endParaRPr lang="en-US" altLang="zh-CN" smtClean="0"/>
          </a:p>
          <a:p>
            <a:pPr lvl="4"/>
            <a:r>
              <a:rPr lang="zh-CN" altLang="en-US" smtClean="0"/>
              <a:t>第五级</a:t>
            </a:r>
            <a:endParaRPr lang="en-US" altLang="zh-CN" smtClean="0"/>
          </a:p>
        </p:txBody>
      </p:sp>
      <p:sp>
        <p:nvSpPr>
          <p:cNvPr id="15364" name="Rectangle 4"/>
          <p:cNvSpPr>
            <a:spLocks noGrp="1" noChangeArrowheads="1"/>
          </p:cNvSpPr>
          <p:nvPr>
            <p:ph type="dt" sz="half" idx="2"/>
          </p:nvPr>
        </p:nvSpPr>
        <p:spPr bwMode="auto">
          <a:xfrm>
            <a:off x="495300" y="6356350"/>
            <a:ext cx="2311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defRPr sz="1000" noProof="1" dirty="0">
                <a:ea typeface="宋体" panose="02010600030101010101" pitchFamily="2" charset="-122"/>
              </a:defRPr>
            </a:lvl1pPr>
          </a:lstStyle>
          <a:p>
            <a:endParaRPr lang="en-US" altLang="zh-CN"/>
          </a:p>
        </p:txBody>
      </p:sp>
      <p:sp>
        <p:nvSpPr>
          <p:cNvPr id="15365" name="Rectangle 5"/>
          <p:cNvSpPr>
            <a:spLocks noGrp="1" noChangeArrowheads="1"/>
          </p:cNvSpPr>
          <p:nvPr>
            <p:ph type="ftr" sz="quarter" idx="3"/>
          </p:nvPr>
        </p:nvSpPr>
        <p:spPr bwMode="auto">
          <a:xfrm>
            <a:off x="3384550" y="6356350"/>
            <a:ext cx="31369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eaLnBrk="1" hangingPunct="1">
              <a:defRPr sz="1000" noProof="1">
                <a:ea typeface="宋体" panose="02010600030101010101" pitchFamily="2" charset="-122"/>
              </a:defRPr>
            </a:lvl1pPr>
          </a:lstStyle>
          <a:p>
            <a:r>
              <a:rPr lang="en-US" altLang="zh-CN"/>
              <a:t>ppt课件</a:t>
            </a:r>
          </a:p>
        </p:txBody>
      </p:sp>
      <p:sp>
        <p:nvSpPr>
          <p:cNvPr id="15366" name="Rectangle 6"/>
          <p:cNvSpPr>
            <a:spLocks noGrp="1" noChangeArrowheads="1"/>
          </p:cNvSpPr>
          <p:nvPr>
            <p:ph type="sldNum" sz="quarter" idx="4"/>
          </p:nvPr>
        </p:nvSpPr>
        <p:spPr bwMode="auto">
          <a:xfrm>
            <a:off x="7099300" y="6356350"/>
            <a:ext cx="2311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sz="1000" noProof="1">
                <a:ea typeface="宋体" panose="02010600030101010101" pitchFamily="2" charset="-122"/>
              </a:defRPr>
            </a:lvl1pPr>
          </a:lstStyle>
          <a:p>
            <a:fld id="{60EDAF7A-0A16-47FB-BF04-01BDDD727E33}" type="slidenum">
              <a:rPr lang="zh-CN" altLang="en-US"/>
              <a:pPr/>
              <a:t>‹#›</a:t>
            </a:fld>
            <a:endParaRPr lang="en-US" altLang="zh-CN"/>
          </a:p>
        </p:txBody>
      </p:sp>
      <p:sp>
        <p:nvSpPr>
          <p:cNvPr id="1031" name="Rectangle 7" descr="Gold bar"/>
          <p:cNvSpPr>
            <a:spLocks noChangeArrowheads="1"/>
          </p:cNvSpPr>
          <p:nvPr/>
        </p:nvSpPr>
        <p:spPr bwMode="auto">
          <a:xfrm>
            <a:off x="0" y="0"/>
            <a:ext cx="247650" cy="2286000"/>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sz="2400">
              <a:latin typeface="Times New Roman" panose="02020603050405020304" pitchFamily="18" charset="0"/>
              <a:ea typeface="宋体" panose="02010600030101010101" pitchFamily="2" charset="-122"/>
            </a:endParaRPr>
          </a:p>
        </p:txBody>
      </p:sp>
      <p:sp>
        <p:nvSpPr>
          <p:cNvPr id="1032" name="Rectangle 9" descr="Orange bar"/>
          <p:cNvSpPr>
            <a:spLocks noChangeArrowheads="1"/>
          </p:cNvSpPr>
          <p:nvPr/>
        </p:nvSpPr>
        <p:spPr bwMode="auto">
          <a:xfrm>
            <a:off x="0" y="2286000"/>
            <a:ext cx="247650" cy="2286000"/>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sz="2400">
              <a:latin typeface="Times New Roman" panose="02020603050405020304" pitchFamily="18" charset="0"/>
              <a:ea typeface="宋体" panose="02010600030101010101" pitchFamily="2" charset="-122"/>
            </a:endParaRPr>
          </a:p>
        </p:txBody>
      </p:sp>
      <p:sp>
        <p:nvSpPr>
          <p:cNvPr id="1033" name="Rectangle 10" descr="Slate bar"/>
          <p:cNvSpPr>
            <a:spLocks noChangeArrowheads="1"/>
          </p:cNvSpPr>
          <p:nvPr/>
        </p:nvSpPr>
        <p:spPr bwMode="auto">
          <a:xfrm>
            <a:off x="0" y="4572000"/>
            <a:ext cx="247650" cy="2286000"/>
          </a:xfrm>
          <a:prstGeom prst="rect">
            <a:avLst/>
          </a:prstGeom>
          <a:solidFill>
            <a:srgbClr val="3333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sz="2400">
              <a:latin typeface="Times New Roman" panose="02020603050405020304" pitchFamily="18" charset="0"/>
              <a:ea typeface="宋体" panose="02010600030101010101" pitchFamily="2" charset="-122"/>
            </a:endParaRPr>
          </a:p>
        </p:txBody>
      </p:sp>
      <p:pic>
        <p:nvPicPr>
          <p:cNvPr id="1034" name="Picture 2" descr="computer networking 的图像结果"/>
          <p:cNvPicPr>
            <a:picLocks noChangeAspect="1" noChangeArrowheads="1"/>
          </p:cNvPicPr>
          <p:nvPr userDrawn="1"/>
        </p:nvPicPr>
        <p:blipFill>
          <a:blip r:embed="rId16" cstate="print">
            <a:extLst>
              <a:ext uri="{28A0092B-C50C-407E-A947-70E740481C1C}">
                <a14:useLocalDpi xmlns:a14="http://schemas.microsoft.com/office/drawing/2010/main" val="0"/>
              </a:ext>
            </a:extLst>
          </a:blip>
          <a:srcRect/>
          <a:stretch>
            <a:fillRect/>
          </a:stretch>
        </p:blipFill>
        <p:spPr bwMode="auto">
          <a:xfrm>
            <a:off x="8724900" y="188913"/>
            <a:ext cx="1123950" cy="812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5" name="AutoShape 5" descr="https://publicrelationssydney.com.au/wp-content/uploads/2013/01/shutterstock_80434384.jpg"/>
          <p:cNvSpPr>
            <a:spLocks noChangeAspect="1" noChangeArrowheads="1"/>
          </p:cNvSpPr>
          <p:nvPr userDrawn="1"/>
        </p:nvSpPr>
        <p:spPr bwMode="auto">
          <a:xfrm>
            <a:off x="63500" y="-136525"/>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a:ea typeface="宋体" panose="02010600030101010101" pitchFamily="2" charset="-122"/>
            </a:endParaRPr>
          </a:p>
        </p:txBody>
      </p:sp>
    </p:spTree>
  </p:cSld>
  <p:clrMap bg1="lt1" tx1="dk1" bg2="lt2" tx2="dk2" accent1="accent1" accent2="accent2" accent3="accent3" accent4="accent4" accent5="accent5" accent6="accent6" hlink="hlink" folHlink="folHlink"/>
  <p:sldLayoutIdLst>
    <p:sldLayoutId id="2147483670" r:id="rId1"/>
    <p:sldLayoutId id="2147483671" r:id="rId2"/>
    <p:sldLayoutId id="2147483669" r:id="rId3"/>
    <p:sldLayoutId id="2147483672" r:id="rId4"/>
    <p:sldLayoutId id="2147483673" r:id="rId5"/>
    <p:sldLayoutId id="2147483674" r:id="rId6"/>
    <p:sldLayoutId id="2147483675" r:id="rId7"/>
    <p:sldLayoutId id="2147483668" r:id="rId8"/>
    <p:sldLayoutId id="2147483667" r:id="rId9"/>
    <p:sldLayoutId id="2147483666" r:id="rId10"/>
    <p:sldLayoutId id="2147483665" r:id="rId11"/>
    <p:sldLayoutId id="2147483664" r:id="rId12"/>
    <p:sldLayoutId id="2147483676" r:id="rId13"/>
    <p:sldLayoutId id="2147483677" r:id="rId14"/>
  </p:sldLayoutIdLst>
  <p:hf/>
  <p:txStyles>
    <p:titleStyle>
      <a:lvl1pPr algn="l" rtl="0" fontAlgn="base">
        <a:spcBef>
          <a:spcPct val="0"/>
        </a:spcBef>
        <a:spcAft>
          <a:spcPct val="0"/>
        </a:spcAft>
        <a:defRPr sz="4400" b="1">
          <a:solidFill>
            <a:srgbClr val="333399"/>
          </a:solidFill>
          <a:latin typeface="+mn-lt"/>
          <a:ea typeface="黑体" panose="02010609060101010101" pitchFamily="2" charset="-122"/>
          <a:cs typeface="+mj-cs"/>
        </a:defRPr>
      </a:lvl1pPr>
      <a:lvl2pPr algn="l" rtl="0" fontAlgn="base">
        <a:spcBef>
          <a:spcPct val="0"/>
        </a:spcBef>
        <a:spcAft>
          <a:spcPct val="0"/>
        </a:spcAft>
        <a:defRPr sz="4400" b="1">
          <a:solidFill>
            <a:srgbClr val="333399"/>
          </a:solidFill>
          <a:latin typeface="Arial" panose="020B0604020202020204" pitchFamily="34" charset="0"/>
          <a:ea typeface="黑体" panose="02010609060101010101" pitchFamily="49" charset="-122"/>
        </a:defRPr>
      </a:lvl2pPr>
      <a:lvl3pPr algn="l" rtl="0" fontAlgn="base">
        <a:spcBef>
          <a:spcPct val="0"/>
        </a:spcBef>
        <a:spcAft>
          <a:spcPct val="0"/>
        </a:spcAft>
        <a:defRPr sz="4400" b="1">
          <a:solidFill>
            <a:srgbClr val="333399"/>
          </a:solidFill>
          <a:latin typeface="Arial" panose="020B0604020202020204" pitchFamily="34" charset="0"/>
          <a:ea typeface="黑体" panose="02010609060101010101" pitchFamily="49" charset="-122"/>
        </a:defRPr>
      </a:lvl3pPr>
      <a:lvl4pPr algn="l" rtl="0" fontAlgn="base">
        <a:spcBef>
          <a:spcPct val="0"/>
        </a:spcBef>
        <a:spcAft>
          <a:spcPct val="0"/>
        </a:spcAft>
        <a:defRPr sz="4400" b="1">
          <a:solidFill>
            <a:srgbClr val="333399"/>
          </a:solidFill>
          <a:latin typeface="Arial" panose="020B0604020202020204" pitchFamily="34" charset="0"/>
          <a:ea typeface="黑体" panose="02010609060101010101" pitchFamily="49" charset="-122"/>
        </a:defRPr>
      </a:lvl4pPr>
      <a:lvl5pPr algn="l" rtl="0" fontAlgn="base">
        <a:spcBef>
          <a:spcPct val="0"/>
        </a:spcBef>
        <a:spcAft>
          <a:spcPct val="0"/>
        </a:spcAft>
        <a:defRPr sz="4400" b="1">
          <a:solidFill>
            <a:srgbClr val="333399"/>
          </a:solidFill>
          <a:latin typeface="Arial" panose="020B0604020202020204" pitchFamily="34" charset="0"/>
          <a:ea typeface="黑体" panose="02010609060101010101" pitchFamily="49" charset="-122"/>
        </a:defRPr>
      </a:lvl5pPr>
      <a:lvl6pPr marL="457200" algn="l" rtl="0" eaLnBrk="1" fontAlgn="base" hangingPunct="1">
        <a:spcBef>
          <a:spcPct val="0"/>
        </a:spcBef>
        <a:spcAft>
          <a:spcPct val="0"/>
        </a:spcAft>
        <a:defRPr sz="4400">
          <a:solidFill>
            <a:schemeClr val="tx2"/>
          </a:solidFill>
          <a:latin typeface="Times New Roman" panose="02020603050405020304" pitchFamily="18" charset="0"/>
        </a:defRPr>
      </a:lvl6pPr>
      <a:lvl7pPr marL="914400" algn="l" rtl="0" eaLnBrk="1" fontAlgn="base" hangingPunct="1">
        <a:spcBef>
          <a:spcPct val="0"/>
        </a:spcBef>
        <a:spcAft>
          <a:spcPct val="0"/>
        </a:spcAft>
        <a:defRPr sz="4400">
          <a:solidFill>
            <a:schemeClr val="tx2"/>
          </a:solidFill>
          <a:latin typeface="Times New Roman" panose="02020603050405020304" pitchFamily="18" charset="0"/>
        </a:defRPr>
      </a:lvl7pPr>
      <a:lvl8pPr marL="1371600" algn="l" rtl="0" eaLnBrk="1" fontAlgn="base" hangingPunct="1">
        <a:spcBef>
          <a:spcPct val="0"/>
        </a:spcBef>
        <a:spcAft>
          <a:spcPct val="0"/>
        </a:spcAft>
        <a:defRPr sz="4400">
          <a:solidFill>
            <a:schemeClr val="tx2"/>
          </a:solidFill>
          <a:latin typeface="Times New Roman" panose="02020603050405020304" pitchFamily="18" charset="0"/>
        </a:defRPr>
      </a:lvl8pPr>
      <a:lvl9pPr marL="1828800" algn="l" rtl="0" eaLnBrk="1" fontAlgn="base" hangingPunct="1">
        <a:spcBef>
          <a:spcPct val="0"/>
        </a:spcBef>
        <a:spcAft>
          <a:spcPct val="0"/>
        </a:spcAft>
        <a:defRPr sz="4400">
          <a:solidFill>
            <a:schemeClr val="tx2"/>
          </a:solidFill>
          <a:latin typeface="Times New Roman" panose="02020603050405020304" pitchFamily="18" charset="0"/>
        </a:defRPr>
      </a:lvl9pPr>
    </p:titleStyle>
    <p:bodyStyle>
      <a:lvl1pPr marL="342900" indent="-342900" algn="l" rtl="0" fontAlgn="base">
        <a:spcBef>
          <a:spcPct val="20000"/>
        </a:spcBef>
        <a:spcAft>
          <a:spcPct val="0"/>
        </a:spcAft>
        <a:buClr>
          <a:srgbClr val="333399"/>
        </a:buClr>
        <a:buSzPct val="75000"/>
        <a:buFont typeface="Wingdings" panose="05000000000000000000" pitchFamily="2" charset="2"/>
        <a:buChar char="n"/>
        <a:defRPr sz="3200" b="1">
          <a:solidFill>
            <a:schemeClr val="tx1"/>
          </a:solidFill>
          <a:latin typeface="+mn-lt"/>
          <a:ea typeface="黑体" panose="02010609060101010101" pitchFamily="2" charset="-122"/>
          <a:cs typeface="+mn-cs"/>
        </a:defRPr>
      </a:lvl1pPr>
      <a:lvl2pPr marL="742950" indent="-285750" algn="l" rtl="0" fontAlgn="base">
        <a:spcBef>
          <a:spcPct val="20000"/>
        </a:spcBef>
        <a:spcAft>
          <a:spcPct val="0"/>
        </a:spcAft>
        <a:buClr>
          <a:schemeClr val="accent2"/>
        </a:buClr>
        <a:buSzPct val="70000"/>
        <a:buFont typeface="Wingdings" panose="05000000000000000000" pitchFamily="2" charset="2"/>
        <a:buChar char="n"/>
        <a:defRPr sz="2800" b="1">
          <a:solidFill>
            <a:schemeClr val="tx1"/>
          </a:solidFill>
          <a:latin typeface="+mn-lt"/>
          <a:ea typeface="黑体" panose="02010609060101010101" pitchFamily="2" charset="-122"/>
        </a:defRPr>
      </a:lvl2pPr>
      <a:lvl3pPr marL="1143000" indent="-228600" algn="l" rtl="0" fontAlgn="base">
        <a:spcBef>
          <a:spcPct val="20000"/>
        </a:spcBef>
        <a:spcAft>
          <a:spcPct val="0"/>
        </a:spcAft>
        <a:buClr>
          <a:srgbClr val="333399"/>
        </a:buClr>
        <a:buSzPct val="65000"/>
        <a:buFont typeface="Wingdings" panose="05000000000000000000" pitchFamily="2" charset="2"/>
        <a:buChar char="p"/>
        <a:defRPr sz="2400" b="1">
          <a:solidFill>
            <a:schemeClr val="tx1"/>
          </a:solidFill>
          <a:latin typeface="+mn-lt"/>
          <a:ea typeface="黑体" panose="02010609060101010101" pitchFamily="2" charset="-122"/>
        </a:defRPr>
      </a:lvl3pPr>
      <a:lvl4pPr marL="1600200" indent="-228600" algn="l" rtl="0" fontAlgn="base">
        <a:spcBef>
          <a:spcPct val="20000"/>
        </a:spcBef>
        <a:spcAft>
          <a:spcPct val="0"/>
        </a:spcAft>
        <a:buClr>
          <a:schemeClr val="bg2"/>
        </a:buClr>
        <a:buSzPct val="65000"/>
        <a:buFont typeface="Wingdings" panose="05000000000000000000" pitchFamily="2" charset="2"/>
        <a:buChar char="n"/>
        <a:defRPr sz="2000" b="1">
          <a:solidFill>
            <a:schemeClr val="tx1"/>
          </a:solidFill>
          <a:latin typeface="+mn-lt"/>
          <a:ea typeface="黑体" panose="02010609060101010101" pitchFamily="2" charset="-122"/>
        </a:defRPr>
      </a:lvl4pPr>
      <a:lvl5pPr marL="2057400" indent="-228600" algn="l" rtl="0" fontAlgn="base">
        <a:spcBef>
          <a:spcPct val="20000"/>
        </a:spcBef>
        <a:spcAft>
          <a:spcPct val="0"/>
        </a:spcAft>
        <a:buClr>
          <a:srgbClr val="333399"/>
        </a:buClr>
        <a:buSzPct val="60000"/>
        <a:buFont typeface="Wingdings" panose="05000000000000000000" pitchFamily="2" charset="2"/>
        <a:buChar char="n"/>
        <a:defRPr sz="2000" b="1">
          <a:solidFill>
            <a:schemeClr val="tx1"/>
          </a:solidFill>
          <a:latin typeface="+mn-lt"/>
          <a:ea typeface="黑体" panose="02010609060101010101" pitchFamily="2" charset="-122"/>
        </a:defRPr>
      </a:lvl5pPr>
      <a:lvl6pPr marL="25146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6pPr>
      <a:lvl7pPr marL="29718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7pPr>
      <a:lvl8pPr marL="34290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8pPr>
      <a:lvl9pPr marL="38862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8.xml"/><Relationship Id="rId1" Type="http://schemas.openxmlformats.org/officeDocument/2006/relationships/vmlDrawing" Target="../drawings/vmlDrawing1.vml"/><Relationship Id="rId6" Type="http://schemas.openxmlformats.org/officeDocument/2006/relationships/oleObject" Target="../embeddings/oleObject2.bin"/><Relationship Id="rId5" Type="http://schemas.openxmlformats.org/officeDocument/2006/relationships/image" Target="../media/image2.wmf"/><Relationship Id="rId4" Type="http://schemas.openxmlformats.org/officeDocument/2006/relationships/oleObject" Target="../embeddings/oleObject1.bin"/></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4.wmf"/><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notesSlide" Target="../notesSlides/notesSlide29.xml"/><Relationship Id="rId1" Type="http://schemas.openxmlformats.org/officeDocument/2006/relationships/slideLayout" Target="../slideLayouts/slideLayout8.xml"/><Relationship Id="rId4" Type="http://schemas.openxmlformats.org/officeDocument/2006/relationships/image" Target="../media/image4.wmf"/></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8.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8.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8.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8.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8.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8.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8.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8.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8.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8.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8465" name="标题 1"/>
          <p:cNvSpPr>
            <a:spLocks noGrp="1" noChangeArrowheads="1"/>
          </p:cNvSpPr>
          <p:nvPr>
            <p:ph type="title"/>
          </p:nvPr>
        </p:nvSpPr>
        <p:spPr>
          <a:xfrm>
            <a:off x="495300" y="188913"/>
            <a:ext cx="9066213" cy="792162"/>
          </a:xfrm>
        </p:spPr>
        <p:txBody>
          <a:bodyPr/>
          <a:lstStyle/>
          <a:p>
            <a:r>
              <a:rPr lang="zh-CN" altLang="en-US" smtClean="0">
                <a:ea typeface="黑体" panose="02010609060101010101" pitchFamily="49" charset="-122"/>
              </a:rPr>
              <a:t>第 </a:t>
            </a:r>
            <a:r>
              <a:rPr lang="en-US" altLang="zh-CN" smtClean="0">
                <a:ea typeface="黑体" panose="02010609060101010101" pitchFamily="49" charset="-122"/>
              </a:rPr>
              <a:t>6 </a:t>
            </a:r>
            <a:r>
              <a:rPr lang="zh-CN" altLang="en-US" smtClean="0">
                <a:ea typeface="黑体" panose="02010609060101010101" pitchFamily="49" charset="-122"/>
              </a:rPr>
              <a:t>章 应用层</a:t>
            </a:r>
          </a:p>
        </p:txBody>
      </p:sp>
      <p:sp>
        <p:nvSpPr>
          <p:cNvPr id="1598466" name="内容占位符 2"/>
          <p:cNvSpPr>
            <a:spLocks noGrp="1" noChangeArrowheads="1"/>
          </p:cNvSpPr>
          <p:nvPr>
            <p:ph idx="1"/>
          </p:nvPr>
        </p:nvSpPr>
        <p:spPr>
          <a:xfrm>
            <a:off x="495300" y="1196975"/>
            <a:ext cx="9066213" cy="4933950"/>
          </a:xfrm>
        </p:spPr>
        <p:txBody>
          <a:bodyPr/>
          <a:lstStyle/>
          <a:p>
            <a:pPr>
              <a:lnSpc>
                <a:spcPct val="100000"/>
              </a:lnSpc>
            </a:pPr>
            <a:r>
              <a:rPr lang="en-US" altLang="zh-CN" dirty="0" smtClean="0">
                <a:ea typeface="黑体" panose="02010609060101010101" pitchFamily="49" charset="-122"/>
              </a:rPr>
              <a:t>6.5  </a:t>
            </a:r>
            <a:r>
              <a:rPr lang="zh-CN" altLang="en-US" dirty="0" smtClean="0">
                <a:ea typeface="黑体" panose="02010609060101010101" pitchFamily="49" charset="-122"/>
              </a:rPr>
              <a:t>电子邮件</a:t>
            </a:r>
            <a:endParaRPr lang="en-US" altLang="zh-CN" dirty="0" smtClean="0">
              <a:ea typeface="黑体" panose="02010609060101010101" pitchFamily="49" charset="-122"/>
            </a:endParaRPr>
          </a:p>
          <a:p>
            <a:pPr>
              <a:lnSpc>
                <a:spcPct val="100000"/>
              </a:lnSpc>
            </a:pPr>
            <a:r>
              <a:rPr lang="en-US" altLang="zh-CN" dirty="0" smtClean="0">
                <a:ea typeface="黑体" panose="02010609060101010101" pitchFamily="49" charset="-122"/>
              </a:rPr>
              <a:t>6.6  </a:t>
            </a:r>
            <a:r>
              <a:rPr lang="zh-CN" altLang="en-US" dirty="0" smtClean="0">
                <a:ea typeface="黑体" panose="02010609060101010101" pitchFamily="49" charset="-122"/>
              </a:rPr>
              <a:t>动态主机配置协议 </a:t>
            </a:r>
            <a:r>
              <a:rPr lang="en-US" altLang="zh-CN" smtClean="0">
                <a:ea typeface="黑体" panose="02010609060101010101" pitchFamily="49" charset="-122"/>
              </a:rPr>
              <a:t>DHCP</a:t>
            </a:r>
            <a:endParaRPr lang="en-US" altLang="zh-CN" dirty="0" smtClean="0">
              <a:ea typeface="黑体" panose="02010609060101010101" pitchFamily="49" charset="-122"/>
            </a:endParaRPr>
          </a:p>
        </p:txBody>
      </p:sp>
      <p:sp>
        <p:nvSpPr>
          <p:cNvPr id="1598467"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964F34E6-6FF2-4929-AAB5-81F5EC4F5FE3}" type="slidenum">
              <a:rPr lang="zh-CN" altLang="en-US" smtClean="0"/>
              <a:pPr eaLnBrk="1" hangingPunct="1"/>
              <a:t>1</a:t>
            </a:fld>
            <a:endParaRPr lang="en-US" altLang="zh-CN" smtClean="0"/>
          </a:p>
        </p:txBody>
      </p:sp>
      <p:sp>
        <p:nvSpPr>
          <p:cNvPr id="1598468"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0673" name="标题 1"/>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6.5  </a:t>
            </a:r>
            <a:r>
              <a:rPr lang="zh-CN" altLang="en-US" smtClean="0">
                <a:ea typeface="黑体" panose="02010609060101010101" pitchFamily="49" charset="-122"/>
              </a:rPr>
              <a:t>电子邮件</a:t>
            </a:r>
          </a:p>
        </p:txBody>
      </p:sp>
      <p:sp>
        <p:nvSpPr>
          <p:cNvPr id="1820674" name="内容占位符 2"/>
          <p:cNvSpPr>
            <a:spLocks noGrp="1" noChangeArrowheads="1"/>
          </p:cNvSpPr>
          <p:nvPr>
            <p:ph idx="1"/>
          </p:nvPr>
        </p:nvSpPr>
        <p:spPr>
          <a:xfrm>
            <a:off x="495300" y="1196975"/>
            <a:ext cx="9066213" cy="4933950"/>
          </a:xfrm>
        </p:spPr>
        <p:txBody>
          <a:bodyPr/>
          <a:lstStyle/>
          <a:p>
            <a:r>
              <a:rPr lang="en-US" altLang="zh-CN" smtClean="0">
                <a:ea typeface="黑体" panose="02010609060101010101" pitchFamily="49" charset="-122"/>
              </a:rPr>
              <a:t>6.5.1  </a:t>
            </a:r>
            <a:r>
              <a:rPr lang="zh-CN" altLang="en-US" smtClean="0">
                <a:ea typeface="黑体" panose="02010609060101010101" pitchFamily="49" charset="-122"/>
              </a:rPr>
              <a:t>电子邮件概述</a:t>
            </a:r>
            <a:endParaRPr lang="en-US" altLang="zh-CN" smtClean="0">
              <a:ea typeface="黑体" panose="02010609060101010101" pitchFamily="49" charset="-122"/>
            </a:endParaRPr>
          </a:p>
          <a:p>
            <a:r>
              <a:rPr lang="en-US" altLang="zh-CN" smtClean="0">
                <a:ea typeface="黑体" panose="02010609060101010101" pitchFamily="49" charset="-122"/>
              </a:rPr>
              <a:t>6.5.2  </a:t>
            </a:r>
            <a:r>
              <a:rPr lang="zh-CN" altLang="en-US" smtClean="0">
                <a:ea typeface="黑体" panose="02010609060101010101" pitchFamily="49" charset="-122"/>
              </a:rPr>
              <a:t>简单邮件传送协议 </a:t>
            </a:r>
            <a:r>
              <a:rPr lang="en-US" altLang="zh-CN" smtClean="0">
                <a:ea typeface="黑体" panose="02010609060101010101" pitchFamily="49" charset="-122"/>
              </a:rPr>
              <a:t>SMTP</a:t>
            </a:r>
          </a:p>
          <a:p>
            <a:r>
              <a:rPr lang="en-US" altLang="zh-CN" smtClean="0">
                <a:ea typeface="黑体" panose="02010609060101010101" pitchFamily="49" charset="-122"/>
              </a:rPr>
              <a:t>6.5.3  </a:t>
            </a:r>
            <a:r>
              <a:rPr lang="zh-CN" altLang="en-US" smtClean="0">
                <a:ea typeface="黑体" panose="02010609060101010101" pitchFamily="49" charset="-122"/>
              </a:rPr>
              <a:t>电子邮件的信息格式</a:t>
            </a:r>
            <a:endParaRPr lang="en-US" altLang="zh-CN" smtClean="0">
              <a:ea typeface="黑体" panose="02010609060101010101" pitchFamily="49" charset="-122"/>
            </a:endParaRPr>
          </a:p>
          <a:p>
            <a:r>
              <a:rPr lang="en-US" altLang="zh-CN" smtClean="0">
                <a:ea typeface="黑体" panose="02010609060101010101" pitchFamily="49" charset="-122"/>
              </a:rPr>
              <a:t>6.5.4  </a:t>
            </a:r>
            <a:r>
              <a:rPr lang="zh-CN" altLang="en-US" smtClean="0">
                <a:ea typeface="黑体" panose="02010609060101010101" pitchFamily="49" charset="-122"/>
              </a:rPr>
              <a:t>邮件读取协议 </a:t>
            </a:r>
            <a:r>
              <a:rPr lang="en-US" altLang="zh-CN" smtClean="0">
                <a:ea typeface="黑体" panose="02010609060101010101" pitchFamily="49" charset="-122"/>
              </a:rPr>
              <a:t>POP3 </a:t>
            </a:r>
            <a:r>
              <a:rPr lang="zh-CN" altLang="en-US" smtClean="0">
                <a:ea typeface="黑体" panose="02010609060101010101" pitchFamily="49" charset="-122"/>
              </a:rPr>
              <a:t>和 </a:t>
            </a:r>
            <a:r>
              <a:rPr lang="en-US" altLang="zh-CN" smtClean="0">
                <a:ea typeface="黑体" panose="02010609060101010101" pitchFamily="49" charset="-122"/>
              </a:rPr>
              <a:t>IMAP</a:t>
            </a:r>
          </a:p>
          <a:p>
            <a:r>
              <a:rPr lang="en-US" altLang="zh-CN" smtClean="0">
                <a:ea typeface="黑体" panose="02010609060101010101" pitchFamily="49" charset="-122"/>
              </a:rPr>
              <a:t>6.5.5  </a:t>
            </a:r>
            <a:r>
              <a:rPr lang="zh-CN" altLang="en-US" smtClean="0">
                <a:ea typeface="黑体" panose="02010609060101010101" pitchFamily="49" charset="-122"/>
              </a:rPr>
              <a:t>基于万维网的电子邮件</a:t>
            </a:r>
            <a:endParaRPr lang="en-US" altLang="zh-CN" smtClean="0">
              <a:ea typeface="黑体" panose="02010609060101010101" pitchFamily="49" charset="-122"/>
            </a:endParaRPr>
          </a:p>
          <a:p>
            <a:r>
              <a:rPr lang="en-US" altLang="zh-CN" smtClean="0">
                <a:ea typeface="黑体" panose="02010609060101010101" pitchFamily="49" charset="-122"/>
              </a:rPr>
              <a:t>6.5.6  </a:t>
            </a:r>
            <a:r>
              <a:rPr lang="zh-CN" altLang="en-US" smtClean="0">
                <a:ea typeface="黑体" panose="02010609060101010101" pitchFamily="49" charset="-122"/>
              </a:rPr>
              <a:t>通用互联网邮件扩充 </a:t>
            </a:r>
            <a:r>
              <a:rPr lang="en-US" altLang="zh-CN" smtClean="0">
                <a:ea typeface="黑体" panose="02010609060101010101" pitchFamily="49" charset="-122"/>
              </a:rPr>
              <a:t>MIME</a:t>
            </a:r>
            <a:endParaRPr lang="zh-CN" altLang="en-US" smtClean="0">
              <a:ea typeface="黑体" panose="02010609060101010101" pitchFamily="49" charset="-122"/>
            </a:endParaRPr>
          </a:p>
        </p:txBody>
      </p:sp>
      <p:sp>
        <p:nvSpPr>
          <p:cNvPr id="1820675"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CB12A1F-C210-4883-A00E-81D5EBCED173}" type="slidenum">
              <a:rPr lang="zh-CN" altLang="en-US" smtClean="0"/>
              <a:pPr eaLnBrk="1" hangingPunct="1"/>
              <a:t>2</a:t>
            </a:fld>
            <a:endParaRPr lang="en-US" altLang="zh-CN" smtClean="0"/>
          </a:p>
        </p:txBody>
      </p:sp>
      <p:sp>
        <p:nvSpPr>
          <p:cNvPr id="1820676"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1697" name="Rectangle 2"/>
          <p:cNvSpPr>
            <a:spLocks noGrp="1" noChangeArrowheads="1"/>
          </p:cNvSpPr>
          <p:nvPr>
            <p:ph type="title"/>
          </p:nvPr>
        </p:nvSpPr>
        <p:spPr>
          <a:xfrm>
            <a:off x="495300" y="188913"/>
            <a:ext cx="9066213" cy="792162"/>
          </a:xfrm>
        </p:spPr>
        <p:txBody>
          <a:bodyPr/>
          <a:lstStyle/>
          <a:p>
            <a:r>
              <a:rPr lang="zh-CN" altLang="en-US" smtClean="0">
                <a:ea typeface="黑体" panose="02010609060101010101" pitchFamily="49" charset="-122"/>
              </a:rPr>
              <a:t/>
            </a:r>
            <a:br>
              <a:rPr lang="zh-CN" altLang="en-US" smtClean="0">
                <a:ea typeface="黑体" panose="02010609060101010101" pitchFamily="49" charset="-122"/>
              </a:rPr>
            </a:br>
            <a:r>
              <a:rPr lang="en-US" altLang="zh-CN" smtClean="0">
                <a:ea typeface="黑体" panose="02010609060101010101" pitchFamily="49" charset="-122"/>
              </a:rPr>
              <a:t>6.5.1  </a:t>
            </a:r>
            <a:r>
              <a:rPr lang="zh-CN" altLang="en-US" smtClean="0">
                <a:ea typeface="黑体" panose="02010609060101010101" pitchFamily="49" charset="-122"/>
              </a:rPr>
              <a:t>电子邮件概述</a:t>
            </a:r>
          </a:p>
        </p:txBody>
      </p:sp>
      <p:sp>
        <p:nvSpPr>
          <p:cNvPr id="1132547" name="Rectangle 3"/>
          <p:cNvSpPr>
            <a:spLocks noGrp="1" noChangeArrowheads="1"/>
          </p:cNvSpPr>
          <p:nvPr>
            <p:ph idx="1"/>
          </p:nvPr>
        </p:nvSpPr>
        <p:spPr>
          <a:xfrm>
            <a:off x="495300" y="1196975"/>
            <a:ext cx="9066213" cy="4933950"/>
          </a:xfrm>
        </p:spPr>
        <p:txBody>
          <a:bodyPr/>
          <a:lstStyle/>
          <a:p>
            <a:r>
              <a:rPr lang="zh-CN" altLang="en-US" dirty="0" smtClean="0">
                <a:solidFill>
                  <a:srgbClr val="FF0000"/>
                </a:solidFill>
                <a:ea typeface="黑体" panose="02010609060101010101" pitchFamily="49" charset="-122"/>
              </a:rPr>
              <a:t>电子邮件 </a:t>
            </a:r>
            <a:r>
              <a:rPr lang="en-US" altLang="zh-CN" dirty="0" smtClean="0">
                <a:ea typeface="黑体" panose="02010609060101010101" pitchFamily="49" charset="-122"/>
              </a:rPr>
              <a:t>(e-mail) </a:t>
            </a:r>
            <a:r>
              <a:rPr lang="zh-CN" altLang="en-US" dirty="0" smtClean="0">
                <a:ea typeface="黑体" panose="02010609060101010101" pitchFamily="49" charset="-122"/>
              </a:rPr>
              <a:t>是互联网上使用得最多的和最受用户欢迎的一种应用。</a:t>
            </a:r>
          </a:p>
          <a:p>
            <a:r>
              <a:rPr lang="zh-CN" altLang="en-US" dirty="0" smtClean="0">
                <a:ea typeface="黑体" panose="02010609060101010101" pitchFamily="49" charset="-122"/>
              </a:rPr>
              <a:t>电子邮件把邮件</a:t>
            </a:r>
            <a:r>
              <a:rPr lang="zh-CN" altLang="en-US" dirty="0" smtClean="0">
                <a:solidFill>
                  <a:srgbClr val="0000FF"/>
                </a:solidFill>
                <a:ea typeface="黑体" panose="02010609060101010101" pitchFamily="49" charset="-122"/>
              </a:rPr>
              <a:t>发送</a:t>
            </a:r>
            <a:r>
              <a:rPr lang="zh-CN" altLang="en-US" dirty="0" smtClean="0">
                <a:ea typeface="黑体" panose="02010609060101010101" pitchFamily="49" charset="-122"/>
              </a:rPr>
              <a:t>到</a:t>
            </a:r>
            <a:r>
              <a:rPr lang="zh-CN" altLang="en-US" dirty="0" smtClean="0">
                <a:solidFill>
                  <a:srgbClr val="0000FF"/>
                </a:solidFill>
                <a:ea typeface="黑体" panose="02010609060101010101" pitchFamily="49" charset="-122"/>
              </a:rPr>
              <a:t>收件人</a:t>
            </a:r>
            <a:r>
              <a:rPr lang="zh-CN" altLang="en-US" dirty="0" smtClean="0">
                <a:ea typeface="黑体" panose="02010609060101010101" pitchFamily="49" charset="-122"/>
              </a:rPr>
              <a:t>使用的</a:t>
            </a:r>
            <a:r>
              <a:rPr lang="zh-CN" altLang="en-US" dirty="0" smtClean="0">
                <a:solidFill>
                  <a:srgbClr val="0000FF"/>
                </a:solidFill>
                <a:ea typeface="黑体" panose="02010609060101010101" pitchFamily="49" charset="-122"/>
              </a:rPr>
              <a:t>邮件服务器</a:t>
            </a:r>
            <a:r>
              <a:rPr lang="zh-CN" altLang="en-US" dirty="0" smtClean="0">
                <a:ea typeface="黑体" panose="02010609060101010101" pitchFamily="49" charset="-122"/>
              </a:rPr>
              <a:t>，并放在其中的收件人邮箱中，</a:t>
            </a:r>
            <a:r>
              <a:rPr lang="zh-CN" altLang="en-US" dirty="0" smtClean="0">
                <a:solidFill>
                  <a:srgbClr val="0000FF"/>
                </a:solidFill>
                <a:ea typeface="黑体" panose="02010609060101010101" pitchFamily="49" charset="-122"/>
              </a:rPr>
              <a:t>收件人</a:t>
            </a:r>
            <a:r>
              <a:rPr lang="zh-CN" altLang="en-US" dirty="0" smtClean="0">
                <a:ea typeface="黑体" panose="02010609060101010101" pitchFamily="49" charset="-122"/>
              </a:rPr>
              <a:t>可</a:t>
            </a:r>
            <a:r>
              <a:rPr lang="zh-CN" altLang="en-US" dirty="0" smtClean="0">
                <a:solidFill>
                  <a:srgbClr val="0000FF"/>
                </a:solidFill>
                <a:ea typeface="黑体" panose="02010609060101010101" pitchFamily="49" charset="-122"/>
              </a:rPr>
              <a:t>随时</a:t>
            </a:r>
            <a:r>
              <a:rPr lang="zh-CN" altLang="en-US" dirty="0" smtClean="0">
                <a:ea typeface="黑体" panose="02010609060101010101" pitchFamily="49" charset="-122"/>
              </a:rPr>
              <a:t>上网到自己使用的邮件服务器进行</a:t>
            </a:r>
            <a:r>
              <a:rPr lang="zh-CN" altLang="en-US" dirty="0" smtClean="0">
                <a:solidFill>
                  <a:srgbClr val="0000FF"/>
                </a:solidFill>
                <a:ea typeface="黑体" panose="02010609060101010101" pitchFamily="49" charset="-122"/>
              </a:rPr>
              <a:t>读取</a:t>
            </a:r>
            <a:r>
              <a:rPr lang="zh-CN" altLang="en-US" dirty="0" smtClean="0">
                <a:ea typeface="黑体" panose="02010609060101010101" pitchFamily="49" charset="-122"/>
              </a:rPr>
              <a:t>。</a:t>
            </a:r>
          </a:p>
          <a:p>
            <a:r>
              <a:rPr lang="zh-CN" altLang="en-US" dirty="0" smtClean="0">
                <a:ea typeface="黑体" panose="02010609060101010101" pitchFamily="49" charset="-122"/>
              </a:rPr>
              <a:t>电子邮件不仅使用</a:t>
            </a:r>
            <a:r>
              <a:rPr lang="zh-CN" altLang="en-US" dirty="0" smtClean="0">
                <a:solidFill>
                  <a:srgbClr val="0000FF"/>
                </a:solidFill>
                <a:ea typeface="黑体" panose="02010609060101010101" pitchFamily="49" charset="-122"/>
              </a:rPr>
              <a:t>方便</a:t>
            </a:r>
            <a:r>
              <a:rPr lang="zh-CN" altLang="en-US" dirty="0" smtClean="0">
                <a:ea typeface="黑体" panose="02010609060101010101" pitchFamily="49" charset="-122"/>
              </a:rPr>
              <a:t>，而且还具有传递</a:t>
            </a:r>
            <a:r>
              <a:rPr lang="zh-CN" altLang="en-US" dirty="0" smtClean="0">
                <a:solidFill>
                  <a:srgbClr val="0000FF"/>
                </a:solidFill>
                <a:ea typeface="黑体" panose="02010609060101010101" pitchFamily="49" charset="-122"/>
              </a:rPr>
              <a:t>迅速</a:t>
            </a:r>
            <a:r>
              <a:rPr lang="zh-CN" altLang="en-US" dirty="0" smtClean="0">
                <a:ea typeface="黑体" panose="02010609060101010101" pitchFamily="49" charset="-122"/>
              </a:rPr>
              <a:t>和</a:t>
            </a:r>
            <a:r>
              <a:rPr lang="zh-CN" altLang="en-US" dirty="0" smtClean="0">
                <a:solidFill>
                  <a:srgbClr val="0000FF"/>
                </a:solidFill>
                <a:ea typeface="黑体" panose="02010609060101010101" pitchFamily="49" charset="-122"/>
              </a:rPr>
              <a:t>费用低</a:t>
            </a:r>
            <a:r>
              <a:rPr lang="zh-CN" altLang="en-US" dirty="0" smtClean="0">
                <a:ea typeface="黑体" panose="02010609060101010101" pitchFamily="49" charset="-122"/>
              </a:rPr>
              <a:t>廉的优点。</a:t>
            </a:r>
          </a:p>
          <a:p>
            <a:r>
              <a:rPr lang="zh-CN" altLang="en-US" dirty="0" smtClean="0">
                <a:ea typeface="黑体" panose="02010609060101010101" pitchFamily="49" charset="-122"/>
              </a:rPr>
              <a:t>现在电子邮件不仅可传送文字信息，而且还可附上声音和图像。</a:t>
            </a:r>
          </a:p>
        </p:txBody>
      </p:sp>
      <p:sp>
        <p:nvSpPr>
          <p:cNvPr id="1821699"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678BCEE-2A58-4370-9087-F481AB94A1AB}" type="slidenum">
              <a:rPr lang="zh-CN" altLang="en-US" smtClean="0"/>
              <a:pPr eaLnBrk="1" hangingPunct="1"/>
              <a:t>3</a:t>
            </a:fld>
            <a:endParaRPr lang="en-US" altLang="zh-CN" smtClean="0"/>
          </a:p>
        </p:txBody>
      </p:sp>
      <p:sp>
        <p:nvSpPr>
          <p:cNvPr id="1821700"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32547">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32547">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3254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2547"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3745" name="Rectangle 2"/>
          <p:cNvSpPr>
            <a:spLocks noGrp="1" noChangeArrowheads="1"/>
          </p:cNvSpPr>
          <p:nvPr>
            <p:ph type="title"/>
          </p:nvPr>
        </p:nvSpPr>
        <p:spPr>
          <a:xfrm>
            <a:off x="495300" y="188913"/>
            <a:ext cx="9066213" cy="792162"/>
          </a:xfrm>
        </p:spPr>
        <p:txBody>
          <a:bodyPr/>
          <a:lstStyle/>
          <a:p>
            <a:pPr algn="ctr"/>
            <a:r>
              <a:rPr lang="zh-CN" altLang="en-US" dirty="0" smtClean="0">
                <a:ea typeface="黑体" panose="02010609060101010101" pitchFamily="49" charset="-122"/>
              </a:rPr>
              <a:t>电子邮件的一些标准</a:t>
            </a:r>
          </a:p>
        </p:txBody>
      </p:sp>
      <p:sp>
        <p:nvSpPr>
          <p:cNvPr id="1134595" name="Rectangle 3"/>
          <p:cNvSpPr>
            <a:spLocks noGrp="1" noChangeArrowheads="1"/>
          </p:cNvSpPr>
          <p:nvPr>
            <p:ph idx="1"/>
          </p:nvPr>
        </p:nvSpPr>
        <p:spPr>
          <a:xfrm>
            <a:off x="495300" y="1196975"/>
            <a:ext cx="9066213" cy="4933950"/>
          </a:xfrm>
        </p:spPr>
        <p:txBody>
          <a:bodyPr/>
          <a:lstStyle/>
          <a:p>
            <a:r>
              <a:rPr lang="zh-CN" altLang="en-US" dirty="0" smtClean="0">
                <a:ea typeface="黑体" panose="02010609060101010101" pitchFamily="49" charset="-122"/>
              </a:rPr>
              <a:t>发送邮件的协议：</a:t>
            </a:r>
            <a:r>
              <a:rPr lang="en-US" altLang="zh-CN" dirty="0" smtClean="0">
                <a:solidFill>
                  <a:srgbClr val="FF0000"/>
                </a:solidFill>
                <a:ea typeface="黑体" panose="02010609060101010101" pitchFamily="49" charset="-122"/>
              </a:rPr>
              <a:t>SMTP</a:t>
            </a:r>
            <a:r>
              <a:rPr lang="zh-CN" altLang="en-US" dirty="0" smtClean="0">
                <a:ea typeface="黑体" panose="02010609060101010101" pitchFamily="49" charset="-122"/>
              </a:rPr>
              <a:t>和</a:t>
            </a:r>
            <a:r>
              <a:rPr lang="en-US" altLang="zh-CN" dirty="0" smtClean="0">
                <a:solidFill>
                  <a:srgbClr val="FF0000"/>
                </a:solidFill>
                <a:ea typeface="黑体" panose="02010609060101010101" pitchFamily="49" charset="-122"/>
              </a:rPr>
              <a:t>MIME</a:t>
            </a:r>
          </a:p>
          <a:p>
            <a:pPr marL="0" indent="0">
              <a:buNone/>
            </a:pPr>
            <a:r>
              <a:rPr lang="en-US" altLang="zh-CN" dirty="0">
                <a:solidFill>
                  <a:srgbClr val="FF0000"/>
                </a:solidFill>
                <a:ea typeface="黑体" panose="02010609060101010101" pitchFamily="49" charset="-122"/>
              </a:rPr>
              <a:t> SMTP(Simple Mail Transfer Protocol</a:t>
            </a:r>
            <a:r>
              <a:rPr lang="en-US" altLang="zh-CN" dirty="0" smtClean="0">
                <a:solidFill>
                  <a:srgbClr val="FF0000"/>
                </a:solidFill>
                <a:ea typeface="黑体" panose="02010609060101010101" pitchFamily="49" charset="-122"/>
              </a:rPr>
              <a:t>) </a:t>
            </a:r>
            <a:r>
              <a:rPr lang="zh-CN" altLang="en-US" dirty="0" smtClean="0">
                <a:ea typeface="黑体" panose="02010609060101010101" pitchFamily="49" charset="-122"/>
              </a:rPr>
              <a:t>简单邮件传输协议</a:t>
            </a:r>
            <a:endParaRPr lang="en-US" altLang="zh-CN" dirty="0" smtClean="0">
              <a:ea typeface="黑体" panose="02010609060101010101" pitchFamily="49" charset="-122"/>
            </a:endParaRPr>
          </a:p>
          <a:p>
            <a:pPr marL="0" indent="0">
              <a:buNone/>
            </a:pPr>
            <a:r>
              <a:rPr lang="en-US" altLang="zh-CN" dirty="0">
                <a:solidFill>
                  <a:srgbClr val="FF0000"/>
                </a:solidFill>
                <a:ea typeface="黑体" panose="02010609060101010101" pitchFamily="49" charset="-122"/>
              </a:rPr>
              <a:t>MIME(Multipurpose Internet Mail </a:t>
            </a:r>
            <a:r>
              <a:rPr lang="en-US" altLang="zh-CN" dirty="0" smtClean="0">
                <a:solidFill>
                  <a:srgbClr val="FF0000"/>
                </a:solidFill>
                <a:ea typeface="黑体" panose="02010609060101010101" pitchFamily="49" charset="-122"/>
              </a:rPr>
              <a:t>Extensions)</a:t>
            </a:r>
            <a:r>
              <a:rPr lang="en-US" altLang="zh-CN" dirty="0">
                <a:ea typeface="黑体" panose="02010609060101010101" pitchFamily="49" charset="-122"/>
              </a:rPr>
              <a:t> </a:t>
            </a:r>
            <a:r>
              <a:rPr lang="zh-CN" altLang="en-US" dirty="0" smtClean="0">
                <a:ea typeface="黑体" panose="02010609060101010101" pitchFamily="49" charset="-122"/>
              </a:rPr>
              <a:t>通用互联网邮件扩充</a:t>
            </a:r>
            <a:endParaRPr lang="en-US" altLang="zh-CN" dirty="0" smtClean="0">
              <a:ea typeface="黑体" panose="02010609060101010101" pitchFamily="49" charset="-122"/>
            </a:endParaRPr>
          </a:p>
          <a:p>
            <a:r>
              <a:rPr lang="zh-CN" altLang="en-US" dirty="0" smtClean="0">
                <a:ea typeface="黑体" panose="02010609060101010101" pitchFamily="49" charset="-122"/>
              </a:rPr>
              <a:t>读取邮件的协议：</a:t>
            </a:r>
            <a:r>
              <a:rPr lang="en-US" altLang="zh-CN" dirty="0" smtClean="0">
                <a:solidFill>
                  <a:srgbClr val="FF0000"/>
                </a:solidFill>
                <a:ea typeface="黑体" panose="02010609060101010101" pitchFamily="49" charset="-122"/>
              </a:rPr>
              <a:t>POP3</a:t>
            </a:r>
            <a:r>
              <a:rPr lang="en-US" altLang="zh-CN" dirty="0" smtClean="0">
                <a:ea typeface="黑体" panose="02010609060101010101" pitchFamily="49" charset="-122"/>
              </a:rPr>
              <a:t> </a:t>
            </a:r>
            <a:r>
              <a:rPr lang="zh-CN" altLang="en-US" dirty="0" smtClean="0">
                <a:ea typeface="黑体" panose="02010609060101010101" pitchFamily="49" charset="-122"/>
              </a:rPr>
              <a:t>和 </a:t>
            </a:r>
            <a:r>
              <a:rPr lang="en-US" altLang="zh-CN" dirty="0" smtClean="0">
                <a:solidFill>
                  <a:srgbClr val="FF0000"/>
                </a:solidFill>
                <a:ea typeface="黑体" panose="02010609060101010101" pitchFamily="49" charset="-122"/>
              </a:rPr>
              <a:t>IMAP</a:t>
            </a:r>
          </a:p>
          <a:p>
            <a:pPr marL="0" indent="0">
              <a:buNone/>
            </a:pPr>
            <a:r>
              <a:rPr lang="en-US" altLang="zh-CN" dirty="0" smtClean="0">
                <a:solidFill>
                  <a:srgbClr val="FF0000"/>
                </a:solidFill>
                <a:ea typeface="黑体" panose="02010609060101010101" pitchFamily="49" charset="-122"/>
              </a:rPr>
              <a:t>POP(Post </a:t>
            </a:r>
            <a:r>
              <a:rPr lang="en-US" altLang="zh-CN" dirty="0">
                <a:solidFill>
                  <a:srgbClr val="FF0000"/>
                </a:solidFill>
                <a:ea typeface="黑体" panose="02010609060101010101" pitchFamily="49" charset="-122"/>
              </a:rPr>
              <a:t>Office </a:t>
            </a:r>
            <a:r>
              <a:rPr lang="en-US" altLang="zh-CN" dirty="0" smtClean="0">
                <a:solidFill>
                  <a:srgbClr val="FF0000"/>
                </a:solidFill>
                <a:ea typeface="黑体" panose="02010609060101010101" pitchFamily="49" charset="-122"/>
              </a:rPr>
              <a:t>Protocol) </a:t>
            </a:r>
            <a:r>
              <a:rPr lang="zh-CN" altLang="en-US" dirty="0" smtClean="0">
                <a:ea typeface="黑体" panose="02010609060101010101" pitchFamily="49" charset="-122"/>
              </a:rPr>
              <a:t>邮局协议</a:t>
            </a:r>
            <a:endParaRPr lang="en-US" altLang="zh-CN" dirty="0" smtClean="0">
              <a:ea typeface="黑体" panose="02010609060101010101" pitchFamily="49" charset="-122"/>
            </a:endParaRPr>
          </a:p>
          <a:p>
            <a:pPr marL="0" indent="0">
              <a:buNone/>
            </a:pPr>
            <a:r>
              <a:rPr lang="en-US" altLang="zh-CN" smtClean="0">
                <a:solidFill>
                  <a:srgbClr val="FF0000"/>
                </a:solidFill>
                <a:ea typeface="黑体" panose="02010609060101010101" pitchFamily="49" charset="-122"/>
              </a:rPr>
              <a:t>IMAP(Internet </a:t>
            </a:r>
            <a:r>
              <a:rPr lang="en-US" altLang="zh-CN" dirty="0">
                <a:solidFill>
                  <a:srgbClr val="FF0000"/>
                </a:solidFill>
                <a:ea typeface="黑体" panose="02010609060101010101" pitchFamily="49" charset="-122"/>
              </a:rPr>
              <a:t>Message Access </a:t>
            </a:r>
            <a:r>
              <a:rPr lang="en-US" altLang="zh-CN" dirty="0" smtClean="0">
                <a:solidFill>
                  <a:srgbClr val="FF0000"/>
                </a:solidFill>
                <a:ea typeface="黑体" panose="02010609060101010101" pitchFamily="49" charset="-122"/>
              </a:rPr>
              <a:t>Protocol) </a:t>
            </a:r>
            <a:r>
              <a:rPr lang="zh-CN" altLang="en-US" dirty="0" smtClean="0">
                <a:ea typeface="黑体" panose="02010609060101010101" pitchFamily="49" charset="-122"/>
              </a:rPr>
              <a:t>互联网</a:t>
            </a:r>
            <a:r>
              <a:rPr lang="zh-CN" altLang="en-US" dirty="0">
                <a:ea typeface="黑体" panose="02010609060101010101" pitchFamily="49" charset="-122"/>
              </a:rPr>
              <a:t>邮件访问</a:t>
            </a:r>
            <a:r>
              <a:rPr lang="zh-CN" altLang="en-US" dirty="0" smtClean="0">
                <a:ea typeface="黑体" panose="02010609060101010101" pitchFamily="49" charset="-122"/>
              </a:rPr>
              <a:t>协议</a:t>
            </a:r>
            <a:endParaRPr lang="en-US" altLang="zh-CN" dirty="0" smtClean="0">
              <a:ea typeface="黑体" panose="02010609060101010101" pitchFamily="49" charset="-122"/>
            </a:endParaRPr>
          </a:p>
        </p:txBody>
      </p:sp>
      <p:sp>
        <p:nvSpPr>
          <p:cNvPr id="1823747"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E5E8F03-ABA1-4522-B43C-C7A09032C344}" type="slidenum">
              <a:rPr lang="zh-CN" altLang="en-US" smtClean="0"/>
              <a:pPr eaLnBrk="1" hangingPunct="1"/>
              <a:t>4</a:t>
            </a:fld>
            <a:endParaRPr lang="en-US" altLang="zh-CN" smtClean="0"/>
          </a:p>
        </p:txBody>
      </p:sp>
      <p:sp>
        <p:nvSpPr>
          <p:cNvPr id="1823748"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25793" name="Object 383"/>
          <p:cNvGraphicFramePr>
            <a:graphicFrameLocks noChangeAspect="1"/>
          </p:cNvGraphicFramePr>
          <p:nvPr/>
        </p:nvGraphicFramePr>
        <p:xfrm>
          <a:off x="3854450" y="4378325"/>
          <a:ext cx="2730500" cy="1439863"/>
        </p:xfrm>
        <a:graphic>
          <a:graphicData uri="http://schemas.openxmlformats.org/presentationml/2006/ole">
            <mc:AlternateContent xmlns:mc="http://schemas.openxmlformats.org/markup-compatibility/2006">
              <mc:Choice xmlns:v="urn:schemas-microsoft-com:vml" Requires="v">
                <p:oleObj spid="_x0000_s1826328" r:id="rId4" imgW="1687068" imgH="964692" progId="Visio.Drawing.6">
                  <p:embed/>
                </p:oleObj>
              </mc:Choice>
              <mc:Fallback>
                <p:oleObj r:id="rId4" imgW="1687068" imgH="964692" progId="Visio.Drawing.6">
                  <p:embed/>
                  <p:pic>
                    <p:nvPicPr>
                      <p:cNvPr id="0" name="Object 38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54450" y="4378325"/>
                        <a:ext cx="2730500" cy="1439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825794" name="Object 383"/>
          <p:cNvGraphicFramePr>
            <a:graphicFrameLocks noGrp="1" noChangeAspect="1"/>
          </p:cNvGraphicFramePr>
          <p:nvPr>
            <p:ph idx="4294967295"/>
          </p:nvPr>
        </p:nvGraphicFramePr>
        <p:xfrm>
          <a:off x="7248525" y="4378325"/>
          <a:ext cx="2728913" cy="1439863"/>
        </p:xfrm>
        <a:graphic>
          <a:graphicData uri="http://schemas.openxmlformats.org/presentationml/2006/ole">
            <mc:AlternateContent xmlns:mc="http://schemas.openxmlformats.org/markup-compatibility/2006">
              <mc:Choice xmlns:v="urn:schemas-microsoft-com:vml" Requires="v">
                <p:oleObj spid="_x0000_s1826329" r:id="rId6" imgW="1687068" imgH="964692" progId="Visio.Drawing.6">
                  <p:embed/>
                </p:oleObj>
              </mc:Choice>
              <mc:Fallback>
                <p:oleObj r:id="rId6" imgW="1687068" imgH="964692" progId="Visio.Drawing.6">
                  <p:embed/>
                  <p:pic>
                    <p:nvPicPr>
                      <p:cNvPr id="0" name="Object 383"/>
                      <p:cNvPicPr>
                        <a:picLocks noGrp="1"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248525" y="4378325"/>
                        <a:ext cx="2728913" cy="1439863"/>
                      </a:xfrm>
                      <a:prstGeom prst="rect">
                        <a:avLst/>
                      </a:prstGeom>
                    </p:spPr>
                  </p:pic>
                </p:oleObj>
              </mc:Fallback>
            </mc:AlternateContent>
          </a:graphicData>
        </a:graphic>
      </p:graphicFrame>
      <p:sp>
        <p:nvSpPr>
          <p:cNvPr id="1825795" name="Rectangle 2"/>
          <p:cNvSpPr>
            <a:spLocks noGrp="1" noChangeArrowheads="1"/>
          </p:cNvSpPr>
          <p:nvPr>
            <p:ph type="title" idx="4294967295"/>
          </p:nvPr>
        </p:nvSpPr>
        <p:spPr>
          <a:xfrm>
            <a:off x="863600" y="-3175"/>
            <a:ext cx="7977188" cy="768350"/>
          </a:xfrm>
        </p:spPr>
        <p:txBody>
          <a:bodyPr/>
          <a:lstStyle/>
          <a:p>
            <a:pPr algn="ctr"/>
            <a:r>
              <a:rPr lang="zh-CN" altLang="zh-CN" dirty="0" smtClean="0">
                <a:ea typeface="黑体" panose="02010609060101010101" pitchFamily="49" charset="-122"/>
              </a:rPr>
              <a:t>电子邮件的最主要的组成构件 </a:t>
            </a:r>
          </a:p>
        </p:txBody>
      </p:sp>
      <p:sp>
        <p:nvSpPr>
          <p:cNvPr id="1825796" name="Line 3"/>
          <p:cNvSpPr>
            <a:spLocks noChangeShapeType="1"/>
          </p:cNvSpPr>
          <p:nvPr/>
        </p:nvSpPr>
        <p:spPr bwMode="auto">
          <a:xfrm flipH="1" flipV="1">
            <a:off x="1262063" y="4886325"/>
            <a:ext cx="825500" cy="76200"/>
          </a:xfrm>
          <a:prstGeom prst="line">
            <a:avLst/>
          </a:prstGeom>
          <a:noFill/>
          <a:ln w="38100">
            <a:solidFill>
              <a:srgbClr val="333399"/>
            </a:solidFill>
            <a:round/>
            <a:headEnd/>
            <a:tailEnd type="none" w="sm" len="lg"/>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825797" name="Freeform 4"/>
          <p:cNvSpPr>
            <a:spLocks noChangeArrowheads="1"/>
          </p:cNvSpPr>
          <p:nvPr/>
        </p:nvSpPr>
        <p:spPr bwMode="auto">
          <a:xfrm>
            <a:off x="8175625" y="4821238"/>
            <a:ext cx="825500" cy="142875"/>
          </a:xfrm>
          <a:custGeom>
            <a:avLst/>
            <a:gdLst>
              <a:gd name="T0" fmla="*/ 480 w 480"/>
              <a:gd name="T1" fmla="*/ 0 h 90"/>
              <a:gd name="T2" fmla="*/ 0 w 480"/>
              <a:gd name="T3" fmla="*/ 90 h 90"/>
            </a:gdLst>
            <a:ahLst/>
            <a:cxnLst>
              <a:cxn ang="0">
                <a:pos x="T0" y="T1"/>
              </a:cxn>
              <a:cxn ang="0">
                <a:pos x="T2" y="T3"/>
              </a:cxn>
            </a:cxnLst>
            <a:rect l="0" t="0" r="r" b="b"/>
            <a:pathLst>
              <a:path w="480" h="90">
                <a:moveTo>
                  <a:pt x="480" y="0"/>
                </a:moveTo>
                <a:lnTo>
                  <a:pt x="0" y="90"/>
                </a:lnTo>
              </a:path>
            </a:pathLst>
          </a:custGeom>
          <a:noFill/>
          <a:ln w="38100">
            <a:solidFill>
              <a:srgbClr val="333399"/>
            </a:solidFill>
            <a:round/>
            <a:headEnd/>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825798" name="Line 5"/>
          <p:cNvSpPr>
            <a:spLocks noChangeShapeType="1"/>
          </p:cNvSpPr>
          <p:nvPr/>
        </p:nvSpPr>
        <p:spPr bwMode="auto">
          <a:xfrm flipH="1" flipV="1">
            <a:off x="6442075" y="5038725"/>
            <a:ext cx="846138" cy="0"/>
          </a:xfrm>
          <a:prstGeom prst="line">
            <a:avLst/>
          </a:prstGeom>
          <a:noFill/>
          <a:ln w="38100">
            <a:solidFill>
              <a:srgbClr val="333399"/>
            </a:solidFill>
            <a:round/>
            <a:headEnd/>
            <a:tailEnd type="none" w="sm" len="lg"/>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825799" name="Line 6"/>
          <p:cNvSpPr>
            <a:spLocks noChangeShapeType="1"/>
          </p:cNvSpPr>
          <p:nvPr/>
        </p:nvSpPr>
        <p:spPr bwMode="auto">
          <a:xfrm flipH="1" flipV="1">
            <a:off x="3160713" y="5026025"/>
            <a:ext cx="846137" cy="0"/>
          </a:xfrm>
          <a:prstGeom prst="line">
            <a:avLst/>
          </a:prstGeom>
          <a:noFill/>
          <a:ln w="38100">
            <a:solidFill>
              <a:srgbClr val="333399"/>
            </a:solidFill>
            <a:round/>
            <a:headEnd/>
            <a:tailEnd type="none" w="sm" len="lg"/>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825800" name="Text Box 7"/>
          <p:cNvSpPr txBox="1">
            <a:spLocks noChangeArrowheads="1"/>
          </p:cNvSpPr>
          <p:nvPr/>
        </p:nvSpPr>
        <p:spPr bwMode="auto">
          <a:xfrm>
            <a:off x="188913" y="4065588"/>
            <a:ext cx="8763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b="1">
                <a:solidFill>
                  <a:srgbClr val="000099"/>
                </a:solidFill>
                <a:ea typeface="黑体" panose="02010609060101010101" pitchFamily="49" charset="-122"/>
              </a:rPr>
              <a:t>发送方</a:t>
            </a:r>
          </a:p>
        </p:txBody>
      </p:sp>
      <p:sp>
        <p:nvSpPr>
          <p:cNvPr id="1825801" name="Text Box 8"/>
          <p:cNvSpPr txBox="1">
            <a:spLocks noChangeArrowheads="1"/>
          </p:cNvSpPr>
          <p:nvPr/>
        </p:nvSpPr>
        <p:spPr bwMode="auto">
          <a:xfrm>
            <a:off x="1254125" y="5926138"/>
            <a:ext cx="110807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b="1">
                <a:solidFill>
                  <a:srgbClr val="000099"/>
                </a:solidFill>
                <a:ea typeface="黑体" panose="02010609060101010101" pitchFamily="49" charset="-122"/>
              </a:rPr>
              <a:t>邮件缓存</a:t>
            </a:r>
          </a:p>
        </p:txBody>
      </p:sp>
      <p:sp>
        <p:nvSpPr>
          <p:cNvPr id="1825802" name="Text Box 9"/>
          <p:cNvSpPr txBox="1">
            <a:spLocks noChangeArrowheads="1"/>
          </p:cNvSpPr>
          <p:nvPr/>
        </p:nvSpPr>
        <p:spPr bwMode="auto">
          <a:xfrm>
            <a:off x="6049963" y="5956300"/>
            <a:ext cx="1338262"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b="1">
                <a:solidFill>
                  <a:srgbClr val="000099"/>
                </a:solidFill>
                <a:ea typeface="黑体" panose="02010609060101010101" pitchFamily="49" charset="-122"/>
              </a:rPr>
              <a:t>   </a:t>
            </a:r>
            <a:r>
              <a:rPr lang="zh-CN" altLang="en-US" b="1">
                <a:solidFill>
                  <a:srgbClr val="000099"/>
                </a:solidFill>
                <a:ea typeface="黑体" panose="02010609060101010101" pitchFamily="49" charset="-122"/>
              </a:rPr>
              <a:t>接收方</a:t>
            </a:r>
          </a:p>
          <a:p>
            <a:r>
              <a:rPr lang="zh-CN" altLang="en-US" b="1">
                <a:solidFill>
                  <a:srgbClr val="000099"/>
                </a:solidFill>
                <a:ea typeface="黑体" panose="02010609060101010101" pitchFamily="49" charset="-122"/>
              </a:rPr>
              <a:t>邮件服务器</a:t>
            </a:r>
          </a:p>
        </p:txBody>
      </p:sp>
      <p:sp>
        <p:nvSpPr>
          <p:cNvPr id="1825803" name="Oval 10"/>
          <p:cNvSpPr>
            <a:spLocks noChangeArrowheads="1"/>
          </p:cNvSpPr>
          <p:nvPr/>
        </p:nvSpPr>
        <p:spPr bwMode="auto">
          <a:xfrm>
            <a:off x="6958013" y="4351338"/>
            <a:ext cx="1404937" cy="1296987"/>
          </a:xfrm>
          <a:prstGeom prst="ellipse">
            <a:avLst/>
          </a:prstGeom>
          <a:solidFill>
            <a:srgbClr val="66FF66"/>
          </a:solidFill>
          <a:ln w="19050">
            <a:solidFill>
              <a:schemeClr val="folHlink"/>
            </a:solidFill>
            <a:round/>
            <a:headEnd/>
            <a:tailEnd/>
          </a:ln>
          <a:effectLst>
            <a:outerShdw dist="35921" dir="2700000" algn="ctr" rotWithShape="0">
              <a:schemeClr val="bg2"/>
            </a:outerShdw>
          </a:effectLst>
        </p:spPr>
        <p:txBody>
          <a:bodyPr wrap="none" anchor="ctr"/>
          <a:lstStyle/>
          <a:p>
            <a:endParaRPr lang="zh-CN" altLang="en-US" b="1">
              <a:solidFill>
                <a:srgbClr val="000099"/>
              </a:solidFill>
              <a:ea typeface="宋体" panose="02010600030101010101" pitchFamily="2" charset="-122"/>
            </a:endParaRPr>
          </a:p>
        </p:txBody>
      </p:sp>
      <p:grpSp>
        <p:nvGrpSpPr>
          <p:cNvPr id="1825804" name="Group 11"/>
          <p:cNvGrpSpPr>
            <a:grpSpLocks/>
          </p:cNvGrpSpPr>
          <p:nvPr/>
        </p:nvGrpSpPr>
        <p:grpSpPr bwMode="auto">
          <a:xfrm>
            <a:off x="7372350" y="4460875"/>
            <a:ext cx="495300" cy="457200"/>
            <a:chOff x="2351" y="2975"/>
            <a:chExt cx="481" cy="433"/>
          </a:xfrm>
        </p:grpSpPr>
        <p:sp>
          <p:nvSpPr>
            <p:cNvPr id="1825805" name="Rectangle 12"/>
            <p:cNvSpPr>
              <a:spLocks noChangeArrowheads="1"/>
            </p:cNvSpPr>
            <p:nvPr/>
          </p:nvSpPr>
          <p:spPr bwMode="auto">
            <a:xfrm rot="-5400000">
              <a:off x="2376" y="2952"/>
              <a:ext cx="432" cy="480"/>
            </a:xfrm>
            <a:prstGeom prst="rect">
              <a:avLst/>
            </a:prstGeom>
            <a:solidFill>
              <a:srgbClr val="CCECFF"/>
            </a:solidFill>
            <a:ln w="19050">
              <a:solidFill>
                <a:schemeClr val="tx1"/>
              </a:solidFill>
              <a:miter lim="800000"/>
              <a:headEnd/>
              <a:tailEnd/>
            </a:ln>
            <a:effectLst>
              <a:outerShdw dist="35921" dir="2700000" algn="ctr" rotWithShape="0">
                <a:schemeClr val="bg2"/>
              </a:outerShdw>
            </a:effectLst>
          </p:spPr>
          <p:txBody>
            <a:bodyPr wrap="none" anchor="ctr"/>
            <a:lstStyle/>
            <a:p>
              <a:endParaRPr lang="zh-CN" altLang="en-US" b="1">
                <a:solidFill>
                  <a:srgbClr val="000099"/>
                </a:solidFill>
                <a:ea typeface="宋体" panose="02010600030101010101" pitchFamily="2" charset="-122"/>
              </a:endParaRPr>
            </a:p>
          </p:txBody>
        </p:sp>
        <p:sp>
          <p:nvSpPr>
            <p:cNvPr id="1825806" name="Line 13"/>
            <p:cNvSpPr>
              <a:spLocks noChangeShapeType="1"/>
            </p:cNvSpPr>
            <p:nvPr/>
          </p:nvSpPr>
          <p:spPr bwMode="auto">
            <a:xfrm rot="10800000">
              <a:off x="2351" y="3321"/>
              <a:ext cx="48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825807" name="Line 14"/>
            <p:cNvSpPr>
              <a:spLocks noChangeShapeType="1"/>
            </p:cNvSpPr>
            <p:nvPr/>
          </p:nvSpPr>
          <p:spPr bwMode="auto">
            <a:xfrm rot="10800000">
              <a:off x="2351" y="3234"/>
              <a:ext cx="48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825808" name="Line 15"/>
            <p:cNvSpPr>
              <a:spLocks noChangeShapeType="1"/>
            </p:cNvSpPr>
            <p:nvPr/>
          </p:nvSpPr>
          <p:spPr bwMode="auto">
            <a:xfrm rot="10800000">
              <a:off x="2351" y="3148"/>
              <a:ext cx="48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825809" name="Line 16"/>
            <p:cNvSpPr>
              <a:spLocks noChangeShapeType="1"/>
            </p:cNvSpPr>
            <p:nvPr/>
          </p:nvSpPr>
          <p:spPr bwMode="auto">
            <a:xfrm rot="10800000">
              <a:off x="2351" y="3061"/>
              <a:ext cx="48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825810" name="Line 17"/>
            <p:cNvSpPr>
              <a:spLocks noChangeShapeType="1"/>
            </p:cNvSpPr>
            <p:nvPr/>
          </p:nvSpPr>
          <p:spPr bwMode="auto">
            <a:xfrm rot="5400000">
              <a:off x="2519" y="3191"/>
              <a:ext cx="43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825811" name="Line 18"/>
            <p:cNvSpPr>
              <a:spLocks noChangeShapeType="1"/>
            </p:cNvSpPr>
            <p:nvPr/>
          </p:nvSpPr>
          <p:spPr bwMode="auto">
            <a:xfrm rot="5400000">
              <a:off x="2423" y="3191"/>
              <a:ext cx="43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825812" name="Line 19"/>
            <p:cNvSpPr>
              <a:spLocks noChangeShapeType="1"/>
            </p:cNvSpPr>
            <p:nvPr/>
          </p:nvSpPr>
          <p:spPr bwMode="auto">
            <a:xfrm rot="5400000">
              <a:off x="2327" y="3191"/>
              <a:ext cx="43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825813" name="Line 20"/>
            <p:cNvSpPr>
              <a:spLocks noChangeShapeType="1"/>
            </p:cNvSpPr>
            <p:nvPr/>
          </p:nvSpPr>
          <p:spPr bwMode="auto">
            <a:xfrm rot="5400000">
              <a:off x="2231" y="3191"/>
              <a:ext cx="43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grpSp>
      <p:grpSp>
        <p:nvGrpSpPr>
          <p:cNvPr id="1825814" name="Group 21"/>
          <p:cNvGrpSpPr>
            <a:grpSpLocks/>
          </p:cNvGrpSpPr>
          <p:nvPr/>
        </p:nvGrpSpPr>
        <p:grpSpPr bwMode="auto">
          <a:xfrm>
            <a:off x="7258050" y="5013325"/>
            <a:ext cx="792163" cy="457200"/>
            <a:chOff x="1296" y="768"/>
            <a:chExt cx="556" cy="336"/>
          </a:xfrm>
        </p:grpSpPr>
        <p:sp>
          <p:nvSpPr>
            <p:cNvPr id="1825815" name="Rectangle 22"/>
            <p:cNvSpPr>
              <a:spLocks noChangeArrowheads="1"/>
            </p:cNvSpPr>
            <p:nvPr/>
          </p:nvSpPr>
          <p:spPr bwMode="auto">
            <a:xfrm>
              <a:off x="1296" y="768"/>
              <a:ext cx="556" cy="336"/>
            </a:xfrm>
            <a:prstGeom prst="rect">
              <a:avLst/>
            </a:prstGeom>
            <a:solidFill>
              <a:srgbClr val="FFFF99"/>
            </a:solidFill>
            <a:ln w="12700">
              <a:solidFill>
                <a:schemeClr val="tx1"/>
              </a:solidFill>
              <a:miter lim="800000"/>
              <a:headEnd/>
              <a:tailEnd/>
            </a:ln>
            <a:effectLst>
              <a:outerShdw dist="35921" dir="2700000" algn="ctr" rotWithShape="0">
                <a:schemeClr val="bg2"/>
              </a:outerShdw>
            </a:effectLst>
          </p:spPr>
          <p:txBody>
            <a:bodyPr wrap="none" anchor="ctr"/>
            <a:lstStyle/>
            <a:p>
              <a:pPr algn="ctr"/>
              <a:endParaRPr lang="zh-CN" altLang="zh-CN" b="1">
                <a:solidFill>
                  <a:srgbClr val="000099"/>
                </a:solidFill>
                <a:ea typeface="黑体" panose="02010609060101010101" pitchFamily="49" charset="-122"/>
              </a:endParaRPr>
            </a:p>
          </p:txBody>
        </p:sp>
        <p:grpSp>
          <p:nvGrpSpPr>
            <p:cNvPr id="1825816" name="Group 23"/>
            <p:cNvGrpSpPr>
              <a:grpSpLocks/>
            </p:cNvGrpSpPr>
            <p:nvPr/>
          </p:nvGrpSpPr>
          <p:grpSpPr bwMode="auto">
            <a:xfrm>
              <a:off x="1367" y="829"/>
              <a:ext cx="393" cy="214"/>
              <a:chOff x="2928" y="3744"/>
              <a:chExt cx="528" cy="336"/>
            </a:xfrm>
          </p:grpSpPr>
          <p:grpSp>
            <p:nvGrpSpPr>
              <p:cNvPr id="1825817" name="Group 24"/>
              <p:cNvGrpSpPr>
                <a:grpSpLocks/>
              </p:cNvGrpSpPr>
              <p:nvPr/>
            </p:nvGrpSpPr>
            <p:grpSpPr bwMode="auto">
              <a:xfrm>
                <a:off x="3024" y="3744"/>
                <a:ext cx="432" cy="240"/>
                <a:chOff x="2736" y="3648"/>
                <a:chExt cx="432" cy="240"/>
              </a:xfrm>
            </p:grpSpPr>
            <p:grpSp>
              <p:nvGrpSpPr>
                <p:cNvPr id="1825818" name="Group 25"/>
                <p:cNvGrpSpPr>
                  <a:grpSpLocks/>
                </p:cNvGrpSpPr>
                <p:nvPr/>
              </p:nvGrpSpPr>
              <p:grpSpPr bwMode="auto">
                <a:xfrm>
                  <a:off x="2736" y="3648"/>
                  <a:ext cx="432" cy="240"/>
                  <a:chOff x="2592" y="3504"/>
                  <a:chExt cx="576" cy="384"/>
                </a:xfrm>
              </p:grpSpPr>
              <p:sp>
                <p:nvSpPr>
                  <p:cNvPr id="1825819" name="Rectangle 26"/>
                  <p:cNvSpPr>
                    <a:spLocks noChangeArrowheads="1"/>
                  </p:cNvSpPr>
                  <p:nvPr/>
                </p:nvSpPr>
                <p:spPr bwMode="auto">
                  <a:xfrm>
                    <a:off x="2592" y="3504"/>
                    <a:ext cx="576" cy="384"/>
                  </a:xfrm>
                  <a:prstGeom prst="rect">
                    <a:avLst/>
                  </a:prstGeom>
                  <a:solidFill>
                    <a:srgbClr val="FFFF99"/>
                  </a:solidFill>
                  <a:ln w="9525">
                    <a:solidFill>
                      <a:schemeClr val="tx1"/>
                    </a:solidFill>
                    <a:miter lim="800000"/>
                    <a:headEnd/>
                    <a:tailEnd/>
                  </a:ln>
                </p:spPr>
                <p:txBody>
                  <a:bodyPr wrap="none" anchor="ctr"/>
                  <a:lstStyle/>
                  <a:p>
                    <a:endParaRPr lang="zh-CN" altLang="en-US" b="1">
                      <a:solidFill>
                        <a:srgbClr val="000099"/>
                      </a:solidFill>
                      <a:ea typeface="宋体" panose="02010600030101010101" pitchFamily="2" charset="-122"/>
                    </a:endParaRPr>
                  </a:p>
                </p:txBody>
              </p:sp>
              <p:sp>
                <p:nvSpPr>
                  <p:cNvPr id="1825820" name="Freeform 27"/>
                  <p:cNvSpPr>
                    <a:spLocks noChangeArrowheads="1"/>
                  </p:cNvSpPr>
                  <p:nvPr/>
                </p:nvSpPr>
                <p:spPr bwMode="auto">
                  <a:xfrm>
                    <a:off x="2592" y="3504"/>
                    <a:ext cx="576" cy="240"/>
                  </a:xfrm>
                  <a:custGeom>
                    <a:avLst/>
                    <a:gdLst>
                      <a:gd name="T0" fmla="*/ 0 w 576"/>
                      <a:gd name="T1" fmla="*/ 0 h 240"/>
                      <a:gd name="T2" fmla="*/ 288 w 576"/>
                      <a:gd name="T3" fmla="*/ 240 h 240"/>
                      <a:gd name="T4" fmla="*/ 576 w 576"/>
                      <a:gd name="T5" fmla="*/ 0 h 240"/>
                    </a:gdLst>
                    <a:ahLst/>
                    <a:cxnLst>
                      <a:cxn ang="0">
                        <a:pos x="T0" y="T1"/>
                      </a:cxn>
                      <a:cxn ang="0">
                        <a:pos x="T2" y="T3"/>
                      </a:cxn>
                      <a:cxn ang="0">
                        <a:pos x="T4" y="T5"/>
                      </a:cxn>
                    </a:cxnLst>
                    <a:rect l="0" t="0" r="r" b="b"/>
                    <a:pathLst>
                      <a:path w="576" h="240">
                        <a:moveTo>
                          <a:pt x="0" y="0"/>
                        </a:moveTo>
                        <a:lnTo>
                          <a:pt x="288" y="240"/>
                        </a:lnTo>
                        <a:lnTo>
                          <a:pt x="576" y="0"/>
                        </a:lnTo>
                      </a:path>
                    </a:pathLst>
                  </a:custGeom>
                  <a:solidFill>
                    <a:srgbClr val="FFFF99"/>
                  </a:solidFill>
                  <a:ln w="9525">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1825821" name="Line 28"/>
                  <p:cNvSpPr>
                    <a:spLocks noChangeShapeType="1"/>
                  </p:cNvSpPr>
                  <p:nvPr/>
                </p:nvSpPr>
                <p:spPr bwMode="auto">
                  <a:xfrm flipV="1">
                    <a:off x="2592" y="3704"/>
                    <a:ext cx="232" cy="18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825822" name="Line 29"/>
                  <p:cNvSpPr>
                    <a:spLocks noChangeShapeType="1"/>
                  </p:cNvSpPr>
                  <p:nvPr/>
                </p:nvSpPr>
                <p:spPr bwMode="auto">
                  <a:xfrm flipH="1" flipV="1">
                    <a:off x="2936" y="3704"/>
                    <a:ext cx="232" cy="18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grpSp>
            <p:sp>
              <p:nvSpPr>
                <p:cNvPr id="1825823" name="Line 30"/>
                <p:cNvSpPr>
                  <a:spLocks noChangeShapeType="1"/>
                </p:cNvSpPr>
                <p:nvPr/>
              </p:nvSpPr>
              <p:spPr bwMode="auto">
                <a:xfrm>
                  <a:off x="2736" y="3648"/>
                  <a:ext cx="4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grpSp>
          <p:grpSp>
            <p:nvGrpSpPr>
              <p:cNvPr id="1825824" name="Group 31"/>
              <p:cNvGrpSpPr>
                <a:grpSpLocks/>
              </p:cNvGrpSpPr>
              <p:nvPr/>
            </p:nvGrpSpPr>
            <p:grpSpPr bwMode="auto">
              <a:xfrm>
                <a:off x="2976" y="3792"/>
                <a:ext cx="432" cy="240"/>
                <a:chOff x="2736" y="3648"/>
                <a:chExt cx="432" cy="240"/>
              </a:xfrm>
            </p:grpSpPr>
            <p:grpSp>
              <p:nvGrpSpPr>
                <p:cNvPr id="1825825" name="Group 32"/>
                <p:cNvGrpSpPr>
                  <a:grpSpLocks/>
                </p:cNvGrpSpPr>
                <p:nvPr/>
              </p:nvGrpSpPr>
              <p:grpSpPr bwMode="auto">
                <a:xfrm>
                  <a:off x="2736" y="3648"/>
                  <a:ext cx="432" cy="240"/>
                  <a:chOff x="2592" y="3504"/>
                  <a:chExt cx="576" cy="384"/>
                </a:xfrm>
              </p:grpSpPr>
              <p:sp>
                <p:nvSpPr>
                  <p:cNvPr id="1825826" name="Rectangle 33"/>
                  <p:cNvSpPr>
                    <a:spLocks noChangeArrowheads="1"/>
                  </p:cNvSpPr>
                  <p:nvPr/>
                </p:nvSpPr>
                <p:spPr bwMode="auto">
                  <a:xfrm>
                    <a:off x="2592" y="3504"/>
                    <a:ext cx="576" cy="384"/>
                  </a:xfrm>
                  <a:prstGeom prst="rect">
                    <a:avLst/>
                  </a:prstGeom>
                  <a:solidFill>
                    <a:srgbClr val="FFFF99"/>
                  </a:solidFill>
                  <a:ln w="9525">
                    <a:solidFill>
                      <a:schemeClr val="tx1"/>
                    </a:solidFill>
                    <a:miter lim="800000"/>
                    <a:headEnd/>
                    <a:tailEnd/>
                  </a:ln>
                </p:spPr>
                <p:txBody>
                  <a:bodyPr wrap="none" anchor="ctr"/>
                  <a:lstStyle/>
                  <a:p>
                    <a:endParaRPr lang="zh-CN" altLang="en-US" b="1">
                      <a:solidFill>
                        <a:srgbClr val="000099"/>
                      </a:solidFill>
                      <a:ea typeface="宋体" panose="02010600030101010101" pitchFamily="2" charset="-122"/>
                    </a:endParaRPr>
                  </a:p>
                </p:txBody>
              </p:sp>
              <p:sp>
                <p:nvSpPr>
                  <p:cNvPr id="1825827" name="Freeform 34"/>
                  <p:cNvSpPr>
                    <a:spLocks noChangeArrowheads="1"/>
                  </p:cNvSpPr>
                  <p:nvPr/>
                </p:nvSpPr>
                <p:spPr bwMode="auto">
                  <a:xfrm>
                    <a:off x="2592" y="3504"/>
                    <a:ext cx="576" cy="240"/>
                  </a:xfrm>
                  <a:custGeom>
                    <a:avLst/>
                    <a:gdLst>
                      <a:gd name="T0" fmla="*/ 0 w 576"/>
                      <a:gd name="T1" fmla="*/ 0 h 240"/>
                      <a:gd name="T2" fmla="*/ 288 w 576"/>
                      <a:gd name="T3" fmla="*/ 240 h 240"/>
                      <a:gd name="T4" fmla="*/ 576 w 576"/>
                      <a:gd name="T5" fmla="*/ 0 h 240"/>
                    </a:gdLst>
                    <a:ahLst/>
                    <a:cxnLst>
                      <a:cxn ang="0">
                        <a:pos x="T0" y="T1"/>
                      </a:cxn>
                      <a:cxn ang="0">
                        <a:pos x="T2" y="T3"/>
                      </a:cxn>
                      <a:cxn ang="0">
                        <a:pos x="T4" y="T5"/>
                      </a:cxn>
                    </a:cxnLst>
                    <a:rect l="0" t="0" r="r" b="b"/>
                    <a:pathLst>
                      <a:path w="576" h="240">
                        <a:moveTo>
                          <a:pt x="0" y="0"/>
                        </a:moveTo>
                        <a:lnTo>
                          <a:pt x="288" y="240"/>
                        </a:lnTo>
                        <a:lnTo>
                          <a:pt x="576" y="0"/>
                        </a:lnTo>
                      </a:path>
                    </a:pathLst>
                  </a:custGeom>
                  <a:solidFill>
                    <a:srgbClr val="FFFF99"/>
                  </a:solidFill>
                  <a:ln w="9525">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1825828" name="Line 35"/>
                  <p:cNvSpPr>
                    <a:spLocks noChangeShapeType="1"/>
                  </p:cNvSpPr>
                  <p:nvPr/>
                </p:nvSpPr>
                <p:spPr bwMode="auto">
                  <a:xfrm flipV="1">
                    <a:off x="2592" y="3704"/>
                    <a:ext cx="232" cy="18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825829" name="Line 36"/>
                  <p:cNvSpPr>
                    <a:spLocks noChangeShapeType="1"/>
                  </p:cNvSpPr>
                  <p:nvPr/>
                </p:nvSpPr>
                <p:spPr bwMode="auto">
                  <a:xfrm flipH="1" flipV="1">
                    <a:off x="2936" y="3704"/>
                    <a:ext cx="232" cy="18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grpSp>
            <p:sp>
              <p:nvSpPr>
                <p:cNvPr id="1825830" name="Line 37"/>
                <p:cNvSpPr>
                  <a:spLocks noChangeShapeType="1"/>
                </p:cNvSpPr>
                <p:nvPr/>
              </p:nvSpPr>
              <p:spPr bwMode="auto">
                <a:xfrm>
                  <a:off x="2736" y="3648"/>
                  <a:ext cx="4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grpSp>
          <p:grpSp>
            <p:nvGrpSpPr>
              <p:cNvPr id="1825831" name="Group 38"/>
              <p:cNvGrpSpPr>
                <a:grpSpLocks/>
              </p:cNvGrpSpPr>
              <p:nvPr/>
            </p:nvGrpSpPr>
            <p:grpSpPr bwMode="auto">
              <a:xfrm>
                <a:off x="2928" y="3840"/>
                <a:ext cx="432" cy="240"/>
                <a:chOff x="2736" y="3648"/>
                <a:chExt cx="432" cy="240"/>
              </a:xfrm>
            </p:grpSpPr>
            <p:grpSp>
              <p:nvGrpSpPr>
                <p:cNvPr id="1825832" name="Group 39"/>
                <p:cNvGrpSpPr>
                  <a:grpSpLocks/>
                </p:cNvGrpSpPr>
                <p:nvPr/>
              </p:nvGrpSpPr>
              <p:grpSpPr bwMode="auto">
                <a:xfrm>
                  <a:off x="2736" y="3648"/>
                  <a:ext cx="432" cy="240"/>
                  <a:chOff x="2592" y="3504"/>
                  <a:chExt cx="576" cy="384"/>
                </a:xfrm>
              </p:grpSpPr>
              <p:sp>
                <p:nvSpPr>
                  <p:cNvPr id="1825833" name="Rectangle 40"/>
                  <p:cNvSpPr>
                    <a:spLocks noChangeArrowheads="1"/>
                  </p:cNvSpPr>
                  <p:nvPr/>
                </p:nvSpPr>
                <p:spPr bwMode="auto">
                  <a:xfrm>
                    <a:off x="2592" y="3504"/>
                    <a:ext cx="576" cy="384"/>
                  </a:xfrm>
                  <a:prstGeom prst="rect">
                    <a:avLst/>
                  </a:prstGeom>
                  <a:solidFill>
                    <a:srgbClr val="FFFF99"/>
                  </a:solidFill>
                  <a:ln w="9525">
                    <a:solidFill>
                      <a:schemeClr val="tx1"/>
                    </a:solidFill>
                    <a:miter lim="800000"/>
                    <a:headEnd/>
                    <a:tailEnd/>
                  </a:ln>
                </p:spPr>
                <p:txBody>
                  <a:bodyPr wrap="none" anchor="ctr"/>
                  <a:lstStyle/>
                  <a:p>
                    <a:endParaRPr lang="zh-CN" altLang="en-US" b="1">
                      <a:solidFill>
                        <a:srgbClr val="000099"/>
                      </a:solidFill>
                      <a:ea typeface="宋体" panose="02010600030101010101" pitchFamily="2" charset="-122"/>
                    </a:endParaRPr>
                  </a:p>
                </p:txBody>
              </p:sp>
              <p:sp>
                <p:nvSpPr>
                  <p:cNvPr id="1825834" name="Freeform 41"/>
                  <p:cNvSpPr>
                    <a:spLocks noChangeArrowheads="1"/>
                  </p:cNvSpPr>
                  <p:nvPr/>
                </p:nvSpPr>
                <p:spPr bwMode="auto">
                  <a:xfrm>
                    <a:off x="2592" y="3504"/>
                    <a:ext cx="576" cy="240"/>
                  </a:xfrm>
                  <a:custGeom>
                    <a:avLst/>
                    <a:gdLst>
                      <a:gd name="T0" fmla="*/ 0 w 576"/>
                      <a:gd name="T1" fmla="*/ 0 h 240"/>
                      <a:gd name="T2" fmla="*/ 288 w 576"/>
                      <a:gd name="T3" fmla="*/ 240 h 240"/>
                      <a:gd name="T4" fmla="*/ 576 w 576"/>
                      <a:gd name="T5" fmla="*/ 0 h 240"/>
                    </a:gdLst>
                    <a:ahLst/>
                    <a:cxnLst>
                      <a:cxn ang="0">
                        <a:pos x="T0" y="T1"/>
                      </a:cxn>
                      <a:cxn ang="0">
                        <a:pos x="T2" y="T3"/>
                      </a:cxn>
                      <a:cxn ang="0">
                        <a:pos x="T4" y="T5"/>
                      </a:cxn>
                    </a:cxnLst>
                    <a:rect l="0" t="0" r="r" b="b"/>
                    <a:pathLst>
                      <a:path w="576" h="240">
                        <a:moveTo>
                          <a:pt x="0" y="0"/>
                        </a:moveTo>
                        <a:lnTo>
                          <a:pt x="288" y="240"/>
                        </a:lnTo>
                        <a:lnTo>
                          <a:pt x="576" y="0"/>
                        </a:lnTo>
                      </a:path>
                    </a:pathLst>
                  </a:custGeom>
                  <a:solidFill>
                    <a:srgbClr val="FFFF99"/>
                  </a:solidFill>
                  <a:ln w="9525">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1825835" name="Line 42"/>
                  <p:cNvSpPr>
                    <a:spLocks noChangeShapeType="1"/>
                  </p:cNvSpPr>
                  <p:nvPr/>
                </p:nvSpPr>
                <p:spPr bwMode="auto">
                  <a:xfrm flipV="1">
                    <a:off x="2592" y="3704"/>
                    <a:ext cx="232" cy="18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825836" name="Line 43"/>
                  <p:cNvSpPr>
                    <a:spLocks noChangeShapeType="1"/>
                  </p:cNvSpPr>
                  <p:nvPr/>
                </p:nvSpPr>
                <p:spPr bwMode="auto">
                  <a:xfrm flipH="1" flipV="1">
                    <a:off x="2936" y="3704"/>
                    <a:ext cx="232" cy="18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grpSp>
            <p:sp>
              <p:nvSpPr>
                <p:cNvPr id="1825837" name="Line 44"/>
                <p:cNvSpPr>
                  <a:spLocks noChangeShapeType="1"/>
                </p:cNvSpPr>
                <p:nvPr/>
              </p:nvSpPr>
              <p:spPr bwMode="auto">
                <a:xfrm>
                  <a:off x="2736" y="3648"/>
                  <a:ext cx="4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grpSp>
        </p:grpSp>
      </p:grpSp>
      <p:grpSp>
        <p:nvGrpSpPr>
          <p:cNvPr id="1825838" name="Group 45"/>
          <p:cNvGrpSpPr>
            <a:grpSpLocks/>
          </p:cNvGrpSpPr>
          <p:nvPr/>
        </p:nvGrpSpPr>
        <p:grpSpPr bwMode="auto">
          <a:xfrm>
            <a:off x="528638" y="4567238"/>
            <a:ext cx="958850" cy="1014412"/>
            <a:chOff x="246" y="1767"/>
            <a:chExt cx="557" cy="639"/>
          </a:xfrm>
        </p:grpSpPr>
        <p:grpSp>
          <p:nvGrpSpPr>
            <p:cNvPr id="1825839" name="Group 46"/>
            <p:cNvGrpSpPr>
              <a:grpSpLocks/>
            </p:cNvGrpSpPr>
            <p:nvPr/>
          </p:nvGrpSpPr>
          <p:grpSpPr bwMode="auto">
            <a:xfrm>
              <a:off x="246" y="1943"/>
              <a:ext cx="557" cy="463"/>
              <a:chOff x="246" y="1943"/>
              <a:chExt cx="557" cy="463"/>
            </a:xfrm>
          </p:grpSpPr>
          <p:sp>
            <p:nvSpPr>
              <p:cNvPr id="1825840" name="Freeform 47"/>
              <p:cNvSpPr>
                <a:spLocks noChangeArrowheads="1"/>
              </p:cNvSpPr>
              <p:nvPr/>
            </p:nvSpPr>
            <p:spPr bwMode="auto">
              <a:xfrm>
                <a:off x="373" y="2005"/>
                <a:ext cx="196" cy="295"/>
              </a:xfrm>
              <a:custGeom>
                <a:avLst/>
                <a:gdLst>
                  <a:gd name="T0" fmla="*/ 652 w 982"/>
                  <a:gd name="T1" fmla="*/ 26 h 1477"/>
                  <a:gd name="T2" fmla="*/ 982 w 982"/>
                  <a:gd name="T3" fmla="*/ 1347 h 1477"/>
                  <a:gd name="T4" fmla="*/ 0 w 982"/>
                  <a:gd name="T5" fmla="*/ 1477 h 1477"/>
                  <a:gd name="T6" fmla="*/ 252 w 982"/>
                  <a:gd name="T7" fmla="*/ 0 h 1477"/>
                </a:gdLst>
                <a:ahLst/>
                <a:cxnLst>
                  <a:cxn ang="0">
                    <a:pos x="T0" y="T1"/>
                  </a:cxn>
                  <a:cxn ang="0">
                    <a:pos x="T2" y="T3"/>
                  </a:cxn>
                  <a:cxn ang="0">
                    <a:pos x="T4" y="T5"/>
                  </a:cxn>
                  <a:cxn ang="0">
                    <a:pos x="T6" y="T7"/>
                  </a:cxn>
                </a:cxnLst>
                <a:rect l="0" t="0" r="r" b="b"/>
                <a:pathLst>
                  <a:path w="982" h="1477">
                    <a:moveTo>
                      <a:pt x="652" y="26"/>
                    </a:moveTo>
                    <a:lnTo>
                      <a:pt x="982" y="1347"/>
                    </a:lnTo>
                    <a:lnTo>
                      <a:pt x="0" y="1477"/>
                    </a:lnTo>
                    <a:lnTo>
                      <a:pt x="252" y="0"/>
                    </a:lnTo>
                  </a:path>
                </a:pathLst>
              </a:custGeom>
              <a:noFill/>
              <a:ln w="17463">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solidFill>
                    <a:srgbClr val="000099"/>
                  </a:solidFill>
                  <a:ea typeface="宋体" panose="02010600030101010101" pitchFamily="2" charset="-122"/>
                </a:endParaRPr>
              </a:p>
            </p:txBody>
          </p:sp>
          <p:grpSp>
            <p:nvGrpSpPr>
              <p:cNvPr id="1825841" name="Group 48"/>
              <p:cNvGrpSpPr>
                <a:grpSpLocks/>
              </p:cNvGrpSpPr>
              <p:nvPr/>
            </p:nvGrpSpPr>
            <p:grpSpPr bwMode="auto">
              <a:xfrm>
                <a:off x="246" y="1943"/>
                <a:ext cx="551" cy="121"/>
                <a:chOff x="246" y="1943"/>
                <a:chExt cx="551" cy="121"/>
              </a:xfrm>
            </p:grpSpPr>
            <p:sp>
              <p:nvSpPr>
                <p:cNvPr id="1825842" name="Freeform 49"/>
                <p:cNvSpPr>
                  <a:spLocks noChangeArrowheads="1"/>
                </p:cNvSpPr>
                <p:nvPr/>
              </p:nvSpPr>
              <p:spPr bwMode="auto">
                <a:xfrm>
                  <a:off x="246" y="1943"/>
                  <a:ext cx="551" cy="104"/>
                </a:xfrm>
                <a:custGeom>
                  <a:avLst/>
                  <a:gdLst>
                    <a:gd name="T0" fmla="*/ 2751 w 2751"/>
                    <a:gd name="T1" fmla="*/ 270 h 522"/>
                    <a:gd name="T2" fmla="*/ 1016 w 2751"/>
                    <a:gd name="T3" fmla="*/ 522 h 522"/>
                    <a:gd name="T4" fmla="*/ 0 w 2751"/>
                    <a:gd name="T5" fmla="*/ 132 h 522"/>
                    <a:gd name="T6" fmla="*/ 1302 w 2751"/>
                    <a:gd name="T7" fmla="*/ 0 h 522"/>
                    <a:gd name="T8" fmla="*/ 2751 w 2751"/>
                    <a:gd name="T9" fmla="*/ 270 h 522"/>
                  </a:gdLst>
                  <a:ahLst/>
                  <a:cxnLst>
                    <a:cxn ang="0">
                      <a:pos x="T0" y="T1"/>
                    </a:cxn>
                    <a:cxn ang="0">
                      <a:pos x="T2" y="T3"/>
                    </a:cxn>
                    <a:cxn ang="0">
                      <a:pos x="T4" y="T5"/>
                    </a:cxn>
                    <a:cxn ang="0">
                      <a:pos x="T6" y="T7"/>
                    </a:cxn>
                    <a:cxn ang="0">
                      <a:pos x="T8" y="T9"/>
                    </a:cxn>
                  </a:cxnLst>
                  <a:rect l="0" t="0" r="r" b="b"/>
                  <a:pathLst>
                    <a:path w="2751" h="522">
                      <a:moveTo>
                        <a:pt x="2751" y="270"/>
                      </a:moveTo>
                      <a:lnTo>
                        <a:pt x="1016" y="522"/>
                      </a:lnTo>
                      <a:lnTo>
                        <a:pt x="0" y="132"/>
                      </a:lnTo>
                      <a:lnTo>
                        <a:pt x="1302" y="0"/>
                      </a:lnTo>
                      <a:lnTo>
                        <a:pt x="2751" y="270"/>
                      </a:lnTo>
                      <a:close/>
                    </a:path>
                  </a:pathLst>
                </a:custGeom>
                <a:solidFill>
                  <a:srgbClr val="FFFFFF"/>
                </a:solidFill>
                <a:ln w="3175">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1825843" name="Freeform 50"/>
                <p:cNvSpPr>
                  <a:spLocks noChangeArrowheads="1"/>
                </p:cNvSpPr>
                <p:nvPr/>
              </p:nvSpPr>
              <p:spPr bwMode="auto">
                <a:xfrm>
                  <a:off x="450" y="1997"/>
                  <a:ext cx="345" cy="67"/>
                </a:xfrm>
                <a:custGeom>
                  <a:avLst/>
                  <a:gdLst>
                    <a:gd name="T0" fmla="*/ 1728 w 1728"/>
                    <a:gd name="T1" fmla="*/ 0 h 337"/>
                    <a:gd name="T2" fmla="*/ 0 w 1728"/>
                    <a:gd name="T3" fmla="*/ 251 h 337"/>
                    <a:gd name="T4" fmla="*/ 0 w 1728"/>
                    <a:gd name="T5" fmla="*/ 337 h 337"/>
                    <a:gd name="T6" fmla="*/ 1728 w 1728"/>
                    <a:gd name="T7" fmla="*/ 88 h 337"/>
                    <a:gd name="T8" fmla="*/ 1728 w 1728"/>
                    <a:gd name="T9" fmla="*/ 0 h 337"/>
                  </a:gdLst>
                  <a:ahLst/>
                  <a:cxnLst>
                    <a:cxn ang="0">
                      <a:pos x="T0" y="T1"/>
                    </a:cxn>
                    <a:cxn ang="0">
                      <a:pos x="T2" y="T3"/>
                    </a:cxn>
                    <a:cxn ang="0">
                      <a:pos x="T4" y="T5"/>
                    </a:cxn>
                    <a:cxn ang="0">
                      <a:pos x="T6" y="T7"/>
                    </a:cxn>
                    <a:cxn ang="0">
                      <a:pos x="T8" y="T9"/>
                    </a:cxn>
                  </a:cxnLst>
                  <a:rect l="0" t="0" r="r" b="b"/>
                  <a:pathLst>
                    <a:path w="1728" h="337">
                      <a:moveTo>
                        <a:pt x="1728" y="0"/>
                      </a:moveTo>
                      <a:lnTo>
                        <a:pt x="0" y="251"/>
                      </a:lnTo>
                      <a:lnTo>
                        <a:pt x="0" y="337"/>
                      </a:lnTo>
                      <a:lnTo>
                        <a:pt x="1728" y="88"/>
                      </a:lnTo>
                      <a:lnTo>
                        <a:pt x="1728" y="0"/>
                      </a:lnTo>
                      <a:close/>
                    </a:path>
                  </a:pathLst>
                </a:custGeom>
                <a:solidFill>
                  <a:srgbClr val="E0E0E0"/>
                </a:solidFill>
                <a:ln w="3175">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1825844" name="Freeform 51"/>
                <p:cNvSpPr>
                  <a:spLocks noChangeArrowheads="1"/>
                </p:cNvSpPr>
                <p:nvPr/>
              </p:nvSpPr>
              <p:spPr bwMode="auto">
                <a:xfrm>
                  <a:off x="246" y="1969"/>
                  <a:ext cx="204" cy="95"/>
                </a:xfrm>
                <a:custGeom>
                  <a:avLst/>
                  <a:gdLst>
                    <a:gd name="T0" fmla="*/ 1016 w 1016"/>
                    <a:gd name="T1" fmla="*/ 476 h 476"/>
                    <a:gd name="T2" fmla="*/ 1016 w 1016"/>
                    <a:gd name="T3" fmla="*/ 390 h 476"/>
                    <a:gd name="T4" fmla="*/ 0 w 1016"/>
                    <a:gd name="T5" fmla="*/ 0 h 476"/>
                    <a:gd name="T6" fmla="*/ 0 w 1016"/>
                    <a:gd name="T7" fmla="*/ 60 h 476"/>
                    <a:gd name="T8" fmla="*/ 1016 w 1016"/>
                    <a:gd name="T9" fmla="*/ 476 h 476"/>
                  </a:gdLst>
                  <a:ahLst/>
                  <a:cxnLst>
                    <a:cxn ang="0">
                      <a:pos x="T0" y="T1"/>
                    </a:cxn>
                    <a:cxn ang="0">
                      <a:pos x="T2" y="T3"/>
                    </a:cxn>
                    <a:cxn ang="0">
                      <a:pos x="T4" y="T5"/>
                    </a:cxn>
                    <a:cxn ang="0">
                      <a:pos x="T6" y="T7"/>
                    </a:cxn>
                    <a:cxn ang="0">
                      <a:pos x="T8" y="T9"/>
                    </a:cxn>
                  </a:cxnLst>
                  <a:rect l="0" t="0" r="r" b="b"/>
                  <a:pathLst>
                    <a:path w="1016" h="476">
                      <a:moveTo>
                        <a:pt x="1016" y="476"/>
                      </a:moveTo>
                      <a:lnTo>
                        <a:pt x="1016" y="390"/>
                      </a:lnTo>
                      <a:lnTo>
                        <a:pt x="0" y="0"/>
                      </a:lnTo>
                      <a:lnTo>
                        <a:pt x="0" y="60"/>
                      </a:lnTo>
                      <a:lnTo>
                        <a:pt x="1016" y="476"/>
                      </a:lnTo>
                      <a:close/>
                    </a:path>
                  </a:pathLst>
                </a:custGeom>
                <a:solidFill>
                  <a:srgbClr val="C0C0C0"/>
                </a:solidFill>
                <a:ln w="3175">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grpSp>
          <p:sp>
            <p:nvSpPr>
              <p:cNvPr id="1825845" name="Freeform 52"/>
              <p:cNvSpPr>
                <a:spLocks noChangeArrowheads="1"/>
              </p:cNvSpPr>
              <p:nvPr/>
            </p:nvSpPr>
            <p:spPr bwMode="auto">
              <a:xfrm>
                <a:off x="564" y="2028"/>
                <a:ext cx="239" cy="378"/>
              </a:xfrm>
              <a:custGeom>
                <a:avLst/>
                <a:gdLst>
                  <a:gd name="T0" fmla="*/ 660 w 1195"/>
                  <a:gd name="T1" fmla="*/ 0 h 1893"/>
                  <a:gd name="T2" fmla="*/ 1195 w 1195"/>
                  <a:gd name="T3" fmla="*/ 1747 h 1893"/>
                  <a:gd name="T4" fmla="*/ 0 w 1195"/>
                  <a:gd name="T5" fmla="*/ 1893 h 1893"/>
                  <a:gd name="T6" fmla="*/ 191 w 1195"/>
                  <a:gd name="T7" fmla="*/ 35 h 1893"/>
                </a:gdLst>
                <a:ahLst/>
                <a:cxnLst>
                  <a:cxn ang="0">
                    <a:pos x="T0" y="T1"/>
                  </a:cxn>
                  <a:cxn ang="0">
                    <a:pos x="T2" y="T3"/>
                  </a:cxn>
                  <a:cxn ang="0">
                    <a:pos x="T4" y="T5"/>
                  </a:cxn>
                  <a:cxn ang="0">
                    <a:pos x="T6" y="T7"/>
                  </a:cxn>
                </a:cxnLst>
                <a:rect l="0" t="0" r="r" b="b"/>
                <a:pathLst>
                  <a:path w="1195" h="1893">
                    <a:moveTo>
                      <a:pt x="660" y="0"/>
                    </a:moveTo>
                    <a:lnTo>
                      <a:pt x="1195" y="1747"/>
                    </a:lnTo>
                    <a:lnTo>
                      <a:pt x="0" y="1893"/>
                    </a:lnTo>
                    <a:lnTo>
                      <a:pt x="191" y="35"/>
                    </a:lnTo>
                  </a:path>
                </a:pathLst>
              </a:custGeom>
              <a:noFill/>
              <a:ln w="17463">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1825846" name="Group 53"/>
            <p:cNvGrpSpPr>
              <a:grpSpLocks/>
            </p:cNvGrpSpPr>
            <p:nvPr/>
          </p:nvGrpSpPr>
          <p:grpSpPr bwMode="auto">
            <a:xfrm>
              <a:off x="325" y="1767"/>
              <a:ext cx="383" cy="268"/>
              <a:chOff x="325" y="1767"/>
              <a:chExt cx="383" cy="268"/>
            </a:xfrm>
          </p:grpSpPr>
          <p:grpSp>
            <p:nvGrpSpPr>
              <p:cNvPr id="1825847" name="Group 54"/>
              <p:cNvGrpSpPr>
                <a:grpSpLocks/>
              </p:cNvGrpSpPr>
              <p:nvPr/>
            </p:nvGrpSpPr>
            <p:grpSpPr bwMode="auto">
              <a:xfrm>
                <a:off x="412" y="1767"/>
                <a:ext cx="296" cy="243"/>
                <a:chOff x="412" y="1767"/>
                <a:chExt cx="296" cy="243"/>
              </a:xfrm>
            </p:grpSpPr>
            <p:grpSp>
              <p:nvGrpSpPr>
                <p:cNvPr id="1825848" name="Group 55"/>
                <p:cNvGrpSpPr>
                  <a:grpSpLocks/>
                </p:cNvGrpSpPr>
                <p:nvPr/>
              </p:nvGrpSpPr>
              <p:grpSpPr bwMode="auto">
                <a:xfrm>
                  <a:off x="412" y="1767"/>
                  <a:ext cx="296" cy="243"/>
                  <a:chOff x="412" y="1767"/>
                  <a:chExt cx="296" cy="243"/>
                </a:xfrm>
              </p:grpSpPr>
              <p:grpSp>
                <p:nvGrpSpPr>
                  <p:cNvPr id="1825849" name="Group 56"/>
                  <p:cNvGrpSpPr>
                    <a:grpSpLocks/>
                  </p:cNvGrpSpPr>
                  <p:nvPr/>
                </p:nvGrpSpPr>
                <p:grpSpPr bwMode="auto">
                  <a:xfrm>
                    <a:off x="412" y="1904"/>
                    <a:ext cx="296" cy="106"/>
                    <a:chOff x="412" y="1904"/>
                    <a:chExt cx="296" cy="106"/>
                  </a:xfrm>
                </p:grpSpPr>
                <p:sp>
                  <p:nvSpPr>
                    <p:cNvPr id="1825850" name="Freeform 57"/>
                    <p:cNvSpPr>
                      <a:spLocks noChangeArrowheads="1"/>
                    </p:cNvSpPr>
                    <p:nvPr/>
                  </p:nvSpPr>
                  <p:spPr bwMode="auto">
                    <a:xfrm>
                      <a:off x="412" y="1904"/>
                      <a:ext cx="170" cy="106"/>
                    </a:xfrm>
                    <a:custGeom>
                      <a:avLst/>
                      <a:gdLst>
                        <a:gd name="T0" fmla="*/ 848 w 848"/>
                        <a:gd name="T1" fmla="*/ 162 h 530"/>
                        <a:gd name="T2" fmla="*/ 848 w 848"/>
                        <a:gd name="T3" fmla="*/ 530 h 530"/>
                        <a:gd name="T4" fmla="*/ 0 w 848"/>
                        <a:gd name="T5" fmla="*/ 258 h 530"/>
                        <a:gd name="T6" fmla="*/ 0 w 848"/>
                        <a:gd name="T7" fmla="*/ 0 h 530"/>
                        <a:gd name="T8" fmla="*/ 848 w 848"/>
                        <a:gd name="T9" fmla="*/ 162 h 530"/>
                      </a:gdLst>
                      <a:ahLst/>
                      <a:cxnLst>
                        <a:cxn ang="0">
                          <a:pos x="T0" y="T1"/>
                        </a:cxn>
                        <a:cxn ang="0">
                          <a:pos x="T2" y="T3"/>
                        </a:cxn>
                        <a:cxn ang="0">
                          <a:pos x="T4" y="T5"/>
                        </a:cxn>
                        <a:cxn ang="0">
                          <a:pos x="T6" y="T7"/>
                        </a:cxn>
                        <a:cxn ang="0">
                          <a:pos x="T8" y="T9"/>
                        </a:cxn>
                      </a:cxnLst>
                      <a:rect l="0" t="0" r="r" b="b"/>
                      <a:pathLst>
                        <a:path w="848" h="530">
                          <a:moveTo>
                            <a:pt x="848" y="162"/>
                          </a:moveTo>
                          <a:lnTo>
                            <a:pt x="848" y="530"/>
                          </a:lnTo>
                          <a:lnTo>
                            <a:pt x="0" y="258"/>
                          </a:lnTo>
                          <a:lnTo>
                            <a:pt x="0" y="0"/>
                          </a:lnTo>
                          <a:lnTo>
                            <a:pt x="848" y="162"/>
                          </a:lnTo>
                          <a:close/>
                        </a:path>
                      </a:pathLst>
                    </a:custGeom>
                    <a:solidFill>
                      <a:srgbClr val="A0A0A0"/>
                    </a:solidFill>
                    <a:ln w="3175">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1825851" name="Freeform 58"/>
                    <p:cNvSpPr>
                      <a:spLocks noChangeArrowheads="1"/>
                    </p:cNvSpPr>
                    <p:nvPr/>
                  </p:nvSpPr>
                  <p:spPr bwMode="auto">
                    <a:xfrm>
                      <a:off x="582" y="1929"/>
                      <a:ext cx="126" cy="81"/>
                    </a:xfrm>
                    <a:custGeom>
                      <a:avLst/>
                      <a:gdLst>
                        <a:gd name="T0" fmla="*/ 0 w 631"/>
                        <a:gd name="T1" fmla="*/ 36 h 404"/>
                        <a:gd name="T2" fmla="*/ 0 w 631"/>
                        <a:gd name="T3" fmla="*/ 404 h 404"/>
                        <a:gd name="T4" fmla="*/ 631 w 631"/>
                        <a:gd name="T5" fmla="*/ 312 h 404"/>
                        <a:gd name="T6" fmla="*/ 631 w 631"/>
                        <a:gd name="T7" fmla="*/ 0 h 404"/>
                        <a:gd name="T8" fmla="*/ 0 w 631"/>
                        <a:gd name="T9" fmla="*/ 36 h 404"/>
                      </a:gdLst>
                      <a:ahLst/>
                      <a:cxnLst>
                        <a:cxn ang="0">
                          <a:pos x="T0" y="T1"/>
                        </a:cxn>
                        <a:cxn ang="0">
                          <a:pos x="T2" y="T3"/>
                        </a:cxn>
                        <a:cxn ang="0">
                          <a:pos x="T4" y="T5"/>
                        </a:cxn>
                        <a:cxn ang="0">
                          <a:pos x="T6" y="T7"/>
                        </a:cxn>
                        <a:cxn ang="0">
                          <a:pos x="T8" y="T9"/>
                        </a:cxn>
                      </a:cxnLst>
                      <a:rect l="0" t="0" r="r" b="b"/>
                      <a:pathLst>
                        <a:path w="631" h="404">
                          <a:moveTo>
                            <a:pt x="0" y="36"/>
                          </a:moveTo>
                          <a:lnTo>
                            <a:pt x="0" y="404"/>
                          </a:lnTo>
                          <a:lnTo>
                            <a:pt x="631" y="312"/>
                          </a:lnTo>
                          <a:lnTo>
                            <a:pt x="631" y="0"/>
                          </a:lnTo>
                          <a:lnTo>
                            <a:pt x="0" y="36"/>
                          </a:lnTo>
                          <a:close/>
                        </a:path>
                      </a:pathLst>
                    </a:custGeom>
                    <a:solidFill>
                      <a:srgbClr val="808080"/>
                    </a:solidFill>
                    <a:ln w="3175">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1825852" name="Freeform 59"/>
                    <p:cNvSpPr>
                      <a:spLocks noChangeArrowheads="1"/>
                    </p:cNvSpPr>
                    <p:nvPr/>
                  </p:nvSpPr>
                  <p:spPr bwMode="auto">
                    <a:xfrm>
                      <a:off x="412" y="1904"/>
                      <a:ext cx="296" cy="32"/>
                    </a:xfrm>
                    <a:custGeom>
                      <a:avLst/>
                      <a:gdLst>
                        <a:gd name="T0" fmla="*/ 1479 w 1479"/>
                        <a:gd name="T1" fmla="*/ 126 h 162"/>
                        <a:gd name="T2" fmla="*/ 842 w 1479"/>
                        <a:gd name="T3" fmla="*/ 162 h 162"/>
                        <a:gd name="T4" fmla="*/ 0 w 1479"/>
                        <a:gd name="T5" fmla="*/ 0 h 162"/>
                        <a:gd name="T6" fmla="*/ 619 w 1479"/>
                        <a:gd name="T7" fmla="*/ 0 h 162"/>
                        <a:gd name="T8" fmla="*/ 1479 w 1479"/>
                        <a:gd name="T9" fmla="*/ 126 h 162"/>
                      </a:gdLst>
                      <a:ahLst/>
                      <a:cxnLst>
                        <a:cxn ang="0">
                          <a:pos x="T0" y="T1"/>
                        </a:cxn>
                        <a:cxn ang="0">
                          <a:pos x="T2" y="T3"/>
                        </a:cxn>
                        <a:cxn ang="0">
                          <a:pos x="T4" y="T5"/>
                        </a:cxn>
                        <a:cxn ang="0">
                          <a:pos x="T6" y="T7"/>
                        </a:cxn>
                        <a:cxn ang="0">
                          <a:pos x="T8" y="T9"/>
                        </a:cxn>
                      </a:cxnLst>
                      <a:rect l="0" t="0" r="r" b="b"/>
                      <a:pathLst>
                        <a:path w="1479" h="162">
                          <a:moveTo>
                            <a:pt x="1479" y="126"/>
                          </a:moveTo>
                          <a:lnTo>
                            <a:pt x="842" y="162"/>
                          </a:lnTo>
                          <a:lnTo>
                            <a:pt x="0" y="0"/>
                          </a:lnTo>
                          <a:lnTo>
                            <a:pt x="619" y="0"/>
                          </a:lnTo>
                          <a:lnTo>
                            <a:pt x="1479" y="126"/>
                          </a:lnTo>
                          <a:close/>
                        </a:path>
                      </a:pathLst>
                    </a:custGeom>
                    <a:solidFill>
                      <a:srgbClr val="C0C0C0"/>
                    </a:solidFill>
                    <a:ln w="3175">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grpSp>
              <p:sp>
                <p:nvSpPr>
                  <p:cNvPr id="1825853" name="Freeform 60"/>
                  <p:cNvSpPr>
                    <a:spLocks noChangeArrowheads="1"/>
                  </p:cNvSpPr>
                  <p:nvPr/>
                </p:nvSpPr>
                <p:spPr bwMode="auto">
                  <a:xfrm>
                    <a:off x="504" y="1895"/>
                    <a:ext cx="108" cy="30"/>
                  </a:xfrm>
                  <a:custGeom>
                    <a:avLst/>
                    <a:gdLst>
                      <a:gd name="T0" fmla="*/ 538 w 538"/>
                      <a:gd name="T1" fmla="*/ 86 h 151"/>
                      <a:gd name="T2" fmla="*/ 538 w 538"/>
                      <a:gd name="T3" fmla="*/ 135 h 151"/>
                      <a:gd name="T4" fmla="*/ 287 w 538"/>
                      <a:gd name="T5" fmla="*/ 151 h 151"/>
                      <a:gd name="T6" fmla="*/ 0 w 538"/>
                      <a:gd name="T7" fmla="*/ 97 h 151"/>
                      <a:gd name="T8" fmla="*/ 0 w 538"/>
                      <a:gd name="T9" fmla="*/ 0 h 151"/>
                      <a:gd name="T10" fmla="*/ 538 w 538"/>
                      <a:gd name="T11" fmla="*/ 86 h 151"/>
                    </a:gdLst>
                    <a:ahLst/>
                    <a:cxnLst>
                      <a:cxn ang="0">
                        <a:pos x="T0" y="T1"/>
                      </a:cxn>
                      <a:cxn ang="0">
                        <a:pos x="T2" y="T3"/>
                      </a:cxn>
                      <a:cxn ang="0">
                        <a:pos x="T4" y="T5"/>
                      </a:cxn>
                      <a:cxn ang="0">
                        <a:pos x="T6" y="T7"/>
                      </a:cxn>
                      <a:cxn ang="0">
                        <a:pos x="T8" y="T9"/>
                      </a:cxn>
                      <a:cxn ang="0">
                        <a:pos x="T10" y="T11"/>
                      </a:cxn>
                    </a:cxnLst>
                    <a:rect l="0" t="0" r="r" b="b"/>
                    <a:pathLst>
                      <a:path w="538" h="151">
                        <a:moveTo>
                          <a:pt x="538" y="86"/>
                        </a:moveTo>
                        <a:lnTo>
                          <a:pt x="538" y="135"/>
                        </a:lnTo>
                        <a:lnTo>
                          <a:pt x="287" y="151"/>
                        </a:lnTo>
                        <a:lnTo>
                          <a:pt x="0" y="97"/>
                        </a:lnTo>
                        <a:lnTo>
                          <a:pt x="0" y="0"/>
                        </a:lnTo>
                        <a:lnTo>
                          <a:pt x="538" y="86"/>
                        </a:lnTo>
                        <a:close/>
                      </a:path>
                    </a:pathLst>
                  </a:custGeom>
                  <a:solidFill>
                    <a:srgbClr val="606060"/>
                  </a:solidFill>
                  <a:ln w="3175">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grpSp>
                <p:nvGrpSpPr>
                  <p:cNvPr id="1825854" name="Group 61"/>
                  <p:cNvGrpSpPr>
                    <a:grpSpLocks/>
                  </p:cNvGrpSpPr>
                  <p:nvPr/>
                </p:nvGrpSpPr>
                <p:grpSpPr bwMode="auto">
                  <a:xfrm>
                    <a:off x="446" y="1767"/>
                    <a:ext cx="239" cy="151"/>
                    <a:chOff x="446" y="1767"/>
                    <a:chExt cx="239" cy="151"/>
                  </a:xfrm>
                </p:grpSpPr>
                <p:sp>
                  <p:nvSpPr>
                    <p:cNvPr id="1825855" name="Freeform 62"/>
                    <p:cNvSpPr>
                      <a:spLocks noChangeArrowheads="1"/>
                    </p:cNvSpPr>
                    <p:nvPr/>
                  </p:nvSpPr>
                  <p:spPr bwMode="auto">
                    <a:xfrm>
                      <a:off x="446" y="1767"/>
                      <a:ext cx="137" cy="148"/>
                    </a:xfrm>
                    <a:custGeom>
                      <a:avLst/>
                      <a:gdLst>
                        <a:gd name="T0" fmla="*/ 589 w 686"/>
                        <a:gd name="T1" fmla="*/ 740 h 740"/>
                        <a:gd name="T2" fmla="*/ 686 w 686"/>
                        <a:gd name="T3" fmla="*/ 24 h 740"/>
                        <a:gd name="T4" fmla="*/ 95 w 686"/>
                        <a:gd name="T5" fmla="*/ 0 h 740"/>
                        <a:gd name="T6" fmla="*/ 0 w 686"/>
                        <a:gd name="T7" fmla="*/ 638 h 740"/>
                        <a:gd name="T8" fmla="*/ 589 w 686"/>
                        <a:gd name="T9" fmla="*/ 740 h 740"/>
                      </a:gdLst>
                      <a:ahLst/>
                      <a:cxnLst>
                        <a:cxn ang="0">
                          <a:pos x="T0" y="T1"/>
                        </a:cxn>
                        <a:cxn ang="0">
                          <a:pos x="T2" y="T3"/>
                        </a:cxn>
                        <a:cxn ang="0">
                          <a:pos x="T4" y="T5"/>
                        </a:cxn>
                        <a:cxn ang="0">
                          <a:pos x="T6" y="T7"/>
                        </a:cxn>
                        <a:cxn ang="0">
                          <a:pos x="T8" y="T9"/>
                        </a:cxn>
                      </a:cxnLst>
                      <a:rect l="0" t="0" r="r" b="b"/>
                      <a:pathLst>
                        <a:path w="686" h="740">
                          <a:moveTo>
                            <a:pt x="589" y="740"/>
                          </a:moveTo>
                          <a:lnTo>
                            <a:pt x="686" y="24"/>
                          </a:lnTo>
                          <a:lnTo>
                            <a:pt x="95" y="0"/>
                          </a:lnTo>
                          <a:lnTo>
                            <a:pt x="0" y="638"/>
                          </a:lnTo>
                          <a:lnTo>
                            <a:pt x="589" y="740"/>
                          </a:lnTo>
                          <a:close/>
                        </a:path>
                      </a:pathLst>
                    </a:custGeom>
                    <a:solidFill>
                      <a:srgbClr val="A0A0A0"/>
                    </a:solidFill>
                    <a:ln w="3175">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1825856" name="Freeform 63"/>
                    <p:cNvSpPr>
                      <a:spLocks noChangeArrowheads="1"/>
                    </p:cNvSpPr>
                    <p:nvPr/>
                  </p:nvSpPr>
                  <p:spPr bwMode="auto">
                    <a:xfrm>
                      <a:off x="564" y="1771"/>
                      <a:ext cx="121" cy="147"/>
                    </a:xfrm>
                    <a:custGeom>
                      <a:avLst/>
                      <a:gdLst>
                        <a:gd name="T0" fmla="*/ 97 w 608"/>
                        <a:gd name="T1" fmla="*/ 0 h 735"/>
                        <a:gd name="T2" fmla="*/ 608 w 608"/>
                        <a:gd name="T3" fmla="*/ 163 h 735"/>
                        <a:gd name="T4" fmla="*/ 536 w 608"/>
                        <a:gd name="T5" fmla="*/ 735 h 735"/>
                        <a:gd name="T6" fmla="*/ 0 w 608"/>
                        <a:gd name="T7" fmla="*/ 717 h 735"/>
                        <a:gd name="T8" fmla="*/ 97 w 608"/>
                        <a:gd name="T9" fmla="*/ 0 h 735"/>
                      </a:gdLst>
                      <a:ahLst/>
                      <a:cxnLst>
                        <a:cxn ang="0">
                          <a:pos x="T0" y="T1"/>
                        </a:cxn>
                        <a:cxn ang="0">
                          <a:pos x="T2" y="T3"/>
                        </a:cxn>
                        <a:cxn ang="0">
                          <a:pos x="T4" y="T5"/>
                        </a:cxn>
                        <a:cxn ang="0">
                          <a:pos x="T6" y="T7"/>
                        </a:cxn>
                        <a:cxn ang="0">
                          <a:pos x="T8" y="T9"/>
                        </a:cxn>
                      </a:cxnLst>
                      <a:rect l="0" t="0" r="r" b="b"/>
                      <a:pathLst>
                        <a:path w="608" h="735">
                          <a:moveTo>
                            <a:pt x="97" y="0"/>
                          </a:moveTo>
                          <a:lnTo>
                            <a:pt x="608" y="163"/>
                          </a:lnTo>
                          <a:lnTo>
                            <a:pt x="536" y="735"/>
                          </a:lnTo>
                          <a:lnTo>
                            <a:pt x="0" y="717"/>
                          </a:lnTo>
                          <a:lnTo>
                            <a:pt x="97" y="0"/>
                          </a:lnTo>
                          <a:close/>
                        </a:path>
                      </a:pathLst>
                    </a:custGeom>
                    <a:solidFill>
                      <a:srgbClr val="808080"/>
                    </a:solidFill>
                    <a:ln w="3175">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1825857" name="Freeform 64"/>
                    <p:cNvSpPr>
                      <a:spLocks noChangeArrowheads="1"/>
                    </p:cNvSpPr>
                    <p:nvPr/>
                  </p:nvSpPr>
                  <p:spPr bwMode="auto">
                    <a:xfrm>
                      <a:off x="462" y="1781"/>
                      <a:ext cx="98" cy="112"/>
                    </a:xfrm>
                    <a:custGeom>
                      <a:avLst/>
                      <a:gdLst>
                        <a:gd name="T0" fmla="*/ 493 w 493"/>
                        <a:gd name="T1" fmla="*/ 25 h 557"/>
                        <a:gd name="T2" fmla="*/ 423 w 493"/>
                        <a:gd name="T3" fmla="*/ 557 h 557"/>
                        <a:gd name="T4" fmla="*/ 0 w 493"/>
                        <a:gd name="T5" fmla="*/ 494 h 557"/>
                        <a:gd name="T6" fmla="*/ 73 w 493"/>
                        <a:gd name="T7" fmla="*/ 0 h 557"/>
                        <a:gd name="T8" fmla="*/ 493 w 493"/>
                        <a:gd name="T9" fmla="*/ 25 h 557"/>
                      </a:gdLst>
                      <a:ahLst/>
                      <a:cxnLst>
                        <a:cxn ang="0">
                          <a:pos x="T0" y="T1"/>
                        </a:cxn>
                        <a:cxn ang="0">
                          <a:pos x="T2" y="T3"/>
                        </a:cxn>
                        <a:cxn ang="0">
                          <a:pos x="T4" y="T5"/>
                        </a:cxn>
                        <a:cxn ang="0">
                          <a:pos x="T6" y="T7"/>
                        </a:cxn>
                        <a:cxn ang="0">
                          <a:pos x="T8" y="T9"/>
                        </a:cxn>
                      </a:cxnLst>
                      <a:rect l="0" t="0" r="r" b="b"/>
                      <a:pathLst>
                        <a:path w="493" h="557">
                          <a:moveTo>
                            <a:pt x="493" y="25"/>
                          </a:moveTo>
                          <a:lnTo>
                            <a:pt x="423" y="557"/>
                          </a:lnTo>
                          <a:lnTo>
                            <a:pt x="0" y="494"/>
                          </a:lnTo>
                          <a:lnTo>
                            <a:pt x="73" y="0"/>
                          </a:lnTo>
                          <a:lnTo>
                            <a:pt x="493" y="25"/>
                          </a:lnTo>
                          <a:close/>
                        </a:path>
                      </a:pathLst>
                    </a:custGeom>
                    <a:solidFill>
                      <a:srgbClr val="00C0C0"/>
                    </a:solidFill>
                    <a:ln w="3175">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grpSp>
            </p:grpSp>
            <p:grpSp>
              <p:nvGrpSpPr>
                <p:cNvPr id="1825858" name="Group 65"/>
                <p:cNvGrpSpPr>
                  <a:grpSpLocks/>
                </p:cNvGrpSpPr>
                <p:nvPr/>
              </p:nvGrpSpPr>
              <p:grpSpPr bwMode="auto">
                <a:xfrm>
                  <a:off x="424" y="1915"/>
                  <a:ext cx="97" cy="69"/>
                  <a:chOff x="424" y="1915"/>
                  <a:chExt cx="97" cy="69"/>
                </a:xfrm>
              </p:grpSpPr>
              <p:sp>
                <p:nvSpPr>
                  <p:cNvPr id="1825859" name="Freeform 66"/>
                  <p:cNvSpPr>
                    <a:spLocks noChangeArrowheads="1"/>
                  </p:cNvSpPr>
                  <p:nvPr/>
                </p:nvSpPr>
                <p:spPr bwMode="auto">
                  <a:xfrm>
                    <a:off x="424" y="1915"/>
                    <a:ext cx="97" cy="69"/>
                  </a:xfrm>
                  <a:custGeom>
                    <a:avLst/>
                    <a:gdLst>
                      <a:gd name="T0" fmla="*/ 0 w 483"/>
                      <a:gd name="T1" fmla="*/ 0 h 346"/>
                      <a:gd name="T2" fmla="*/ 483 w 483"/>
                      <a:gd name="T3" fmla="*/ 104 h 346"/>
                      <a:gd name="T4" fmla="*/ 483 w 483"/>
                      <a:gd name="T5" fmla="*/ 346 h 346"/>
                      <a:gd name="T6" fmla="*/ 0 w 483"/>
                      <a:gd name="T7" fmla="*/ 195 h 346"/>
                      <a:gd name="T8" fmla="*/ 0 w 483"/>
                      <a:gd name="T9" fmla="*/ 0 h 346"/>
                    </a:gdLst>
                    <a:ahLst/>
                    <a:cxnLst>
                      <a:cxn ang="0">
                        <a:pos x="T0" y="T1"/>
                      </a:cxn>
                      <a:cxn ang="0">
                        <a:pos x="T2" y="T3"/>
                      </a:cxn>
                      <a:cxn ang="0">
                        <a:pos x="T4" y="T5"/>
                      </a:cxn>
                      <a:cxn ang="0">
                        <a:pos x="T6" y="T7"/>
                      </a:cxn>
                      <a:cxn ang="0">
                        <a:pos x="T8" y="T9"/>
                      </a:cxn>
                    </a:cxnLst>
                    <a:rect l="0" t="0" r="r" b="b"/>
                    <a:pathLst>
                      <a:path w="483" h="346">
                        <a:moveTo>
                          <a:pt x="0" y="0"/>
                        </a:moveTo>
                        <a:lnTo>
                          <a:pt x="483" y="104"/>
                        </a:lnTo>
                        <a:lnTo>
                          <a:pt x="483" y="346"/>
                        </a:lnTo>
                        <a:lnTo>
                          <a:pt x="0" y="195"/>
                        </a:lnTo>
                        <a:lnTo>
                          <a:pt x="0" y="0"/>
                        </a:lnTo>
                        <a:close/>
                      </a:path>
                    </a:pathLst>
                  </a:custGeom>
                  <a:solidFill>
                    <a:srgbClr val="404040"/>
                  </a:solidFill>
                  <a:ln w="3175">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1825860" name="Line 67"/>
                  <p:cNvSpPr>
                    <a:spLocks noChangeShapeType="1"/>
                  </p:cNvSpPr>
                  <p:nvPr/>
                </p:nvSpPr>
                <p:spPr bwMode="auto">
                  <a:xfrm flipH="1" flipV="1">
                    <a:off x="433" y="1933"/>
                    <a:ext cx="26" cy="6"/>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825861" name="Line 68"/>
                  <p:cNvSpPr>
                    <a:spLocks noChangeShapeType="1"/>
                  </p:cNvSpPr>
                  <p:nvPr/>
                </p:nvSpPr>
                <p:spPr bwMode="auto">
                  <a:xfrm>
                    <a:off x="472" y="1941"/>
                    <a:ext cx="34" cy="7"/>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825862" name="Line 69"/>
                  <p:cNvSpPr>
                    <a:spLocks noChangeShapeType="1"/>
                  </p:cNvSpPr>
                  <p:nvPr/>
                </p:nvSpPr>
                <p:spPr bwMode="auto">
                  <a:xfrm>
                    <a:off x="465" y="1924"/>
                    <a:ext cx="1" cy="45"/>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825863" name="Line 70"/>
                  <p:cNvSpPr>
                    <a:spLocks noChangeShapeType="1"/>
                  </p:cNvSpPr>
                  <p:nvPr/>
                </p:nvSpPr>
                <p:spPr bwMode="auto">
                  <a:xfrm>
                    <a:off x="511" y="1934"/>
                    <a:ext cx="1" cy="49"/>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825864" name="Line 71"/>
                  <p:cNvSpPr>
                    <a:spLocks noChangeShapeType="1"/>
                  </p:cNvSpPr>
                  <p:nvPr/>
                </p:nvSpPr>
                <p:spPr bwMode="auto">
                  <a:xfrm>
                    <a:off x="425" y="1933"/>
                    <a:ext cx="88" cy="22"/>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825865" name="Line 72"/>
                  <p:cNvSpPr>
                    <a:spLocks noChangeShapeType="1"/>
                  </p:cNvSpPr>
                  <p:nvPr/>
                </p:nvSpPr>
                <p:spPr bwMode="auto">
                  <a:xfrm flipH="1" flipV="1">
                    <a:off x="424" y="1926"/>
                    <a:ext cx="89" cy="21"/>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grpSp>
          </p:grpSp>
          <p:grpSp>
            <p:nvGrpSpPr>
              <p:cNvPr id="1825866" name="Group 73"/>
              <p:cNvGrpSpPr>
                <a:grpSpLocks/>
              </p:cNvGrpSpPr>
              <p:nvPr/>
            </p:nvGrpSpPr>
            <p:grpSpPr bwMode="auto">
              <a:xfrm>
                <a:off x="325" y="1917"/>
                <a:ext cx="231" cy="118"/>
                <a:chOff x="325" y="1917"/>
                <a:chExt cx="231" cy="118"/>
              </a:xfrm>
            </p:grpSpPr>
            <p:grpSp>
              <p:nvGrpSpPr>
                <p:cNvPr id="1825867" name="Group 74"/>
                <p:cNvGrpSpPr>
                  <a:grpSpLocks/>
                </p:cNvGrpSpPr>
                <p:nvPr/>
              </p:nvGrpSpPr>
              <p:grpSpPr bwMode="auto">
                <a:xfrm>
                  <a:off x="504" y="1981"/>
                  <a:ext cx="37" cy="28"/>
                  <a:chOff x="504" y="1981"/>
                  <a:chExt cx="37" cy="28"/>
                </a:xfrm>
              </p:grpSpPr>
              <p:sp>
                <p:nvSpPr>
                  <p:cNvPr id="1825868" name="Freeform 75"/>
                  <p:cNvSpPr>
                    <a:spLocks noChangeArrowheads="1"/>
                  </p:cNvSpPr>
                  <p:nvPr/>
                </p:nvSpPr>
                <p:spPr bwMode="auto">
                  <a:xfrm>
                    <a:off x="531" y="1981"/>
                    <a:ext cx="10" cy="28"/>
                  </a:xfrm>
                  <a:custGeom>
                    <a:avLst/>
                    <a:gdLst>
                      <a:gd name="T0" fmla="*/ 37 w 53"/>
                      <a:gd name="T1" fmla="*/ 0 h 140"/>
                      <a:gd name="T2" fmla="*/ 53 w 53"/>
                      <a:gd name="T3" fmla="*/ 131 h 140"/>
                      <a:gd name="T4" fmla="*/ 14 w 53"/>
                      <a:gd name="T5" fmla="*/ 140 h 140"/>
                      <a:gd name="T6" fmla="*/ 0 w 53"/>
                      <a:gd name="T7" fmla="*/ 6 h 140"/>
                      <a:gd name="T8" fmla="*/ 37 w 53"/>
                      <a:gd name="T9" fmla="*/ 0 h 140"/>
                    </a:gdLst>
                    <a:ahLst/>
                    <a:cxnLst>
                      <a:cxn ang="0">
                        <a:pos x="T0" y="T1"/>
                      </a:cxn>
                      <a:cxn ang="0">
                        <a:pos x="T2" y="T3"/>
                      </a:cxn>
                      <a:cxn ang="0">
                        <a:pos x="T4" y="T5"/>
                      </a:cxn>
                      <a:cxn ang="0">
                        <a:pos x="T6" y="T7"/>
                      </a:cxn>
                      <a:cxn ang="0">
                        <a:pos x="T8" y="T9"/>
                      </a:cxn>
                    </a:cxnLst>
                    <a:rect l="0" t="0" r="r" b="b"/>
                    <a:pathLst>
                      <a:path w="53" h="140">
                        <a:moveTo>
                          <a:pt x="37" y="0"/>
                        </a:moveTo>
                        <a:lnTo>
                          <a:pt x="53" y="131"/>
                        </a:lnTo>
                        <a:lnTo>
                          <a:pt x="14" y="140"/>
                        </a:lnTo>
                        <a:lnTo>
                          <a:pt x="0" y="6"/>
                        </a:lnTo>
                        <a:lnTo>
                          <a:pt x="37" y="0"/>
                        </a:lnTo>
                        <a:close/>
                      </a:path>
                    </a:pathLst>
                  </a:custGeom>
                  <a:solidFill>
                    <a:srgbClr val="606060"/>
                  </a:solidFill>
                  <a:ln w="3175">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1825869" name="Freeform 76"/>
                  <p:cNvSpPr>
                    <a:spLocks noChangeArrowheads="1"/>
                  </p:cNvSpPr>
                  <p:nvPr/>
                </p:nvSpPr>
                <p:spPr bwMode="auto">
                  <a:xfrm>
                    <a:off x="504" y="1985"/>
                    <a:ext cx="29" cy="24"/>
                  </a:xfrm>
                  <a:custGeom>
                    <a:avLst/>
                    <a:gdLst>
                      <a:gd name="T0" fmla="*/ 136 w 148"/>
                      <a:gd name="T1" fmla="*/ 5 h 122"/>
                      <a:gd name="T2" fmla="*/ 148 w 148"/>
                      <a:gd name="T3" fmla="*/ 122 h 122"/>
                      <a:gd name="T4" fmla="*/ 0 w 148"/>
                      <a:gd name="T5" fmla="*/ 61 h 122"/>
                      <a:gd name="T6" fmla="*/ 58 w 148"/>
                      <a:gd name="T7" fmla="*/ 43 h 122"/>
                      <a:gd name="T8" fmla="*/ 111 w 148"/>
                      <a:gd name="T9" fmla="*/ 70 h 122"/>
                      <a:gd name="T10" fmla="*/ 94 w 148"/>
                      <a:gd name="T11" fmla="*/ 0 h 122"/>
                      <a:gd name="T12" fmla="*/ 136 w 148"/>
                      <a:gd name="T13" fmla="*/ 5 h 122"/>
                    </a:gdLst>
                    <a:ahLst/>
                    <a:cxnLst>
                      <a:cxn ang="0">
                        <a:pos x="T0" y="T1"/>
                      </a:cxn>
                      <a:cxn ang="0">
                        <a:pos x="T2" y="T3"/>
                      </a:cxn>
                      <a:cxn ang="0">
                        <a:pos x="T4" y="T5"/>
                      </a:cxn>
                      <a:cxn ang="0">
                        <a:pos x="T6" y="T7"/>
                      </a:cxn>
                      <a:cxn ang="0">
                        <a:pos x="T8" y="T9"/>
                      </a:cxn>
                      <a:cxn ang="0">
                        <a:pos x="T10" y="T11"/>
                      </a:cxn>
                      <a:cxn ang="0">
                        <a:pos x="T12" y="T13"/>
                      </a:cxn>
                    </a:cxnLst>
                    <a:rect l="0" t="0" r="r" b="b"/>
                    <a:pathLst>
                      <a:path w="148" h="122">
                        <a:moveTo>
                          <a:pt x="136" y="5"/>
                        </a:moveTo>
                        <a:lnTo>
                          <a:pt x="148" y="122"/>
                        </a:lnTo>
                        <a:lnTo>
                          <a:pt x="0" y="61"/>
                        </a:lnTo>
                        <a:lnTo>
                          <a:pt x="58" y="43"/>
                        </a:lnTo>
                        <a:lnTo>
                          <a:pt x="111" y="70"/>
                        </a:lnTo>
                        <a:lnTo>
                          <a:pt x="94" y="0"/>
                        </a:lnTo>
                        <a:lnTo>
                          <a:pt x="136" y="5"/>
                        </a:lnTo>
                        <a:close/>
                      </a:path>
                    </a:pathLst>
                  </a:custGeom>
                  <a:solidFill>
                    <a:srgbClr val="404040"/>
                  </a:solidFill>
                  <a:ln w="3175">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grpSp>
            <p:grpSp>
              <p:nvGrpSpPr>
                <p:cNvPr id="1825870" name="Group 77"/>
                <p:cNvGrpSpPr>
                  <a:grpSpLocks/>
                </p:cNvGrpSpPr>
                <p:nvPr/>
              </p:nvGrpSpPr>
              <p:grpSpPr bwMode="auto">
                <a:xfrm>
                  <a:off x="325" y="1917"/>
                  <a:ext cx="231" cy="118"/>
                  <a:chOff x="325" y="1917"/>
                  <a:chExt cx="231" cy="118"/>
                </a:xfrm>
              </p:grpSpPr>
              <p:sp>
                <p:nvSpPr>
                  <p:cNvPr id="1825871" name="Freeform 78"/>
                  <p:cNvSpPr>
                    <a:spLocks noChangeArrowheads="1"/>
                  </p:cNvSpPr>
                  <p:nvPr/>
                </p:nvSpPr>
                <p:spPr bwMode="auto">
                  <a:xfrm>
                    <a:off x="326" y="1917"/>
                    <a:ext cx="226" cy="105"/>
                  </a:xfrm>
                  <a:custGeom>
                    <a:avLst/>
                    <a:gdLst>
                      <a:gd name="T0" fmla="*/ 1132 w 1132"/>
                      <a:gd name="T1" fmla="*/ 223 h 525"/>
                      <a:gd name="T2" fmla="*/ 589 w 1132"/>
                      <a:gd name="T3" fmla="*/ 525 h 525"/>
                      <a:gd name="T4" fmla="*/ 0 w 1132"/>
                      <a:gd name="T5" fmla="*/ 230 h 525"/>
                      <a:gd name="T6" fmla="*/ 452 w 1132"/>
                      <a:gd name="T7" fmla="*/ 0 h 525"/>
                      <a:gd name="T8" fmla="*/ 1132 w 1132"/>
                      <a:gd name="T9" fmla="*/ 223 h 525"/>
                    </a:gdLst>
                    <a:ahLst/>
                    <a:cxnLst>
                      <a:cxn ang="0">
                        <a:pos x="T0" y="T1"/>
                      </a:cxn>
                      <a:cxn ang="0">
                        <a:pos x="T2" y="T3"/>
                      </a:cxn>
                      <a:cxn ang="0">
                        <a:pos x="T4" y="T5"/>
                      </a:cxn>
                      <a:cxn ang="0">
                        <a:pos x="T6" y="T7"/>
                      </a:cxn>
                      <a:cxn ang="0">
                        <a:pos x="T8" y="T9"/>
                      </a:cxn>
                    </a:cxnLst>
                    <a:rect l="0" t="0" r="r" b="b"/>
                    <a:pathLst>
                      <a:path w="1132" h="525">
                        <a:moveTo>
                          <a:pt x="1132" y="223"/>
                        </a:moveTo>
                        <a:lnTo>
                          <a:pt x="589" y="525"/>
                        </a:lnTo>
                        <a:lnTo>
                          <a:pt x="0" y="230"/>
                        </a:lnTo>
                        <a:lnTo>
                          <a:pt x="452" y="0"/>
                        </a:lnTo>
                        <a:lnTo>
                          <a:pt x="1132" y="223"/>
                        </a:lnTo>
                        <a:close/>
                      </a:path>
                    </a:pathLst>
                  </a:custGeom>
                  <a:solidFill>
                    <a:srgbClr val="808080"/>
                  </a:solidFill>
                  <a:ln w="3175">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1825872" name="Freeform 79"/>
                  <p:cNvSpPr>
                    <a:spLocks noChangeArrowheads="1"/>
                  </p:cNvSpPr>
                  <p:nvPr/>
                </p:nvSpPr>
                <p:spPr bwMode="auto">
                  <a:xfrm>
                    <a:off x="443" y="1961"/>
                    <a:ext cx="113" cy="74"/>
                  </a:xfrm>
                  <a:custGeom>
                    <a:avLst/>
                    <a:gdLst>
                      <a:gd name="T0" fmla="*/ 547 w 566"/>
                      <a:gd name="T1" fmla="*/ 0 h 371"/>
                      <a:gd name="T2" fmla="*/ 0 w 566"/>
                      <a:gd name="T3" fmla="*/ 307 h 371"/>
                      <a:gd name="T4" fmla="*/ 16 w 566"/>
                      <a:gd name="T5" fmla="*/ 371 h 371"/>
                      <a:gd name="T6" fmla="*/ 566 w 566"/>
                      <a:gd name="T7" fmla="*/ 60 h 371"/>
                      <a:gd name="T8" fmla="*/ 547 w 566"/>
                      <a:gd name="T9" fmla="*/ 0 h 371"/>
                    </a:gdLst>
                    <a:ahLst/>
                    <a:cxnLst>
                      <a:cxn ang="0">
                        <a:pos x="T0" y="T1"/>
                      </a:cxn>
                      <a:cxn ang="0">
                        <a:pos x="T2" y="T3"/>
                      </a:cxn>
                      <a:cxn ang="0">
                        <a:pos x="T4" y="T5"/>
                      </a:cxn>
                      <a:cxn ang="0">
                        <a:pos x="T6" y="T7"/>
                      </a:cxn>
                      <a:cxn ang="0">
                        <a:pos x="T8" y="T9"/>
                      </a:cxn>
                    </a:cxnLst>
                    <a:rect l="0" t="0" r="r" b="b"/>
                    <a:pathLst>
                      <a:path w="566" h="371">
                        <a:moveTo>
                          <a:pt x="547" y="0"/>
                        </a:moveTo>
                        <a:lnTo>
                          <a:pt x="0" y="307"/>
                        </a:lnTo>
                        <a:lnTo>
                          <a:pt x="16" y="371"/>
                        </a:lnTo>
                        <a:lnTo>
                          <a:pt x="566" y="60"/>
                        </a:lnTo>
                        <a:lnTo>
                          <a:pt x="547" y="0"/>
                        </a:lnTo>
                        <a:close/>
                      </a:path>
                    </a:pathLst>
                  </a:custGeom>
                  <a:solidFill>
                    <a:srgbClr val="606060"/>
                  </a:solidFill>
                  <a:ln w="3175">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1825873" name="Freeform 80"/>
                  <p:cNvSpPr>
                    <a:spLocks noChangeArrowheads="1"/>
                  </p:cNvSpPr>
                  <p:nvPr/>
                </p:nvSpPr>
                <p:spPr bwMode="auto">
                  <a:xfrm>
                    <a:off x="325" y="1963"/>
                    <a:ext cx="121" cy="72"/>
                  </a:xfrm>
                  <a:custGeom>
                    <a:avLst/>
                    <a:gdLst>
                      <a:gd name="T0" fmla="*/ 605 w 605"/>
                      <a:gd name="T1" fmla="*/ 363 h 363"/>
                      <a:gd name="T2" fmla="*/ 587 w 605"/>
                      <a:gd name="T3" fmla="*/ 295 h 363"/>
                      <a:gd name="T4" fmla="*/ 0 w 605"/>
                      <a:gd name="T5" fmla="*/ 0 h 363"/>
                      <a:gd name="T6" fmla="*/ 21 w 605"/>
                      <a:gd name="T7" fmla="*/ 53 h 363"/>
                      <a:gd name="T8" fmla="*/ 605 w 605"/>
                      <a:gd name="T9" fmla="*/ 363 h 363"/>
                    </a:gdLst>
                    <a:ahLst/>
                    <a:cxnLst>
                      <a:cxn ang="0">
                        <a:pos x="T0" y="T1"/>
                      </a:cxn>
                      <a:cxn ang="0">
                        <a:pos x="T2" y="T3"/>
                      </a:cxn>
                      <a:cxn ang="0">
                        <a:pos x="T4" y="T5"/>
                      </a:cxn>
                      <a:cxn ang="0">
                        <a:pos x="T6" y="T7"/>
                      </a:cxn>
                      <a:cxn ang="0">
                        <a:pos x="T8" y="T9"/>
                      </a:cxn>
                    </a:cxnLst>
                    <a:rect l="0" t="0" r="r" b="b"/>
                    <a:pathLst>
                      <a:path w="605" h="363">
                        <a:moveTo>
                          <a:pt x="605" y="363"/>
                        </a:moveTo>
                        <a:lnTo>
                          <a:pt x="587" y="295"/>
                        </a:lnTo>
                        <a:lnTo>
                          <a:pt x="0" y="0"/>
                        </a:lnTo>
                        <a:lnTo>
                          <a:pt x="21" y="53"/>
                        </a:lnTo>
                        <a:lnTo>
                          <a:pt x="605" y="363"/>
                        </a:lnTo>
                        <a:close/>
                      </a:path>
                    </a:pathLst>
                  </a:custGeom>
                  <a:solidFill>
                    <a:srgbClr val="404040"/>
                  </a:solidFill>
                  <a:ln w="3175">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1825874" name="Freeform 81"/>
                  <p:cNvSpPr>
                    <a:spLocks noChangeArrowheads="1"/>
                  </p:cNvSpPr>
                  <p:nvPr/>
                </p:nvSpPr>
                <p:spPr bwMode="auto">
                  <a:xfrm>
                    <a:off x="417" y="1966"/>
                    <a:ext cx="90" cy="46"/>
                  </a:xfrm>
                  <a:custGeom>
                    <a:avLst/>
                    <a:gdLst>
                      <a:gd name="T0" fmla="*/ 454 w 454"/>
                      <a:gd name="T1" fmla="*/ 59 h 230"/>
                      <a:gd name="T2" fmla="*/ 297 w 454"/>
                      <a:gd name="T3" fmla="*/ 0 h 230"/>
                      <a:gd name="T4" fmla="*/ 0 w 454"/>
                      <a:gd name="T5" fmla="*/ 161 h 230"/>
                      <a:gd name="T6" fmla="*/ 151 w 454"/>
                      <a:gd name="T7" fmla="*/ 230 h 230"/>
                      <a:gd name="T8" fmla="*/ 454 w 454"/>
                      <a:gd name="T9" fmla="*/ 59 h 230"/>
                    </a:gdLst>
                    <a:ahLst/>
                    <a:cxnLst>
                      <a:cxn ang="0">
                        <a:pos x="T0" y="T1"/>
                      </a:cxn>
                      <a:cxn ang="0">
                        <a:pos x="T2" y="T3"/>
                      </a:cxn>
                      <a:cxn ang="0">
                        <a:pos x="T4" y="T5"/>
                      </a:cxn>
                      <a:cxn ang="0">
                        <a:pos x="T6" y="T7"/>
                      </a:cxn>
                      <a:cxn ang="0">
                        <a:pos x="T8" y="T9"/>
                      </a:cxn>
                    </a:cxnLst>
                    <a:rect l="0" t="0" r="r" b="b"/>
                    <a:pathLst>
                      <a:path w="454" h="230">
                        <a:moveTo>
                          <a:pt x="454" y="59"/>
                        </a:moveTo>
                        <a:lnTo>
                          <a:pt x="297" y="0"/>
                        </a:lnTo>
                        <a:lnTo>
                          <a:pt x="0" y="161"/>
                        </a:lnTo>
                        <a:lnTo>
                          <a:pt x="151" y="230"/>
                        </a:lnTo>
                        <a:lnTo>
                          <a:pt x="454" y="5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825875" name="Freeform 82"/>
                  <p:cNvSpPr>
                    <a:spLocks noChangeArrowheads="1"/>
                  </p:cNvSpPr>
                  <p:nvPr/>
                </p:nvSpPr>
                <p:spPr bwMode="auto">
                  <a:xfrm>
                    <a:off x="336" y="1934"/>
                    <a:ext cx="134" cy="61"/>
                  </a:xfrm>
                  <a:custGeom>
                    <a:avLst/>
                    <a:gdLst>
                      <a:gd name="T0" fmla="*/ 669 w 669"/>
                      <a:gd name="T1" fmla="*/ 150 h 309"/>
                      <a:gd name="T2" fmla="*/ 377 w 669"/>
                      <a:gd name="T3" fmla="*/ 309 h 309"/>
                      <a:gd name="T4" fmla="*/ 0 w 669"/>
                      <a:gd name="T5" fmla="*/ 132 h 309"/>
                      <a:gd name="T6" fmla="*/ 273 w 669"/>
                      <a:gd name="T7" fmla="*/ 0 h 309"/>
                      <a:gd name="T8" fmla="*/ 669 w 669"/>
                      <a:gd name="T9" fmla="*/ 150 h 309"/>
                    </a:gdLst>
                    <a:ahLst/>
                    <a:cxnLst>
                      <a:cxn ang="0">
                        <a:pos x="T0" y="T1"/>
                      </a:cxn>
                      <a:cxn ang="0">
                        <a:pos x="T2" y="T3"/>
                      </a:cxn>
                      <a:cxn ang="0">
                        <a:pos x="T4" y="T5"/>
                      </a:cxn>
                      <a:cxn ang="0">
                        <a:pos x="T6" y="T7"/>
                      </a:cxn>
                      <a:cxn ang="0">
                        <a:pos x="T8" y="T9"/>
                      </a:cxn>
                    </a:cxnLst>
                    <a:rect l="0" t="0" r="r" b="b"/>
                    <a:pathLst>
                      <a:path w="669" h="309">
                        <a:moveTo>
                          <a:pt x="669" y="150"/>
                        </a:moveTo>
                        <a:lnTo>
                          <a:pt x="377" y="309"/>
                        </a:lnTo>
                        <a:lnTo>
                          <a:pt x="0" y="132"/>
                        </a:lnTo>
                        <a:lnTo>
                          <a:pt x="273" y="0"/>
                        </a:lnTo>
                        <a:lnTo>
                          <a:pt x="669" y="15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825876" name="Freeform 83"/>
                  <p:cNvSpPr>
                    <a:spLocks noChangeArrowheads="1"/>
                  </p:cNvSpPr>
                  <p:nvPr/>
                </p:nvSpPr>
                <p:spPr bwMode="auto">
                  <a:xfrm>
                    <a:off x="393" y="1920"/>
                    <a:ext cx="148" cy="57"/>
                  </a:xfrm>
                  <a:custGeom>
                    <a:avLst/>
                    <a:gdLst>
                      <a:gd name="T0" fmla="*/ 584 w 738"/>
                      <a:gd name="T1" fmla="*/ 283 h 283"/>
                      <a:gd name="T2" fmla="*/ 738 w 738"/>
                      <a:gd name="T3" fmla="*/ 205 h 283"/>
                      <a:gd name="T4" fmla="*/ 118 w 738"/>
                      <a:gd name="T5" fmla="*/ 0 h 283"/>
                      <a:gd name="T6" fmla="*/ 0 w 738"/>
                      <a:gd name="T7" fmla="*/ 60 h 283"/>
                      <a:gd name="T8" fmla="*/ 584 w 738"/>
                      <a:gd name="T9" fmla="*/ 283 h 283"/>
                    </a:gdLst>
                    <a:ahLst/>
                    <a:cxnLst>
                      <a:cxn ang="0">
                        <a:pos x="T0" y="T1"/>
                      </a:cxn>
                      <a:cxn ang="0">
                        <a:pos x="T2" y="T3"/>
                      </a:cxn>
                      <a:cxn ang="0">
                        <a:pos x="T4" y="T5"/>
                      </a:cxn>
                      <a:cxn ang="0">
                        <a:pos x="T6" y="T7"/>
                      </a:cxn>
                      <a:cxn ang="0">
                        <a:pos x="T8" y="T9"/>
                      </a:cxn>
                    </a:cxnLst>
                    <a:rect l="0" t="0" r="r" b="b"/>
                    <a:pathLst>
                      <a:path w="738" h="283">
                        <a:moveTo>
                          <a:pt x="584" y="283"/>
                        </a:moveTo>
                        <a:lnTo>
                          <a:pt x="738" y="205"/>
                        </a:lnTo>
                        <a:lnTo>
                          <a:pt x="118" y="0"/>
                        </a:lnTo>
                        <a:lnTo>
                          <a:pt x="0" y="60"/>
                        </a:lnTo>
                        <a:lnTo>
                          <a:pt x="584" y="283"/>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825877" name="Line 84"/>
                  <p:cNvSpPr>
                    <a:spLocks noChangeShapeType="1"/>
                  </p:cNvSpPr>
                  <p:nvPr/>
                </p:nvSpPr>
                <p:spPr bwMode="auto">
                  <a:xfrm flipH="1" flipV="1">
                    <a:off x="411" y="1923"/>
                    <a:ext cx="128" cy="44"/>
                  </a:xfrm>
                  <a:prstGeom prst="line">
                    <a:avLst/>
                  </a:prstGeom>
                  <a:noFill/>
                  <a:ln w="6350">
                    <a:solidFill>
                      <a:srgbClr val="80808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825878" name="Line 85"/>
                  <p:cNvSpPr>
                    <a:spLocks noChangeShapeType="1"/>
                  </p:cNvSpPr>
                  <p:nvPr/>
                </p:nvSpPr>
                <p:spPr bwMode="auto">
                  <a:xfrm flipH="1" flipV="1">
                    <a:off x="404" y="1925"/>
                    <a:ext cx="124" cy="45"/>
                  </a:xfrm>
                  <a:prstGeom prst="line">
                    <a:avLst/>
                  </a:prstGeom>
                  <a:noFill/>
                  <a:ln w="6350">
                    <a:solidFill>
                      <a:srgbClr val="80808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825879" name="Line 86"/>
                  <p:cNvSpPr>
                    <a:spLocks noChangeShapeType="1"/>
                  </p:cNvSpPr>
                  <p:nvPr/>
                </p:nvSpPr>
                <p:spPr bwMode="auto">
                  <a:xfrm flipH="1" flipV="1">
                    <a:off x="399" y="1930"/>
                    <a:ext cx="121" cy="46"/>
                  </a:xfrm>
                  <a:prstGeom prst="line">
                    <a:avLst/>
                  </a:prstGeom>
                  <a:noFill/>
                  <a:ln w="6350">
                    <a:solidFill>
                      <a:srgbClr val="80808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825880" name="Line 87"/>
                  <p:cNvSpPr>
                    <a:spLocks noChangeShapeType="1"/>
                  </p:cNvSpPr>
                  <p:nvPr/>
                </p:nvSpPr>
                <p:spPr bwMode="auto">
                  <a:xfrm flipH="1" flipV="1">
                    <a:off x="384" y="1937"/>
                    <a:ext cx="119" cy="48"/>
                  </a:xfrm>
                  <a:prstGeom prst="line">
                    <a:avLst/>
                  </a:prstGeom>
                  <a:noFill/>
                  <a:ln w="6350">
                    <a:solidFill>
                      <a:srgbClr val="80808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825881" name="Line 88"/>
                  <p:cNvSpPr>
                    <a:spLocks noChangeShapeType="1"/>
                  </p:cNvSpPr>
                  <p:nvPr/>
                </p:nvSpPr>
                <p:spPr bwMode="auto">
                  <a:xfrm flipH="1" flipV="1">
                    <a:off x="375" y="1942"/>
                    <a:ext cx="118" cy="48"/>
                  </a:xfrm>
                  <a:prstGeom prst="line">
                    <a:avLst/>
                  </a:prstGeom>
                  <a:noFill/>
                  <a:ln w="6350">
                    <a:solidFill>
                      <a:srgbClr val="80808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825882" name="Line 89"/>
                  <p:cNvSpPr>
                    <a:spLocks noChangeShapeType="1"/>
                  </p:cNvSpPr>
                  <p:nvPr/>
                </p:nvSpPr>
                <p:spPr bwMode="auto">
                  <a:xfrm flipH="1" flipV="1">
                    <a:off x="365" y="1946"/>
                    <a:ext cx="119" cy="51"/>
                  </a:xfrm>
                  <a:prstGeom prst="line">
                    <a:avLst/>
                  </a:prstGeom>
                  <a:noFill/>
                  <a:ln w="6350">
                    <a:solidFill>
                      <a:srgbClr val="80808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825883" name="Line 90"/>
                  <p:cNvSpPr>
                    <a:spLocks noChangeShapeType="1"/>
                  </p:cNvSpPr>
                  <p:nvPr/>
                </p:nvSpPr>
                <p:spPr bwMode="auto">
                  <a:xfrm flipH="1" flipV="1">
                    <a:off x="358" y="1951"/>
                    <a:ext cx="114" cy="50"/>
                  </a:xfrm>
                  <a:prstGeom prst="line">
                    <a:avLst/>
                  </a:prstGeom>
                  <a:noFill/>
                  <a:ln w="6350">
                    <a:solidFill>
                      <a:srgbClr val="80808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825884" name="Line 91"/>
                  <p:cNvSpPr>
                    <a:spLocks noChangeShapeType="1"/>
                  </p:cNvSpPr>
                  <p:nvPr/>
                </p:nvSpPr>
                <p:spPr bwMode="auto">
                  <a:xfrm flipH="1" flipV="1">
                    <a:off x="347" y="1956"/>
                    <a:ext cx="114" cy="51"/>
                  </a:xfrm>
                  <a:prstGeom prst="line">
                    <a:avLst/>
                  </a:prstGeom>
                  <a:noFill/>
                  <a:ln w="6350">
                    <a:solidFill>
                      <a:srgbClr val="80808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825885" name="Line 92"/>
                  <p:cNvSpPr>
                    <a:spLocks noChangeShapeType="1"/>
                  </p:cNvSpPr>
                  <p:nvPr/>
                </p:nvSpPr>
                <p:spPr bwMode="auto">
                  <a:xfrm flipH="1">
                    <a:off x="437" y="1974"/>
                    <a:ext cx="61" cy="34"/>
                  </a:xfrm>
                  <a:prstGeom prst="line">
                    <a:avLst/>
                  </a:prstGeom>
                  <a:noFill/>
                  <a:ln w="6350">
                    <a:solidFill>
                      <a:srgbClr val="80808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825886" name="Line 93"/>
                  <p:cNvSpPr>
                    <a:spLocks noChangeShapeType="1"/>
                  </p:cNvSpPr>
                  <p:nvPr/>
                </p:nvSpPr>
                <p:spPr bwMode="auto">
                  <a:xfrm flipH="1">
                    <a:off x="426" y="1970"/>
                    <a:ext cx="58" cy="32"/>
                  </a:xfrm>
                  <a:prstGeom prst="line">
                    <a:avLst/>
                  </a:prstGeom>
                  <a:noFill/>
                  <a:ln w="6350">
                    <a:solidFill>
                      <a:srgbClr val="80808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825887" name="Line 94"/>
                  <p:cNvSpPr>
                    <a:spLocks noChangeShapeType="1"/>
                  </p:cNvSpPr>
                  <p:nvPr/>
                </p:nvSpPr>
                <p:spPr bwMode="auto">
                  <a:xfrm flipH="1">
                    <a:off x="401" y="1959"/>
                    <a:ext cx="58" cy="31"/>
                  </a:xfrm>
                  <a:prstGeom prst="line">
                    <a:avLst/>
                  </a:prstGeom>
                  <a:noFill/>
                  <a:ln w="6350">
                    <a:solidFill>
                      <a:srgbClr val="80808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825888" name="Line 95"/>
                  <p:cNvSpPr>
                    <a:spLocks noChangeShapeType="1"/>
                  </p:cNvSpPr>
                  <p:nvPr/>
                </p:nvSpPr>
                <p:spPr bwMode="auto">
                  <a:xfrm flipH="1">
                    <a:off x="387" y="1954"/>
                    <a:ext cx="58" cy="31"/>
                  </a:xfrm>
                  <a:prstGeom prst="line">
                    <a:avLst/>
                  </a:prstGeom>
                  <a:noFill/>
                  <a:ln w="6350">
                    <a:solidFill>
                      <a:srgbClr val="80808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825889" name="Line 96"/>
                  <p:cNvSpPr>
                    <a:spLocks noChangeShapeType="1"/>
                  </p:cNvSpPr>
                  <p:nvPr/>
                </p:nvSpPr>
                <p:spPr bwMode="auto">
                  <a:xfrm flipH="1">
                    <a:off x="375" y="1949"/>
                    <a:ext cx="56" cy="31"/>
                  </a:xfrm>
                  <a:prstGeom prst="line">
                    <a:avLst/>
                  </a:prstGeom>
                  <a:noFill/>
                  <a:ln w="6350">
                    <a:solidFill>
                      <a:srgbClr val="80808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825890" name="Line 97"/>
                  <p:cNvSpPr>
                    <a:spLocks noChangeShapeType="1"/>
                  </p:cNvSpPr>
                  <p:nvPr/>
                </p:nvSpPr>
                <p:spPr bwMode="auto">
                  <a:xfrm flipH="1">
                    <a:off x="364" y="1944"/>
                    <a:ext cx="53" cy="28"/>
                  </a:xfrm>
                  <a:prstGeom prst="line">
                    <a:avLst/>
                  </a:prstGeom>
                  <a:noFill/>
                  <a:ln w="6350">
                    <a:solidFill>
                      <a:srgbClr val="80808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825891" name="Line 98"/>
                  <p:cNvSpPr>
                    <a:spLocks noChangeShapeType="1"/>
                  </p:cNvSpPr>
                  <p:nvPr/>
                </p:nvSpPr>
                <p:spPr bwMode="auto">
                  <a:xfrm flipH="1">
                    <a:off x="352" y="1939"/>
                    <a:ext cx="55" cy="28"/>
                  </a:xfrm>
                  <a:prstGeom prst="line">
                    <a:avLst/>
                  </a:prstGeom>
                  <a:noFill/>
                  <a:ln w="6350">
                    <a:solidFill>
                      <a:srgbClr val="80808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825892" name="Line 99"/>
                  <p:cNvSpPr>
                    <a:spLocks noChangeShapeType="1"/>
                  </p:cNvSpPr>
                  <p:nvPr/>
                </p:nvSpPr>
                <p:spPr bwMode="auto">
                  <a:xfrm flipH="1">
                    <a:off x="494" y="1955"/>
                    <a:ext cx="28" cy="14"/>
                  </a:xfrm>
                  <a:prstGeom prst="line">
                    <a:avLst/>
                  </a:prstGeom>
                  <a:noFill/>
                  <a:ln w="6350">
                    <a:solidFill>
                      <a:srgbClr val="80808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825893" name="Line 100"/>
                  <p:cNvSpPr>
                    <a:spLocks noChangeShapeType="1"/>
                  </p:cNvSpPr>
                  <p:nvPr/>
                </p:nvSpPr>
                <p:spPr bwMode="auto">
                  <a:xfrm flipH="1">
                    <a:off x="477" y="1949"/>
                    <a:ext cx="26" cy="14"/>
                  </a:xfrm>
                  <a:prstGeom prst="line">
                    <a:avLst/>
                  </a:prstGeom>
                  <a:noFill/>
                  <a:ln w="6350">
                    <a:solidFill>
                      <a:srgbClr val="80808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825894" name="Line 101"/>
                  <p:cNvSpPr>
                    <a:spLocks noChangeShapeType="1"/>
                  </p:cNvSpPr>
                  <p:nvPr/>
                </p:nvSpPr>
                <p:spPr bwMode="auto">
                  <a:xfrm flipH="1">
                    <a:off x="460" y="1943"/>
                    <a:ext cx="28" cy="14"/>
                  </a:xfrm>
                  <a:prstGeom prst="line">
                    <a:avLst/>
                  </a:prstGeom>
                  <a:noFill/>
                  <a:ln w="6350">
                    <a:solidFill>
                      <a:srgbClr val="80808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825895" name="Line 102"/>
                  <p:cNvSpPr>
                    <a:spLocks noChangeShapeType="1"/>
                  </p:cNvSpPr>
                  <p:nvPr/>
                </p:nvSpPr>
                <p:spPr bwMode="auto">
                  <a:xfrm flipH="1">
                    <a:off x="443" y="1937"/>
                    <a:ext cx="27" cy="13"/>
                  </a:xfrm>
                  <a:prstGeom prst="line">
                    <a:avLst/>
                  </a:prstGeom>
                  <a:noFill/>
                  <a:ln w="6350">
                    <a:solidFill>
                      <a:srgbClr val="80808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825896" name="Line 103"/>
                  <p:cNvSpPr>
                    <a:spLocks noChangeShapeType="1"/>
                  </p:cNvSpPr>
                  <p:nvPr/>
                </p:nvSpPr>
                <p:spPr bwMode="auto">
                  <a:xfrm flipH="1">
                    <a:off x="427" y="1931"/>
                    <a:ext cx="26" cy="14"/>
                  </a:xfrm>
                  <a:prstGeom prst="line">
                    <a:avLst/>
                  </a:prstGeom>
                  <a:noFill/>
                  <a:ln w="6350">
                    <a:solidFill>
                      <a:srgbClr val="80808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825897" name="Line 104"/>
                  <p:cNvSpPr>
                    <a:spLocks noChangeShapeType="1"/>
                  </p:cNvSpPr>
                  <p:nvPr/>
                </p:nvSpPr>
                <p:spPr bwMode="auto">
                  <a:xfrm flipH="1">
                    <a:off x="408" y="1925"/>
                    <a:ext cx="24" cy="13"/>
                  </a:xfrm>
                  <a:prstGeom prst="line">
                    <a:avLst/>
                  </a:prstGeom>
                  <a:noFill/>
                  <a:ln w="6350">
                    <a:solidFill>
                      <a:srgbClr val="80808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grpSp>
          </p:grpSp>
        </p:grpSp>
      </p:grpSp>
      <p:grpSp>
        <p:nvGrpSpPr>
          <p:cNvPr id="1825898" name="Group 105"/>
          <p:cNvGrpSpPr>
            <a:grpSpLocks/>
          </p:cNvGrpSpPr>
          <p:nvPr/>
        </p:nvGrpSpPr>
        <p:grpSpPr bwMode="auto">
          <a:xfrm>
            <a:off x="600075" y="4733925"/>
            <a:ext cx="93663" cy="171450"/>
            <a:chOff x="287" y="1872"/>
            <a:chExt cx="55" cy="108"/>
          </a:xfrm>
        </p:grpSpPr>
        <p:sp>
          <p:nvSpPr>
            <p:cNvPr id="1825899" name="Freeform 106"/>
            <p:cNvSpPr>
              <a:spLocks noChangeArrowheads="1"/>
            </p:cNvSpPr>
            <p:nvPr/>
          </p:nvSpPr>
          <p:spPr bwMode="auto">
            <a:xfrm>
              <a:off x="287" y="1872"/>
              <a:ext cx="55" cy="108"/>
            </a:xfrm>
            <a:custGeom>
              <a:avLst/>
              <a:gdLst>
                <a:gd name="T0" fmla="*/ 0 w 276"/>
                <a:gd name="T1" fmla="*/ 192 h 540"/>
                <a:gd name="T2" fmla="*/ 53 w 276"/>
                <a:gd name="T3" fmla="*/ 121 h 540"/>
                <a:gd name="T4" fmla="*/ 104 w 276"/>
                <a:gd name="T5" fmla="*/ 84 h 540"/>
                <a:gd name="T6" fmla="*/ 125 w 276"/>
                <a:gd name="T7" fmla="*/ 30 h 540"/>
                <a:gd name="T8" fmla="*/ 137 w 276"/>
                <a:gd name="T9" fmla="*/ 6 h 540"/>
                <a:gd name="T10" fmla="*/ 195 w 276"/>
                <a:gd name="T11" fmla="*/ 0 h 540"/>
                <a:gd name="T12" fmla="*/ 276 w 276"/>
                <a:gd name="T13" fmla="*/ 45 h 540"/>
                <a:gd name="T14" fmla="*/ 255 w 276"/>
                <a:gd name="T15" fmla="*/ 143 h 540"/>
                <a:gd name="T16" fmla="*/ 232 w 276"/>
                <a:gd name="T17" fmla="*/ 198 h 540"/>
                <a:gd name="T18" fmla="*/ 179 w 276"/>
                <a:gd name="T19" fmla="*/ 365 h 540"/>
                <a:gd name="T20" fmla="*/ 92 w 276"/>
                <a:gd name="T21" fmla="*/ 540 h 540"/>
                <a:gd name="T22" fmla="*/ 0 w 276"/>
                <a:gd name="T23" fmla="*/ 192 h 5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76" h="540">
                  <a:moveTo>
                    <a:pt x="0" y="192"/>
                  </a:moveTo>
                  <a:lnTo>
                    <a:pt x="53" y="121"/>
                  </a:lnTo>
                  <a:lnTo>
                    <a:pt x="104" y="84"/>
                  </a:lnTo>
                  <a:lnTo>
                    <a:pt x="125" y="30"/>
                  </a:lnTo>
                  <a:lnTo>
                    <a:pt x="137" y="6"/>
                  </a:lnTo>
                  <a:lnTo>
                    <a:pt x="195" y="0"/>
                  </a:lnTo>
                  <a:lnTo>
                    <a:pt x="276" y="45"/>
                  </a:lnTo>
                  <a:lnTo>
                    <a:pt x="255" y="143"/>
                  </a:lnTo>
                  <a:lnTo>
                    <a:pt x="232" y="198"/>
                  </a:lnTo>
                  <a:lnTo>
                    <a:pt x="179" y="365"/>
                  </a:lnTo>
                  <a:lnTo>
                    <a:pt x="92" y="540"/>
                  </a:lnTo>
                  <a:lnTo>
                    <a:pt x="0" y="192"/>
                  </a:lnTo>
                  <a:close/>
                </a:path>
              </a:pathLst>
            </a:custGeom>
            <a:solidFill>
              <a:srgbClr val="C0C0C0"/>
            </a:solidFill>
            <a:ln w="3175">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1825900" name="Freeform 107"/>
            <p:cNvSpPr>
              <a:spLocks noChangeArrowheads="1"/>
            </p:cNvSpPr>
            <p:nvPr/>
          </p:nvSpPr>
          <p:spPr bwMode="auto">
            <a:xfrm>
              <a:off x="296" y="1880"/>
              <a:ext cx="43" cy="77"/>
            </a:xfrm>
            <a:custGeom>
              <a:avLst/>
              <a:gdLst>
                <a:gd name="T0" fmla="*/ 91 w 216"/>
                <a:gd name="T1" fmla="*/ 0 h 385"/>
                <a:gd name="T2" fmla="*/ 115 w 216"/>
                <a:gd name="T3" fmla="*/ 25 h 385"/>
                <a:gd name="T4" fmla="*/ 165 w 216"/>
                <a:gd name="T5" fmla="*/ 46 h 385"/>
                <a:gd name="T6" fmla="*/ 216 w 216"/>
                <a:gd name="T7" fmla="*/ 44 h 385"/>
                <a:gd name="T8" fmla="*/ 185 w 216"/>
                <a:gd name="T9" fmla="*/ 132 h 385"/>
                <a:gd name="T10" fmla="*/ 147 w 216"/>
                <a:gd name="T11" fmla="*/ 128 h 385"/>
                <a:gd name="T12" fmla="*/ 118 w 216"/>
                <a:gd name="T13" fmla="*/ 112 h 385"/>
                <a:gd name="T14" fmla="*/ 134 w 216"/>
                <a:gd name="T15" fmla="*/ 138 h 385"/>
                <a:gd name="T16" fmla="*/ 177 w 216"/>
                <a:gd name="T17" fmla="*/ 146 h 385"/>
                <a:gd name="T18" fmla="*/ 145 w 216"/>
                <a:gd name="T19" fmla="*/ 242 h 385"/>
                <a:gd name="T20" fmla="*/ 124 w 216"/>
                <a:gd name="T21" fmla="*/ 312 h 385"/>
                <a:gd name="T22" fmla="*/ 115 w 216"/>
                <a:gd name="T23" fmla="*/ 271 h 385"/>
                <a:gd name="T24" fmla="*/ 103 w 216"/>
                <a:gd name="T25" fmla="*/ 197 h 385"/>
                <a:gd name="T26" fmla="*/ 102 w 216"/>
                <a:gd name="T27" fmla="*/ 155 h 385"/>
                <a:gd name="T28" fmla="*/ 94 w 216"/>
                <a:gd name="T29" fmla="*/ 173 h 385"/>
                <a:gd name="T30" fmla="*/ 94 w 216"/>
                <a:gd name="T31" fmla="*/ 222 h 385"/>
                <a:gd name="T32" fmla="*/ 103 w 216"/>
                <a:gd name="T33" fmla="*/ 290 h 385"/>
                <a:gd name="T34" fmla="*/ 110 w 216"/>
                <a:gd name="T35" fmla="*/ 333 h 385"/>
                <a:gd name="T36" fmla="*/ 91 w 216"/>
                <a:gd name="T37" fmla="*/ 385 h 385"/>
                <a:gd name="T38" fmla="*/ 55 w 216"/>
                <a:gd name="T39" fmla="*/ 250 h 385"/>
                <a:gd name="T40" fmla="*/ 39 w 216"/>
                <a:gd name="T41" fmla="*/ 204 h 385"/>
                <a:gd name="T42" fmla="*/ 12 w 216"/>
                <a:gd name="T43" fmla="*/ 135 h 385"/>
                <a:gd name="T44" fmla="*/ 0 w 216"/>
                <a:gd name="T45" fmla="*/ 115 h 385"/>
                <a:gd name="T46" fmla="*/ 16 w 216"/>
                <a:gd name="T47" fmla="*/ 88 h 385"/>
                <a:gd name="T48" fmla="*/ 64 w 216"/>
                <a:gd name="T49" fmla="*/ 64 h 385"/>
                <a:gd name="T50" fmla="*/ 81 w 216"/>
                <a:gd name="T51" fmla="*/ 87 h 385"/>
                <a:gd name="T52" fmla="*/ 71 w 216"/>
                <a:gd name="T53" fmla="*/ 46 h 385"/>
                <a:gd name="T54" fmla="*/ 91 w 216"/>
                <a:gd name="T55" fmla="*/ 0 h 3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16" h="385">
                  <a:moveTo>
                    <a:pt x="91" y="0"/>
                  </a:moveTo>
                  <a:lnTo>
                    <a:pt x="115" y="25"/>
                  </a:lnTo>
                  <a:lnTo>
                    <a:pt x="165" y="46"/>
                  </a:lnTo>
                  <a:lnTo>
                    <a:pt x="216" y="44"/>
                  </a:lnTo>
                  <a:lnTo>
                    <a:pt x="185" y="132"/>
                  </a:lnTo>
                  <a:lnTo>
                    <a:pt x="147" y="128"/>
                  </a:lnTo>
                  <a:lnTo>
                    <a:pt x="118" y="112"/>
                  </a:lnTo>
                  <a:lnTo>
                    <a:pt x="134" y="138"/>
                  </a:lnTo>
                  <a:lnTo>
                    <a:pt x="177" y="146"/>
                  </a:lnTo>
                  <a:lnTo>
                    <a:pt x="145" y="242"/>
                  </a:lnTo>
                  <a:lnTo>
                    <a:pt x="124" y="312"/>
                  </a:lnTo>
                  <a:lnTo>
                    <a:pt x="115" y="271"/>
                  </a:lnTo>
                  <a:lnTo>
                    <a:pt x="103" y="197"/>
                  </a:lnTo>
                  <a:lnTo>
                    <a:pt x="102" y="155"/>
                  </a:lnTo>
                  <a:lnTo>
                    <a:pt x="94" y="173"/>
                  </a:lnTo>
                  <a:lnTo>
                    <a:pt x="94" y="222"/>
                  </a:lnTo>
                  <a:lnTo>
                    <a:pt x="103" y="290"/>
                  </a:lnTo>
                  <a:lnTo>
                    <a:pt x="110" y="333"/>
                  </a:lnTo>
                  <a:lnTo>
                    <a:pt x="91" y="385"/>
                  </a:lnTo>
                  <a:lnTo>
                    <a:pt x="55" y="250"/>
                  </a:lnTo>
                  <a:lnTo>
                    <a:pt x="39" y="204"/>
                  </a:lnTo>
                  <a:lnTo>
                    <a:pt x="12" y="135"/>
                  </a:lnTo>
                  <a:lnTo>
                    <a:pt x="0" y="115"/>
                  </a:lnTo>
                  <a:lnTo>
                    <a:pt x="16" y="88"/>
                  </a:lnTo>
                  <a:lnTo>
                    <a:pt x="64" y="64"/>
                  </a:lnTo>
                  <a:lnTo>
                    <a:pt x="81" y="87"/>
                  </a:lnTo>
                  <a:lnTo>
                    <a:pt x="71" y="46"/>
                  </a:lnTo>
                  <a:lnTo>
                    <a:pt x="9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1825901" name="Group 108"/>
          <p:cNvGrpSpPr>
            <a:grpSpLocks/>
          </p:cNvGrpSpPr>
          <p:nvPr/>
        </p:nvGrpSpPr>
        <p:grpSpPr bwMode="auto">
          <a:xfrm>
            <a:off x="584200" y="4635500"/>
            <a:ext cx="120650" cy="120650"/>
            <a:chOff x="278" y="1810"/>
            <a:chExt cx="70" cy="76"/>
          </a:xfrm>
        </p:grpSpPr>
        <p:sp>
          <p:nvSpPr>
            <p:cNvPr id="1825902" name="Freeform 109"/>
            <p:cNvSpPr>
              <a:spLocks noChangeArrowheads="1"/>
            </p:cNvSpPr>
            <p:nvPr/>
          </p:nvSpPr>
          <p:spPr bwMode="auto">
            <a:xfrm>
              <a:off x="297" y="1815"/>
              <a:ext cx="51" cy="71"/>
            </a:xfrm>
            <a:custGeom>
              <a:avLst/>
              <a:gdLst>
                <a:gd name="T0" fmla="*/ 3 w 256"/>
                <a:gd name="T1" fmla="*/ 130 h 356"/>
                <a:gd name="T2" fmla="*/ 11 w 256"/>
                <a:gd name="T3" fmla="*/ 155 h 356"/>
                <a:gd name="T4" fmla="*/ 26 w 256"/>
                <a:gd name="T5" fmla="*/ 167 h 356"/>
                <a:gd name="T6" fmla="*/ 35 w 256"/>
                <a:gd name="T7" fmla="*/ 187 h 356"/>
                <a:gd name="T8" fmla="*/ 45 w 256"/>
                <a:gd name="T9" fmla="*/ 203 h 356"/>
                <a:gd name="T10" fmla="*/ 61 w 256"/>
                <a:gd name="T11" fmla="*/ 218 h 356"/>
                <a:gd name="T12" fmla="*/ 73 w 256"/>
                <a:gd name="T13" fmla="*/ 227 h 356"/>
                <a:gd name="T14" fmla="*/ 93 w 256"/>
                <a:gd name="T15" fmla="*/ 238 h 356"/>
                <a:gd name="T16" fmla="*/ 96 w 256"/>
                <a:gd name="T17" fmla="*/ 252 h 356"/>
                <a:gd name="T18" fmla="*/ 96 w 256"/>
                <a:gd name="T19" fmla="*/ 270 h 356"/>
                <a:gd name="T20" fmla="*/ 91 w 256"/>
                <a:gd name="T21" fmla="*/ 315 h 356"/>
                <a:gd name="T22" fmla="*/ 127 w 256"/>
                <a:gd name="T23" fmla="*/ 341 h 356"/>
                <a:gd name="T24" fmla="*/ 157 w 256"/>
                <a:gd name="T25" fmla="*/ 354 h 356"/>
                <a:gd name="T26" fmla="*/ 182 w 256"/>
                <a:gd name="T27" fmla="*/ 356 h 356"/>
                <a:gd name="T28" fmla="*/ 207 w 256"/>
                <a:gd name="T29" fmla="*/ 354 h 356"/>
                <a:gd name="T30" fmla="*/ 216 w 256"/>
                <a:gd name="T31" fmla="*/ 325 h 356"/>
                <a:gd name="T32" fmla="*/ 222 w 256"/>
                <a:gd name="T33" fmla="*/ 260 h 356"/>
                <a:gd name="T34" fmla="*/ 237 w 256"/>
                <a:gd name="T35" fmla="*/ 237 h 356"/>
                <a:gd name="T36" fmla="*/ 248 w 256"/>
                <a:gd name="T37" fmla="*/ 204 h 356"/>
                <a:gd name="T38" fmla="*/ 250 w 256"/>
                <a:gd name="T39" fmla="*/ 173 h 356"/>
                <a:gd name="T40" fmla="*/ 255 w 256"/>
                <a:gd name="T41" fmla="*/ 131 h 356"/>
                <a:gd name="T42" fmla="*/ 256 w 256"/>
                <a:gd name="T43" fmla="*/ 107 h 356"/>
                <a:gd name="T44" fmla="*/ 255 w 256"/>
                <a:gd name="T45" fmla="*/ 92 h 356"/>
                <a:gd name="T46" fmla="*/ 248 w 256"/>
                <a:gd name="T47" fmla="*/ 66 h 356"/>
                <a:gd name="T48" fmla="*/ 234 w 256"/>
                <a:gd name="T49" fmla="*/ 52 h 356"/>
                <a:gd name="T50" fmla="*/ 215 w 256"/>
                <a:gd name="T51" fmla="*/ 48 h 356"/>
                <a:gd name="T52" fmla="*/ 208 w 256"/>
                <a:gd name="T53" fmla="*/ 33 h 356"/>
                <a:gd name="T54" fmla="*/ 191 w 256"/>
                <a:gd name="T55" fmla="*/ 23 h 356"/>
                <a:gd name="T56" fmla="*/ 173 w 256"/>
                <a:gd name="T57" fmla="*/ 33 h 356"/>
                <a:gd name="T58" fmla="*/ 160 w 256"/>
                <a:gd name="T59" fmla="*/ 12 h 356"/>
                <a:gd name="T60" fmla="*/ 140 w 256"/>
                <a:gd name="T61" fmla="*/ 5 h 356"/>
                <a:gd name="T62" fmla="*/ 118 w 256"/>
                <a:gd name="T63" fmla="*/ 24 h 356"/>
                <a:gd name="T64" fmla="*/ 108 w 256"/>
                <a:gd name="T65" fmla="*/ 0 h 356"/>
                <a:gd name="T66" fmla="*/ 78 w 256"/>
                <a:gd name="T67" fmla="*/ 3 h 356"/>
                <a:gd name="T68" fmla="*/ 63 w 256"/>
                <a:gd name="T69" fmla="*/ 42 h 356"/>
                <a:gd name="T70" fmla="*/ 60 w 256"/>
                <a:gd name="T71" fmla="*/ 64 h 356"/>
                <a:gd name="T72" fmla="*/ 57 w 256"/>
                <a:gd name="T73" fmla="*/ 93 h 356"/>
                <a:gd name="T74" fmla="*/ 51 w 256"/>
                <a:gd name="T75" fmla="*/ 131 h 356"/>
                <a:gd name="T76" fmla="*/ 43 w 256"/>
                <a:gd name="T77" fmla="*/ 116 h 356"/>
                <a:gd name="T78" fmla="*/ 39 w 256"/>
                <a:gd name="T79" fmla="*/ 89 h 356"/>
                <a:gd name="T80" fmla="*/ 34 w 256"/>
                <a:gd name="T81" fmla="*/ 70 h 356"/>
                <a:gd name="T82" fmla="*/ 27 w 256"/>
                <a:gd name="T83" fmla="*/ 61 h 356"/>
                <a:gd name="T84" fmla="*/ 12 w 256"/>
                <a:gd name="T85" fmla="*/ 54 h 356"/>
                <a:gd name="T86" fmla="*/ 4 w 256"/>
                <a:gd name="T87" fmla="*/ 57 h 356"/>
                <a:gd name="T88" fmla="*/ 0 w 256"/>
                <a:gd name="T89" fmla="*/ 66 h 356"/>
                <a:gd name="T90" fmla="*/ 5 w 256"/>
                <a:gd name="T91" fmla="*/ 80 h 356"/>
                <a:gd name="T92" fmla="*/ 7 w 256"/>
                <a:gd name="T93" fmla="*/ 107 h 356"/>
                <a:gd name="T94" fmla="*/ 3 w 256"/>
                <a:gd name="T95" fmla="*/ 130 h 3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56" h="356">
                  <a:moveTo>
                    <a:pt x="3" y="130"/>
                  </a:moveTo>
                  <a:lnTo>
                    <a:pt x="11" y="155"/>
                  </a:lnTo>
                  <a:lnTo>
                    <a:pt x="26" y="167"/>
                  </a:lnTo>
                  <a:lnTo>
                    <a:pt x="35" y="187"/>
                  </a:lnTo>
                  <a:lnTo>
                    <a:pt x="45" y="203"/>
                  </a:lnTo>
                  <a:lnTo>
                    <a:pt x="61" y="218"/>
                  </a:lnTo>
                  <a:lnTo>
                    <a:pt x="73" y="227"/>
                  </a:lnTo>
                  <a:lnTo>
                    <a:pt x="93" y="238"/>
                  </a:lnTo>
                  <a:lnTo>
                    <a:pt x="96" y="252"/>
                  </a:lnTo>
                  <a:lnTo>
                    <a:pt x="96" y="270"/>
                  </a:lnTo>
                  <a:lnTo>
                    <a:pt x="91" y="315"/>
                  </a:lnTo>
                  <a:lnTo>
                    <a:pt x="127" y="341"/>
                  </a:lnTo>
                  <a:lnTo>
                    <a:pt x="157" y="354"/>
                  </a:lnTo>
                  <a:lnTo>
                    <a:pt x="182" y="356"/>
                  </a:lnTo>
                  <a:lnTo>
                    <a:pt x="207" y="354"/>
                  </a:lnTo>
                  <a:lnTo>
                    <a:pt x="216" y="325"/>
                  </a:lnTo>
                  <a:lnTo>
                    <a:pt x="222" y="260"/>
                  </a:lnTo>
                  <a:lnTo>
                    <a:pt x="237" y="237"/>
                  </a:lnTo>
                  <a:lnTo>
                    <a:pt x="248" y="204"/>
                  </a:lnTo>
                  <a:lnTo>
                    <a:pt x="250" y="173"/>
                  </a:lnTo>
                  <a:lnTo>
                    <a:pt x="255" y="131"/>
                  </a:lnTo>
                  <a:lnTo>
                    <a:pt x="256" y="107"/>
                  </a:lnTo>
                  <a:lnTo>
                    <a:pt x="255" y="92"/>
                  </a:lnTo>
                  <a:lnTo>
                    <a:pt x="248" y="66"/>
                  </a:lnTo>
                  <a:lnTo>
                    <a:pt x="234" y="52"/>
                  </a:lnTo>
                  <a:lnTo>
                    <a:pt x="215" y="48"/>
                  </a:lnTo>
                  <a:lnTo>
                    <a:pt x="208" y="33"/>
                  </a:lnTo>
                  <a:lnTo>
                    <a:pt x="191" y="23"/>
                  </a:lnTo>
                  <a:lnTo>
                    <a:pt x="173" y="33"/>
                  </a:lnTo>
                  <a:lnTo>
                    <a:pt x="160" y="12"/>
                  </a:lnTo>
                  <a:lnTo>
                    <a:pt x="140" y="5"/>
                  </a:lnTo>
                  <a:lnTo>
                    <a:pt x="118" y="24"/>
                  </a:lnTo>
                  <a:lnTo>
                    <a:pt x="108" y="0"/>
                  </a:lnTo>
                  <a:lnTo>
                    <a:pt x="78" y="3"/>
                  </a:lnTo>
                  <a:lnTo>
                    <a:pt x="63" y="42"/>
                  </a:lnTo>
                  <a:lnTo>
                    <a:pt x="60" y="64"/>
                  </a:lnTo>
                  <a:lnTo>
                    <a:pt x="57" y="93"/>
                  </a:lnTo>
                  <a:lnTo>
                    <a:pt x="51" y="131"/>
                  </a:lnTo>
                  <a:lnTo>
                    <a:pt x="43" y="116"/>
                  </a:lnTo>
                  <a:lnTo>
                    <a:pt x="39" y="89"/>
                  </a:lnTo>
                  <a:lnTo>
                    <a:pt x="34" y="70"/>
                  </a:lnTo>
                  <a:lnTo>
                    <a:pt x="27" y="61"/>
                  </a:lnTo>
                  <a:lnTo>
                    <a:pt x="12" y="54"/>
                  </a:lnTo>
                  <a:lnTo>
                    <a:pt x="4" y="57"/>
                  </a:lnTo>
                  <a:lnTo>
                    <a:pt x="0" y="66"/>
                  </a:lnTo>
                  <a:lnTo>
                    <a:pt x="5" y="80"/>
                  </a:lnTo>
                  <a:lnTo>
                    <a:pt x="7" y="107"/>
                  </a:lnTo>
                  <a:lnTo>
                    <a:pt x="3" y="130"/>
                  </a:lnTo>
                  <a:close/>
                </a:path>
              </a:pathLst>
            </a:custGeom>
            <a:solidFill>
              <a:srgbClr val="FFC080"/>
            </a:solidFill>
            <a:ln w="3175">
              <a:solidFill>
                <a:srgbClr val="402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1825903" name="Freeform 110"/>
            <p:cNvSpPr>
              <a:spLocks noChangeArrowheads="1"/>
            </p:cNvSpPr>
            <p:nvPr/>
          </p:nvSpPr>
          <p:spPr bwMode="auto">
            <a:xfrm>
              <a:off x="320" y="1820"/>
              <a:ext cx="26" cy="27"/>
            </a:xfrm>
            <a:custGeom>
              <a:avLst/>
              <a:gdLst>
                <a:gd name="T0" fmla="*/ 6 w 129"/>
                <a:gd name="T1" fmla="*/ 2 h 134"/>
                <a:gd name="T2" fmla="*/ 13 w 129"/>
                <a:gd name="T3" fmla="*/ 30 h 134"/>
                <a:gd name="T4" fmla="*/ 22 w 129"/>
                <a:gd name="T5" fmla="*/ 49 h 134"/>
                <a:gd name="T6" fmla="*/ 11 w 129"/>
                <a:gd name="T7" fmla="*/ 91 h 134"/>
                <a:gd name="T8" fmla="*/ 18 w 129"/>
                <a:gd name="T9" fmla="*/ 100 h 134"/>
                <a:gd name="T10" fmla="*/ 28 w 129"/>
                <a:gd name="T11" fmla="*/ 104 h 134"/>
                <a:gd name="T12" fmla="*/ 41 w 129"/>
                <a:gd name="T13" fmla="*/ 102 h 134"/>
                <a:gd name="T14" fmla="*/ 51 w 129"/>
                <a:gd name="T15" fmla="*/ 79 h 134"/>
                <a:gd name="T16" fmla="*/ 60 w 129"/>
                <a:gd name="T17" fmla="*/ 61 h 134"/>
                <a:gd name="T18" fmla="*/ 55 w 129"/>
                <a:gd name="T19" fmla="*/ 36 h 134"/>
                <a:gd name="T20" fmla="*/ 53 w 129"/>
                <a:gd name="T21" fmla="*/ 9 h 134"/>
                <a:gd name="T22" fmla="*/ 60 w 129"/>
                <a:gd name="T23" fmla="*/ 12 h 134"/>
                <a:gd name="T24" fmla="*/ 62 w 129"/>
                <a:gd name="T25" fmla="*/ 37 h 134"/>
                <a:gd name="T26" fmla="*/ 65 w 129"/>
                <a:gd name="T27" fmla="*/ 54 h 134"/>
                <a:gd name="T28" fmla="*/ 65 w 129"/>
                <a:gd name="T29" fmla="*/ 68 h 134"/>
                <a:gd name="T30" fmla="*/ 56 w 129"/>
                <a:gd name="T31" fmla="*/ 83 h 134"/>
                <a:gd name="T32" fmla="*/ 47 w 129"/>
                <a:gd name="T33" fmla="*/ 100 h 134"/>
                <a:gd name="T34" fmla="*/ 46 w 129"/>
                <a:gd name="T35" fmla="*/ 116 h 134"/>
                <a:gd name="T36" fmla="*/ 56 w 129"/>
                <a:gd name="T37" fmla="*/ 123 h 134"/>
                <a:gd name="T38" fmla="*/ 75 w 129"/>
                <a:gd name="T39" fmla="*/ 120 h 134"/>
                <a:gd name="T40" fmla="*/ 86 w 129"/>
                <a:gd name="T41" fmla="*/ 106 h 134"/>
                <a:gd name="T42" fmla="*/ 104 w 129"/>
                <a:gd name="T43" fmla="*/ 84 h 134"/>
                <a:gd name="T44" fmla="*/ 103 w 129"/>
                <a:gd name="T45" fmla="*/ 70 h 134"/>
                <a:gd name="T46" fmla="*/ 101 w 129"/>
                <a:gd name="T47" fmla="*/ 45 h 134"/>
                <a:gd name="T48" fmla="*/ 107 w 129"/>
                <a:gd name="T49" fmla="*/ 65 h 134"/>
                <a:gd name="T50" fmla="*/ 108 w 129"/>
                <a:gd name="T51" fmla="*/ 84 h 134"/>
                <a:gd name="T52" fmla="*/ 94 w 129"/>
                <a:gd name="T53" fmla="*/ 103 h 134"/>
                <a:gd name="T54" fmla="*/ 93 w 129"/>
                <a:gd name="T55" fmla="*/ 117 h 134"/>
                <a:gd name="T56" fmla="*/ 96 w 129"/>
                <a:gd name="T57" fmla="*/ 128 h 134"/>
                <a:gd name="T58" fmla="*/ 104 w 129"/>
                <a:gd name="T59" fmla="*/ 131 h 134"/>
                <a:gd name="T60" fmla="*/ 113 w 129"/>
                <a:gd name="T61" fmla="*/ 125 h 134"/>
                <a:gd name="T62" fmla="*/ 129 w 129"/>
                <a:gd name="T63" fmla="*/ 109 h 134"/>
                <a:gd name="T64" fmla="*/ 116 w 129"/>
                <a:gd name="T65" fmla="*/ 127 h 134"/>
                <a:gd name="T66" fmla="*/ 111 w 129"/>
                <a:gd name="T67" fmla="*/ 134 h 134"/>
                <a:gd name="T68" fmla="*/ 97 w 129"/>
                <a:gd name="T69" fmla="*/ 134 h 134"/>
                <a:gd name="T70" fmla="*/ 91 w 129"/>
                <a:gd name="T71" fmla="*/ 126 h 134"/>
                <a:gd name="T72" fmla="*/ 87 w 129"/>
                <a:gd name="T73" fmla="*/ 114 h 134"/>
                <a:gd name="T74" fmla="*/ 79 w 129"/>
                <a:gd name="T75" fmla="*/ 125 h 134"/>
                <a:gd name="T76" fmla="*/ 63 w 129"/>
                <a:gd name="T77" fmla="*/ 127 h 134"/>
                <a:gd name="T78" fmla="*/ 49 w 129"/>
                <a:gd name="T79" fmla="*/ 127 h 134"/>
                <a:gd name="T80" fmla="*/ 43 w 129"/>
                <a:gd name="T81" fmla="*/ 116 h 134"/>
                <a:gd name="T82" fmla="*/ 41 w 129"/>
                <a:gd name="T83" fmla="*/ 106 h 134"/>
                <a:gd name="T84" fmla="*/ 35 w 129"/>
                <a:gd name="T85" fmla="*/ 109 h 134"/>
                <a:gd name="T86" fmla="*/ 24 w 129"/>
                <a:gd name="T87" fmla="*/ 109 h 134"/>
                <a:gd name="T88" fmla="*/ 11 w 129"/>
                <a:gd name="T89" fmla="*/ 101 h 134"/>
                <a:gd name="T90" fmla="*/ 8 w 129"/>
                <a:gd name="T91" fmla="*/ 86 h 134"/>
                <a:gd name="T92" fmla="*/ 18 w 129"/>
                <a:gd name="T93" fmla="*/ 51 h 134"/>
                <a:gd name="T94" fmla="*/ 7 w 129"/>
                <a:gd name="T95" fmla="*/ 29 h 134"/>
                <a:gd name="T96" fmla="*/ 0 w 129"/>
                <a:gd name="T97" fmla="*/ 0 h 134"/>
                <a:gd name="T98" fmla="*/ 6 w 129"/>
                <a:gd name="T99" fmla="*/ 2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9" h="134">
                  <a:moveTo>
                    <a:pt x="6" y="2"/>
                  </a:moveTo>
                  <a:lnTo>
                    <a:pt x="13" y="30"/>
                  </a:lnTo>
                  <a:lnTo>
                    <a:pt x="22" y="49"/>
                  </a:lnTo>
                  <a:lnTo>
                    <a:pt x="11" y="91"/>
                  </a:lnTo>
                  <a:lnTo>
                    <a:pt x="18" y="100"/>
                  </a:lnTo>
                  <a:lnTo>
                    <a:pt x="28" y="104"/>
                  </a:lnTo>
                  <a:lnTo>
                    <a:pt x="41" y="102"/>
                  </a:lnTo>
                  <a:lnTo>
                    <a:pt x="51" y="79"/>
                  </a:lnTo>
                  <a:lnTo>
                    <a:pt x="60" y="61"/>
                  </a:lnTo>
                  <a:lnTo>
                    <a:pt x="55" y="36"/>
                  </a:lnTo>
                  <a:lnTo>
                    <a:pt x="53" y="9"/>
                  </a:lnTo>
                  <a:lnTo>
                    <a:pt x="60" y="12"/>
                  </a:lnTo>
                  <a:lnTo>
                    <a:pt x="62" y="37"/>
                  </a:lnTo>
                  <a:lnTo>
                    <a:pt x="65" y="54"/>
                  </a:lnTo>
                  <a:lnTo>
                    <a:pt x="65" y="68"/>
                  </a:lnTo>
                  <a:lnTo>
                    <a:pt x="56" y="83"/>
                  </a:lnTo>
                  <a:lnTo>
                    <a:pt x="47" y="100"/>
                  </a:lnTo>
                  <a:lnTo>
                    <a:pt x="46" y="116"/>
                  </a:lnTo>
                  <a:lnTo>
                    <a:pt x="56" y="123"/>
                  </a:lnTo>
                  <a:lnTo>
                    <a:pt x="75" y="120"/>
                  </a:lnTo>
                  <a:lnTo>
                    <a:pt x="86" y="106"/>
                  </a:lnTo>
                  <a:lnTo>
                    <a:pt x="104" y="84"/>
                  </a:lnTo>
                  <a:lnTo>
                    <a:pt x="103" y="70"/>
                  </a:lnTo>
                  <a:lnTo>
                    <a:pt x="101" y="45"/>
                  </a:lnTo>
                  <a:lnTo>
                    <a:pt x="107" y="65"/>
                  </a:lnTo>
                  <a:lnTo>
                    <a:pt x="108" y="84"/>
                  </a:lnTo>
                  <a:lnTo>
                    <a:pt x="94" y="103"/>
                  </a:lnTo>
                  <a:lnTo>
                    <a:pt x="93" y="117"/>
                  </a:lnTo>
                  <a:lnTo>
                    <a:pt x="96" y="128"/>
                  </a:lnTo>
                  <a:lnTo>
                    <a:pt x="104" y="131"/>
                  </a:lnTo>
                  <a:lnTo>
                    <a:pt x="113" y="125"/>
                  </a:lnTo>
                  <a:lnTo>
                    <a:pt x="129" y="109"/>
                  </a:lnTo>
                  <a:lnTo>
                    <a:pt x="116" y="127"/>
                  </a:lnTo>
                  <a:lnTo>
                    <a:pt x="111" y="134"/>
                  </a:lnTo>
                  <a:lnTo>
                    <a:pt x="97" y="134"/>
                  </a:lnTo>
                  <a:lnTo>
                    <a:pt x="91" y="126"/>
                  </a:lnTo>
                  <a:lnTo>
                    <a:pt x="87" y="114"/>
                  </a:lnTo>
                  <a:lnTo>
                    <a:pt x="79" y="125"/>
                  </a:lnTo>
                  <a:lnTo>
                    <a:pt x="63" y="127"/>
                  </a:lnTo>
                  <a:lnTo>
                    <a:pt x="49" y="127"/>
                  </a:lnTo>
                  <a:lnTo>
                    <a:pt x="43" y="116"/>
                  </a:lnTo>
                  <a:lnTo>
                    <a:pt x="41" y="106"/>
                  </a:lnTo>
                  <a:lnTo>
                    <a:pt x="35" y="109"/>
                  </a:lnTo>
                  <a:lnTo>
                    <a:pt x="24" y="109"/>
                  </a:lnTo>
                  <a:lnTo>
                    <a:pt x="11" y="101"/>
                  </a:lnTo>
                  <a:lnTo>
                    <a:pt x="8" y="86"/>
                  </a:lnTo>
                  <a:lnTo>
                    <a:pt x="18" y="51"/>
                  </a:lnTo>
                  <a:lnTo>
                    <a:pt x="7" y="29"/>
                  </a:lnTo>
                  <a:lnTo>
                    <a:pt x="0" y="0"/>
                  </a:lnTo>
                  <a:lnTo>
                    <a:pt x="6" y="2"/>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825904" name="Freeform 111"/>
            <p:cNvSpPr>
              <a:spLocks noChangeArrowheads="1"/>
            </p:cNvSpPr>
            <p:nvPr/>
          </p:nvSpPr>
          <p:spPr bwMode="auto">
            <a:xfrm>
              <a:off x="325" y="1834"/>
              <a:ext cx="4" cy="1"/>
            </a:xfrm>
            <a:custGeom>
              <a:avLst/>
              <a:gdLst>
                <a:gd name="T0" fmla="*/ 0 w 20"/>
                <a:gd name="T1" fmla="*/ 5 h 5"/>
                <a:gd name="T2" fmla="*/ 6 w 20"/>
                <a:gd name="T3" fmla="*/ 4 h 5"/>
                <a:gd name="T4" fmla="*/ 20 w 20"/>
                <a:gd name="T5" fmla="*/ 4 h 5"/>
                <a:gd name="T6" fmla="*/ 5 w 20"/>
                <a:gd name="T7" fmla="*/ 0 h 5"/>
                <a:gd name="T8" fmla="*/ 0 w 20"/>
                <a:gd name="T9" fmla="*/ 5 h 5"/>
              </a:gdLst>
              <a:ahLst/>
              <a:cxnLst>
                <a:cxn ang="0">
                  <a:pos x="T0" y="T1"/>
                </a:cxn>
                <a:cxn ang="0">
                  <a:pos x="T2" y="T3"/>
                </a:cxn>
                <a:cxn ang="0">
                  <a:pos x="T4" y="T5"/>
                </a:cxn>
                <a:cxn ang="0">
                  <a:pos x="T6" y="T7"/>
                </a:cxn>
                <a:cxn ang="0">
                  <a:pos x="T8" y="T9"/>
                </a:cxn>
              </a:cxnLst>
              <a:rect l="0" t="0" r="r" b="b"/>
              <a:pathLst>
                <a:path w="20" h="5">
                  <a:moveTo>
                    <a:pt x="0" y="5"/>
                  </a:moveTo>
                  <a:lnTo>
                    <a:pt x="6" y="4"/>
                  </a:lnTo>
                  <a:lnTo>
                    <a:pt x="20" y="4"/>
                  </a:lnTo>
                  <a:lnTo>
                    <a:pt x="5" y="0"/>
                  </a:lnTo>
                  <a:lnTo>
                    <a:pt x="0" y="5"/>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825905" name="Freeform 112"/>
            <p:cNvSpPr>
              <a:spLocks noChangeArrowheads="1"/>
            </p:cNvSpPr>
            <p:nvPr/>
          </p:nvSpPr>
          <p:spPr bwMode="auto">
            <a:xfrm>
              <a:off x="330" y="1838"/>
              <a:ext cx="6" cy="2"/>
            </a:xfrm>
            <a:custGeom>
              <a:avLst/>
              <a:gdLst>
                <a:gd name="T0" fmla="*/ 27 w 27"/>
                <a:gd name="T1" fmla="*/ 7 h 9"/>
                <a:gd name="T2" fmla="*/ 23 w 27"/>
                <a:gd name="T3" fmla="*/ 3 h 9"/>
                <a:gd name="T4" fmla="*/ 17 w 27"/>
                <a:gd name="T5" fmla="*/ 1 h 9"/>
                <a:gd name="T6" fmla="*/ 6 w 27"/>
                <a:gd name="T7" fmla="*/ 0 h 9"/>
                <a:gd name="T8" fmla="*/ 0 w 27"/>
                <a:gd name="T9" fmla="*/ 9 h 9"/>
                <a:gd name="T10" fmla="*/ 8 w 27"/>
                <a:gd name="T11" fmla="*/ 3 h 9"/>
                <a:gd name="T12" fmla="*/ 15 w 27"/>
                <a:gd name="T13" fmla="*/ 2 h 9"/>
                <a:gd name="T14" fmla="*/ 27 w 27"/>
                <a:gd name="T15" fmla="*/ 7 h 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7" h="9">
                  <a:moveTo>
                    <a:pt x="27" y="7"/>
                  </a:moveTo>
                  <a:lnTo>
                    <a:pt x="23" y="3"/>
                  </a:lnTo>
                  <a:lnTo>
                    <a:pt x="17" y="1"/>
                  </a:lnTo>
                  <a:lnTo>
                    <a:pt x="6" y="0"/>
                  </a:lnTo>
                  <a:lnTo>
                    <a:pt x="0" y="9"/>
                  </a:lnTo>
                  <a:lnTo>
                    <a:pt x="8" y="3"/>
                  </a:lnTo>
                  <a:lnTo>
                    <a:pt x="15" y="2"/>
                  </a:lnTo>
                  <a:lnTo>
                    <a:pt x="27" y="7"/>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825906" name="Freeform 113"/>
            <p:cNvSpPr>
              <a:spLocks noChangeArrowheads="1"/>
            </p:cNvSpPr>
            <p:nvPr/>
          </p:nvSpPr>
          <p:spPr bwMode="auto">
            <a:xfrm>
              <a:off x="340" y="1841"/>
              <a:ext cx="4" cy="1"/>
            </a:xfrm>
            <a:custGeom>
              <a:avLst/>
              <a:gdLst>
                <a:gd name="T0" fmla="*/ 0 w 20"/>
                <a:gd name="T1" fmla="*/ 2 h 4"/>
                <a:gd name="T2" fmla="*/ 4 w 20"/>
                <a:gd name="T3" fmla="*/ 0 h 4"/>
                <a:gd name="T4" fmla="*/ 11 w 20"/>
                <a:gd name="T5" fmla="*/ 0 h 4"/>
                <a:gd name="T6" fmla="*/ 20 w 20"/>
                <a:gd name="T7" fmla="*/ 4 h 4"/>
                <a:gd name="T8" fmla="*/ 15 w 20"/>
                <a:gd name="T9" fmla="*/ 3 h 4"/>
                <a:gd name="T10" fmla="*/ 11 w 20"/>
                <a:gd name="T11" fmla="*/ 1 h 4"/>
                <a:gd name="T12" fmla="*/ 0 w 20"/>
                <a:gd name="T13" fmla="*/ 2 h 4"/>
              </a:gdLst>
              <a:ahLst/>
              <a:cxnLst>
                <a:cxn ang="0">
                  <a:pos x="T0" y="T1"/>
                </a:cxn>
                <a:cxn ang="0">
                  <a:pos x="T2" y="T3"/>
                </a:cxn>
                <a:cxn ang="0">
                  <a:pos x="T4" y="T5"/>
                </a:cxn>
                <a:cxn ang="0">
                  <a:pos x="T6" y="T7"/>
                </a:cxn>
                <a:cxn ang="0">
                  <a:pos x="T8" y="T9"/>
                </a:cxn>
                <a:cxn ang="0">
                  <a:pos x="T10" y="T11"/>
                </a:cxn>
                <a:cxn ang="0">
                  <a:pos x="T12" y="T13"/>
                </a:cxn>
              </a:cxnLst>
              <a:rect l="0" t="0" r="r" b="b"/>
              <a:pathLst>
                <a:path w="20" h="4">
                  <a:moveTo>
                    <a:pt x="0" y="2"/>
                  </a:moveTo>
                  <a:lnTo>
                    <a:pt x="4" y="0"/>
                  </a:lnTo>
                  <a:lnTo>
                    <a:pt x="11" y="0"/>
                  </a:lnTo>
                  <a:lnTo>
                    <a:pt x="20" y="4"/>
                  </a:lnTo>
                  <a:lnTo>
                    <a:pt x="15" y="3"/>
                  </a:lnTo>
                  <a:lnTo>
                    <a:pt x="11" y="1"/>
                  </a:lnTo>
                  <a:lnTo>
                    <a:pt x="0" y="2"/>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825907" name="Freeform 114"/>
            <p:cNvSpPr>
              <a:spLocks noChangeArrowheads="1"/>
            </p:cNvSpPr>
            <p:nvPr/>
          </p:nvSpPr>
          <p:spPr bwMode="auto">
            <a:xfrm>
              <a:off x="323" y="1845"/>
              <a:ext cx="6" cy="15"/>
            </a:xfrm>
            <a:custGeom>
              <a:avLst/>
              <a:gdLst>
                <a:gd name="T0" fmla="*/ 0 w 31"/>
                <a:gd name="T1" fmla="*/ 0 h 74"/>
                <a:gd name="T2" fmla="*/ 17 w 31"/>
                <a:gd name="T3" fmla="*/ 19 h 74"/>
                <a:gd name="T4" fmla="*/ 25 w 31"/>
                <a:gd name="T5" fmla="*/ 42 h 74"/>
                <a:gd name="T6" fmla="*/ 26 w 31"/>
                <a:gd name="T7" fmla="*/ 74 h 74"/>
                <a:gd name="T8" fmla="*/ 31 w 31"/>
                <a:gd name="T9" fmla="*/ 49 h 74"/>
                <a:gd name="T10" fmla="*/ 29 w 31"/>
                <a:gd name="T11" fmla="*/ 29 h 74"/>
                <a:gd name="T12" fmla="*/ 24 w 31"/>
                <a:gd name="T13" fmla="*/ 20 h 74"/>
                <a:gd name="T14" fmla="*/ 0 w 31"/>
                <a:gd name="T15" fmla="*/ 0 h 7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1" h="74">
                  <a:moveTo>
                    <a:pt x="0" y="0"/>
                  </a:moveTo>
                  <a:lnTo>
                    <a:pt x="17" y="19"/>
                  </a:lnTo>
                  <a:lnTo>
                    <a:pt x="25" y="42"/>
                  </a:lnTo>
                  <a:lnTo>
                    <a:pt x="26" y="74"/>
                  </a:lnTo>
                  <a:lnTo>
                    <a:pt x="31" y="49"/>
                  </a:lnTo>
                  <a:lnTo>
                    <a:pt x="29" y="29"/>
                  </a:lnTo>
                  <a:lnTo>
                    <a:pt x="24" y="20"/>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825908" name="Freeform 115"/>
            <p:cNvSpPr>
              <a:spLocks noChangeArrowheads="1"/>
            </p:cNvSpPr>
            <p:nvPr/>
          </p:nvSpPr>
          <p:spPr bwMode="auto">
            <a:xfrm>
              <a:off x="308" y="1839"/>
              <a:ext cx="10" cy="5"/>
            </a:xfrm>
            <a:custGeom>
              <a:avLst/>
              <a:gdLst>
                <a:gd name="T0" fmla="*/ 0 w 50"/>
                <a:gd name="T1" fmla="*/ 11 h 25"/>
                <a:gd name="T2" fmla="*/ 19 w 50"/>
                <a:gd name="T3" fmla="*/ 13 h 25"/>
                <a:gd name="T4" fmla="*/ 50 w 50"/>
                <a:gd name="T5" fmla="*/ 25 h 25"/>
                <a:gd name="T6" fmla="*/ 28 w 50"/>
                <a:gd name="T7" fmla="*/ 9 h 25"/>
                <a:gd name="T8" fmla="*/ 1 w 50"/>
                <a:gd name="T9" fmla="*/ 0 h 25"/>
                <a:gd name="T10" fmla="*/ 0 w 50"/>
                <a:gd name="T11" fmla="*/ 11 h 25"/>
              </a:gdLst>
              <a:ahLst/>
              <a:cxnLst>
                <a:cxn ang="0">
                  <a:pos x="T0" y="T1"/>
                </a:cxn>
                <a:cxn ang="0">
                  <a:pos x="T2" y="T3"/>
                </a:cxn>
                <a:cxn ang="0">
                  <a:pos x="T4" y="T5"/>
                </a:cxn>
                <a:cxn ang="0">
                  <a:pos x="T6" y="T7"/>
                </a:cxn>
                <a:cxn ang="0">
                  <a:pos x="T8" y="T9"/>
                </a:cxn>
                <a:cxn ang="0">
                  <a:pos x="T10" y="T11"/>
                </a:cxn>
              </a:cxnLst>
              <a:rect l="0" t="0" r="r" b="b"/>
              <a:pathLst>
                <a:path w="50" h="25">
                  <a:moveTo>
                    <a:pt x="0" y="11"/>
                  </a:moveTo>
                  <a:lnTo>
                    <a:pt x="19" y="13"/>
                  </a:lnTo>
                  <a:lnTo>
                    <a:pt x="50" y="25"/>
                  </a:lnTo>
                  <a:lnTo>
                    <a:pt x="28" y="9"/>
                  </a:lnTo>
                  <a:lnTo>
                    <a:pt x="1" y="0"/>
                  </a:lnTo>
                  <a:lnTo>
                    <a:pt x="0" y="11"/>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825909" name="Freeform 116"/>
            <p:cNvSpPr>
              <a:spLocks noChangeArrowheads="1"/>
            </p:cNvSpPr>
            <p:nvPr/>
          </p:nvSpPr>
          <p:spPr bwMode="auto">
            <a:xfrm>
              <a:off x="321" y="1862"/>
              <a:ext cx="7" cy="7"/>
            </a:xfrm>
            <a:custGeom>
              <a:avLst/>
              <a:gdLst>
                <a:gd name="T0" fmla="*/ 39 w 39"/>
                <a:gd name="T1" fmla="*/ 0 h 33"/>
                <a:gd name="T2" fmla="*/ 20 w 39"/>
                <a:gd name="T3" fmla="*/ 21 h 33"/>
                <a:gd name="T4" fmla="*/ 0 w 39"/>
                <a:gd name="T5" fmla="*/ 33 h 33"/>
                <a:gd name="T6" fmla="*/ 26 w 39"/>
                <a:gd name="T7" fmla="*/ 25 h 33"/>
                <a:gd name="T8" fmla="*/ 39 w 39"/>
                <a:gd name="T9" fmla="*/ 0 h 33"/>
              </a:gdLst>
              <a:ahLst/>
              <a:cxnLst>
                <a:cxn ang="0">
                  <a:pos x="T0" y="T1"/>
                </a:cxn>
                <a:cxn ang="0">
                  <a:pos x="T2" y="T3"/>
                </a:cxn>
                <a:cxn ang="0">
                  <a:pos x="T4" y="T5"/>
                </a:cxn>
                <a:cxn ang="0">
                  <a:pos x="T6" y="T7"/>
                </a:cxn>
                <a:cxn ang="0">
                  <a:pos x="T8" y="T9"/>
                </a:cxn>
              </a:cxnLst>
              <a:rect l="0" t="0" r="r" b="b"/>
              <a:pathLst>
                <a:path w="39" h="33">
                  <a:moveTo>
                    <a:pt x="39" y="0"/>
                  </a:moveTo>
                  <a:lnTo>
                    <a:pt x="20" y="21"/>
                  </a:lnTo>
                  <a:lnTo>
                    <a:pt x="0" y="33"/>
                  </a:lnTo>
                  <a:lnTo>
                    <a:pt x="26" y="25"/>
                  </a:lnTo>
                  <a:lnTo>
                    <a:pt x="39"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825910" name="Freeform 117"/>
            <p:cNvSpPr>
              <a:spLocks noChangeArrowheads="1"/>
            </p:cNvSpPr>
            <p:nvPr/>
          </p:nvSpPr>
          <p:spPr bwMode="auto">
            <a:xfrm>
              <a:off x="332" y="1858"/>
              <a:ext cx="7" cy="7"/>
            </a:xfrm>
            <a:custGeom>
              <a:avLst/>
              <a:gdLst>
                <a:gd name="T0" fmla="*/ 0 w 38"/>
                <a:gd name="T1" fmla="*/ 0 h 35"/>
                <a:gd name="T2" fmla="*/ 3 w 38"/>
                <a:gd name="T3" fmla="*/ 13 h 35"/>
                <a:gd name="T4" fmla="*/ 22 w 38"/>
                <a:gd name="T5" fmla="*/ 29 h 35"/>
                <a:gd name="T6" fmla="*/ 38 w 38"/>
                <a:gd name="T7" fmla="*/ 35 h 35"/>
                <a:gd name="T8" fmla="*/ 12 w 38"/>
                <a:gd name="T9" fmla="*/ 32 h 35"/>
                <a:gd name="T10" fmla="*/ 3 w 38"/>
                <a:gd name="T11" fmla="*/ 21 h 35"/>
                <a:gd name="T12" fmla="*/ 2 w 38"/>
                <a:gd name="T13" fmla="*/ 9 h 35"/>
                <a:gd name="T14" fmla="*/ 0 w 38"/>
                <a:gd name="T15" fmla="*/ 0 h 3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8" h="35">
                  <a:moveTo>
                    <a:pt x="0" y="0"/>
                  </a:moveTo>
                  <a:lnTo>
                    <a:pt x="3" y="13"/>
                  </a:lnTo>
                  <a:lnTo>
                    <a:pt x="22" y="29"/>
                  </a:lnTo>
                  <a:lnTo>
                    <a:pt x="38" y="35"/>
                  </a:lnTo>
                  <a:lnTo>
                    <a:pt x="12" y="32"/>
                  </a:lnTo>
                  <a:lnTo>
                    <a:pt x="3" y="21"/>
                  </a:lnTo>
                  <a:lnTo>
                    <a:pt x="2" y="9"/>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825911" name="Freeform 118"/>
            <p:cNvSpPr>
              <a:spLocks noChangeArrowheads="1"/>
            </p:cNvSpPr>
            <p:nvPr/>
          </p:nvSpPr>
          <p:spPr bwMode="auto">
            <a:xfrm>
              <a:off x="278" y="1810"/>
              <a:ext cx="41" cy="31"/>
            </a:xfrm>
            <a:custGeom>
              <a:avLst/>
              <a:gdLst>
                <a:gd name="T0" fmla="*/ 165 w 201"/>
                <a:gd name="T1" fmla="*/ 158 h 158"/>
                <a:gd name="T2" fmla="*/ 201 w 201"/>
                <a:gd name="T3" fmla="*/ 76 h 158"/>
                <a:gd name="T4" fmla="*/ 132 w 201"/>
                <a:gd name="T5" fmla="*/ 31 h 158"/>
                <a:gd name="T6" fmla="*/ 29 w 201"/>
                <a:gd name="T7" fmla="*/ 0 h 158"/>
                <a:gd name="T8" fmla="*/ 0 w 201"/>
                <a:gd name="T9" fmla="*/ 87 h 158"/>
                <a:gd name="T10" fmla="*/ 94 w 201"/>
                <a:gd name="T11" fmla="*/ 114 h 158"/>
                <a:gd name="T12" fmla="*/ 165 w 201"/>
                <a:gd name="T13" fmla="*/ 158 h 158"/>
              </a:gdLst>
              <a:ahLst/>
              <a:cxnLst>
                <a:cxn ang="0">
                  <a:pos x="T0" y="T1"/>
                </a:cxn>
                <a:cxn ang="0">
                  <a:pos x="T2" y="T3"/>
                </a:cxn>
                <a:cxn ang="0">
                  <a:pos x="T4" y="T5"/>
                </a:cxn>
                <a:cxn ang="0">
                  <a:pos x="T6" y="T7"/>
                </a:cxn>
                <a:cxn ang="0">
                  <a:pos x="T8" y="T9"/>
                </a:cxn>
                <a:cxn ang="0">
                  <a:pos x="T10" y="T11"/>
                </a:cxn>
                <a:cxn ang="0">
                  <a:pos x="T12" y="T13"/>
                </a:cxn>
              </a:cxnLst>
              <a:rect l="0" t="0" r="r" b="b"/>
              <a:pathLst>
                <a:path w="201" h="158">
                  <a:moveTo>
                    <a:pt x="165" y="158"/>
                  </a:moveTo>
                  <a:lnTo>
                    <a:pt x="201" y="76"/>
                  </a:lnTo>
                  <a:lnTo>
                    <a:pt x="132" y="31"/>
                  </a:lnTo>
                  <a:lnTo>
                    <a:pt x="29" y="0"/>
                  </a:lnTo>
                  <a:lnTo>
                    <a:pt x="0" y="87"/>
                  </a:lnTo>
                  <a:lnTo>
                    <a:pt x="94" y="114"/>
                  </a:lnTo>
                  <a:lnTo>
                    <a:pt x="165" y="158"/>
                  </a:lnTo>
                  <a:close/>
                </a:path>
              </a:pathLst>
            </a:custGeom>
            <a:solidFill>
              <a:srgbClr val="FFFFFF"/>
            </a:solidFill>
            <a:ln w="3175">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1825912" name="Oval 119"/>
            <p:cNvSpPr>
              <a:spLocks noChangeArrowheads="1"/>
            </p:cNvSpPr>
            <p:nvPr/>
          </p:nvSpPr>
          <p:spPr bwMode="auto">
            <a:xfrm>
              <a:off x="304" y="1824"/>
              <a:ext cx="7" cy="9"/>
            </a:xfrm>
            <a:prstGeom prst="ellipse">
              <a:avLst/>
            </a:prstGeom>
            <a:solidFill>
              <a:srgbClr val="FFFFFF"/>
            </a:solidFill>
            <a:ln w="3175">
              <a:solidFill>
                <a:srgbClr val="000000"/>
              </a:solidFill>
              <a:round/>
              <a:headEnd/>
              <a:tailEnd/>
            </a:ln>
          </p:spPr>
          <p:txBody>
            <a:bodyPr/>
            <a:lstStyle/>
            <a:p>
              <a:endParaRPr lang="zh-CN" altLang="en-US" b="1">
                <a:solidFill>
                  <a:srgbClr val="000099"/>
                </a:solidFill>
                <a:ea typeface="宋体" panose="02010600030101010101" pitchFamily="2" charset="-122"/>
              </a:endParaRPr>
            </a:p>
          </p:txBody>
        </p:sp>
        <p:sp>
          <p:nvSpPr>
            <p:cNvPr id="1825913" name="Freeform 120"/>
            <p:cNvSpPr>
              <a:spLocks noChangeArrowheads="1"/>
            </p:cNvSpPr>
            <p:nvPr/>
          </p:nvSpPr>
          <p:spPr bwMode="auto">
            <a:xfrm>
              <a:off x="297" y="1826"/>
              <a:ext cx="10" cy="22"/>
            </a:xfrm>
            <a:custGeom>
              <a:avLst/>
              <a:gdLst>
                <a:gd name="T0" fmla="*/ 4 w 52"/>
                <a:gd name="T1" fmla="*/ 74 h 111"/>
                <a:gd name="T2" fmla="*/ 7 w 52"/>
                <a:gd name="T3" fmla="*/ 55 h 111"/>
                <a:gd name="T4" fmla="*/ 5 w 52"/>
                <a:gd name="T5" fmla="*/ 36 h 111"/>
                <a:gd name="T6" fmla="*/ 4 w 52"/>
                <a:gd name="T7" fmla="*/ 23 h 111"/>
                <a:gd name="T8" fmla="*/ 0 w 52"/>
                <a:gd name="T9" fmla="*/ 13 h 111"/>
                <a:gd name="T10" fmla="*/ 4 w 52"/>
                <a:gd name="T11" fmla="*/ 4 h 111"/>
                <a:gd name="T12" fmla="*/ 11 w 52"/>
                <a:gd name="T13" fmla="*/ 0 h 111"/>
                <a:gd name="T14" fmla="*/ 27 w 52"/>
                <a:gd name="T15" fmla="*/ 6 h 111"/>
                <a:gd name="T16" fmla="*/ 33 w 52"/>
                <a:gd name="T17" fmla="*/ 16 h 111"/>
                <a:gd name="T18" fmla="*/ 37 w 52"/>
                <a:gd name="T19" fmla="*/ 27 h 111"/>
                <a:gd name="T20" fmla="*/ 39 w 52"/>
                <a:gd name="T21" fmla="*/ 39 h 111"/>
                <a:gd name="T22" fmla="*/ 40 w 52"/>
                <a:gd name="T23" fmla="*/ 59 h 111"/>
                <a:gd name="T24" fmla="*/ 52 w 52"/>
                <a:gd name="T25" fmla="*/ 79 h 111"/>
                <a:gd name="T26" fmla="*/ 23 w 52"/>
                <a:gd name="T27" fmla="*/ 111 h 111"/>
                <a:gd name="T28" fmla="*/ 11 w 52"/>
                <a:gd name="T29" fmla="*/ 103 h 111"/>
                <a:gd name="T30" fmla="*/ 4 w 52"/>
                <a:gd name="T31" fmla="*/ 74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52" h="111">
                  <a:moveTo>
                    <a:pt x="4" y="74"/>
                  </a:moveTo>
                  <a:lnTo>
                    <a:pt x="7" y="55"/>
                  </a:lnTo>
                  <a:lnTo>
                    <a:pt x="5" y="36"/>
                  </a:lnTo>
                  <a:lnTo>
                    <a:pt x="4" y="23"/>
                  </a:lnTo>
                  <a:lnTo>
                    <a:pt x="0" y="13"/>
                  </a:lnTo>
                  <a:lnTo>
                    <a:pt x="4" y="4"/>
                  </a:lnTo>
                  <a:lnTo>
                    <a:pt x="11" y="0"/>
                  </a:lnTo>
                  <a:lnTo>
                    <a:pt x="27" y="6"/>
                  </a:lnTo>
                  <a:lnTo>
                    <a:pt x="33" y="16"/>
                  </a:lnTo>
                  <a:lnTo>
                    <a:pt x="37" y="27"/>
                  </a:lnTo>
                  <a:lnTo>
                    <a:pt x="39" y="39"/>
                  </a:lnTo>
                  <a:lnTo>
                    <a:pt x="40" y="59"/>
                  </a:lnTo>
                  <a:lnTo>
                    <a:pt x="52" y="79"/>
                  </a:lnTo>
                  <a:lnTo>
                    <a:pt x="23" y="111"/>
                  </a:lnTo>
                  <a:lnTo>
                    <a:pt x="11" y="103"/>
                  </a:lnTo>
                  <a:lnTo>
                    <a:pt x="4" y="74"/>
                  </a:lnTo>
                  <a:close/>
                </a:path>
              </a:pathLst>
            </a:custGeom>
            <a:solidFill>
              <a:srgbClr val="FFC080"/>
            </a:solidFill>
            <a:ln w="3175">
              <a:solidFill>
                <a:srgbClr val="402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1825914" name="Freeform 121"/>
            <p:cNvSpPr>
              <a:spLocks noChangeArrowheads="1"/>
            </p:cNvSpPr>
            <p:nvPr/>
          </p:nvSpPr>
          <p:spPr bwMode="auto">
            <a:xfrm>
              <a:off x="301" y="1841"/>
              <a:ext cx="7" cy="7"/>
            </a:xfrm>
            <a:custGeom>
              <a:avLst/>
              <a:gdLst>
                <a:gd name="T0" fmla="*/ 24 w 35"/>
                <a:gd name="T1" fmla="*/ 0 h 34"/>
                <a:gd name="T2" fmla="*/ 35 w 35"/>
                <a:gd name="T3" fmla="*/ 4 h 34"/>
                <a:gd name="T4" fmla="*/ 9 w 35"/>
                <a:gd name="T5" fmla="*/ 34 h 34"/>
                <a:gd name="T6" fmla="*/ 0 w 35"/>
                <a:gd name="T7" fmla="*/ 26 h 34"/>
                <a:gd name="T8" fmla="*/ 24 w 35"/>
                <a:gd name="T9" fmla="*/ 0 h 34"/>
              </a:gdLst>
              <a:ahLst/>
              <a:cxnLst>
                <a:cxn ang="0">
                  <a:pos x="T0" y="T1"/>
                </a:cxn>
                <a:cxn ang="0">
                  <a:pos x="T2" y="T3"/>
                </a:cxn>
                <a:cxn ang="0">
                  <a:pos x="T4" y="T5"/>
                </a:cxn>
                <a:cxn ang="0">
                  <a:pos x="T6" y="T7"/>
                </a:cxn>
                <a:cxn ang="0">
                  <a:pos x="T8" y="T9"/>
                </a:cxn>
              </a:cxnLst>
              <a:rect l="0" t="0" r="r" b="b"/>
              <a:pathLst>
                <a:path w="35" h="34">
                  <a:moveTo>
                    <a:pt x="24" y="0"/>
                  </a:moveTo>
                  <a:lnTo>
                    <a:pt x="35" y="4"/>
                  </a:lnTo>
                  <a:lnTo>
                    <a:pt x="9" y="34"/>
                  </a:lnTo>
                  <a:lnTo>
                    <a:pt x="0" y="26"/>
                  </a:lnTo>
                  <a:lnTo>
                    <a:pt x="24" y="0"/>
                  </a:lnTo>
                  <a:close/>
                </a:path>
              </a:pathLst>
            </a:custGeom>
            <a:solidFill>
              <a:srgbClr val="FFC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825915" name="Freeform 122"/>
            <p:cNvSpPr>
              <a:spLocks noChangeArrowheads="1"/>
            </p:cNvSpPr>
            <p:nvPr/>
          </p:nvSpPr>
          <p:spPr bwMode="auto">
            <a:xfrm>
              <a:off x="312" y="1815"/>
              <a:ext cx="9" cy="20"/>
            </a:xfrm>
            <a:custGeom>
              <a:avLst/>
              <a:gdLst>
                <a:gd name="T0" fmla="*/ 0 w 48"/>
                <a:gd name="T1" fmla="*/ 23 h 97"/>
                <a:gd name="T2" fmla="*/ 4 w 48"/>
                <a:gd name="T3" fmla="*/ 43 h 97"/>
                <a:gd name="T4" fmla="*/ 6 w 48"/>
                <a:gd name="T5" fmla="*/ 51 h 97"/>
                <a:gd name="T6" fmla="*/ 7 w 48"/>
                <a:gd name="T7" fmla="*/ 64 h 97"/>
                <a:gd name="T8" fmla="*/ 5 w 48"/>
                <a:gd name="T9" fmla="*/ 73 h 97"/>
                <a:gd name="T10" fmla="*/ 7 w 48"/>
                <a:gd name="T11" fmla="*/ 84 h 97"/>
                <a:gd name="T12" fmla="*/ 14 w 48"/>
                <a:gd name="T13" fmla="*/ 95 h 97"/>
                <a:gd name="T14" fmla="*/ 21 w 48"/>
                <a:gd name="T15" fmla="*/ 96 h 97"/>
                <a:gd name="T16" fmla="*/ 34 w 48"/>
                <a:gd name="T17" fmla="*/ 97 h 97"/>
                <a:gd name="T18" fmla="*/ 43 w 48"/>
                <a:gd name="T19" fmla="*/ 91 h 97"/>
                <a:gd name="T20" fmla="*/ 46 w 48"/>
                <a:gd name="T21" fmla="*/ 88 h 97"/>
                <a:gd name="T22" fmla="*/ 48 w 48"/>
                <a:gd name="T23" fmla="*/ 77 h 97"/>
                <a:gd name="T24" fmla="*/ 48 w 48"/>
                <a:gd name="T25" fmla="*/ 59 h 97"/>
                <a:gd name="T26" fmla="*/ 48 w 48"/>
                <a:gd name="T27" fmla="*/ 48 h 97"/>
                <a:gd name="T28" fmla="*/ 46 w 48"/>
                <a:gd name="T29" fmla="*/ 32 h 97"/>
                <a:gd name="T30" fmla="*/ 44 w 48"/>
                <a:gd name="T31" fmla="*/ 22 h 97"/>
                <a:gd name="T32" fmla="*/ 36 w 48"/>
                <a:gd name="T33" fmla="*/ 0 h 97"/>
                <a:gd name="T34" fmla="*/ 7 w 48"/>
                <a:gd name="T35" fmla="*/ 1 h 97"/>
                <a:gd name="T36" fmla="*/ 0 w 48"/>
                <a:gd name="T37" fmla="*/ 23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8" h="97">
                  <a:moveTo>
                    <a:pt x="0" y="23"/>
                  </a:moveTo>
                  <a:lnTo>
                    <a:pt x="4" y="43"/>
                  </a:lnTo>
                  <a:lnTo>
                    <a:pt x="6" y="51"/>
                  </a:lnTo>
                  <a:lnTo>
                    <a:pt x="7" y="64"/>
                  </a:lnTo>
                  <a:lnTo>
                    <a:pt x="5" y="73"/>
                  </a:lnTo>
                  <a:lnTo>
                    <a:pt x="7" y="84"/>
                  </a:lnTo>
                  <a:lnTo>
                    <a:pt x="14" y="95"/>
                  </a:lnTo>
                  <a:lnTo>
                    <a:pt x="21" y="96"/>
                  </a:lnTo>
                  <a:lnTo>
                    <a:pt x="34" y="97"/>
                  </a:lnTo>
                  <a:lnTo>
                    <a:pt x="43" y="91"/>
                  </a:lnTo>
                  <a:lnTo>
                    <a:pt x="46" y="88"/>
                  </a:lnTo>
                  <a:lnTo>
                    <a:pt x="48" y="77"/>
                  </a:lnTo>
                  <a:lnTo>
                    <a:pt x="48" y="59"/>
                  </a:lnTo>
                  <a:lnTo>
                    <a:pt x="48" y="48"/>
                  </a:lnTo>
                  <a:lnTo>
                    <a:pt x="46" y="32"/>
                  </a:lnTo>
                  <a:lnTo>
                    <a:pt x="44" y="22"/>
                  </a:lnTo>
                  <a:lnTo>
                    <a:pt x="36" y="0"/>
                  </a:lnTo>
                  <a:lnTo>
                    <a:pt x="7" y="1"/>
                  </a:lnTo>
                  <a:lnTo>
                    <a:pt x="0" y="23"/>
                  </a:lnTo>
                  <a:close/>
                </a:path>
              </a:pathLst>
            </a:custGeom>
            <a:solidFill>
              <a:srgbClr val="FFC080"/>
            </a:solidFill>
            <a:ln w="3175">
              <a:solidFill>
                <a:srgbClr val="402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1825916" name="Freeform 123"/>
            <p:cNvSpPr>
              <a:spLocks noChangeArrowheads="1"/>
            </p:cNvSpPr>
            <p:nvPr/>
          </p:nvSpPr>
          <p:spPr bwMode="auto">
            <a:xfrm>
              <a:off x="315" y="1828"/>
              <a:ext cx="5" cy="4"/>
            </a:xfrm>
            <a:custGeom>
              <a:avLst/>
              <a:gdLst>
                <a:gd name="T0" fmla="*/ 24 w 24"/>
                <a:gd name="T1" fmla="*/ 5 h 20"/>
                <a:gd name="T2" fmla="*/ 12 w 24"/>
                <a:gd name="T3" fmla="*/ 0 h 20"/>
                <a:gd name="T4" fmla="*/ 3 w 24"/>
                <a:gd name="T5" fmla="*/ 1 h 20"/>
                <a:gd name="T6" fmla="*/ 0 w 24"/>
                <a:gd name="T7" fmla="*/ 5 h 20"/>
                <a:gd name="T8" fmla="*/ 1 w 24"/>
                <a:gd name="T9" fmla="*/ 20 h 20"/>
                <a:gd name="T10" fmla="*/ 3 w 24"/>
                <a:gd name="T11" fmla="*/ 8 h 20"/>
                <a:gd name="T12" fmla="*/ 5 w 24"/>
                <a:gd name="T13" fmla="*/ 4 h 20"/>
                <a:gd name="T14" fmla="*/ 24 w 24"/>
                <a:gd name="T15" fmla="*/ 5 h 2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 h="20">
                  <a:moveTo>
                    <a:pt x="24" y="5"/>
                  </a:moveTo>
                  <a:lnTo>
                    <a:pt x="12" y="0"/>
                  </a:lnTo>
                  <a:lnTo>
                    <a:pt x="3" y="1"/>
                  </a:lnTo>
                  <a:lnTo>
                    <a:pt x="0" y="5"/>
                  </a:lnTo>
                  <a:lnTo>
                    <a:pt x="1" y="20"/>
                  </a:lnTo>
                  <a:lnTo>
                    <a:pt x="3" y="8"/>
                  </a:lnTo>
                  <a:lnTo>
                    <a:pt x="5" y="4"/>
                  </a:lnTo>
                  <a:lnTo>
                    <a:pt x="24" y="5"/>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1825917" name="Group 124"/>
          <p:cNvGrpSpPr>
            <a:grpSpLocks/>
          </p:cNvGrpSpPr>
          <p:nvPr/>
        </p:nvGrpSpPr>
        <p:grpSpPr bwMode="auto">
          <a:xfrm>
            <a:off x="750888" y="5437188"/>
            <a:ext cx="239712" cy="112712"/>
            <a:chOff x="375" y="2315"/>
            <a:chExt cx="139" cy="71"/>
          </a:xfrm>
        </p:grpSpPr>
        <p:sp>
          <p:nvSpPr>
            <p:cNvPr id="1825918" name="Freeform 125"/>
            <p:cNvSpPr>
              <a:spLocks noChangeArrowheads="1"/>
            </p:cNvSpPr>
            <p:nvPr/>
          </p:nvSpPr>
          <p:spPr bwMode="auto">
            <a:xfrm>
              <a:off x="375" y="2315"/>
              <a:ext cx="139" cy="71"/>
            </a:xfrm>
            <a:custGeom>
              <a:avLst/>
              <a:gdLst>
                <a:gd name="T0" fmla="*/ 279 w 691"/>
                <a:gd name="T1" fmla="*/ 11 h 355"/>
                <a:gd name="T2" fmla="*/ 274 w 691"/>
                <a:gd name="T3" fmla="*/ 104 h 355"/>
                <a:gd name="T4" fmla="*/ 455 w 691"/>
                <a:gd name="T5" fmla="*/ 189 h 355"/>
                <a:gd name="T6" fmla="*/ 607 w 691"/>
                <a:gd name="T7" fmla="*/ 226 h 355"/>
                <a:gd name="T8" fmla="*/ 691 w 691"/>
                <a:gd name="T9" fmla="*/ 263 h 355"/>
                <a:gd name="T10" fmla="*/ 687 w 691"/>
                <a:gd name="T11" fmla="*/ 313 h 355"/>
                <a:gd name="T12" fmla="*/ 577 w 691"/>
                <a:gd name="T13" fmla="*/ 343 h 355"/>
                <a:gd name="T14" fmla="*/ 413 w 691"/>
                <a:gd name="T15" fmla="*/ 355 h 355"/>
                <a:gd name="T16" fmla="*/ 274 w 691"/>
                <a:gd name="T17" fmla="*/ 331 h 355"/>
                <a:gd name="T18" fmla="*/ 188 w 691"/>
                <a:gd name="T19" fmla="*/ 307 h 355"/>
                <a:gd name="T20" fmla="*/ 183 w 691"/>
                <a:gd name="T21" fmla="*/ 334 h 355"/>
                <a:gd name="T22" fmla="*/ 74 w 691"/>
                <a:gd name="T23" fmla="*/ 331 h 355"/>
                <a:gd name="T24" fmla="*/ 7 w 691"/>
                <a:gd name="T25" fmla="*/ 318 h 355"/>
                <a:gd name="T26" fmla="*/ 7 w 691"/>
                <a:gd name="T27" fmla="*/ 270 h 355"/>
                <a:gd name="T28" fmla="*/ 0 w 691"/>
                <a:gd name="T29" fmla="*/ 242 h 355"/>
                <a:gd name="T30" fmla="*/ 0 w 691"/>
                <a:gd name="T31" fmla="*/ 173 h 355"/>
                <a:gd name="T32" fmla="*/ 18 w 691"/>
                <a:gd name="T33" fmla="*/ 135 h 355"/>
                <a:gd name="T34" fmla="*/ 53 w 691"/>
                <a:gd name="T35" fmla="*/ 91 h 355"/>
                <a:gd name="T36" fmla="*/ 60 w 691"/>
                <a:gd name="T37" fmla="*/ 0 h 355"/>
                <a:gd name="T38" fmla="*/ 279 w 691"/>
                <a:gd name="T39" fmla="*/ 11 h 3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91" h="355">
                  <a:moveTo>
                    <a:pt x="279" y="11"/>
                  </a:moveTo>
                  <a:lnTo>
                    <a:pt x="274" y="104"/>
                  </a:lnTo>
                  <a:lnTo>
                    <a:pt x="455" y="189"/>
                  </a:lnTo>
                  <a:lnTo>
                    <a:pt x="607" y="226"/>
                  </a:lnTo>
                  <a:lnTo>
                    <a:pt x="691" y="263"/>
                  </a:lnTo>
                  <a:lnTo>
                    <a:pt x="687" y="313"/>
                  </a:lnTo>
                  <a:lnTo>
                    <a:pt x="577" y="343"/>
                  </a:lnTo>
                  <a:lnTo>
                    <a:pt x="413" y="355"/>
                  </a:lnTo>
                  <a:lnTo>
                    <a:pt x="274" y="331"/>
                  </a:lnTo>
                  <a:lnTo>
                    <a:pt x="188" y="307"/>
                  </a:lnTo>
                  <a:lnTo>
                    <a:pt x="183" y="334"/>
                  </a:lnTo>
                  <a:lnTo>
                    <a:pt x="74" y="331"/>
                  </a:lnTo>
                  <a:lnTo>
                    <a:pt x="7" y="318"/>
                  </a:lnTo>
                  <a:lnTo>
                    <a:pt x="7" y="270"/>
                  </a:lnTo>
                  <a:lnTo>
                    <a:pt x="0" y="242"/>
                  </a:lnTo>
                  <a:lnTo>
                    <a:pt x="0" y="173"/>
                  </a:lnTo>
                  <a:lnTo>
                    <a:pt x="18" y="135"/>
                  </a:lnTo>
                  <a:lnTo>
                    <a:pt x="53" y="91"/>
                  </a:lnTo>
                  <a:lnTo>
                    <a:pt x="60" y="0"/>
                  </a:lnTo>
                  <a:lnTo>
                    <a:pt x="279" y="11"/>
                  </a:lnTo>
                  <a:close/>
                </a:path>
              </a:pathLst>
            </a:custGeom>
            <a:solidFill>
              <a:srgbClr val="606060"/>
            </a:solidFill>
            <a:ln w="3175">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1825919" name="Freeform 126"/>
            <p:cNvSpPr>
              <a:spLocks noChangeArrowheads="1"/>
            </p:cNvSpPr>
            <p:nvPr/>
          </p:nvSpPr>
          <p:spPr bwMode="auto">
            <a:xfrm>
              <a:off x="421" y="2341"/>
              <a:ext cx="42" cy="22"/>
            </a:xfrm>
            <a:custGeom>
              <a:avLst/>
              <a:gdLst>
                <a:gd name="T0" fmla="*/ 53 w 208"/>
                <a:gd name="T1" fmla="*/ 0 h 110"/>
                <a:gd name="T2" fmla="*/ 0 w 208"/>
                <a:gd name="T3" fmla="*/ 58 h 110"/>
                <a:gd name="T4" fmla="*/ 186 w 208"/>
                <a:gd name="T5" fmla="*/ 110 h 110"/>
                <a:gd name="T6" fmla="*/ 208 w 208"/>
                <a:gd name="T7" fmla="*/ 70 h 110"/>
                <a:gd name="T8" fmla="*/ 53 w 208"/>
                <a:gd name="T9" fmla="*/ 0 h 110"/>
              </a:gdLst>
              <a:ahLst/>
              <a:cxnLst>
                <a:cxn ang="0">
                  <a:pos x="T0" y="T1"/>
                </a:cxn>
                <a:cxn ang="0">
                  <a:pos x="T2" y="T3"/>
                </a:cxn>
                <a:cxn ang="0">
                  <a:pos x="T4" y="T5"/>
                </a:cxn>
                <a:cxn ang="0">
                  <a:pos x="T6" y="T7"/>
                </a:cxn>
                <a:cxn ang="0">
                  <a:pos x="T8" y="T9"/>
                </a:cxn>
              </a:cxnLst>
              <a:rect l="0" t="0" r="r" b="b"/>
              <a:pathLst>
                <a:path w="208" h="110">
                  <a:moveTo>
                    <a:pt x="53" y="0"/>
                  </a:moveTo>
                  <a:lnTo>
                    <a:pt x="0" y="58"/>
                  </a:lnTo>
                  <a:lnTo>
                    <a:pt x="186" y="110"/>
                  </a:lnTo>
                  <a:lnTo>
                    <a:pt x="208" y="70"/>
                  </a:lnTo>
                  <a:lnTo>
                    <a:pt x="53"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825920" name="Freeform 127"/>
            <p:cNvSpPr>
              <a:spLocks noChangeArrowheads="1"/>
            </p:cNvSpPr>
            <p:nvPr/>
          </p:nvSpPr>
          <p:spPr bwMode="auto">
            <a:xfrm>
              <a:off x="463" y="2356"/>
              <a:ext cx="46" cy="13"/>
            </a:xfrm>
            <a:custGeom>
              <a:avLst/>
              <a:gdLst>
                <a:gd name="T0" fmla="*/ 27 w 233"/>
                <a:gd name="T1" fmla="*/ 0 h 67"/>
                <a:gd name="T2" fmla="*/ 0 w 233"/>
                <a:gd name="T3" fmla="*/ 32 h 67"/>
                <a:gd name="T4" fmla="*/ 115 w 233"/>
                <a:gd name="T5" fmla="*/ 62 h 67"/>
                <a:gd name="T6" fmla="*/ 168 w 233"/>
                <a:gd name="T7" fmla="*/ 67 h 67"/>
                <a:gd name="T8" fmla="*/ 233 w 233"/>
                <a:gd name="T9" fmla="*/ 64 h 67"/>
                <a:gd name="T10" fmla="*/ 165 w 233"/>
                <a:gd name="T11" fmla="*/ 30 h 67"/>
                <a:gd name="T12" fmla="*/ 27 w 233"/>
                <a:gd name="T13" fmla="*/ 0 h 67"/>
              </a:gdLst>
              <a:ahLst/>
              <a:cxnLst>
                <a:cxn ang="0">
                  <a:pos x="T0" y="T1"/>
                </a:cxn>
                <a:cxn ang="0">
                  <a:pos x="T2" y="T3"/>
                </a:cxn>
                <a:cxn ang="0">
                  <a:pos x="T4" y="T5"/>
                </a:cxn>
                <a:cxn ang="0">
                  <a:pos x="T6" y="T7"/>
                </a:cxn>
                <a:cxn ang="0">
                  <a:pos x="T8" y="T9"/>
                </a:cxn>
                <a:cxn ang="0">
                  <a:pos x="T10" y="T11"/>
                </a:cxn>
                <a:cxn ang="0">
                  <a:pos x="T12" y="T13"/>
                </a:cxn>
              </a:cxnLst>
              <a:rect l="0" t="0" r="r" b="b"/>
              <a:pathLst>
                <a:path w="233" h="67">
                  <a:moveTo>
                    <a:pt x="27" y="0"/>
                  </a:moveTo>
                  <a:lnTo>
                    <a:pt x="0" y="32"/>
                  </a:lnTo>
                  <a:lnTo>
                    <a:pt x="115" y="62"/>
                  </a:lnTo>
                  <a:lnTo>
                    <a:pt x="168" y="67"/>
                  </a:lnTo>
                  <a:lnTo>
                    <a:pt x="233" y="64"/>
                  </a:lnTo>
                  <a:lnTo>
                    <a:pt x="165" y="30"/>
                  </a:lnTo>
                  <a:lnTo>
                    <a:pt x="27"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825921" name="Freeform 128"/>
            <p:cNvSpPr>
              <a:spLocks noChangeArrowheads="1"/>
            </p:cNvSpPr>
            <p:nvPr/>
          </p:nvSpPr>
          <p:spPr bwMode="auto">
            <a:xfrm>
              <a:off x="376" y="2341"/>
              <a:ext cx="134" cy="41"/>
            </a:xfrm>
            <a:custGeom>
              <a:avLst/>
              <a:gdLst>
                <a:gd name="T0" fmla="*/ 670 w 670"/>
                <a:gd name="T1" fmla="*/ 178 h 209"/>
                <a:gd name="T2" fmla="*/ 670 w 670"/>
                <a:gd name="T3" fmla="*/ 146 h 209"/>
                <a:gd name="T4" fmla="*/ 582 w 670"/>
                <a:gd name="T5" fmla="*/ 155 h 209"/>
                <a:gd name="T6" fmla="*/ 442 w 670"/>
                <a:gd name="T7" fmla="*/ 134 h 209"/>
                <a:gd name="T8" fmla="*/ 361 w 670"/>
                <a:gd name="T9" fmla="*/ 116 h 209"/>
                <a:gd name="T10" fmla="*/ 206 w 670"/>
                <a:gd name="T11" fmla="*/ 66 h 209"/>
                <a:gd name="T12" fmla="*/ 140 w 670"/>
                <a:gd name="T13" fmla="*/ 58 h 209"/>
                <a:gd name="T14" fmla="*/ 73 w 670"/>
                <a:gd name="T15" fmla="*/ 34 h 209"/>
                <a:gd name="T16" fmla="*/ 40 w 670"/>
                <a:gd name="T17" fmla="*/ 0 h 209"/>
                <a:gd name="T18" fmla="*/ 0 w 670"/>
                <a:gd name="T19" fmla="*/ 43 h 209"/>
                <a:gd name="T20" fmla="*/ 0 w 670"/>
                <a:gd name="T21" fmla="*/ 132 h 209"/>
                <a:gd name="T22" fmla="*/ 49 w 670"/>
                <a:gd name="T23" fmla="*/ 146 h 209"/>
                <a:gd name="T24" fmla="*/ 170 w 670"/>
                <a:gd name="T25" fmla="*/ 162 h 209"/>
                <a:gd name="T26" fmla="*/ 218 w 670"/>
                <a:gd name="T27" fmla="*/ 167 h 209"/>
                <a:gd name="T28" fmla="*/ 298 w 670"/>
                <a:gd name="T29" fmla="*/ 196 h 209"/>
                <a:gd name="T30" fmla="*/ 388 w 670"/>
                <a:gd name="T31" fmla="*/ 209 h 209"/>
                <a:gd name="T32" fmla="*/ 452 w 670"/>
                <a:gd name="T33" fmla="*/ 209 h 209"/>
                <a:gd name="T34" fmla="*/ 553 w 670"/>
                <a:gd name="T35" fmla="*/ 209 h 209"/>
                <a:gd name="T36" fmla="*/ 670 w 670"/>
                <a:gd name="T37" fmla="*/ 178 h 2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670" h="209">
                  <a:moveTo>
                    <a:pt x="670" y="178"/>
                  </a:moveTo>
                  <a:lnTo>
                    <a:pt x="670" y="146"/>
                  </a:lnTo>
                  <a:lnTo>
                    <a:pt x="582" y="155"/>
                  </a:lnTo>
                  <a:lnTo>
                    <a:pt x="442" y="134"/>
                  </a:lnTo>
                  <a:lnTo>
                    <a:pt x="361" y="116"/>
                  </a:lnTo>
                  <a:lnTo>
                    <a:pt x="206" y="66"/>
                  </a:lnTo>
                  <a:lnTo>
                    <a:pt x="140" y="58"/>
                  </a:lnTo>
                  <a:lnTo>
                    <a:pt x="73" y="34"/>
                  </a:lnTo>
                  <a:lnTo>
                    <a:pt x="40" y="0"/>
                  </a:lnTo>
                  <a:lnTo>
                    <a:pt x="0" y="43"/>
                  </a:lnTo>
                  <a:lnTo>
                    <a:pt x="0" y="132"/>
                  </a:lnTo>
                  <a:lnTo>
                    <a:pt x="49" y="146"/>
                  </a:lnTo>
                  <a:lnTo>
                    <a:pt x="170" y="162"/>
                  </a:lnTo>
                  <a:lnTo>
                    <a:pt x="218" y="167"/>
                  </a:lnTo>
                  <a:lnTo>
                    <a:pt x="298" y="196"/>
                  </a:lnTo>
                  <a:lnTo>
                    <a:pt x="388" y="209"/>
                  </a:lnTo>
                  <a:lnTo>
                    <a:pt x="452" y="209"/>
                  </a:lnTo>
                  <a:lnTo>
                    <a:pt x="553" y="209"/>
                  </a:lnTo>
                  <a:lnTo>
                    <a:pt x="670" y="17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825922" name="Freeform 129"/>
            <p:cNvSpPr>
              <a:spLocks noChangeArrowheads="1"/>
            </p:cNvSpPr>
            <p:nvPr/>
          </p:nvSpPr>
          <p:spPr bwMode="auto">
            <a:xfrm>
              <a:off x="386" y="2317"/>
              <a:ext cx="44" cy="34"/>
            </a:xfrm>
            <a:custGeom>
              <a:avLst/>
              <a:gdLst>
                <a:gd name="T0" fmla="*/ 214 w 219"/>
                <a:gd name="T1" fmla="*/ 11 h 171"/>
                <a:gd name="T2" fmla="*/ 207 w 219"/>
                <a:gd name="T3" fmla="*/ 96 h 171"/>
                <a:gd name="T4" fmla="*/ 219 w 219"/>
                <a:gd name="T5" fmla="*/ 114 h 171"/>
                <a:gd name="T6" fmla="*/ 170 w 219"/>
                <a:gd name="T7" fmla="*/ 171 h 171"/>
                <a:gd name="T8" fmla="*/ 103 w 219"/>
                <a:gd name="T9" fmla="*/ 171 h 171"/>
                <a:gd name="T10" fmla="*/ 26 w 219"/>
                <a:gd name="T11" fmla="*/ 146 h 171"/>
                <a:gd name="T12" fmla="*/ 0 w 219"/>
                <a:gd name="T13" fmla="*/ 112 h 171"/>
                <a:gd name="T14" fmla="*/ 15 w 219"/>
                <a:gd name="T15" fmla="*/ 89 h 171"/>
                <a:gd name="T16" fmla="*/ 20 w 219"/>
                <a:gd name="T17" fmla="*/ 0 h 171"/>
                <a:gd name="T18" fmla="*/ 214 w 219"/>
                <a:gd name="T19" fmla="*/ 11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9" h="171">
                  <a:moveTo>
                    <a:pt x="214" y="11"/>
                  </a:moveTo>
                  <a:lnTo>
                    <a:pt x="207" y="96"/>
                  </a:lnTo>
                  <a:lnTo>
                    <a:pt x="219" y="114"/>
                  </a:lnTo>
                  <a:lnTo>
                    <a:pt x="170" y="171"/>
                  </a:lnTo>
                  <a:lnTo>
                    <a:pt x="103" y="171"/>
                  </a:lnTo>
                  <a:lnTo>
                    <a:pt x="26" y="146"/>
                  </a:lnTo>
                  <a:lnTo>
                    <a:pt x="0" y="112"/>
                  </a:lnTo>
                  <a:lnTo>
                    <a:pt x="15" y="89"/>
                  </a:lnTo>
                  <a:lnTo>
                    <a:pt x="20" y="0"/>
                  </a:lnTo>
                  <a:lnTo>
                    <a:pt x="214" y="11"/>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1825923" name="Group 130"/>
          <p:cNvGrpSpPr>
            <a:grpSpLocks/>
          </p:cNvGrpSpPr>
          <p:nvPr/>
        </p:nvGrpSpPr>
        <p:grpSpPr bwMode="auto">
          <a:xfrm>
            <a:off x="755650" y="5240338"/>
            <a:ext cx="100013" cy="225425"/>
            <a:chOff x="378" y="2191"/>
            <a:chExt cx="58" cy="142"/>
          </a:xfrm>
        </p:grpSpPr>
        <p:sp>
          <p:nvSpPr>
            <p:cNvPr id="1825924" name="Freeform 131"/>
            <p:cNvSpPr>
              <a:spLocks noChangeArrowheads="1"/>
            </p:cNvSpPr>
            <p:nvPr/>
          </p:nvSpPr>
          <p:spPr bwMode="auto">
            <a:xfrm>
              <a:off x="378" y="2191"/>
              <a:ext cx="58" cy="142"/>
            </a:xfrm>
            <a:custGeom>
              <a:avLst/>
              <a:gdLst>
                <a:gd name="T0" fmla="*/ 24 w 292"/>
                <a:gd name="T1" fmla="*/ 15 h 710"/>
                <a:gd name="T2" fmla="*/ 6 w 292"/>
                <a:gd name="T3" fmla="*/ 256 h 710"/>
                <a:gd name="T4" fmla="*/ 10 w 292"/>
                <a:gd name="T5" fmla="*/ 454 h 710"/>
                <a:gd name="T6" fmla="*/ 0 w 292"/>
                <a:gd name="T7" fmla="*/ 678 h 710"/>
                <a:gd name="T8" fmla="*/ 144 w 292"/>
                <a:gd name="T9" fmla="*/ 710 h 710"/>
                <a:gd name="T10" fmla="*/ 283 w 292"/>
                <a:gd name="T11" fmla="*/ 710 h 710"/>
                <a:gd name="T12" fmla="*/ 292 w 292"/>
                <a:gd name="T13" fmla="*/ 0 h 710"/>
                <a:gd name="T14" fmla="*/ 24 w 292"/>
                <a:gd name="T15" fmla="*/ 15 h 71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92" h="710">
                  <a:moveTo>
                    <a:pt x="24" y="15"/>
                  </a:moveTo>
                  <a:lnTo>
                    <a:pt x="6" y="256"/>
                  </a:lnTo>
                  <a:lnTo>
                    <a:pt x="10" y="454"/>
                  </a:lnTo>
                  <a:lnTo>
                    <a:pt x="0" y="678"/>
                  </a:lnTo>
                  <a:lnTo>
                    <a:pt x="144" y="710"/>
                  </a:lnTo>
                  <a:lnTo>
                    <a:pt x="283" y="710"/>
                  </a:lnTo>
                  <a:lnTo>
                    <a:pt x="292" y="0"/>
                  </a:lnTo>
                  <a:lnTo>
                    <a:pt x="24" y="15"/>
                  </a:lnTo>
                  <a:close/>
                </a:path>
              </a:pathLst>
            </a:custGeom>
            <a:solidFill>
              <a:srgbClr val="606060"/>
            </a:solidFill>
            <a:ln w="3175">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1825925" name="Freeform 132"/>
            <p:cNvSpPr>
              <a:spLocks noChangeArrowheads="1"/>
            </p:cNvSpPr>
            <p:nvPr/>
          </p:nvSpPr>
          <p:spPr bwMode="auto">
            <a:xfrm>
              <a:off x="383" y="2193"/>
              <a:ext cx="50" cy="136"/>
            </a:xfrm>
            <a:custGeom>
              <a:avLst/>
              <a:gdLst>
                <a:gd name="T0" fmla="*/ 23 w 252"/>
                <a:gd name="T1" fmla="*/ 21 h 681"/>
                <a:gd name="T2" fmla="*/ 0 w 252"/>
                <a:gd name="T3" fmla="*/ 223 h 681"/>
                <a:gd name="T4" fmla="*/ 5 w 252"/>
                <a:gd name="T5" fmla="*/ 385 h 681"/>
                <a:gd name="T6" fmla="*/ 5 w 252"/>
                <a:gd name="T7" fmla="*/ 633 h 681"/>
                <a:gd name="T8" fmla="*/ 128 w 252"/>
                <a:gd name="T9" fmla="*/ 681 h 681"/>
                <a:gd name="T10" fmla="*/ 238 w 252"/>
                <a:gd name="T11" fmla="*/ 681 h 681"/>
                <a:gd name="T12" fmla="*/ 252 w 252"/>
                <a:gd name="T13" fmla="*/ 0 h 681"/>
                <a:gd name="T14" fmla="*/ 23 w 252"/>
                <a:gd name="T15" fmla="*/ 21 h 68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52" h="681">
                  <a:moveTo>
                    <a:pt x="23" y="21"/>
                  </a:moveTo>
                  <a:lnTo>
                    <a:pt x="0" y="223"/>
                  </a:lnTo>
                  <a:lnTo>
                    <a:pt x="5" y="385"/>
                  </a:lnTo>
                  <a:lnTo>
                    <a:pt x="5" y="633"/>
                  </a:lnTo>
                  <a:lnTo>
                    <a:pt x="128" y="681"/>
                  </a:lnTo>
                  <a:lnTo>
                    <a:pt x="238" y="681"/>
                  </a:lnTo>
                  <a:lnTo>
                    <a:pt x="252" y="0"/>
                  </a:lnTo>
                  <a:lnTo>
                    <a:pt x="23" y="2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1825926" name="Group 133"/>
          <p:cNvGrpSpPr>
            <a:grpSpLocks/>
          </p:cNvGrpSpPr>
          <p:nvPr/>
        </p:nvGrpSpPr>
        <p:grpSpPr bwMode="auto">
          <a:xfrm>
            <a:off x="808038" y="5468938"/>
            <a:ext cx="241300" cy="112712"/>
            <a:chOff x="408" y="2335"/>
            <a:chExt cx="141" cy="71"/>
          </a:xfrm>
        </p:grpSpPr>
        <p:sp>
          <p:nvSpPr>
            <p:cNvPr id="1825927" name="Freeform 134"/>
            <p:cNvSpPr>
              <a:spLocks noChangeArrowheads="1"/>
            </p:cNvSpPr>
            <p:nvPr/>
          </p:nvSpPr>
          <p:spPr bwMode="auto">
            <a:xfrm>
              <a:off x="408" y="2335"/>
              <a:ext cx="141" cy="71"/>
            </a:xfrm>
            <a:custGeom>
              <a:avLst/>
              <a:gdLst>
                <a:gd name="T0" fmla="*/ 285 w 703"/>
                <a:gd name="T1" fmla="*/ 13 h 356"/>
                <a:gd name="T2" fmla="*/ 280 w 703"/>
                <a:gd name="T3" fmla="*/ 104 h 356"/>
                <a:gd name="T4" fmla="*/ 463 w 703"/>
                <a:gd name="T5" fmla="*/ 191 h 356"/>
                <a:gd name="T6" fmla="*/ 617 w 703"/>
                <a:gd name="T7" fmla="*/ 227 h 356"/>
                <a:gd name="T8" fmla="*/ 703 w 703"/>
                <a:gd name="T9" fmla="*/ 264 h 356"/>
                <a:gd name="T10" fmla="*/ 698 w 703"/>
                <a:gd name="T11" fmla="*/ 314 h 356"/>
                <a:gd name="T12" fmla="*/ 588 w 703"/>
                <a:gd name="T13" fmla="*/ 345 h 356"/>
                <a:gd name="T14" fmla="*/ 420 w 703"/>
                <a:gd name="T15" fmla="*/ 356 h 356"/>
                <a:gd name="T16" fmla="*/ 280 w 703"/>
                <a:gd name="T17" fmla="*/ 332 h 356"/>
                <a:gd name="T18" fmla="*/ 194 w 703"/>
                <a:gd name="T19" fmla="*/ 307 h 356"/>
                <a:gd name="T20" fmla="*/ 188 w 703"/>
                <a:gd name="T21" fmla="*/ 335 h 356"/>
                <a:gd name="T22" fmla="*/ 76 w 703"/>
                <a:gd name="T23" fmla="*/ 332 h 356"/>
                <a:gd name="T24" fmla="*/ 8 w 703"/>
                <a:gd name="T25" fmla="*/ 320 h 356"/>
                <a:gd name="T26" fmla="*/ 8 w 703"/>
                <a:gd name="T27" fmla="*/ 271 h 356"/>
                <a:gd name="T28" fmla="*/ 0 w 703"/>
                <a:gd name="T29" fmla="*/ 243 h 356"/>
                <a:gd name="T30" fmla="*/ 0 w 703"/>
                <a:gd name="T31" fmla="*/ 174 h 356"/>
                <a:gd name="T32" fmla="*/ 22 w 703"/>
                <a:gd name="T33" fmla="*/ 136 h 356"/>
                <a:gd name="T34" fmla="*/ 56 w 703"/>
                <a:gd name="T35" fmla="*/ 94 h 356"/>
                <a:gd name="T36" fmla="*/ 64 w 703"/>
                <a:gd name="T37" fmla="*/ 0 h 356"/>
                <a:gd name="T38" fmla="*/ 285 w 703"/>
                <a:gd name="T39" fmla="*/ 13 h 3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03" h="356">
                  <a:moveTo>
                    <a:pt x="285" y="13"/>
                  </a:moveTo>
                  <a:lnTo>
                    <a:pt x="280" y="104"/>
                  </a:lnTo>
                  <a:lnTo>
                    <a:pt x="463" y="191"/>
                  </a:lnTo>
                  <a:lnTo>
                    <a:pt x="617" y="227"/>
                  </a:lnTo>
                  <a:lnTo>
                    <a:pt x="703" y="264"/>
                  </a:lnTo>
                  <a:lnTo>
                    <a:pt x="698" y="314"/>
                  </a:lnTo>
                  <a:lnTo>
                    <a:pt x="588" y="345"/>
                  </a:lnTo>
                  <a:lnTo>
                    <a:pt x="420" y="356"/>
                  </a:lnTo>
                  <a:lnTo>
                    <a:pt x="280" y="332"/>
                  </a:lnTo>
                  <a:lnTo>
                    <a:pt x="194" y="307"/>
                  </a:lnTo>
                  <a:lnTo>
                    <a:pt x="188" y="335"/>
                  </a:lnTo>
                  <a:lnTo>
                    <a:pt x="76" y="332"/>
                  </a:lnTo>
                  <a:lnTo>
                    <a:pt x="8" y="320"/>
                  </a:lnTo>
                  <a:lnTo>
                    <a:pt x="8" y="271"/>
                  </a:lnTo>
                  <a:lnTo>
                    <a:pt x="0" y="243"/>
                  </a:lnTo>
                  <a:lnTo>
                    <a:pt x="0" y="174"/>
                  </a:lnTo>
                  <a:lnTo>
                    <a:pt x="22" y="136"/>
                  </a:lnTo>
                  <a:lnTo>
                    <a:pt x="56" y="94"/>
                  </a:lnTo>
                  <a:lnTo>
                    <a:pt x="64" y="0"/>
                  </a:lnTo>
                  <a:lnTo>
                    <a:pt x="285" y="13"/>
                  </a:lnTo>
                  <a:close/>
                </a:path>
              </a:pathLst>
            </a:custGeom>
            <a:solidFill>
              <a:srgbClr val="606060"/>
            </a:solidFill>
            <a:ln w="3175">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1825928" name="Freeform 135"/>
            <p:cNvSpPr>
              <a:spLocks noChangeArrowheads="1"/>
            </p:cNvSpPr>
            <p:nvPr/>
          </p:nvSpPr>
          <p:spPr bwMode="auto">
            <a:xfrm>
              <a:off x="455" y="2361"/>
              <a:ext cx="42" cy="22"/>
            </a:xfrm>
            <a:custGeom>
              <a:avLst/>
              <a:gdLst>
                <a:gd name="T0" fmla="*/ 53 w 210"/>
                <a:gd name="T1" fmla="*/ 0 h 111"/>
                <a:gd name="T2" fmla="*/ 0 w 210"/>
                <a:gd name="T3" fmla="*/ 60 h 111"/>
                <a:gd name="T4" fmla="*/ 187 w 210"/>
                <a:gd name="T5" fmla="*/ 111 h 111"/>
                <a:gd name="T6" fmla="*/ 210 w 210"/>
                <a:gd name="T7" fmla="*/ 71 h 111"/>
                <a:gd name="T8" fmla="*/ 53 w 210"/>
                <a:gd name="T9" fmla="*/ 0 h 111"/>
              </a:gdLst>
              <a:ahLst/>
              <a:cxnLst>
                <a:cxn ang="0">
                  <a:pos x="T0" y="T1"/>
                </a:cxn>
                <a:cxn ang="0">
                  <a:pos x="T2" y="T3"/>
                </a:cxn>
                <a:cxn ang="0">
                  <a:pos x="T4" y="T5"/>
                </a:cxn>
                <a:cxn ang="0">
                  <a:pos x="T6" y="T7"/>
                </a:cxn>
                <a:cxn ang="0">
                  <a:pos x="T8" y="T9"/>
                </a:cxn>
              </a:cxnLst>
              <a:rect l="0" t="0" r="r" b="b"/>
              <a:pathLst>
                <a:path w="210" h="111">
                  <a:moveTo>
                    <a:pt x="53" y="0"/>
                  </a:moveTo>
                  <a:lnTo>
                    <a:pt x="0" y="60"/>
                  </a:lnTo>
                  <a:lnTo>
                    <a:pt x="187" y="111"/>
                  </a:lnTo>
                  <a:lnTo>
                    <a:pt x="210" y="71"/>
                  </a:lnTo>
                  <a:lnTo>
                    <a:pt x="53"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825929" name="Freeform 136"/>
            <p:cNvSpPr>
              <a:spLocks noChangeArrowheads="1"/>
            </p:cNvSpPr>
            <p:nvPr/>
          </p:nvSpPr>
          <p:spPr bwMode="auto">
            <a:xfrm>
              <a:off x="497" y="2377"/>
              <a:ext cx="47" cy="13"/>
            </a:xfrm>
            <a:custGeom>
              <a:avLst/>
              <a:gdLst>
                <a:gd name="T0" fmla="*/ 27 w 237"/>
                <a:gd name="T1" fmla="*/ 0 h 66"/>
                <a:gd name="T2" fmla="*/ 0 w 237"/>
                <a:gd name="T3" fmla="*/ 31 h 66"/>
                <a:gd name="T4" fmla="*/ 116 w 237"/>
                <a:gd name="T5" fmla="*/ 59 h 66"/>
                <a:gd name="T6" fmla="*/ 171 w 237"/>
                <a:gd name="T7" fmla="*/ 66 h 66"/>
                <a:gd name="T8" fmla="*/ 237 w 237"/>
                <a:gd name="T9" fmla="*/ 61 h 66"/>
                <a:gd name="T10" fmla="*/ 168 w 237"/>
                <a:gd name="T11" fmla="*/ 28 h 66"/>
                <a:gd name="T12" fmla="*/ 27 w 237"/>
                <a:gd name="T13" fmla="*/ 0 h 66"/>
              </a:gdLst>
              <a:ahLst/>
              <a:cxnLst>
                <a:cxn ang="0">
                  <a:pos x="T0" y="T1"/>
                </a:cxn>
                <a:cxn ang="0">
                  <a:pos x="T2" y="T3"/>
                </a:cxn>
                <a:cxn ang="0">
                  <a:pos x="T4" y="T5"/>
                </a:cxn>
                <a:cxn ang="0">
                  <a:pos x="T6" y="T7"/>
                </a:cxn>
                <a:cxn ang="0">
                  <a:pos x="T8" y="T9"/>
                </a:cxn>
                <a:cxn ang="0">
                  <a:pos x="T10" y="T11"/>
                </a:cxn>
                <a:cxn ang="0">
                  <a:pos x="T12" y="T13"/>
                </a:cxn>
              </a:cxnLst>
              <a:rect l="0" t="0" r="r" b="b"/>
              <a:pathLst>
                <a:path w="237" h="66">
                  <a:moveTo>
                    <a:pt x="27" y="0"/>
                  </a:moveTo>
                  <a:lnTo>
                    <a:pt x="0" y="31"/>
                  </a:lnTo>
                  <a:lnTo>
                    <a:pt x="116" y="59"/>
                  </a:lnTo>
                  <a:lnTo>
                    <a:pt x="171" y="66"/>
                  </a:lnTo>
                  <a:lnTo>
                    <a:pt x="237" y="61"/>
                  </a:lnTo>
                  <a:lnTo>
                    <a:pt x="168" y="28"/>
                  </a:lnTo>
                  <a:lnTo>
                    <a:pt x="27"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825930" name="Freeform 137"/>
            <p:cNvSpPr>
              <a:spLocks noChangeArrowheads="1"/>
            </p:cNvSpPr>
            <p:nvPr/>
          </p:nvSpPr>
          <p:spPr bwMode="auto">
            <a:xfrm>
              <a:off x="410" y="2361"/>
              <a:ext cx="135" cy="42"/>
            </a:xfrm>
            <a:custGeom>
              <a:avLst/>
              <a:gdLst>
                <a:gd name="T0" fmla="*/ 678 w 678"/>
                <a:gd name="T1" fmla="*/ 178 h 211"/>
                <a:gd name="T2" fmla="*/ 678 w 678"/>
                <a:gd name="T3" fmla="*/ 147 h 211"/>
                <a:gd name="T4" fmla="*/ 590 w 678"/>
                <a:gd name="T5" fmla="*/ 156 h 211"/>
                <a:gd name="T6" fmla="*/ 446 w 678"/>
                <a:gd name="T7" fmla="*/ 136 h 211"/>
                <a:gd name="T8" fmla="*/ 365 w 678"/>
                <a:gd name="T9" fmla="*/ 117 h 211"/>
                <a:gd name="T10" fmla="*/ 209 w 678"/>
                <a:gd name="T11" fmla="*/ 66 h 211"/>
                <a:gd name="T12" fmla="*/ 140 w 678"/>
                <a:gd name="T13" fmla="*/ 60 h 211"/>
                <a:gd name="T14" fmla="*/ 74 w 678"/>
                <a:gd name="T15" fmla="*/ 35 h 211"/>
                <a:gd name="T16" fmla="*/ 39 w 678"/>
                <a:gd name="T17" fmla="*/ 0 h 211"/>
                <a:gd name="T18" fmla="*/ 0 w 678"/>
                <a:gd name="T19" fmla="*/ 44 h 211"/>
                <a:gd name="T20" fmla="*/ 0 w 678"/>
                <a:gd name="T21" fmla="*/ 133 h 211"/>
                <a:gd name="T22" fmla="*/ 50 w 678"/>
                <a:gd name="T23" fmla="*/ 147 h 211"/>
                <a:gd name="T24" fmla="*/ 171 w 678"/>
                <a:gd name="T25" fmla="*/ 162 h 211"/>
                <a:gd name="T26" fmla="*/ 220 w 678"/>
                <a:gd name="T27" fmla="*/ 170 h 211"/>
                <a:gd name="T28" fmla="*/ 300 w 678"/>
                <a:gd name="T29" fmla="*/ 197 h 211"/>
                <a:gd name="T30" fmla="*/ 392 w 678"/>
                <a:gd name="T31" fmla="*/ 211 h 211"/>
                <a:gd name="T32" fmla="*/ 458 w 678"/>
                <a:gd name="T33" fmla="*/ 211 h 211"/>
                <a:gd name="T34" fmla="*/ 560 w 678"/>
                <a:gd name="T35" fmla="*/ 211 h 211"/>
                <a:gd name="T36" fmla="*/ 678 w 678"/>
                <a:gd name="T37" fmla="*/ 178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678" h="211">
                  <a:moveTo>
                    <a:pt x="678" y="178"/>
                  </a:moveTo>
                  <a:lnTo>
                    <a:pt x="678" y="147"/>
                  </a:lnTo>
                  <a:lnTo>
                    <a:pt x="590" y="156"/>
                  </a:lnTo>
                  <a:lnTo>
                    <a:pt x="446" y="136"/>
                  </a:lnTo>
                  <a:lnTo>
                    <a:pt x="365" y="117"/>
                  </a:lnTo>
                  <a:lnTo>
                    <a:pt x="209" y="66"/>
                  </a:lnTo>
                  <a:lnTo>
                    <a:pt x="140" y="60"/>
                  </a:lnTo>
                  <a:lnTo>
                    <a:pt x="74" y="35"/>
                  </a:lnTo>
                  <a:lnTo>
                    <a:pt x="39" y="0"/>
                  </a:lnTo>
                  <a:lnTo>
                    <a:pt x="0" y="44"/>
                  </a:lnTo>
                  <a:lnTo>
                    <a:pt x="0" y="133"/>
                  </a:lnTo>
                  <a:lnTo>
                    <a:pt x="50" y="147"/>
                  </a:lnTo>
                  <a:lnTo>
                    <a:pt x="171" y="162"/>
                  </a:lnTo>
                  <a:lnTo>
                    <a:pt x="220" y="170"/>
                  </a:lnTo>
                  <a:lnTo>
                    <a:pt x="300" y="197"/>
                  </a:lnTo>
                  <a:lnTo>
                    <a:pt x="392" y="211"/>
                  </a:lnTo>
                  <a:lnTo>
                    <a:pt x="458" y="211"/>
                  </a:lnTo>
                  <a:lnTo>
                    <a:pt x="560" y="211"/>
                  </a:lnTo>
                  <a:lnTo>
                    <a:pt x="678" y="17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825931" name="Freeform 138"/>
            <p:cNvSpPr>
              <a:spLocks noChangeArrowheads="1"/>
            </p:cNvSpPr>
            <p:nvPr/>
          </p:nvSpPr>
          <p:spPr bwMode="auto">
            <a:xfrm>
              <a:off x="419" y="2337"/>
              <a:ext cx="45" cy="34"/>
            </a:xfrm>
            <a:custGeom>
              <a:avLst/>
              <a:gdLst>
                <a:gd name="T0" fmla="*/ 216 w 224"/>
                <a:gd name="T1" fmla="*/ 12 h 170"/>
                <a:gd name="T2" fmla="*/ 210 w 224"/>
                <a:gd name="T3" fmla="*/ 95 h 170"/>
                <a:gd name="T4" fmla="*/ 224 w 224"/>
                <a:gd name="T5" fmla="*/ 114 h 170"/>
                <a:gd name="T6" fmla="*/ 173 w 224"/>
                <a:gd name="T7" fmla="*/ 170 h 170"/>
                <a:gd name="T8" fmla="*/ 105 w 224"/>
                <a:gd name="T9" fmla="*/ 170 h 170"/>
                <a:gd name="T10" fmla="*/ 28 w 224"/>
                <a:gd name="T11" fmla="*/ 145 h 170"/>
                <a:gd name="T12" fmla="*/ 0 w 224"/>
                <a:gd name="T13" fmla="*/ 112 h 170"/>
                <a:gd name="T14" fmla="*/ 16 w 224"/>
                <a:gd name="T15" fmla="*/ 89 h 170"/>
                <a:gd name="T16" fmla="*/ 20 w 224"/>
                <a:gd name="T17" fmla="*/ 0 h 170"/>
                <a:gd name="T18" fmla="*/ 216 w 224"/>
                <a:gd name="T19" fmla="*/ 12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24" h="170">
                  <a:moveTo>
                    <a:pt x="216" y="12"/>
                  </a:moveTo>
                  <a:lnTo>
                    <a:pt x="210" y="95"/>
                  </a:lnTo>
                  <a:lnTo>
                    <a:pt x="224" y="114"/>
                  </a:lnTo>
                  <a:lnTo>
                    <a:pt x="173" y="170"/>
                  </a:lnTo>
                  <a:lnTo>
                    <a:pt x="105" y="170"/>
                  </a:lnTo>
                  <a:lnTo>
                    <a:pt x="28" y="145"/>
                  </a:lnTo>
                  <a:lnTo>
                    <a:pt x="0" y="112"/>
                  </a:lnTo>
                  <a:lnTo>
                    <a:pt x="16" y="89"/>
                  </a:lnTo>
                  <a:lnTo>
                    <a:pt x="20" y="0"/>
                  </a:lnTo>
                  <a:lnTo>
                    <a:pt x="216" y="12"/>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sp>
        <p:nvSpPr>
          <p:cNvPr id="1825932" name="Oval 139"/>
          <p:cNvSpPr>
            <a:spLocks noChangeArrowheads="1"/>
          </p:cNvSpPr>
          <p:nvPr/>
        </p:nvSpPr>
        <p:spPr bwMode="auto">
          <a:xfrm>
            <a:off x="446088" y="5470525"/>
            <a:ext cx="287337" cy="103188"/>
          </a:xfrm>
          <a:prstGeom prst="ellipse">
            <a:avLst/>
          </a:prstGeom>
          <a:solidFill>
            <a:srgbClr val="606060"/>
          </a:solidFill>
          <a:ln w="3175">
            <a:solidFill>
              <a:srgbClr val="000000"/>
            </a:solidFill>
            <a:round/>
            <a:headEnd/>
            <a:tailEnd/>
          </a:ln>
        </p:spPr>
        <p:txBody>
          <a:bodyPr/>
          <a:lstStyle/>
          <a:p>
            <a:endParaRPr lang="zh-CN" altLang="en-US" b="1">
              <a:solidFill>
                <a:srgbClr val="000099"/>
              </a:solidFill>
              <a:ea typeface="宋体" panose="02010600030101010101" pitchFamily="2" charset="-122"/>
            </a:endParaRPr>
          </a:p>
        </p:txBody>
      </p:sp>
      <p:sp>
        <p:nvSpPr>
          <p:cNvPr id="1825933" name="Rectangle 140"/>
          <p:cNvSpPr>
            <a:spLocks noChangeArrowheads="1"/>
          </p:cNvSpPr>
          <p:nvPr/>
        </p:nvSpPr>
        <p:spPr bwMode="auto">
          <a:xfrm>
            <a:off x="550863" y="5265738"/>
            <a:ext cx="76200" cy="234950"/>
          </a:xfrm>
          <a:prstGeom prst="rect">
            <a:avLst/>
          </a:prstGeom>
          <a:solidFill>
            <a:srgbClr val="606060"/>
          </a:solidFill>
          <a:ln w="3175">
            <a:solidFill>
              <a:srgbClr val="000000"/>
            </a:solidFill>
            <a:miter lim="800000"/>
            <a:headEnd/>
            <a:tailEnd/>
          </a:ln>
        </p:spPr>
        <p:txBody>
          <a:bodyPr/>
          <a:lstStyle/>
          <a:p>
            <a:endParaRPr lang="zh-CN" altLang="en-US" b="1">
              <a:solidFill>
                <a:srgbClr val="000099"/>
              </a:solidFill>
              <a:ea typeface="宋体" panose="02010600030101010101" pitchFamily="2" charset="-122"/>
            </a:endParaRPr>
          </a:p>
        </p:txBody>
      </p:sp>
      <p:grpSp>
        <p:nvGrpSpPr>
          <p:cNvPr id="1825934" name="Group 141"/>
          <p:cNvGrpSpPr>
            <a:grpSpLocks/>
          </p:cNvGrpSpPr>
          <p:nvPr/>
        </p:nvGrpSpPr>
        <p:grpSpPr bwMode="auto">
          <a:xfrm>
            <a:off x="419100" y="5176838"/>
            <a:ext cx="379413" cy="122237"/>
            <a:chOff x="182" y="2151"/>
            <a:chExt cx="221" cy="77"/>
          </a:xfrm>
        </p:grpSpPr>
        <p:sp>
          <p:nvSpPr>
            <p:cNvPr id="1825935" name="Freeform 142"/>
            <p:cNvSpPr>
              <a:spLocks noChangeArrowheads="1"/>
            </p:cNvSpPr>
            <p:nvPr/>
          </p:nvSpPr>
          <p:spPr bwMode="auto">
            <a:xfrm>
              <a:off x="182" y="2151"/>
              <a:ext cx="221" cy="77"/>
            </a:xfrm>
            <a:custGeom>
              <a:avLst/>
              <a:gdLst>
                <a:gd name="T0" fmla="*/ 1106 w 1106"/>
                <a:gd name="T1" fmla="*/ 202 h 386"/>
                <a:gd name="T2" fmla="*/ 1099 w 1106"/>
                <a:gd name="T3" fmla="*/ 321 h 386"/>
                <a:gd name="T4" fmla="*/ 735 w 1106"/>
                <a:gd name="T5" fmla="*/ 386 h 386"/>
                <a:gd name="T6" fmla="*/ 334 w 1106"/>
                <a:gd name="T7" fmla="*/ 386 h 386"/>
                <a:gd name="T8" fmla="*/ 19 w 1106"/>
                <a:gd name="T9" fmla="*/ 288 h 386"/>
                <a:gd name="T10" fmla="*/ 0 w 1106"/>
                <a:gd name="T11" fmla="*/ 10 h 386"/>
                <a:gd name="T12" fmla="*/ 625 w 1106"/>
                <a:gd name="T13" fmla="*/ 0 h 386"/>
                <a:gd name="T14" fmla="*/ 1106 w 1106"/>
                <a:gd name="T15" fmla="*/ 202 h 38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06" h="386">
                  <a:moveTo>
                    <a:pt x="1106" y="202"/>
                  </a:moveTo>
                  <a:lnTo>
                    <a:pt x="1099" y="321"/>
                  </a:lnTo>
                  <a:lnTo>
                    <a:pt x="735" y="386"/>
                  </a:lnTo>
                  <a:lnTo>
                    <a:pt x="334" y="386"/>
                  </a:lnTo>
                  <a:lnTo>
                    <a:pt x="19" y="288"/>
                  </a:lnTo>
                  <a:lnTo>
                    <a:pt x="0" y="10"/>
                  </a:lnTo>
                  <a:lnTo>
                    <a:pt x="625" y="0"/>
                  </a:lnTo>
                  <a:lnTo>
                    <a:pt x="1106" y="202"/>
                  </a:lnTo>
                  <a:close/>
                </a:path>
              </a:pathLst>
            </a:custGeom>
            <a:solidFill>
              <a:srgbClr val="404040"/>
            </a:solidFill>
            <a:ln w="3175">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1825936" name="Freeform 143"/>
            <p:cNvSpPr>
              <a:spLocks noChangeArrowheads="1"/>
            </p:cNvSpPr>
            <p:nvPr/>
          </p:nvSpPr>
          <p:spPr bwMode="auto">
            <a:xfrm>
              <a:off x="187" y="2180"/>
              <a:ext cx="211" cy="45"/>
            </a:xfrm>
            <a:custGeom>
              <a:avLst/>
              <a:gdLst>
                <a:gd name="T0" fmla="*/ 1055 w 1055"/>
                <a:gd name="T1" fmla="*/ 75 h 221"/>
                <a:gd name="T2" fmla="*/ 1049 w 1055"/>
                <a:gd name="T3" fmla="*/ 162 h 221"/>
                <a:gd name="T4" fmla="*/ 721 w 1055"/>
                <a:gd name="T5" fmla="*/ 221 h 221"/>
                <a:gd name="T6" fmla="*/ 296 w 1055"/>
                <a:gd name="T7" fmla="*/ 221 h 221"/>
                <a:gd name="T8" fmla="*/ 0 w 1055"/>
                <a:gd name="T9" fmla="*/ 119 h 221"/>
                <a:gd name="T10" fmla="*/ 0 w 1055"/>
                <a:gd name="T11" fmla="*/ 0 h 221"/>
                <a:gd name="T12" fmla="*/ 283 w 1055"/>
                <a:gd name="T13" fmla="*/ 119 h 221"/>
                <a:gd name="T14" fmla="*/ 716 w 1055"/>
                <a:gd name="T15" fmla="*/ 124 h 221"/>
                <a:gd name="T16" fmla="*/ 1055 w 1055"/>
                <a:gd name="T17" fmla="*/ 75 h 2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55" h="221">
                  <a:moveTo>
                    <a:pt x="1055" y="75"/>
                  </a:moveTo>
                  <a:lnTo>
                    <a:pt x="1049" y="162"/>
                  </a:lnTo>
                  <a:lnTo>
                    <a:pt x="721" y="221"/>
                  </a:lnTo>
                  <a:lnTo>
                    <a:pt x="296" y="221"/>
                  </a:lnTo>
                  <a:lnTo>
                    <a:pt x="0" y="119"/>
                  </a:lnTo>
                  <a:lnTo>
                    <a:pt x="0" y="0"/>
                  </a:lnTo>
                  <a:lnTo>
                    <a:pt x="283" y="119"/>
                  </a:lnTo>
                  <a:lnTo>
                    <a:pt x="716" y="124"/>
                  </a:lnTo>
                  <a:lnTo>
                    <a:pt x="1055" y="75"/>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sp>
        <p:nvSpPr>
          <p:cNvPr id="1825937" name="Freeform 144"/>
          <p:cNvSpPr>
            <a:spLocks noChangeArrowheads="1"/>
          </p:cNvSpPr>
          <p:nvPr/>
        </p:nvSpPr>
        <p:spPr bwMode="auto">
          <a:xfrm>
            <a:off x="406400" y="5048250"/>
            <a:ext cx="519113" cy="444500"/>
          </a:xfrm>
          <a:custGeom>
            <a:avLst/>
            <a:gdLst>
              <a:gd name="T0" fmla="*/ 1501 w 1507"/>
              <a:gd name="T1" fmla="*/ 789 h 1401"/>
              <a:gd name="T2" fmla="*/ 1493 w 1507"/>
              <a:gd name="T3" fmla="*/ 649 h 1401"/>
              <a:gd name="T4" fmla="*/ 1495 w 1507"/>
              <a:gd name="T5" fmla="*/ 499 h 1401"/>
              <a:gd name="T6" fmla="*/ 1489 w 1507"/>
              <a:gd name="T7" fmla="*/ 385 h 1401"/>
              <a:gd name="T8" fmla="*/ 1424 w 1507"/>
              <a:gd name="T9" fmla="*/ 317 h 1401"/>
              <a:gd name="T10" fmla="*/ 1345 w 1507"/>
              <a:gd name="T11" fmla="*/ 278 h 1401"/>
              <a:gd name="T12" fmla="*/ 1166 w 1507"/>
              <a:gd name="T13" fmla="*/ 213 h 1401"/>
              <a:gd name="T14" fmla="*/ 903 w 1507"/>
              <a:gd name="T15" fmla="*/ 149 h 1401"/>
              <a:gd name="T16" fmla="*/ 852 w 1507"/>
              <a:gd name="T17" fmla="*/ 144 h 1401"/>
              <a:gd name="T18" fmla="*/ 817 w 1507"/>
              <a:gd name="T19" fmla="*/ 149 h 1401"/>
              <a:gd name="T20" fmla="*/ 809 w 1507"/>
              <a:gd name="T21" fmla="*/ 135 h 1401"/>
              <a:gd name="T22" fmla="*/ 794 w 1507"/>
              <a:gd name="T23" fmla="*/ 122 h 1401"/>
              <a:gd name="T24" fmla="*/ 777 w 1507"/>
              <a:gd name="T25" fmla="*/ 125 h 1401"/>
              <a:gd name="T26" fmla="*/ 754 w 1507"/>
              <a:gd name="T27" fmla="*/ 126 h 1401"/>
              <a:gd name="T28" fmla="*/ 745 w 1507"/>
              <a:gd name="T29" fmla="*/ 100 h 1401"/>
              <a:gd name="T30" fmla="*/ 726 w 1507"/>
              <a:gd name="T31" fmla="*/ 85 h 1401"/>
              <a:gd name="T32" fmla="*/ 704 w 1507"/>
              <a:gd name="T33" fmla="*/ 82 h 1401"/>
              <a:gd name="T34" fmla="*/ 678 w 1507"/>
              <a:gd name="T35" fmla="*/ 82 h 1401"/>
              <a:gd name="T36" fmla="*/ 681 w 1507"/>
              <a:gd name="T37" fmla="*/ 59 h 1401"/>
              <a:gd name="T38" fmla="*/ 651 w 1507"/>
              <a:gd name="T39" fmla="*/ 0 h 1401"/>
              <a:gd name="T40" fmla="*/ 37 w 1507"/>
              <a:gd name="T41" fmla="*/ 16 h 1401"/>
              <a:gd name="T42" fmla="*/ 39 w 1507"/>
              <a:gd name="T43" fmla="*/ 79 h 1401"/>
              <a:gd name="T44" fmla="*/ 28 w 1507"/>
              <a:gd name="T45" fmla="*/ 135 h 1401"/>
              <a:gd name="T46" fmla="*/ 18 w 1507"/>
              <a:gd name="T47" fmla="*/ 175 h 1401"/>
              <a:gd name="T48" fmla="*/ 8 w 1507"/>
              <a:gd name="T49" fmla="*/ 225 h 1401"/>
              <a:gd name="T50" fmla="*/ 0 w 1507"/>
              <a:gd name="T51" fmla="*/ 306 h 1401"/>
              <a:gd name="T52" fmla="*/ 9 w 1507"/>
              <a:gd name="T53" fmla="*/ 354 h 1401"/>
              <a:gd name="T54" fmla="*/ 28 w 1507"/>
              <a:gd name="T55" fmla="*/ 399 h 1401"/>
              <a:gd name="T56" fmla="*/ 49 w 1507"/>
              <a:gd name="T57" fmla="*/ 438 h 1401"/>
              <a:gd name="T58" fmla="*/ 78 w 1507"/>
              <a:gd name="T59" fmla="*/ 451 h 1401"/>
              <a:gd name="T60" fmla="*/ 122 w 1507"/>
              <a:gd name="T61" fmla="*/ 464 h 1401"/>
              <a:gd name="T62" fmla="*/ 180 w 1507"/>
              <a:gd name="T63" fmla="*/ 483 h 1401"/>
              <a:gd name="T64" fmla="*/ 208 w 1507"/>
              <a:gd name="T65" fmla="*/ 514 h 1401"/>
              <a:gd name="T66" fmla="*/ 240 w 1507"/>
              <a:gd name="T67" fmla="*/ 541 h 1401"/>
              <a:gd name="T68" fmla="*/ 289 w 1507"/>
              <a:gd name="T69" fmla="*/ 564 h 1401"/>
              <a:gd name="T70" fmla="*/ 348 w 1507"/>
              <a:gd name="T71" fmla="*/ 582 h 1401"/>
              <a:gd name="T72" fmla="*/ 441 w 1507"/>
              <a:gd name="T73" fmla="*/ 594 h 1401"/>
              <a:gd name="T74" fmla="*/ 520 w 1507"/>
              <a:gd name="T75" fmla="*/ 594 h 1401"/>
              <a:gd name="T76" fmla="*/ 581 w 1507"/>
              <a:gd name="T77" fmla="*/ 587 h 1401"/>
              <a:gd name="T78" fmla="*/ 637 w 1507"/>
              <a:gd name="T79" fmla="*/ 582 h 1401"/>
              <a:gd name="T80" fmla="*/ 678 w 1507"/>
              <a:gd name="T81" fmla="*/ 604 h 1401"/>
              <a:gd name="T82" fmla="*/ 758 w 1507"/>
              <a:gd name="T83" fmla="*/ 600 h 1401"/>
              <a:gd name="T84" fmla="*/ 1078 w 1507"/>
              <a:gd name="T85" fmla="*/ 645 h 1401"/>
              <a:gd name="T86" fmla="*/ 1165 w 1507"/>
              <a:gd name="T87" fmla="*/ 655 h 1401"/>
              <a:gd name="T88" fmla="*/ 1133 w 1507"/>
              <a:gd name="T89" fmla="*/ 845 h 1401"/>
              <a:gd name="T90" fmla="*/ 1130 w 1507"/>
              <a:gd name="T91" fmla="*/ 942 h 1401"/>
              <a:gd name="T92" fmla="*/ 1149 w 1507"/>
              <a:gd name="T93" fmla="*/ 1066 h 1401"/>
              <a:gd name="T94" fmla="*/ 1169 w 1507"/>
              <a:gd name="T95" fmla="*/ 1212 h 1401"/>
              <a:gd name="T96" fmla="*/ 1169 w 1507"/>
              <a:gd name="T97" fmla="*/ 1363 h 1401"/>
              <a:gd name="T98" fmla="*/ 1244 w 1507"/>
              <a:gd name="T99" fmla="*/ 1385 h 1401"/>
              <a:gd name="T100" fmla="*/ 1339 w 1507"/>
              <a:gd name="T101" fmla="*/ 1395 h 1401"/>
              <a:gd name="T102" fmla="*/ 1420 w 1507"/>
              <a:gd name="T103" fmla="*/ 1401 h 1401"/>
              <a:gd name="T104" fmla="*/ 1507 w 1507"/>
              <a:gd name="T105" fmla="*/ 1391 h 1401"/>
              <a:gd name="T106" fmla="*/ 1501 w 1507"/>
              <a:gd name="T107" fmla="*/ 1252 h 1401"/>
              <a:gd name="T108" fmla="*/ 1501 w 1507"/>
              <a:gd name="T109" fmla="*/ 1024 h 1401"/>
              <a:gd name="T110" fmla="*/ 1501 w 1507"/>
              <a:gd name="T111" fmla="*/ 824 h 1401"/>
              <a:gd name="T112" fmla="*/ 1501 w 1507"/>
              <a:gd name="T113" fmla="*/ 789 h 14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507" h="1401">
                <a:moveTo>
                  <a:pt x="1501" y="789"/>
                </a:moveTo>
                <a:lnTo>
                  <a:pt x="1493" y="649"/>
                </a:lnTo>
                <a:lnTo>
                  <a:pt x="1495" y="499"/>
                </a:lnTo>
                <a:lnTo>
                  <a:pt x="1489" y="385"/>
                </a:lnTo>
                <a:lnTo>
                  <a:pt x="1424" y="317"/>
                </a:lnTo>
                <a:lnTo>
                  <a:pt x="1345" y="278"/>
                </a:lnTo>
                <a:lnTo>
                  <a:pt x="1166" y="213"/>
                </a:lnTo>
                <a:lnTo>
                  <a:pt x="903" y="149"/>
                </a:lnTo>
                <a:lnTo>
                  <a:pt x="852" y="144"/>
                </a:lnTo>
                <a:lnTo>
                  <a:pt x="817" y="149"/>
                </a:lnTo>
                <a:lnTo>
                  <a:pt x="809" y="135"/>
                </a:lnTo>
                <a:lnTo>
                  <a:pt x="794" y="122"/>
                </a:lnTo>
                <a:lnTo>
                  <a:pt x="777" y="125"/>
                </a:lnTo>
                <a:lnTo>
                  <a:pt x="754" y="126"/>
                </a:lnTo>
                <a:lnTo>
                  <a:pt x="745" y="100"/>
                </a:lnTo>
                <a:lnTo>
                  <a:pt x="726" y="85"/>
                </a:lnTo>
                <a:lnTo>
                  <a:pt x="704" y="82"/>
                </a:lnTo>
                <a:lnTo>
                  <a:pt x="678" y="82"/>
                </a:lnTo>
                <a:lnTo>
                  <a:pt x="681" y="59"/>
                </a:lnTo>
                <a:lnTo>
                  <a:pt x="651" y="0"/>
                </a:lnTo>
                <a:lnTo>
                  <a:pt x="37" y="16"/>
                </a:lnTo>
                <a:lnTo>
                  <a:pt x="39" y="79"/>
                </a:lnTo>
                <a:lnTo>
                  <a:pt x="28" y="135"/>
                </a:lnTo>
                <a:lnTo>
                  <a:pt x="18" y="175"/>
                </a:lnTo>
                <a:lnTo>
                  <a:pt x="8" y="225"/>
                </a:lnTo>
                <a:lnTo>
                  <a:pt x="0" y="306"/>
                </a:lnTo>
                <a:lnTo>
                  <a:pt x="9" y="354"/>
                </a:lnTo>
                <a:lnTo>
                  <a:pt x="28" y="399"/>
                </a:lnTo>
                <a:lnTo>
                  <a:pt x="49" y="438"/>
                </a:lnTo>
                <a:lnTo>
                  <a:pt x="78" y="451"/>
                </a:lnTo>
                <a:lnTo>
                  <a:pt x="122" y="464"/>
                </a:lnTo>
                <a:lnTo>
                  <a:pt x="180" y="483"/>
                </a:lnTo>
                <a:lnTo>
                  <a:pt x="208" y="514"/>
                </a:lnTo>
                <a:lnTo>
                  <a:pt x="240" y="541"/>
                </a:lnTo>
                <a:lnTo>
                  <a:pt x="289" y="564"/>
                </a:lnTo>
                <a:lnTo>
                  <a:pt x="348" y="582"/>
                </a:lnTo>
                <a:lnTo>
                  <a:pt x="441" y="594"/>
                </a:lnTo>
                <a:lnTo>
                  <a:pt x="520" y="594"/>
                </a:lnTo>
                <a:lnTo>
                  <a:pt x="581" y="587"/>
                </a:lnTo>
                <a:lnTo>
                  <a:pt x="637" y="582"/>
                </a:lnTo>
                <a:lnTo>
                  <a:pt x="678" y="604"/>
                </a:lnTo>
                <a:lnTo>
                  <a:pt x="758" y="600"/>
                </a:lnTo>
                <a:lnTo>
                  <a:pt x="1078" y="645"/>
                </a:lnTo>
                <a:lnTo>
                  <a:pt x="1165" y="655"/>
                </a:lnTo>
                <a:lnTo>
                  <a:pt x="1133" y="845"/>
                </a:lnTo>
                <a:lnTo>
                  <a:pt x="1130" y="942"/>
                </a:lnTo>
                <a:lnTo>
                  <a:pt x="1149" y="1066"/>
                </a:lnTo>
                <a:lnTo>
                  <a:pt x="1169" y="1212"/>
                </a:lnTo>
                <a:lnTo>
                  <a:pt x="1169" y="1363"/>
                </a:lnTo>
                <a:lnTo>
                  <a:pt x="1244" y="1385"/>
                </a:lnTo>
                <a:lnTo>
                  <a:pt x="1339" y="1395"/>
                </a:lnTo>
                <a:lnTo>
                  <a:pt x="1420" y="1401"/>
                </a:lnTo>
                <a:lnTo>
                  <a:pt x="1507" y="1391"/>
                </a:lnTo>
                <a:lnTo>
                  <a:pt x="1501" y="1252"/>
                </a:lnTo>
                <a:lnTo>
                  <a:pt x="1501" y="1024"/>
                </a:lnTo>
                <a:lnTo>
                  <a:pt x="1501" y="824"/>
                </a:lnTo>
                <a:lnTo>
                  <a:pt x="1501" y="789"/>
                </a:lnTo>
                <a:close/>
              </a:path>
            </a:pathLst>
          </a:custGeom>
          <a:solidFill>
            <a:srgbClr val="606060"/>
          </a:solidFill>
          <a:ln w="3175">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1825938" name="Freeform 145"/>
          <p:cNvSpPr>
            <a:spLocks noChangeArrowheads="1"/>
          </p:cNvSpPr>
          <p:nvPr/>
        </p:nvSpPr>
        <p:spPr bwMode="auto">
          <a:xfrm>
            <a:off x="414338" y="5065713"/>
            <a:ext cx="506412" cy="420687"/>
          </a:xfrm>
          <a:custGeom>
            <a:avLst/>
            <a:gdLst>
              <a:gd name="T0" fmla="*/ 46 w 1473"/>
              <a:gd name="T1" fmla="*/ 66 h 1324"/>
              <a:gd name="T2" fmla="*/ 10 w 1473"/>
              <a:gd name="T3" fmla="*/ 144 h 1324"/>
              <a:gd name="T4" fmla="*/ 39 w 1473"/>
              <a:gd name="T5" fmla="*/ 367 h 1324"/>
              <a:gd name="T6" fmla="*/ 120 w 1473"/>
              <a:gd name="T7" fmla="*/ 367 h 1324"/>
              <a:gd name="T8" fmla="*/ 211 w 1473"/>
              <a:gd name="T9" fmla="*/ 449 h 1324"/>
              <a:gd name="T10" fmla="*/ 421 w 1473"/>
              <a:gd name="T11" fmla="*/ 504 h 1324"/>
              <a:gd name="T12" fmla="*/ 620 w 1473"/>
              <a:gd name="T13" fmla="*/ 504 h 1324"/>
              <a:gd name="T14" fmla="*/ 546 w 1473"/>
              <a:gd name="T15" fmla="*/ 423 h 1324"/>
              <a:gd name="T16" fmla="*/ 641 w 1473"/>
              <a:gd name="T17" fmla="*/ 501 h 1324"/>
              <a:gd name="T18" fmla="*/ 737 w 1473"/>
              <a:gd name="T19" fmla="*/ 520 h 1324"/>
              <a:gd name="T20" fmla="*/ 672 w 1473"/>
              <a:gd name="T21" fmla="*/ 469 h 1324"/>
              <a:gd name="T22" fmla="*/ 776 w 1473"/>
              <a:gd name="T23" fmla="*/ 527 h 1324"/>
              <a:gd name="T24" fmla="*/ 1114 w 1473"/>
              <a:gd name="T25" fmla="*/ 572 h 1324"/>
              <a:gd name="T26" fmla="*/ 1122 w 1473"/>
              <a:gd name="T27" fmla="*/ 833 h 1324"/>
              <a:gd name="T28" fmla="*/ 1159 w 1473"/>
              <a:gd name="T29" fmla="*/ 1288 h 1324"/>
              <a:gd name="T30" fmla="*/ 1360 w 1473"/>
              <a:gd name="T31" fmla="*/ 1324 h 1324"/>
              <a:gd name="T32" fmla="*/ 1468 w 1473"/>
              <a:gd name="T33" fmla="*/ 998 h 1324"/>
              <a:gd name="T34" fmla="*/ 1451 w 1473"/>
              <a:gd name="T35" fmla="*/ 579 h 1324"/>
              <a:gd name="T36" fmla="*/ 1455 w 1473"/>
              <a:gd name="T37" fmla="*/ 381 h 1324"/>
              <a:gd name="T38" fmla="*/ 1355 w 1473"/>
              <a:gd name="T39" fmla="*/ 261 h 1324"/>
              <a:gd name="T40" fmla="*/ 1057 w 1473"/>
              <a:gd name="T41" fmla="*/ 150 h 1324"/>
              <a:gd name="T42" fmla="*/ 809 w 1473"/>
              <a:gd name="T43" fmla="*/ 98 h 1324"/>
              <a:gd name="T44" fmla="*/ 662 w 1473"/>
              <a:gd name="T45" fmla="*/ 205 h 1324"/>
              <a:gd name="T46" fmla="*/ 767 w 1473"/>
              <a:gd name="T47" fmla="*/ 131 h 1324"/>
              <a:gd name="T48" fmla="*/ 776 w 1473"/>
              <a:gd name="T49" fmla="*/ 79 h 1324"/>
              <a:gd name="T50" fmla="*/ 725 w 1473"/>
              <a:gd name="T51" fmla="*/ 98 h 1324"/>
              <a:gd name="T52" fmla="*/ 656 w 1473"/>
              <a:gd name="T53" fmla="*/ 137 h 1324"/>
              <a:gd name="T54" fmla="*/ 722 w 1473"/>
              <a:gd name="T55" fmla="*/ 68 h 1324"/>
              <a:gd name="T56" fmla="*/ 669 w 1473"/>
              <a:gd name="T57" fmla="*/ 36 h 1324"/>
              <a:gd name="T58" fmla="*/ 569 w 1473"/>
              <a:gd name="T59" fmla="*/ 112 h 1324"/>
              <a:gd name="T60" fmla="*/ 646 w 1473"/>
              <a:gd name="T61" fmla="*/ 20 h 1324"/>
              <a:gd name="T62" fmla="*/ 597 w 1473"/>
              <a:gd name="T63" fmla="*/ 7 h 1324"/>
              <a:gd name="T64" fmla="*/ 523 w 1473"/>
              <a:gd name="T65" fmla="*/ 63 h 1324"/>
              <a:gd name="T66" fmla="*/ 386 w 1473"/>
              <a:gd name="T67" fmla="*/ 40 h 1324"/>
              <a:gd name="T68" fmla="*/ 345 w 1473"/>
              <a:gd name="T69" fmla="*/ 72 h 1324"/>
              <a:gd name="T70" fmla="*/ 211 w 1473"/>
              <a:gd name="T71" fmla="*/ 95 h 1324"/>
              <a:gd name="T72" fmla="*/ 185 w 1473"/>
              <a:gd name="T73" fmla="*/ 45 h 1324"/>
              <a:gd name="T74" fmla="*/ 130 w 1473"/>
              <a:gd name="T75" fmla="*/ 91 h 1324"/>
              <a:gd name="T76" fmla="*/ 72 w 1473"/>
              <a:gd name="T77" fmla="*/ 40 h 13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473" h="1324">
                <a:moveTo>
                  <a:pt x="49" y="23"/>
                </a:moveTo>
                <a:lnTo>
                  <a:pt x="46" y="66"/>
                </a:lnTo>
                <a:lnTo>
                  <a:pt x="29" y="49"/>
                </a:lnTo>
                <a:lnTo>
                  <a:pt x="10" y="144"/>
                </a:lnTo>
                <a:lnTo>
                  <a:pt x="0" y="254"/>
                </a:lnTo>
                <a:lnTo>
                  <a:pt x="39" y="367"/>
                </a:lnTo>
                <a:lnTo>
                  <a:pt x="130" y="393"/>
                </a:lnTo>
                <a:lnTo>
                  <a:pt x="120" y="367"/>
                </a:lnTo>
                <a:lnTo>
                  <a:pt x="169" y="406"/>
                </a:lnTo>
                <a:lnTo>
                  <a:pt x="211" y="449"/>
                </a:lnTo>
                <a:lnTo>
                  <a:pt x="306" y="494"/>
                </a:lnTo>
                <a:lnTo>
                  <a:pt x="421" y="504"/>
                </a:lnTo>
                <a:lnTo>
                  <a:pt x="562" y="511"/>
                </a:lnTo>
                <a:lnTo>
                  <a:pt x="620" y="504"/>
                </a:lnTo>
                <a:lnTo>
                  <a:pt x="569" y="481"/>
                </a:lnTo>
                <a:lnTo>
                  <a:pt x="546" y="423"/>
                </a:lnTo>
                <a:lnTo>
                  <a:pt x="588" y="471"/>
                </a:lnTo>
                <a:lnTo>
                  <a:pt x="641" y="501"/>
                </a:lnTo>
                <a:lnTo>
                  <a:pt x="688" y="527"/>
                </a:lnTo>
                <a:lnTo>
                  <a:pt x="737" y="520"/>
                </a:lnTo>
                <a:lnTo>
                  <a:pt x="706" y="497"/>
                </a:lnTo>
                <a:lnTo>
                  <a:pt x="672" y="469"/>
                </a:lnTo>
                <a:lnTo>
                  <a:pt x="725" y="488"/>
                </a:lnTo>
                <a:lnTo>
                  <a:pt x="776" y="527"/>
                </a:lnTo>
                <a:lnTo>
                  <a:pt x="946" y="546"/>
                </a:lnTo>
                <a:lnTo>
                  <a:pt x="1114" y="572"/>
                </a:lnTo>
                <a:lnTo>
                  <a:pt x="1165" y="585"/>
                </a:lnTo>
                <a:lnTo>
                  <a:pt x="1122" y="833"/>
                </a:lnTo>
                <a:lnTo>
                  <a:pt x="1155" y="1063"/>
                </a:lnTo>
                <a:lnTo>
                  <a:pt x="1159" y="1288"/>
                </a:lnTo>
                <a:lnTo>
                  <a:pt x="1266" y="1310"/>
                </a:lnTo>
                <a:lnTo>
                  <a:pt x="1360" y="1324"/>
                </a:lnTo>
                <a:lnTo>
                  <a:pt x="1473" y="1321"/>
                </a:lnTo>
                <a:lnTo>
                  <a:pt x="1468" y="998"/>
                </a:lnTo>
                <a:lnTo>
                  <a:pt x="1468" y="729"/>
                </a:lnTo>
                <a:lnTo>
                  <a:pt x="1451" y="579"/>
                </a:lnTo>
                <a:lnTo>
                  <a:pt x="1465" y="485"/>
                </a:lnTo>
                <a:lnTo>
                  <a:pt x="1455" y="381"/>
                </a:lnTo>
                <a:lnTo>
                  <a:pt x="1436" y="314"/>
                </a:lnTo>
                <a:lnTo>
                  <a:pt x="1355" y="261"/>
                </a:lnTo>
                <a:lnTo>
                  <a:pt x="1253" y="215"/>
                </a:lnTo>
                <a:lnTo>
                  <a:pt x="1057" y="150"/>
                </a:lnTo>
                <a:lnTo>
                  <a:pt x="897" y="105"/>
                </a:lnTo>
                <a:lnTo>
                  <a:pt x="809" y="98"/>
                </a:lnTo>
                <a:lnTo>
                  <a:pt x="773" y="150"/>
                </a:lnTo>
                <a:lnTo>
                  <a:pt x="662" y="205"/>
                </a:lnTo>
                <a:lnTo>
                  <a:pt x="722" y="157"/>
                </a:lnTo>
                <a:lnTo>
                  <a:pt x="767" y="131"/>
                </a:lnTo>
                <a:lnTo>
                  <a:pt x="783" y="95"/>
                </a:lnTo>
                <a:lnTo>
                  <a:pt x="776" y="79"/>
                </a:lnTo>
                <a:lnTo>
                  <a:pt x="744" y="79"/>
                </a:lnTo>
                <a:lnTo>
                  <a:pt x="725" y="98"/>
                </a:lnTo>
                <a:lnTo>
                  <a:pt x="706" y="117"/>
                </a:lnTo>
                <a:lnTo>
                  <a:pt x="656" y="137"/>
                </a:lnTo>
                <a:lnTo>
                  <a:pt x="702" y="98"/>
                </a:lnTo>
                <a:lnTo>
                  <a:pt x="722" y="68"/>
                </a:lnTo>
                <a:lnTo>
                  <a:pt x="708" y="49"/>
                </a:lnTo>
                <a:lnTo>
                  <a:pt x="669" y="36"/>
                </a:lnTo>
                <a:lnTo>
                  <a:pt x="618" y="82"/>
                </a:lnTo>
                <a:lnTo>
                  <a:pt x="569" y="112"/>
                </a:lnTo>
                <a:lnTo>
                  <a:pt x="627" y="45"/>
                </a:lnTo>
                <a:lnTo>
                  <a:pt x="646" y="20"/>
                </a:lnTo>
                <a:lnTo>
                  <a:pt x="646" y="0"/>
                </a:lnTo>
                <a:lnTo>
                  <a:pt x="597" y="7"/>
                </a:lnTo>
                <a:lnTo>
                  <a:pt x="553" y="40"/>
                </a:lnTo>
                <a:lnTo>
                  <a:pt x="523" y="63"/>
                </a:lnTo>
                <a:lnTo>
                  <a:pt x="383" y="75"/>
                </a:lnTo>
                <a:lnTo>
                  <a:pt x="386" y="40"/>
                </a:lnTo>
                <a:lnTo>
                  <a:pt x="345" y="26"/>
                </a:lnTo>
                <a:lnTo>
                  <a:pt x="345" y="72"/>
                </a:lnTo>
                <a:lnTo>
                  <a:pt x="303" y="82"/>
                </a:lnTo>
                <a:lnTo>
                  <a:pt x="211" y="95"/>
                </a:lnTo>
                <a:lnTo>
                  <a:pt x="218" y="45"/>
                </a:lnTo>
                <a:lnTo>
                  <a:pt x="185" y="45"/>
                </a:lnTo>
                <a:lnTo>
                  <a:pt x="182" y="95"/>
                </a:lnTo>
                <a:lnTo>
                  <a:pt x="130" y="91"/>
                </a:lnTo>
                <a:lnTo>
                  <a:pt x="75" y="79"/>
                </a:lnTo>
                <a:lnTo>
                  <a:pt x="72" y="40"/>
                </a:lnTo>
                <a:lnTo>
                  <a:pt x="49" y="23"/>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825939" name="Freeform 146"/>
          <p:cNvSpPr>
            <a:spLocks noChangeArrowheads="1"/>
          </p:cNvSpPr>
          <p:nvPr/>
        </p:nvSpPr>
        <p:spPr bwMode="auto">
          <a:xfrm>
            <a:off x="484188" y="5135563"/>
            <a:ext cx="68262" cy="11112"/>
          </a:xfrm>
          <a:custGeom>
            <a:avLst/>
            <a:gdLst>
              <a:gd name="T0" fmla="*/ 0 w 199"/>
              <a:gd name="T1" fmla="*/ 0 h 33"/>
              <a:gd name="T2" fmla="*/ 93 w 199"/>
              <a:gd name="T3" fmla="*/ 33 h 33"/>
              <a:gd name="T4" fmla="*/ 199 w 199"/>
              <a:gd name="T5" fmla="*/ 25 h 33"/>
              <a:gd name="T6" fmla="*/ 0 w 199"/>
              <a:gd name="T7" fmla="*/ 0 h 33"/>
            </a:gdLst>
            <a:ahLst/>
            <a:cxnLst>
              <a:cxn ang="0">
                <a:pos x="T0" y="T1"/>
              </a:cxn>
              <a:cxn ang="0">
                <a:pos x="T2" y="T3"/>
              </a:cxn>
              <a:cxn ang="0">
                <a:pos x="T4" y="T5"/>
              </a:cxn>
              <a:cxn ang="0">
                <a:pos x="T6" y="T7"/>
              </a:cxn>
            </a:cxnLst>
            <a:rect l="0" t="0" r="r" b="b"/>
            <a:pathLst>
              <a:path w="199" h="33">
                <a:moveTo>
                  <a:pt x="0" y="0"/>
                </a:moveTo>
                <a:lnTo>
                  <a:pt x="93" y="33"/>
                </a:lnTo>
                <a:lnTo>
                  <a:pt x="199" y="2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825940" name="Freeform 147"/>
          <p:cNvSpPr>
            <a:spLocks noChangeArrowheads="1"/>
          </p:cNvSpPr>
          <p:nvPr/>
        </p:nvSpPr>
        <p:spPr bwMode="auto">
          <a:xfrm>
            <a:off x="415925" y="5118100"/>
            <a:ext cx="42863" cy="12700"/>
          </a:xfrm>
          <a:custGeom>
            <a:avLst/>
            <a:gdLst>
              <a:gd name="T0" fmla="*/ 0 w 122"/>
              <a:gd name="T1" fmla="*/ 0 h 40"/>
              <a:gd name="T2" fmla="*/ 32 w 122"/>
              <a:gd name="T3" fmla="*/ 25 h 40"/>
              <a:gd name="T4" fmla="*/ 122 w 122"/>
              <a:gd name="T5" fmla="*/ 38 h 40"/>
              <a:gd name="T6" fmla="*/ 30 w 122"/>
              <a:gd name="T7" fmla="*/ 40 h 40"/>
              <a:gd name="T8" fmla="*/ 0 w 122"/>
              <a:gd name="T9" fmla="*/ 0 h 40"/>
            </a:gdLst>
            <a:ahLst/>
            <a:cxnLst>
              <a:cxn ang="0">
                <a:pos x="T0" y="T1"/>
              </a:cxn>
              <a:cxn ang="0">
                <a:pos x="T2" y="T3"/>
              </a:cxn>
              <a:cxn ang="0">
                <a:pos x="T4" y="T5"/>
              </a:cxn>
              <a:cxn ang="0">
                <a:pos x="T6" y="T7"/>
              </a:cxn>
              <a:cxn ang="0">
                <a:pos x="T8" y="T9"/>
              </a:cxn>
            </a:cxnLst>
            <a:rect l="0" t="0" r="r" b="b"/>
            <a:pathLst>
              <a:path w="122" h="40">
                <a:moveTo>
                  <a:pt x="0" y="0"/>
                </a:moveTo>
                <a:lnTo>
                  <a:pt x="32" y="25"/>
                </a:lnTo>
                <a:lnTo>
                  <a:pt x="122" y="38"/>
                </a:lnTo>
                <a:lnTo>
                  <a:pt x="30" y="40"/>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825941" name="Freeform 148"/>
          <p:cNvSpPr>
            <a:spLocks noChangeArrowheads="1"/>
          </p:cNvSpPr>
          <p:nvPr/>
        </p:nvSpPr>
        <p:spPr bwMode="auto">
          <a:xfrm>
            <a:off x="590550" y="5108575"/>
            <a:ext cx="65088" cy="31750"/>
          </a:xfrm>
          <a:custGeom>
            <a:avLst/>
            <a:gdLst>
              <a:gd name="T0" fmla="*/ 0 w 187"/>
              <a:gd name="T1" fmla="*/ 0 h 102"/>
              <a:gd name="T2" fmla="*/ 84 w 187"/>
              <a:gd name="T3" fmla="*/ 9 h 102"/>
              <a:gd name="T4" fmla="*/ 101 w 187"/>
              <a:gd name="T5" fmla="*/ 23 h 102"/>
              <a:gd name="T6" fmla="*/ 101 w 187"/>
              <a:gd name="T7" fmla="*/ 54 h 102"/>
              <a:gd name="T8" fmla="*/ 106 w 187"/>
              <a:gd name="T9" fmla="*/ 89 h 102"/>
              <a:gd name="T10" fmla="*/ 187 w 187"/>
              <a:gd name="T11" fmla="*/ 102 h 102"/>
              <a:gd name="T12" fmla="*/ 90 w 187"/>
              <a:gd name="T13" fmla="*/ 98 h 102"/>
              <a:gd name="T14" fmla="*/ 74 w 187"/>
              <a:gd name="T15" fmla="*/ 34 h 102"/>
              <a:gd name="T16" fmla="*/ 0 w 187"/>
              <a:gd name="T17" fmla="*/ 0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87" h="102">
                <a:moveTo>
                  <a:pt x="0" y="0"/>
                </a:moveTo>
                <a:lnTo>
                  <a:pt x="84" y="9"/>
                </a:lnTo>
                <a:lnTo>
                  <a:pt x="101" y="23"/>
                </a:lnTo>
                <a:lnTo>
                  <a:pt x="101" y="54"/>
                </a:lnTo>
                <a:lnTo>
                  <a:pt x="106" y="89"/>
                </a:lnTo>
                <a:lnTo>
                  <a:pt x="187" y="102"/>
                </a:lnTo>
                <a:lnTo>
                  <a:pt x="90" y="98"/>
                </a:lnTo>
                <a:lnTo>
                  <a:pt x="74"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825942" name="Freeform 149"/>
          <p:cNvSpPr>
            <a:spLocks noChangeArrowheads="1"/>
          </p:cNvSpPr>
          <p:nvPr/>
        </p:nvSpPr>
        <p:spPr bwMode="auto">
          <a:xfrm>
            <a:off x="655638" y="5181600"/>
            <a:ext cx="211137" cy="47625"/>
          </a:xfrm>
          <a:custGeom>
            <a:avLst/>
            <a:gdLst>
              <a:gd name="T0" fmla="*/ 0 w 609"/>
              <a:gd name="T1" fmla="*/ 0 h 150"/>
              <a:gd name="T2" fmla="*/ 154 w 609"/>
              <a:gd name="T3" fmla="*/ 7 h 150"/>
              <a:gd name="T4" fmla="*/ 313 w 609"/>
              <a:gd name="T5" fmla="*/ 44 h 150"/>
              <a:gd name="T6" fmla="*/ 431 w 609"/>
              <a:gd name="T7" fmla="*/ 51 h 150"/>
              <a:gd name="T8" fmla="*/ 527 w 609"/>
              <a:gd name="T9" fmla="*/ 71 h 150"/>
              <a:gd name="T10" fmla="*/ 563 w 609"/>
              <a:gd name="T11" fmla="*/ 122 h 150"/>
              <a:gd name="T12" fmla="*/ 609 w 609"/>
              <a:gd name="T13" fmla="*/ 150 h 150"/>
              <a:gd name="T14" fmla="*/ 563 w 609"/>
              <a:gd name="T15" fmla="*/ 141 h 150"/>
              <a:gd name="T16" fmla="*/ 521 w 609"/>
              <a:gd name="T17" fmla="*/ 84 h 150"/>
              <a:gd name="T18" fmla="*/ 392 w 609"/>
              <a:gd name="T19" fmla="*/ 58 h 150"/>
              <a:gd name="T20" fmla="*/ 313 w 609"/>
              <a:gd name="T21" fmla="*/ 58 h 150"/>
              <a:gd name="T22" fmla="*/ 252 w 609"/>
              <a:gd name="T23" fmla="*/ 44 h 150"/>
              <a:gd name="T24" fmla="*/ 146 w 609"/>
              <a:gd name="T25" fmla="*/ 17 h 150"/>
              <a:gd name="T26" fmla="*/ 0 w 609"/>
              <a:gd name="T27" fmla="*/ 0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09" h="150">
                <a:moveTo>
                  <a:pt x="0" y="0"/>
                </a:moveTo>
                <a:lnTo>
                  <a:pt x="154" y="7"/>
                </a:lnTo>
                <a:lnTo>
                  <a:pt x="313" y="44"/>
                </a:lnTo>
                <a:lnTo>
                  <a:pt x="431" y="51"/>
                </a:lnTo>
                <a:lnTo>
                  <a:pt x="527" y="71"/>
                </a:lnTo>
                <a:lnTo>
                  <a:pt x="563" y="122"/>
                </a:lnTo>
                <a:lnTo>
                  <a:pt x="609" y="150"/>
                </a:lnTo>
                <a:lnTo>
                  <a:pt x="563" y="141"/>
                </a:lnTo>
                <a:lnTo>
                  <a:pt x="521" y="84"/>
                </a:lnTo>
                <a:lnTo>
                  <a:pt x="392" y="58"/>
                </a:lnTo>
                <a:lnTo>
                  <a:pt x="313" y="58"/>
                </a:lnTo>
                <a:lnTo>
                  <a:pt x="252" y="44"/>
                </a:lnTo>
                <a:lnTo>
                  <a:pt x="146" y="17"/>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825943" name="Freeform 150"/>
          <p:cNvSpPr>
            <a:spLocks noChangeArrowheads="1"/>
          </p:cNvSpPr>
          <p:nvPr/>
        </p:nvSpPr>
        <p:spPr bwMode="auto">
          <a:xfrm>
            <a:off x="446088" y="4530725"/>
            <a:ext cx="182562" cy="184150"/>
          </a:xfrm>
          <a:custGeom>
            <a:avLst/>
            <a:gdLst>
              <a:gd name="T0" fmla="*/ 357 w 529"/>
              <a:gd name="T1" fmla="*/ 20 h 580"/>
              <a:gd name="T2" fmla="*/ 403 w 529"/>
              <a:gd name="T3" fmla="*/ 53 h 580"/>
              <a:gd name="T4" fmla="*/ 428 w 529"/>
              <a:gd name="T5" fmla="*/ 94 h 580"/>
              <a:gd name="T6" fmla="*/ 451 w 529"/>
              <a:gd name="T7" fmla="*/ 138 h 580"/>
              <a:gd name="T8" fmla="*/ 464 w 529"/>
              <a:gd name="T9" fmla="*/ 161 h 580"/>
              <a:gd name="T10" fmla="*/ 464 w 529"/>
              <a:gd name="T11" fmla="*/ 186 h 580"/>
              <a:gd name="T12" fmla="*/ 453 w 529"/>
              <a:gd name="T13" fmla="*/ 216 h 580"/>
              <a:gd name="T14" fmla="*/ 476 w 529"/>
              <a:gd name="T15" fmla="*/ 239 h 580"/>
              <a:gd name="T16" fmla="*/ 511 w 529"/>
              <a:gd name="T17" fmla="*/ 301 h 580"/>
              <a:gd name="T18" fmla="*/ 529 w 529"/>
              <a:gd name="T19" fmla="*/ 334 h 580"/>
              <a:gd name="T20" fmla="*/ 529 w 529"/>
              <a:gd name="T21" fmla="*/ 346 h 580"/>
              <a:gd name="T22" fmla="*/ 526 w 529"/>
              <a:gd name="T23" fmla="*/ 357 h 580"/>
              <a:gd name="T24" fmla="*/ 510 w 529"/>
              <a:gd name="T25" fmla="*/ 361 h 580"/>
              <a:gd name="T26" fmla="*/ 487 w 529"/>
              <a:gd name="T27" fmla="*/ 362 h 580"/>
              <a:gd name="T28" fmla="*/ 475 w 529"/>
              <a:gd name="T29" fmla="*/ 366 h 580"/>
              <a:gd name="T30" fmla="*/ 476 w 529"/>
              <a:gd name="T31" fmla="*/ 391 h 580"/>
              <a:gd name="T32" fmla="*/ 483 w 529"/>
              <a:gd name="T33" fmla="*/ 421 h 580"/>
              <a:gd name="T34" fmla="*/ 469 w 529"/>
              <a:gd name="T35" fmla="*/ 437 h 580"/>
              <a:gd name="T36" fmla="*/ 473 w 529"/>
              <a:gd name="T37" fmla="*/ 459 h 580"/>
              <a:gd name="T38" fmla="*/ 462 w 529"/>
              <a:gd name="T39" fmla="*/ 472 h 580"/>
              <a:gd name="T40" fmla="*/ 452 w 529"/>
              <a:gd name="T41" fmla="*/ 511 h 580"/>
              <a:gd name="T42" fmla="*/ 436 w 529"/>
              <a:gd name="T43" fmla="*/ 523 h 580"/>
              <a:gd name="T44" fmla="*/ 411 w 529"/>
              <a:gd name="T45" fmla="*/ 523 h 580"/>
              <a:gd name="T46" fmla="*/ 375 w 529"/>
              <a:gd name="T47" fmla="*/ 517 h 580"/>
              <a:gd name="T48" fmla="*/ 339 w 529"/>
              <a:gd name="T49" fmla="*/ 511 h 580"/>
              <a:gd name="T50" fmla="*/ 342 w 529"/>
              <a:gd name="T51" fmla="*/ 580 h 580"/>
              <a:gd name="T52" fmla="*/ 60 w 529"/>
              <a:gd name="T53" fmla="*/ 488 h 580"/>
              <a:gd name="T54" fmla="*/ 83 w 529"/>
              <a:gd name="T55" fmla="*/ 435 h 580"/>
              <a:gd name="T56" fmla="*/ 78 w 529"/>
              <a:gd name="T57" fmla="*/ 394 h 580"/>
              <a:gd name="T58" fmla="*/ 0 w 529"/>
              <a:gd name="T59" fmla="*/ 316 h 580"/>
              <a:gd name="T60" fmla="*/ 0 w 529"/>
              <a:gd name="T61" fmla="*/ 111 h 580"/>
              <a:gd name="T62" fmla="*/ 52 w 529"/>
              <a:gd name="T63" fmla="*/ 55 h 580"/>
              <a:gd name="T64" fmla="*/ 117 w 529"/>
              <a:gd name="T65" fmla="*/ 25 h 580"/>
              <a:gd name="T66" fmla="*/ 186 w 529"/>
              <a:gd name="T67" fmla="*/ 0 h 580"/>
              <a:gd name="T68" fmla="*/ 276 w 529"/>
              <a:gd name="T69" fmla="*/ 13 h 580"/>
              <a:gd name="T70" fmla="*/ 357 w 529"/>
              <a:gd name="T71" fmla="*/ 20 h 5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529" h="580">
                <a:moveTo>
                  <a:pt x="357" y="20"/>
                </a:moveTo>
                <a:lnTo>
                  <a:pt x="403" y="53"/>
                </a:lnTo>
                <a:lnTo>
                  <a:pt x="428" y="94"/>
                </a:lnTo>
                <a:lnTo>
                  <a:pt x="451" y="138"/>
                </a:lnTo>
                <a:lnTo>
                  <a:pt x="464" y="161"/>
                </a:lnTo>
                <a:lnTo>
                  <a:pt x="464" y="186"/>
                </a:lnTo>
                <a:lnTo>
                  <a:pt x="453" y="216"/>
                </a:lnTo>
                <a:lnTo>
                  <a:pt x="476" y="239"/>
                </a:lnTo>
                <a:lnTo>
                  <a:pt x="511" y="301"/>
                </a:lnTo>
                <a:lnTo>
                  <a:pt x="529" y="334"/>
                </a:lnTo>
                <a:lnTo>
                  <a:pt x="529" y="346"/>
                </a:lnTo>
                <a:lnTo>
                  <a:pt x="526" y="357"/>
                </a:lnTo>
                <a:lnTo>
                  <a:pt x="510" y="361"/>
                </a:lnTo>
                <a:lnTo>
                  <a:pt x="487" y="362"/>
                </a:lnTo>
                <a:lnTo>
                  <a:pt x="475" y="366"/>
                </a:lnTo>
                <a:lnTo>
                  <a:pt x="476" y="391"/>
                </a:lnTo>
                <a:lnTo>
                  <a:pt x="483" y="421"/>
                </a:lnTo>
                <a:lnTo>
                  <a:pt x="469" y="437"/>
                </a:lnTo>
                <a:lnTo>
                  <a:pt x="473" y="459"/>
                </a:lnTo>
                <a:lnTo>
                  <a:pt x="462" y="472"/>
                </a:lnTo>
                <a:lnTo>
                  <a:pt x="452" y="511"/>
                </a:lnTo>
                <a:lnTo>
                  <a:pt x="436" y="523"/>
                </a:lnTo>
                <a:lnTo>
                  <a:pt x="411" y="523"/>
                </a:lnTo>
                <a:lnTo>
                  <a:pt x="375" y="517"/>
                </a:lnTo>
                <a:lnTo>
                  <a:pt x="339" y="511"/>
                </a:lnTo>
                <a:lnTo>
                  <a:pt x="342" y="580"/>
                </a:lnTo>
                <a:lnTo>
                  <a:pt x="60" y="488"/>
                </a:lnTo>
                <a:lnTo>
                  <a:pt x="83" y="435"/>
                </a:lnTo>
                <a:lnTo>
                  <a:pt x="78" y="394"/>
                </a:lnTo>
                <a:lnTo>
                  <a:pt x="0" y="316"/>
                </a:lnTo>
                <a:lnTo>
                  <a:pt x="0" y="111"/>
                </a:lnTo>
                <a:lnTo>
                  <a:pt x="52" y="55"/>
                </a:lnTo>
                <a:lnTo>
                  <a:pt x="117" y="25"/>
                </a:lnTo>
                <a:lnTo>
                  <a:pt x="186" y="0"/>
                </a:lnTo>
                <a:lnTo>
                  <a:pt x="276" y="13"/>
                </a:lnTo>
                <a:lnTo>
                  <a:pt x="357" y="20"/>
                </a:lnTo>
                <a:close/>
              </a:path>
            </a:pathLst>
          </a:custGeom>
          <a:solidFill>
            <a:srgbClr val="FFC080"/>
          </a:solidFill>
          <a:ln w="3175">
            <a:solidFill>
              <a:srgbClr val="402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1825944" name="Freeform 151"/>
          <p:cNvSpPr>
            <a:spLocks noChangeArrowheads="1"/>
          </p:cNvSpPr>
          <p:nvPr/>
        </p:nvSpPr>
        <p:spPr bwMode="auto">
          <a:xfrm>
            <a:off x="608013" y="4641850"/>
            <a:ext cx="11112" cy="1588"/>
          </a:xfrm>
          <a:custGeom>
            <a:avLst/>
            <a:gdLst>
              <a:gd name="T0" fmla="*/ 30 w 30"/>
              <a:gd name="T1" fmla="*/ 2 h 6"/>
              <a:gd name="T2" fmla="*/ 23 w 30"/>
              <a:gd name="T3" fmla="*/ 6 h 6"/>
              <a:gd name="T4" fmla="*/ 8 w 30"/>
              <a:gd name="T5" fmla="*/ 5 h 6"/>
              <a:gd name="T6" fmla="*/ 2 w 30"/>
              <a:gd name="T7" fmla="*/ 6 h 6"/>
              <a:gd name="T8" fmla="*/ 0 w 30"/>
              <a:gd name="T9" fmla="*/ 1 h 6"/>
              <a:gd name="T10" fmla="*/ 9 w 30"/>
              <a:gd name="T11" fmla="*/ 0 h 6"/>
              <a:gd name="T12" fmla="*/ 30 w 30"/>
              <a:gd name="T13" fmla="*/ 2 h 6"/>
            </a:gdLst>
            <a:ahLst/>
            <a:cxnLst>
              <a:cxn ang="0">
                <a:pos x="T0" y="T1"/>
              </a:cxn>
              <a:cxn ang="0">
                <a:pos x="T2" y="T3"/>
              </a:cxn>
              <a:cxn ang="0">
                <a:pos x="T4" y="T5"/>
              </a:cxn>
              <a:cxn ang="0">
                <a:pos x="T6" y="T7"/>
              </a:cxn>
              <a:cxn ang="0">
                <a:pos x="T8" y="T9"/>
              </a:cxn>
              <a:cxn ang="0">
                <a:pos x="T10" y="T11"/>
              </a:cxn>
              <a:cxn ang="0">
                <a:pos x="T12" y="T13"/>
              </a:cxn>
            </a:cxnLst>
            <a:rect l="0" t="0" r="r" b="b"/>
            <a:pathLst>
              <a:path w="30" h="6">
                <a:moveTo>
                  <a:pt x="30" y="2"/>
                </a:moveTo>
                <a:lnTo>
                  <a:pt x="23" y="6"/>
                </a:lnTo>
                <a:lnTo>
                  <a:pt x="8" y="5"/>
                </a:lnTo>
                <a:lnTo>
                  <a:pt x="2" y="6"/>
                </a:lnTo>
                <a:lnTo>
                  <a:pt x="0" y="1"/>
                </a:lnTo>
                <a:lnTo>
                  <a:pt x="9" y="0"/>
                </a:lnTo>
                <a:lnTo>
                  <a:pt x="30" y="2"/>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825945" name="Freeform 152"/>
          <p:cNvSpPr>
            <a:spLocks noChangeArrowheads="1"/>
          </p:cNvSpPr>
          <p:nvPr/>
        </p:nvSpPr>
        <p:spPr bwMode="auto">
          <a:xfrm>
            <a:off x="604838" y="4635500"/>
            <a:ext cx="3175" cy="6350"/>
          </a:xfrm>
          <a:custGeom>
            <a:avLst/>
            <a:gdLst>
              <a:gd name="T0" fmla="*/ 11 w 11"/>
              <a:gd name="T1" fmla="*/ 0 h 22"/>
              <a:gd name="T2" fmla="*/ 3 w 11"/>
              <a:gd name="T3" fmla="*/ 6 h 22"/>
              <a:gd name="T4" fmla="*/ 3 w 11"/>
              <a:gd name="T5" fmla="*/ 12 h 22"/>
              <a:gd name="T6" fmla="*/ 2 w 11"/>
              <a:gd name="T7" fmla="*/ 22 h 22"/>
              <a:gd name="T8" fmla="*/ 0 w 11"/>
              <a:gd name="T9" fmla="*/ 8 h 22"/>
              <a:gd name="T10" fmla="*/ 0 w 11"/>
              <a:gd name="T11" fmla="*/ 1 h 22"/>
              <a:gd name="T12" fmla="*/ 11 w 11"/>
              <a:gd name="T13" fmla="*/ 0 h 22"/>
            </a:gdLst>
            <a:ahLst/>
            <a:cxnLst>
              <a:cxn ang="0">
                <a:pos x="T0" y="T1"/>
              </a:cxn>
              <a:cxn ang="0">
                <a:pos x="T2" y="T3"/>
              </a:cxn>
              <a:cxn ang="0">
                <a:pos x="T4" y="T5"/>
              </a:cxn>
              <a:cxn ang="0">
                <a:pos x="T6" y="T7"/>
              </a:cxn>
              <a:cxn ang="0">
                <a:pos x="T8" y="T9"/>
              </a:cxn>
              <a:cxn ang="0">
                <a:pos x="T10" y="T11"/>
              </a:cxn>
              <a:cxn ang="0">
                <a:pos x="T12" y="T13"/>
              </a:cxn>
            </a:cxnLst>
            <a:rect l="0" t="0" r="r" b="b"/>
            <a:pathLst>
              <a:path w="11" h="22">
                <a:moveTo>
                  <a:pt x="11" y="0"/>
                </a:moveTo>
                <a:lnTo>
                  <a:pt x="3" y="6"/>
                </a:lnTo>
                <a:lnTo>
                  <a:pt x="3" y="12"/>
                </a:lnTo>
                <a:lnTo>
                  <a:pt x="2" y="22"/>
                </a:lnTo>
                <a:lnTo>
                  <a:pt x="0" y="8"/>
                </a:lnTo>
                <a:lnTo>
                  <a:pt x="0" y="1"/>
                </a:lnTo>
                <a:lnTo>
                  <a:pt x="11"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825946" name="Freeform 153"/>
          <p:cNvSpPr>
            <a:spLocks noChangeArrowheads="1"/>
          </p:cNvSpPr>
          <p:nvPr/>
        </p:nvSpPr>
        <p:spPr bwMode="auto">
          <a:xfrm>
            <a:off x="595313" y="4613275"/>
            <a:ext cx="6350" cy="12700"/>
          </a:xfrm>
          <a:custGeom>
            <a:avLst/>
            <a:gdLst>
              <a:gd name="T0" fmla="*/ 0 w 13"/>
              <a:gd name="T1" fmla="*/ 0 h 42"/>
              <a:gd name="T2" fmla="*/ 9 w 13"/>
              <a:gd name="T3" fmla="*/ 24 h 42"/>
              <a:gd name="T4" fmla="*/ 13 w 13"/>
              <a:gd name="T5" fmla="*/ 42 h 42"/>
              <a:gd name="T6" fmla="*/ 6 w 13"/>
              <a:gd name="T7" fmla="*/ 30 h 42"/>
              <a:gd name="T8" fmla="*/ 0 w 13"/>
              <a:gd name="T9" fmla="*/ 0 h 42"/>
            </a:gdLst>
            <a:ahLst/>
            <a:cxnLst>
              <a:cxn ang="0">
                <a:pos x="T0" y="T1"/>
              </a:cxn>
              <a:cxn ang="0">
                <a:pos x="T2" y="T3"/>
              </a:cxn>
              <a:cxn ang="0">
                <a:pos x="T4" y="T5"/>
              </a:cxn>
              <a:cxn ang="0">
                <a:pos x="T6" y="T7"/>
              </a:cxn>
              <a:cxn ang="0">
                <a:pos x="T8" y="T9"/>
              </a:cxn>
            </a:cxnLst>
            <a:rect l="0" t="0" r="r" b="b"/>
            <a:pathLst>
              <a:path w="13" h="42">
                <a:moveTo>
                  <a:pt x="0" y="0"/>
                </a:moveTo>
                <a:lnTo>
                  <a:pt x="9" y="24"/>
                </a:lnTo>
                <a:lnTo>
                  <a:pt x="13" y="42"/>
                </a:lnTo>
                <a:lnTo>
                  <a:pt x="6" y="30"/>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825947" name="Freeform 154"/>
          <p:cNvSpPr>
            <a:spLocks noChangeArrowheads="1"/>
          </p:cNvSpPr>
          <p:nvPr/>
        </p:nvSpPr>
        <p:spPr bwMode="auto">
          <a:xfrm>
            <a:off x="577850" y="4598988"/>
            <a:ext cx="20638" cy="11112"/>
          </a:xfrm>
          <a:custGeom>
            <a:avLst/>
            <a:gdLst>
              <a:gd name="T0" fmla="*/ 56 w 56"/>
              <a:gd name="T1" fmla="*/ 0 h 36"/>
              <a:gd name="T2" fmla="*/ 45 w 56"/>
              <a:gd name="T3" fmla="*/ 20 h 36"/>
              <a:gd name="T4" fmla="*/ 47 w 56"/>
              <a:gd name="T5" fmla="*/ 26 h 36"/>
              <a:gd name="T6" fmla="*/ 47 w 56"/>
              <a:gd name="T7" fmla="*/ 29 h 36"/>
              <a:gd name="T8" fmla="*/ 51 w 56"/>
              <a:gd name="T9" fmla="*/ 36 h 36"/>
              <a:gd name="T10" fmla="*/ 43 w 56"/>
              <a:gd name="T11" fmla="*/ 24 h 36"/>
              <a:gd name="T12" fmla="*/ 32 w 56"/>
              <a:gd name="T13" fmla="*/ 24 h 36"/>
              <a:gd name="T14" fmla="*/ 20 w 56"/>
              <a:gd name="T15" fmla="*/ 20 h 36"/>
              <a:gd name="T16" fmla="*/ 0 w 56"/>
              <a:gd name="T17" fmla="*/ 19 h 36"/>
              <a:gd name="T18" fmla="*/ 20 w 56"/>
              <a:gd name="T19" fmla="*/ 7 h 36"/>
              <a:gd name="T20" fmla="*/ 56 w 56"/>
              <a:gd name="T21" fmla="*/ 0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6" h="36">
                <a:moveTo>
                  <a:pt x="56" y="0"/>
                </a:moveTo>
                <a:lnTo>
                  <a:pt x="45" y="20"/>
                </a:lnTo>
                <a:lnTo>
                  <a:pt x="47" y="26"/>
                </a:lnTo>
                <a:lnTo>
                  <a:pt x="47" y="29"/>
                </a:lnTo>
                <a:lnTo>
                  <a:pt x="51" y="36"/>
                </a:lnTo>
                <a:lnTo>
                  <a:pt x="43" y="24"/>
                </a:lnTo>
                <a:lnTo>
                  <a:pt x="32" y="24"/>
                </a:lnTo>
                <a:lnTo>
                  <a:pt x="20" y="20"/>
                </a:lnTo>
                <a:lnTo>
                  <a:pt x="0" y="19"/>
                </a:lnTo>
                <a:lnTo>
                  <a:pt x="20" y="7"/>
                </a:lnTo>
                <a:lnTo>
                  <a:pt x="56"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825948" name="Freeform 155"/>
          <p:cNvSpPr>
            <a:spLocks noChangeArrowheads="1"/>
          </p:cNvSpPr>
          <p:nvPr/>
        </p:nvSpPr>
        <p:spPr bwMode="auto">
          <a:xfrm>
            <a:off x="568325" y="4581525"/>
            <a:ext cx="34925" cy="11113"/>
          </a:xfrm>
          <a:custGeom>
            <a:avLst/>
            <a:gdLst>
              <a:gd name="T0" fmla="*/ 96 w 96"/>
              <a:gd name="T1" fmla="*/ 17 h 34"/>
              <a:gd name="T2" fmla="*/ 92 w 96"/>
              <a:gd name="T3" fmla="*/ 29 h 34"/>
              <a:gd name="T4" fmla="*/ 81 w 96"/>
              <a:gd name="T5" fmla="*/ 34 h 34"/>
              <a:gd name="T6" fmla="*/ 66 w 96"/>
              <a:gd name="T7" fmla="*/ 24 h 34"/>
              <a:gd name="T8" fmla="*/ 47 w 96"/>
              <a:gd name="T9" fmla="*/ 17 h 34"/>
              <a:gd name="T10" fmla="*/ 15 w 96"/>
              <a:gd name="T11" fmla="*/ 17 h 34"/>
              <a:gd name="T12" fmla="*/ 0 w 96"/>
              <a:gd name="T13" fmla="*/ 18 h 34"/>
              <a:gd name="T14" fmla="*/ 24 w 96"/>
              <a:gd name="T15" fmla="*/ 9 h 34"/>
              <a:gd name="T16" fmla="*/ 41 w 96"/>
              <a:gd name="T17" fmla="*/ 4 h 34"/>
              <a:gd name="T18" fmla="*/ 39 w 96"/>
              <a:gd name="T19" fmla="*/ 0 h 34"/>
              <a:gd name="T20" fmla="*/ 56 w 96"/>
              <a:gd name="T21" fmla="*/ 7 h 34"/>
              <a:gd name="T22" fmla="*/ 54 w 96"/>
              <a:gd name="T23" fmla="*/ 2 h 34"/>
              <a:gd name="T24" fmla="*/ 68 w 96"/>
              <a:gd name="T25" fmla="*/ 9 h 34"/>
              <a:gd name="T26" fmla="*/ 79 w 96"/>
              <a:gd name="T27" fmla="*/ 9 h 34"/>
              <a:gd name="T28" fmla="*/ 96 w 96"/>
              <a:gd name="T29" fmla="*/ 17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96" h="34">
                <a:moveTo>
                  <a:pt x="96" y="17"/>
                </a:moveTo>
                <a:lnTo>
                  <a:pt x="92" y="29"/>
                </a:lnTo>
                <a:lnTo>
                  <a:pt x="81" y="34"/>
                </a:lnTo>
                <a:lnTo>
                  <a:pt x="66" y="24"/>
                </a:lnTo>
                <a:lnTo>
                  <a:pt x="47" y="17"/>
                </a:lnTo>
                <a:lnTo>
                  <a:pt x="15" y="17"/>
                </a:lnTo>
                <a:lnTo>
                  <a:pt x="0" y="18"/>
                </a:lnTo>
                <a:lnTo>
                  <a:pt x="24" y="9"/>
                </a:lnTo>
                <a:lnTo>
                  <a:pt x="41" y="4"/>
                </a:lnTo>
                <a:lnTo>
                  <a:pt x="39" y="0"/>
                </a:lnTo>
                <a:lnTo>
                  <a:pt x="56" y="7"/>
                </a:lnTo>
                <a:lnTo>
                  <a:pt x="54" y="2"/>
                </a:lnTo>
                <a:lnTo>
                  <a:pt x="68" y="9"/>
                </a:lnTo>
                <a:lnTo>
                  <a:pt x="79" y="9"/>
                </a:lnTo>
                <a:lnTo>
                  <a:pt x="96" y="17"/>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825949" name="Freeform 156"/>
          <p:cNvSpPr>
            <a:spLocks noChangeArrowheads="1"/>
          </p:cNvSpPr>
          <p:nvPr/>
        </p:nvSpPr>
        <p:spPr bwMode="auto">
          <a:xfrm>
            <a:off x="508000" y="4597400"/>
            <a:ext cx="19050" cy="34925"/>
          </a:xfrm>
          <a:custGeom>
            <a:avLst/>
            <a:gdLst>
              <a:gd name="T0" fmla="*/ 56 w 56"/>
              <a:gd name="T1" fmla="*/ 21 h 113"/>
              <a:gd name="T2" fmla="*/ 39 w 56"/>
              <a:gd name="T3" fmla="*/ 8 h 113"/>
              <a:gd name="T4" fmla="*/ 19 w 56"/>
              <a:gd name="T5" fmla="*/ 11 h 113"/>
              <a:gd name="T6" fmla="*/ 8 w 56"/>
              <a:gd name="T7" fmla="*/ 29 h 113"/>
              <a:gd name="T8" fmla="*/ 6 w 56"/>
              <a:gd name="T9" fmla="*/ 55 h 113"/>
              <a:gd name="T10" fmla="*/ 8 w 56"/>
              <a:gd name="T11" fmla="*/ 75 h 113"/>
              <a:gd name="T12" fmla="*/ 15 w 56"/>
              <a:gd name="T13" fmla="*/ 91 h 113"/>
              <a:gd name="T14" fmla="*/ 24 w 56"/>
              <a:gd name="T15" fmla="*/ 66 h 113"/>
              <a:gd name="T16" fmla="*/ 35 w 56"/>
              <a:gd name="T17" fmla="*/ 52 h 113"/>
              <a:gd name="T18" fmla="*/ 53 w 56"/>
              <a:gd name="T19" fmla="*/ 42 h 113"/>
              <a:gd name="T20" fmla="*/ 38 w 56"/>
              <a:gd name="T21" fmla="*/ 62 h 113"/>
              <a:gd name="T22" fmla="*/ 22 w 56"/>
              <a:gd name="T23" fmla="*/ 79 h 113"/>
              <a:gd name="T24" fmla="*/ 21 w 56"/>
              <a:gd name="T25" fmla="*/ 95 h 113"/>
              <a:gd name="T26" fmla="*/ 28 w 56"/>
              <a:gd name="T27" fmla="*/ 110 h 113"/>
              <a:gd name="T28" fmla="*/ 37 w 56"/>
              <a:gd name="T29" fmla="*/ 113 h 113"/>
              <a:gd name="T30" fmla="*/ 14 w 56"/>
              <a:gd name="T31" fmla="*/ 107 h 113"/>
              <a:gd name="T32" fmla="*/ 2 w 56"/>
              <a:gd name="T33" fmla="*/ 83 h 113"/>
              <a:gd name="T34" fmla="*/ 0 w 56"/>
              <a:gd name="T35" fmla="*/ 52 h 113"/>
              <a:gd name="T36" fmla="*/ 2 w 56"/>
              <a:gd name="T37" fmla="*/ 24 h 113"/>
              <a:gd name="T38" fmla="*/ 15 w 56"/>
              <a:gd name="T39" fmla="*/ 5 h 113"/>
              <a:gd name="T40" fmla="*/ 32 w 56"/>
              <a:gd name="T41" fmla="*/ 0 h 113"/>
              <a:gd name="T42" fmla="*/ 48 w 56"/>
              <a:gd name="T43" fmla="*/ 3 h 113"/>
              <a:gd name="T44" fmla="*/ 56 w 56"/>
              <a:gd name="T45" fmla="*/ 21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6" h="113">
                <a:moveTo>
                  <a:pt x="56" y="21"/>
                </a:moveTo>
                <a:lnTo>
                  <a:pt x="39" y="8"/>
                </a:lnTo>
                <a:lnTo>
                  <a:pt x="19" y="11"/>
                </a:lnTo>
                <a:lnTo>
                  <a:pt x="8" y="29"/>
                </a:lnTo>
                <a:lnTo>
                  <a:pt x="6" y="55"/>
                </a:lnTo>
                <a:lnTo>
                  <a:pt x="8" y="75"/>
                </a:lnTo>
                <a:lnTo>
                  <a:pt x="15" y="91"/>
                </a:lnTo>
                <a:lnTo>
                  <a:pt x="24" y="66"/>
                </a:lnTo>
                <a:lnTo>
                  <a:pt x="35" y="52"/>
                </a:lnTo>
                <a:lnTo>
                  <a:pt x="53" y="42"/>
                </a:lnTo>
                <a:lnTo>
                  <a:pt x="38" y="62"/>
                </a:lnTo>
                <a:lnTo>
                  <a:pt x="22" y="79"/>
                </a:lnTo>
                <a:lnTo>
                  <a:pt x="21" y="95"/>
                </a:lnTo>
                <a:lnTo>
                  <a:pt x="28" y="110"/>
                </a:lnTo>
                <a:lnTo>
                  <a:pt x="37" y="113"/>
                </a:lnTo>
                <a:lnTo>
                  <a:pt x="14" y="107"/>
                </a:lnTo>
                <a:lnTo>
                  <a:pt x="2" y="83"/>
                </a:lnTo>
                <a:lnTo>
                  <a:pt x="0" y="52"/>
                </a:lnTo>
                <a:lnTo>
                  <a:pt x="2" y="24"/>
                </a:lnTo>
                <a:lnTo>
                  <a:pt x="15" y="5"/>
                </a:lnTo>
                <a:lnTo>
                  <a:pt x="32" y="0"/>
                </a:lnTo>
                <a:lnTo>
                  <a:pt x="48" y="3"/>
                </a:lnTo>
                <a:lnTo>
                  <a:pt x="56" y="21"/>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825950" name="Freeform 157"/>
          <p:cNvSpPr>
            <a:spLocks noChangeArrowheads="1"/>
          </p:cNvSpPr>
          <p:nvPr/>
        </p:nvSpPr>
        <p:spPr bwMode="auto">
          <a:xfrm>
            <a:off x="501650" y="4591050"/>
            <a:ext cx="30163" cy="49213"/>
          </a:xfrm>
          <a:custGeom>
            <a:avLst/>
            <a:gdLst>
              <a:gd name="T0" fmla="*/ 91 w 91"/>
              <a:gd name="T1" fmla="*/ 38 h 153"/>
              <a:gd name="T2" fmla="*/ 76 w 91"/>
              <a:gd name="T3" fmla="*/ 13 h 153"/>
              <a:gd name="T4" fmla="*/ 54 w 91"/>
              <a:gd name="T5" fmla="*/ 7 h 153"/>
              <a:gd name="T6" fmla="*/ 24 w 91"/>
              <a:gd name="T7" fmla="*/ 12 h 153"/>
              <a:gd name="T8" fmla="*/ 14 w 91"/>
              <a:gd name="T9" fmla="*/ 25 h 153"/>
              <a:gd name="T10" fmla="*/ 7 w 91"/>
              <a:gd name="T11" fmla="*/ 48 h 153"/>
              <a:gd name="T12" fmla="*/ 7 w 91"/>
              <a:gd name="T13" fmla="*/ 66 h 153"/>
              <a:gd name="T14" fmla="*/ 11 w 91"/>
              <a:gd name="T15" fmla="*/ 79 h 153"/>
              <a:gd name="T16" fmla="*/ 11 w 91"/>
              <a:gd name="T17" fmla="*/ 98 h 153"/>
              <a:gd name="T18" fmla="*/ 15 w 91"/>
              <a:gd name="T19" fmla="*/ 120 h 153"/>
              <a:gd name="T20" fmla="*/ 34 w 91"/>
              <a:gd name="T21" fmla="*/ 142 h 153"/>
              <a:gd name="T22" fmla="*/ 47 w 91"/>
              <a:gd name="T23" fmla="*/ 142 h 153"/>
              <a:gd name="T24" fmla="*/ 63 w 91"/>
              <a:gd name="T25" fmla="*/ 142 h 153"/>
              <a:gd name="T26" fmla="*/ 63 w 91"/>
              <a:gd name="T27" fmla="*/ 144 h 153"/>
              <a:gd name="T28" fmla="*/ 51 w 91"/>
              <a:gd name="T29" fmla="*/ 153 h 153"/>
              <a:gd name="T30" fmla="*/ 36 w 91"/>
              <a:gd name="T31" fmla="*/ 151 h 153"/>
              <a:gd name="T32" fmla="*/ 19 w 91"/>
              <a:gd name="T33" fmla="*/ 144 h 153"/>
              <a:gd name="T34" fmla="*/ 6 w 91"/>
              <a:gd name="T35" fmla="*/ 121 h 153"/>
              <a:gd name="T36" fmla="*/ 5 w 91"/>
              <a:gd name="T37" fmla="*/ 86 h 153"/>
              <a:gd name="T38" fmla="*/ 0 w 91"/>
              <a:gd name="T39" fmla="*/ 62 h 153"/>
              <a:gd name="T40" fmla="*/ 0 w 91"/>
              <a:gd name="T41" fmla="*/ 41 h 153"/>
              <a:gd name="T42" fmla="*/ 9 w 91"/>
              <a:gd name="T43" fmla="*/ 23 h 153"/>
              <a:gd name="T44" fmla="*/ 18 w 91"/>
              <a:gd name="T45" fmla="*/ 7 h 153"/>
              <a:gd name="T46" fmla="*/ 42 w 91"/>
              <a:gd name="T47" fmla="*/ 0 h 153"/>
              <a:gd name="T48" fmla="*/ 76 w 91"/>
              <a:gd name="T49" fmla="*/ 5 h 153"/>
              <a:gd name="T50" fmla="*/ 89 w 91"/>
              <a:gd name="T51" fmla="*/ 13 h 153"/>
              <a:gd name="T52" fmla="*/ 91 w 91"/>
              <a:gd name="T53" fmla="*/ 38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91" h="153">
                <a:moveTo>
                  <a:pt x="91" y="38"/>
                </a:moveTo>
                <a:lnTo>
                  <a:pt x="76" y="13"/>
                </a:lnTo>
                <a:lnTo>
                  <a:pt x="54" y="7"/>
                </a:lnTo>
                <a:lnTo>
                  <a:pt x="24" y="12"/>
                </a:lnTo>
                <a:lnTo>
                  <a:pt x="14" y="25"/>
                </a:lnTo>
                <a:lnTo>
                  <a:pt x="7" y="48"/>
                </a:lnTo>
                <a:lnTo>
                  <a:pt x="7" y="66"/>
                </a:lnTo>
                <a:lnTo>
                  <a:pt x="11" y="79"/>
                </a:lnTo>
                <a:lnTo>
                  <a:pt x="11" y="98"/>
                </a:lnTo>
                <a:lnTo>
                  <a:pt x="15" y="120"/>
                </a:lnTo>
                <a:lnTo>
                  <a:pt x="34" y="142"/>
                </a:lnTo>
                <a:lnTo>
                  <a:pt x="47" y="142"/>
                </a:lnTo>
                <a:lnTo>
                  <a:pt x="63" y="142"/>
                </a:lnTo>
                <a:lnTo>
                  <a:pt x="63" y="144"/>
                </a:lnTo>
                <a:lnTo>
                  <a:pt x="51" y="153"/>
                </a:lnTo>
                <a:lnTo>
                  <a:pt x="36" y="151"/>
                </a:lnTo>
                <a:lnTo>
                  <a:pt x="19" y="144"/>
                </a:lnTo>
                <a:lnTo>
                  <a:pt x="6" y="121"/>
                </a:lnTo>
                <a:lnTo>
                  <a:pt x="5" y="86"/>
                </a:lnTo>
                <a:lnTo>
                  <a:pt x="0" y="62"/>
                </a:lnTo>
                <a:lnTo>
                  <a:pt x="0" y="41"/>
                </a:lnTo>
                <a:lnTo>
                  <a:pt x="9" y="23"/>
                </a:lnTo>
                <a:lnTo>
                  <a:pt x="18" y="7"/>
                </a:lnTo>
                <a:lnTo>
                  <a:pt x="42" y="0"/>
                </a:lnTo>
                <a:lnTo>
                  <a:pt x="76" y="5"/>
                </a:lnTo>
                <a:lnTo>
                  <a:pt x="89" y="13"/>
                </a:lnTo>
                <a:lnTo>
                  <a:pt x="91" y="38"/>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825951" name="Freeform 158"/>
          <p:cNvSpPr>
            <a:spLocks noChangeArrowheads="1"/>
          </p:cNvSpPr>
          <p:nvPr/>
        </p:nvSpPr>
        <p:spPr bwMode="auto">
          <a:xfrm>
            <a:off x="520700" y="4643438"/>
            <a:ext cx="28575" cy="41275"/>
          </a:xfrm>
          <a:custGeom>
            <a:avLst/>
            <a:gdLst>
              <a:gd name="T0" fmla="*/ 0 w 83"/>
              <a:gd name="T1" fmla="*/ 0 h 127"/>
              <a:gd name="T2" fmla="*/ 10 w 83"/>
              <a:gd name="T3" fmla="*/ 27 h 127"/>
              <a:gd name="T4" fmla="*/ 27 w 83"/>
              <a:gd name="T5" fmla="*/ 57 h 127"/>
              <a:gd name="T6" fmla="*/ 45 w 83"/>
              <a:gd name="T7" fmla="*/ 83 h 127"/>
              <a:gd name="T8" fmla="*/ 70 w 83"/>
              <a:gd name="T9" fmla="*/ 116 h 127"/>
              <a:gd name="T10" fmla="*/ 83 w 83"/>
              <a:gd name="T11" fmla="*/ 127 h 127"/>
              <a:gd name="T12" fmla="*/ 55 w 83"/>
              <a:gd name="T13" fmla="*/ 113 h 127"/>
              <a:gd name="T14" fmla="*/ 33 w 83"/>
              <a:gd name="T15" fmla="*/ 82 h 127"/>
              <a:gd name="T16" fmla="*/ 12 w 83"/>
              <a:gd name="T17" fmla="*/ 46 h 127"/>
              <a:gd name="T18" fmla="*/ 0 w 83"/>
              <a:gd name="T19" fmla="*/ 0 h 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3" h="127">
                <a:moveTo>
                  <a:pt x="0" y="0"/>
                </a:moveTo>
                <a:lnTo>
                  <a:pt x="10" y="27"/>
                </a:lnTo>
                <a:lnTo>
                  <a:pt x="27" y="57"/>
                </a:lnTo>
                <a:lnTo>
                  <a:pt x="45" y="83"/>
                </a:lnTo>
                <a:lnTo>
                  <a:pt x="70" y="116"/>
                </a:lnTo>
                <a:lnTo>
                  <a:pt x="83" y="127"/>
                </a:lnTo>
                <a:lnTo>
                  <a:pt x="55" y="113"/>
                </a:lnTo>
                <a:lnTo>
                  <a:pt x="33" y="82"/>
                </a:lnTo>
                <a:lnTo>
                  <a:pt x="12" y="46"/>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825952" name="Freeform 159"/>
          <p:cNvSpPr>
            <a:spLocks noChangeArrowheads="1"/>
          </p:cNvSpPr>
          <p:nvPr/>
        </p:nvSpPr>
        <p:spPr bwMode="auto">
          <a:xfrm>
            <a:off x="433388" y="4505325"/>
            <a:ext cx="161925" cy="152400"/>
          </a:xfrm>
          <a:custGeom>
            <a:avLst/>
            <a:gdLst>
              <a:gd name="T0" fmla="*/ 440 w 478"/>
              <a:gd name="T1" fmla="*/ 138 h 480"/>
              <a:gd name="T2" fmla="*/ 367 w 478"/>
              <a:gd name="T3" fmla="*/ 127 h 480"/>
              <a:gd name="T4" fmla="*/ 320 w 478"/>
              <a:gd name="T5" fmla="*/ 133 h 480"/>
              <a:gd name="T6" fmla="*/ 290 w 478"/>
              <a:gd name="T7" fmla="*/ 168 h 480"/>
              <a:gd name="T8" fmla="*/ 308 w 478"/>
              <a:gd name="T9" fmla="*/ 209 h 480"/>
              <a:gd name="T10" fmla="*/ 331 w 478"/>
              <a:gd name="T11" fmla="*/ 224 h 480"/>
              <a:gd name="T12" fmla="*/ 338 w 478"/>
              <a:gd name="T13" fmla="*/ 262 h 480"/>
              <a:gd name="T14" fmla="*/ 324 w 478"/>
              <a:gd name="T15" fmla="*/ 287 h 480"/>
              <a:gd name="T16" fmla="*/ 335 w 478"/>
              <a:gd name="T17" fmla="*/ 325 h 480"/>
              <a:gd name="T18" fmla="*/ 306 w 478"/>
              <a:gd name="T19" fmla="*/ 325 h 480"/>
              <a:gd name="T20" fmla="*/ 298 w 478"/>
              <a:gd name="T21" fmla="*/ 282 h 480"/>
              <a:gd name="T22" fmla="*/ 280 w 478"/>
              <a:gd name="T23" fmla="*/ 262 h 480"/>
              <a:gd name="T24" fmla="*/ 243 w 478"/>
              <a:gd name="T25" fmla="*/ 262 h 480"/>
              <a:gd name="T26" fmla="*/ 209 w 478"/>
              <a:gd name="T27" fmla="*/ 271 h 480"/>
              <a:gd name="T28" fmla="*/ 197 w 478"/>
              <a:gd name="T29" fmla="*/ 301 h 480"/>
              <a:gd name="T30" fmla="*/ 193 w 478"/>
              <a:gd name="T31" fmla="*/ 341 h 480"/>
              <a:gd name="T32" fmla="*/ 197 w 478"/>
              <a:gd name="T33" fmla="*/ 370 h 480"/>
              <a:gd name="T34" fmla="*/ 197 w 478"/>
              <a:gd name="T35" fmla="*/ 391 h 480"/>
              <a:gd name="T36" fmla="*/ 195 w 478"/>
              <a:gd name="T37" fmla="*/ 416 h 480"/>
              <a:gd name="T38" fmla="*/ 172 w 478"/>
              <a:gd name="T39" fmla="*/ 439 h 480"/>
              <a:gd name="T40" fmla="*/ 156 w 478"/>
              <a:gd name="T41" fmla="*/ 453 h 480"/>
              <a:gd name="T42" fmla="*/ 115 w 478"/>
              <a:gd name="T43" fmla="*/ 480 h 480"/>
              <a:gd name="T44" fmla="*/ 37 w 478"/>
              <a:gd name="T45" fmla="*/ 399 h 480"/>
              <a:gd name="T46" fmla="*/ 14 w 478"/>
              <a:gd name="T47" fmla="*/ 334 h 480"/>
              <a:gd name="T48" fmla="*/ 5 w 478"/>
              <a:gd name="T49" fmla="*/ 229 h 480"/>
              <a:gd name="T50" fmla="*/ 0 w 478"/>
              <a:gd name="T51" fmla="*/ 154 h 480"/>
              <a:gd name="T52" fmla="*/ 9 w 478"/>
              <a:gd name="T53" fmla="*/ 82 h 480"/>
              <a:gd name="T54" fmla="*/ 30 w 478"/>
              <a:gd name="T55" fmla="*/ 42 h 480"/>
              <a:gd name="T56" fmla="*/ 78 w 478"/>
              <a:gd name="T57" fmla="*/ 15 h 480"/>
              <a:gd name="T58" fmla="*/ 121 w 478"/>
              <a:gd name="T59" fmla="*/ 7 h 480"/>
              <a:gd name="T60" fmla="*/ 204 w 478"/>
              <a:gd name="T61" fmla="*/ 0 h 480"/>
              <a:gd name="T62" fmla="*/ 285 w 478"/>
              <a:gd name="T63" fmla="*/ 5 h 480"/>
              <a:gd name="T64" fmla="*/ 387 w 478"/>
              <a:gd name="T65" fmla="*/ 22 h 480"/>
              <a:gd name="T66" fmla="*/ 432 w 478"/>
              <a:gd name="T67" fmla="*/ 44 h 480"/>
              <a:gd name="T68" fmla="*/ 455 w 478"/>
              <a:gd name="T69" fmla="*/ 67 h 480"/>
              <a:gd name="T70" fmla="*/ 478 w 478"/>
              <a:gd name="T71" fmla="*/ 102 h 480"/>
              <a:gd name="T72" fmla="*/ 475 w 478"/>
              <a:gd name="T73" fmla="*/ 120 h 480"/>
              <a:gd name="T74" fmla="*/ 440 w 478"/>
              <a:gd name="T75" fmla="*/ 138 h 4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478" h="480">
                <a:moveTo>
                  <a:pt x="440" y="138"/>
                </a:moveTo>
                <a:lnTo>
                  <a:pt x="367" y="127"/>
                </a:lnTo>
                <a:lnTo>
                  <a:pt x="320" y="133"/>
                </a:lnTo>
                <a:lnTo>
                  <a:pt x="290" y="168"/>
                </a:lnTo>
                <a:lnTo>
                  <a:pt x="308" y="209"/>
                </a:lnTo>
                <a:lnTo>
                  <a:pt x="331" y="224"/>
                </a:lnTo>
                <a:lnTo>
                  <a:pt x="338" y="262"/>
                </a:lnTo>
                <a:lnTo>
                  <a:pt x="324" y="287"/>
                </a:lnTo>
                <a:lnTo>
                  <a:pt x="335" y="325"/>
                </a:lnTo>
                <a:lnTo>
                  <a:pt x="306" y="325"/>
                </a:lnTo>
                <a:lnTo>
                  <a:pt x="298" y="282"/>
                </a:lnTo>
                <a:lnTo>
                  <a:pt x="280" y="262"/>
                </a:lnTo>
                <a:lnTo>
                  <a:pt x="243" y="262"/>
                </a:lnTo>
                <a:lnTo>
                  <a:pt x="209" y="271"/>
                </a:lnTo>
                <a:lnTo>
                  <a:pt x="197" y="301"/>
                </a:lnTo>
                <a:lnTo>
                  <a:pt x="193" y="341"/>
                </a:lnTo>
                <a:lnTo>
                  <a:pt x="197" y="370"/>
                </a:lnTo>
                <a:lnTo>
                  <a:pt x="197" y="391"/>
                </a:lnTo>
                <a:lnTo>
                  <a:pt x="195" y="416"/>
                </a:lnTo>
                <a:lnTo>
                  <a:pt x="172" y="439"/>
                </a:lnTo>
                <a:lnTo>
                  <a:pt x="156" y="453"/>
                </a:lnTo>
                <a:lnTo>
                  <a:pt x="115" y="480"/>
                </a:lnTo>
                <a:lnTo>
                  <a:pt x="37" y="399"/>
                </a:lnTo>
                <a:lnTo>
                  <a:pt x="14" y="334"/>
                </a:lnTo>
                <a:lnTo>
                  <a:pt x="5" y="229"/>
                </a:lnTo>
                <a:lnTo>
                  <a:pt x="0" y="154"/>
                </a:lnTo>
                <a:lnTo>
                  <a:pt x="9" y="82"/>
                </a:lnTo>
                <a:lnTo>
                  <a:pt x="30" y="42"/>
                </a:lnTo>
                <a:lnTo>
                  <a:pt x="78" y="15"/>
                </a:lnTo>
                <a:lnTo>
                  <a:pt x="121" y="7"/>
                </a:lnTo>
                <a:lnTo>
                  <a:pt x="204" y="0"/>
                </a:lnTo>
                <a:lnTo>
                  <a:pt x="285" y="5"/>
                </a:lnTo>
                <a:lnTo>
                  <a:pt x="387" y="22"/>
                </a:lnTo>
                <a:lnTo>
                  <a:pt x="432" y="44"/>
                </a:lnTo>
                <a:lnTo>
                  <a:pt x="455" y="67"/>
                </a:lnTo>
                <a:lnTo>
                  <a:pt x="478" y="102"/>
                </a:lnTo>
                <a:lnTo>
                  <a:pt x="475" y="120"/>
                </a:lnTo>
                <a:lnTo>
                  <a:pt x="440" y="138"/>
                </a:lnTo>
                <a:close/>
              </a:path>
            </a:pathLst>
          </a:custGeom>
          <a:solidFill>
            <a:srgbClr val="603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825953" name="Freeform 160"/>
          <p:cNvSpPr>
            <a:spLocks noChangeArrowheads="1"/>
          </p:cNvSpPr>
          <p:nvPr/>
        </p:nvSpPr>
        <p:spPr bwMode="auto">
          <a:xfrm>
            <a:off x="436563" y="4506913"/>
            <a:ext cx="155575" cy="146050"/>
          </a:xfrm>
          <a:custGeom>
            <a:avLst/>
            <a:gdLst>
              <a:gd name="T0" fmla="*/ 436 w 455"/>
              <a:gd name="T1" fmla="*/ 69 h 460"/>
              <a:gd name="T2" fmla="*/ 444 w 455"/>
              <a:gd name="T3" fmla="*/ 108 h 460"/>
              <a:gd name="T4" fmla="*/ 339 w 455"/>
              <a:gd name="T5" fmla="*/ 113 h 460"/>
              <a:gd name="T6" fmla="*/ 247 w 455"/>
              <a:gd name="T7" fmla="*/ 90 h 460"/>
              <a:gd name="T8" fmla="*/ 291 w 455"/>
              <a:gd name="T9" fmla="*/ 105 h 460"/>
              <a:gd name="T10" fmla="*/ 302 w 455"/>
              <a:gd name="T11" fmla="*/ 120 h 460"/>
              <a:gd name="T12" fmla="*/ 256 w 455"/>
              <a:gd name="T13" fmla="*/ 116 h 460"/>
              <a:gd name="T14" fmla="*/ 246 w 455"/>
              <a:gd name="T15" fmla="*/ 122 h 460"/>
              <a:gd name="T16" fmla="*/ 272 w 455"/>
              <a:gd name="T17" fmla="*/ 154 h 460"/>
              <a:gd name="T18" fmla="*/ 264 w 455"/>
              <a:gd name="T19" fmla="*/ 161 h 460"/>
              <a:gd name="T20" fmla="*/ 289 w 455"/>
              <a:gd name="T21" fmla="*/ 199 h 460"/>
              <a:gd name="T22" fmla="*/ 205 w 455"/>
              <a:gd name="T23" fmla="*/ 181 h 460"/>
              <a:gd name="T24" fmla="*/ 315 w 455"/>
              <a:gd name="T25" fmla="*/ 222 h 460"/>
              <a:gd name="T26" fmla="*/ 254 w 455"/>
              <a:gd name="T27" fmla="*/ 214 h 460"/>
              <a:gd name="T28" fmla="*/ 309 w 455"/>
              <a:gd name="T29" fmla="*/ 242 h 460"/>
              <a:gd name="T30" fmla="*/ 291 w 455"/>
              <a:gd name="T31" fmla="*/ 255 h 460"/>
              <a:gd name="T32" fmla="*/ 202 w 455"/>
              <a:gd name="T33" fmla="*/ 246 h 460"/>
              <a:gd name="T34" fmla="*/ 137 w 455"/>
              <a:gd name="T35" fmla="*/ 253 h 460"/>
              <a:gd name="T36" fmla="*/ 141 w 455"/>
              <a:gd name="T37" fmla="*/ 271 h 460"/>
              <a:gd name="T38" fmla="*/ 126 w 455"/>
              <a:gd name="T39" fmla="*/ 280 h 460"/>
              <a:gd name="T40" fmla="*/ 178 w 455"/>
              <a:gd name="T41" fmla="*/ 317 h 460"/>
              <a:gd name="T42" fmla="*/ 131 w 455"/>
              <a:gd name="T43" fmla="*/ 315 h 460"/>
              <a:gd name="T44" fmla="*/ 178 w 455"/>
              <a:gd name="T45" fmla="*/ 365 h 460"/>
              <a:gd name="T46" fmla="*/ 145 w 455"/>
              <a:gd name="T47" fmla="*/ 363 h 460"/>
              <a:gd name="T48" fmla="*/ 159 w 455"/>
              <a:gd name="T49" fmla="*/ 418 h 460"/>
              <a:gd name="T50" fmla="*/ 100 w 455"/>
              <a:gd name="T51" fmla="*/ 337 h 460"/>
              <a:gd name="T52" fmla="*/ 156 w 455"/>
              <a:gd name="T53" fmla="*/ 429 h 460"/>
              <a:gd name="T54" fmla="*/ 88 w 455"/>
              <a:gd name="T55" fmla="*/ 395 h 460"/>
              <a:gd name="T56" fmla="*/ 104 w 455"/>
              <a:gd name="T57" fmla="*/ 430 h 460"/>
              <a:gd name="T58" fmla="*/ 69 w 455"/>
              <a:gd name="T59" fmla="*/ 429 h 460"/>
              <a:gd name="T60" fmla="*/ 12 w 455"/>
              <a:gd name="T61" fmla="*/ 275 h 460"/>
              <a:gd name="T62" fmla="*/ 39 w 455"/>
              <a:gd name="T63" fmla="*/ 181 h 460"/>
              <a:gd name="T64" fmla="*/ 88 w 455"/>
              <a:gd name="T65" fmla="*/ 189 h 460"/>
              <a:gd name="T66" fmla="*/ 5 w 455"/>
              <a:gd name="T67" fmla="*/ 158 h 460"/>
              <a:gd name="T68" fmla="*/ 61 w 455"/>
              <a:gd name="T69" fmla="*/ 100 h 460"/>
              <a:gd name="T70" fmla="*/ 97 w 455"/>
              <a:gd name="T71" fmla="*/ 100 h 460"/>
              <a:gd name="T72" fmla="*/ 21 w 455"/>
              <a:gd name="T73" fmla="*/ 49 h 460"/>
              <a:gd name="T74" fmla="*/ 111 w 455"/>
              <a:gd name="T75" fmla="*/ 28 h 460"/>
              <a:gd name="T76" fmla="*/ 86 w 455"/>
              <a:gd name="T77" fmla="*/ 10 h 460"/>
              <a:gd name="T78" fmla="*/ 198 w 455"/>
              <a:gd name="T79" fmla="*/ 8 h 460"/>
              <a:gd name="T80" fmla="*/ 241 w 455"/>
              <a:gd name="T81" fmla="*/ 23 h 460"/>
              <a:gd name="T82" fmla="*/ 249 w 455"/>
              <a:gd name="T83" fmla="*/ 2 h 460"/>
              <a:gd name="T84" fmla="*/ 337 w 455"/>
              <a:gd name="T85" fmla="*/ 37 h 460"/>
              <a:gd name="T86" fmla="*/ 322 w 455"/>
              <a:gd name="T87" fmla="*/ 10 h 4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455" h="460">
                <a:moveTo>
                  <a:pt x="379" y="28"/>
                </a:moveTo>
                <a:lnTo>
                  <a:pt x="418" y="44"/>
                </a:lnTo>
                <a:lnTo>
                  <a:pt x="436" y="69"/>
                </a:lnTo>
                <a:lnTo>
                  <a:pt x="447" y="85"/>
                </a:lnTo>
                <a:lnTo>
                  <a:pt x="455" y="98"/>
                </a:lnTo>
                <a:lnTo>
                  <a:pt x="444" y="108"/>
                </a:lnTo>
                <a:lnTo>
                  <a:pt x="425" y="120"/>
                </a:lnTo>
                <a:lnTo>
                  <a:pt x="376" y="113"/>
                </a:lnTo>
                <a:lnTo>
                  <a:pt x="339" y="113"/>
                </a:lnTo>
                <a:lnTo>
                  <a:pt x="315" y="100"/>
                </a:lnTo>
                <a:lnTo>
                  <a:pt x="279" y="92"/>
                </a:lnTo>
                <a:lnTo>
                  <a:pt x="247" y="90"/>
                </a:lnTo>
                <a:lnTo>
                  <a:pt x="209" y="92"/>
                </a:lnTo>
                <a:lnTo>
                  <a:pt x="264" y="98"/>
                </a:lnTo>
                <a:lnTo>
                  <a:pt x="291" y="105"/>
                </a:lnTo>
                <a:lnTo>
                  <a:pt x="311" y="113"/>
                </a:lnTo>
                <a:lnTo>
                  <a:pt x="315" y="115"/>
                </a:lnTo>
                <a:lnTo>
                  <a:pt x="302" y="120"/>
                </a:lnTo>
                <a:lnTo>
                  <a:pt x="291" y="131"/>
                </a:lnTo>
                <a:lnTo>
                  <a:pt x="272" y="120"/>
                </a:lnTo>
                <a:lnTo>
                  <a:pt x="256" y="116"/>
                </a:lnTo>
                <a:lnTo>
                  <a:pt x="223" y="110"/>
                </a:lnTo>
                <a:lnTo>
                  <a:pt x="212" y="110"/>
                </a:lnTo>
                <a:lnTo>
                  <a:pt x="246" y="122"/>
                </a:lnTo>
                <a:lnTo>
                  <a:pt x="270" y="133"/>
                </a:lnTo>
                <a:lnTo>
                  <a:pt x="283" y="142"/>
                </a:lnTo>
                <a:lnTo>
                  <a:pt x="272" y="154"/>
                </a:lnTo>
                <a:lnTo>
                  <a:pt x="246" y="145"/>
                </a:lnTo>
                <a:lnTo>
                  <a:pt x="223" y="140"/>
                </a:lnTo>
                <a:lnTo>
                  <a:pt x="264" y="161"/>
                </a:lnTo>
                <a:lnTo>
                  <a:pt x="277" y="170"/>
                </a:lnTo>
                <a:lnTo>
                  <a:pt x="281" y="189"/>
                </a:lnTo>
                <a:lnTo>
                  <a:pt x="289" y="199"/>
                </a:lnTo>
                <a:lnTo>
                  <a:pt x="264" y="187"/>
                </a:lnTo>
                <a:lnTo>
                  <a:pt x="241" y="183"/>
                </a:lnTo>
                <a:lnTo>
                  <a:pt x="205" y="181"/>
                </a:lnTo>
                <a:lnTo>
                  <a:pt x="259" y="197"/>
                </a:lnTo>
                <a:lnTo>
                  <a:pt x="293" y="210"/>
                </a:lnTo>
                <a:lnTo>
                  <a:pt x="315" y="222"/>
                </a:lnTo>
                <a:lnTo>
                  <a:pt x="318" y="239"/>
                </a:lnTo>
                <a:lnTo>
                  <a:pt x="291" y="227"/>
                </a:lnTo>
                <a:lnTo>
                  <a:pt x="254" y="214"/>
                </a:lnTo>
                <a:lnTo>
                  <a:pt x="237" y="214"/>
                </a:lnTo>
                <a:lnTo>
                  <a:pt x="277" y="228"/>
                </a:lnTo>
                <a:lnTo>
                  <a:pt x="309" y="242"/>
                </a:lnTo>
                <a:lnTo>
                  <a:pt x="320" y="253"/>
                </a:lnTo>
                <a:lnTo>
                  <a:pt x="315" y="264"/>
                </a:lnTo>
                <a:lnTo>
                  <a:pt x="291" y="255"/>
                </a:lnTo>
                <a:lnTo>
                  <a:pt x="269" y="246"/>
                </a:lnTo>
                <a:lnTo>
                  <a:pt x="221" y="244"/>
                </a:lnTo>
                <a:lnTo>
                  <a:pt x="202" y="246"/>
                </a:lnTo>
                <a:lnTo>
                  <a:pt x="158" y="249"/>
                </a:lnTo>
                <a:lnTo>
                  <a:pt x="107" y="242"/>
                </a:lnTo>
                <a:lnTo>
                  <a:pt x="137" y="253"/>
                </a:lnTo>
                <a:lnTo>
                  <a:pt x="191" y="262"/>
                </a:lnTo>
                <a:lnTo>
                  <a:pt x="181" y="280"/>
                </a:lnTo>
                <a:lnTo>
                  <a:pt x="141" y="271"/>
                </a:lnTo>
                <a:lnTo>
                  <a:pt x="104" y="258"/>
                </a:lnTo>
                <a:lnTo>
                  <a:pt x="79" y="246"/>
                </a:lnTo>
                <a:lnTo>
                  <a:pt x="126" y="280"/>
                </a:lnTo>
                <a:lnTo>
                  <a:pt x="156" y="290"/>
                </a:lnTo>
                <a:lnTo>
                  <a:pt x="181" y="298"/>
                </a:lnTo>
                <a:lnTo>
                  <a:pt x="178" y="317"/>
                </a:lnTo>
                <a:lnTo>
                  <a:pt x="141" y="310"/>
                </a:lnTo>
                <a:lnTo>
                  <a:pt x="113" y="302"/>
                </a:lnTo>
                <a:lnTo>
                  <a:pt x="131" y="315"/>
                </a:lnTo>
                <a:lnTo>
                  <a:pt x="161" y="323"/>
                </a:lnTo>
                <a:lnTo>
                  <a:pt x="178" y="325"/>
                </a:lnTo>
                <a:lnTo>
                  <a:pt x="178" y="365"/>
                </a:lnTo>
                <a:lnTo>
                  <a:pt x="143" y="351"/>
                </a:lnTo>
                <a:lnTo>
                  <a:pt x="116" y="341"/>
                </a:lnTo>
                <a:lnTo>
                  <a:pt x="145" y="363"/>
                </a:lnTo>
                <a:lnTo>
                  <a:pt x="182" y="379"/>
                </a:lnTo>
                <a:lnTo>
                  <a:pt x="181" y="397"/>
                </a:lnTo>
                <a:lnTo>
                  <a:pt x="159" y="418"/>
                </a:lnTo>
                <a:lnTo>
                  <a:pt x="141" y="395"/>
                </a:lnTo>
                <a:lnTo>
                  <a:pt x="116" y="365"/>
                </a:lnTo>
                <a:lnTo>
                  <a:pt x="100" y="337"/>
                </a:lnTo>
                <a:lnTo>
                  <a:pt x="116" y="381"/>
                </a:lnTo>
                <a:lnTo>
                  <a:pt x="131" y="397"/>
                </a:lnTo>
                <a:lnTo>
                  <a:pt x="156" y="429"/>
                </a:lnTo>
                <a:lnTo>
                  <a:pt x="137" y="449"/>
                </a:lnTo>
                <a:lnTo>
                  <a:pt x="109" y="424"/>
                </a:lnTo>
                <a:lnTo>
                  <a:pt x="88" y="395"/>
                </a:lnTo>
                <a:lnTo>
                  <a:pt x="69" y="363"/>
                </a:lnTo>
                <a:lnTo>
                  <a:pt x="86" y="409"/>
                </a:lnTo>
                <a:lnTo>
                  <a:pt x="104" y="430"/>
                </a:lnTo>
                <a:lnTo>
                  <a:pt x="121" y="452"/>
                </a:lnTo>
                <a:lnTo>
                  <a:pt x="107" y="460"/>
                </a:lnTo>
                <a:lnTo>
                  <a:pt x="69" y="429"/>
                </a:lnTo>
                <a:lnTo>
                  <a:pt x="34" y="379"/>
                </a:lnTo>
                <a:lnTo>
                  <a:pt x="21" y="341"/>
                </a:lnTo>
                <a:lnTo>
                  <a:pt x="12" y="275"/>
                </a:lnTo>
                <a:lnTo>
                  <a:pt x="7" y="227"/>
                </a:lnTo>
                <a:lnTo>
                  <a:pt x="0" y="170"/>
                </a:lnTo>
                <a:lnTo>
                  <a:pt x="39" y="181"/>
                </a:lnTo>
                <a:lnTo>
                  <a:pt x="81" y="197"/>
                </a:lnTo>
                <a:lnTo>
                  <a:pt x="145" y="212"/>
                </a:lnTo>
                <a:lnTo>
                  <a:pt x="88" y="189"/>
                </a:lnTo>
                <a:lnTo>
                  <a:pt x="67" y="177"/>
                </a:lnTo>
                <a:lnTo>
                  <a:pt x="26" y="162"/>
                </a:lnTo>
                <a:lnTo>
                  <a:pt x="5" y="158"/>
                </a:lnTo>
                <a:lnTo>
                  <a:pt x="5" y="129"/>
                </a:lnTo>
                <a:lnTo>
                  <a:pt x="10" y="92"/>
                </a:lnTo>
                <a:lnTo>
                  <a:pt x="61" y="100"/>
                </a:lnTo>
                <a:lnTo>
                  <a:pt x="94" y="110"/>
                </a:lnTo>
                <a:lnTo>
                  <a:pt x="135" y="129"/>
                </a:lnTo>
                <a:lnTo>
                  <a:pt x="97" y="100"/>
                </a:lnTo>
                <a:lnTo>
                  <a:pt x="54" y="88"/>
                </a:lnTo>
                <a:lnTo>
                  <a:pt x="12" y="77"/>
                </a:lnTo>
                <a:lnTo>
                  <a:pt x="21" y="49"/>
                </a:lnTo>
                <a:lnTo>
                  <a:pt x="34" y="31"/>
                </a:lnTo>
                <a:lnTo>
                  <a:pt x="73" y="19"/>
                </a:lnTo>
                <a:lnTo>
                  <a:pt x="111" y="28"/>
                </a:lnTo>
                <a:lnTo>
                  <a:pt x="145" y="53"/>
                </a:lnTo>
                <a:lnTo>
                  <a:pt x="121" y="25"/>
                </a:lnTo>
                <a:lnTo>
                  <a:pt x="86" y="10"/>
                </a:lnTo>
                <a:lnTo>
                  <a:pt x="126" y="4"/>
                </a:lnTo>
                <a:lnTo>
                  <a:pt x="156" y="2"/>
                </a:lnTo>
                <a:lnTo>
                  <a:pt x="198" y="8"/>
                </a:lnTo>
                <a:lnTo>
                  <a:pt x="226" y="27"/>
                </a:lnTo>
                <a:lnTo>
                  <a:pt x="272" y="35"/>
                </a:lnTo>
                <a:lnTo>
                  <a:pt x="241" y="23"/>
                </a:lnTo>
                <a:lnTo>
                  <a:pt x="218" y="8"/>
                </a:lnTo>
                <a:lnTo>
                  <a:pt x="205" y="0"/>
                </a:lnTo>
                <a:lnTo>
                  <a:pt x="249" y="2"/>
                </a:lnTo>
                <a:lnTo>
                  <a:pt x="289" y="4"/>
                </a:lnTo>
                <a:lnTo>
                  <a:pt x="313" y="15"/>
                </a:lnTo>
                <a:lnTo>
                  <a:pt x="337" y="37"/>
                </a:lnTo>
                <a:lnTo>
                  <a:pt x="356" y="67"/>
                </a:lnTo>
                <a:lnTo>
                  <a:pt x="346" y="33"/>
                </a:lnTo>
                <a:lnTo>
                  <a:pt x="322" y="10"/>
                </a:lnTo>
                <a:lnTo>
                  <a:pt x="379" y="28"/>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nvGrpSpPr>
          <p:cNvPr id="1825954" name="Group 161"/>
          <p:cNvGrpSpPr>
            <a:grpSpLocks/>
          </p:cNvGrpSpPr>
          <p:nvPr/>
        </p:nvGrpSpPr>
        <p:grpSpPr bwMode="auto">
          <a:xfrm>
            <a:off x="754063" y="4876800"/>
            <a:ext cx="169862" cy="96838"/>
            <a:chOff x="377" y="1962"/>
            <a:chExt cx="99" cy="61"/>
          </a:xfrm>
        </p:grpSpPr>
        <p:sp>
          <p:nvSpPr>
            <p:cNvPr id="1825955" name="Freeform 162"/>
            <p:cNvSpPr>
              <a:spLocks noChangeArrowheads="1"/>
            </p:cNvSpPr>
            <p:nvPr/>
          </p:nvSpPr>
          <p:spPr bwMode="auto">
            <a:xfrm>
              <a:off x="377" y="1962"/>
              <a:ext cx="99" cy="61"/>
            </a:xfrm>
            <a:custGeom>
              <a:avLst/>
              <a:gdLst>
                <a:gd name="T0" fmla="*/ 0 w 497"/>
                <a:gd name="T1" fmla="*/ 182 h 305"/>
                <a:gd name="T2" fmla="*/ 61 w 497"/>
                <a:gd name="T3" fmla="*/ 168 h 305"/>
                <a:gd name="T4" fmla="*/ 84 w 497"/>
                <a:gd name="T5" fmla="*/ 163 h 305"/>
                <a:gd name="T6" fmla="*/ 98 w 497"/>
                <a:gd name="T7" fmla="*/ 150 h 305"/>
                <a:gd name="T8" fmla="*/ 112 w 497"/>
                <a:gd name="T9" fmla="*/ 130 h 305"/>
                <a:gd name="T10" fmla="*/ 142 w 497"/>
                <a:gd name="T11" fmla="*/ 102 h 305"/>
                <a:gd name="T12" fmla="*/ 197 w 497"/>
                <a:gd name="T13" fmla="*/ 56 h 305"/>
                <a:gd name="T14" fmla="*/ 206 w 497"/>
                <a:gd name="T15" fmla="*/ 41 h 305"/>
                <a:gd name="T16" fmla="*/ 221 w 497"/>
                <a:gd name="T17" fmla="*/ 28 h 305"/>
                <a:gd name="T18" fmla="*/ 249 w 497"/>
                <a:gd name="T19" fmla="*/ 23 h 305"/>
                <a:gd name="T20" fmla="*/ 336 w 497"/>
                <a:gd name="T21" fmla="*/ 8 h 305"/>
                <a:gd name="T22" fmla="*/ 360 w 497"/>
                <a:gd name="T23" fmla="*/ 0 h 305"/>
                <a:gd name="T24" fmla="*/ 382 w 497"/>
                <a:gd name="T25" fmla="*/ 11 h 305"/>
                <a:gd name="T26" fmla="*/ 393 w 497"/>
                <a:gd name="T27" fmla="*/ 20 h 305"/>
                <a:gd name="T28" fmla="*/ 443 w 497"/>
                <a:gd name="T29" fmla="*/ 37 h 305"/>
                <a:gd name="T30" fmla="*/ 464 w 497"/>
                <a:gd name="T31" fmla="*/ 45 h 305"/>
                <a:gd name="T32" fmla="*/ 471 w 497"/>
                <a:gd name="T33" fmla="*/ 53 h 305"/>
                <a:gd name="T34" fmla="*/ 481 w 497"/>
                <a:gd name="T35" fmla="*/ 81 h 305"/>
                <a:gd name="T36" fmla="*/ 486 w 497"/>
                <a:gd name="T37" fmla="*/ 96 h 305"/>
                <a:gd name="T38" fmla="*/ 490 w 497"/>
                <a:gd name="T39" fmla="*/ 104 h 305"/>
                <a:gd name="T40" fmla="*/ 497 w 497"/>
                <a:gd name="T41" fmla="*/ 119 h 305"/>
                <a:gd name="T42" fmla="*/ 497 w 497"/>
                <a:gd name="T43" fmla="*/ 129 h 305"/>
                <a:gd name="T44" fmla="*/ 487 w 497"/>
                <a:gd name="T45" fmla="*/ 137 h 305"/>
                <a:gd name="T46" fmla="*/ 466 w 497"/>
                <a:gd name="T47" fmla="*/ 136 h 305"/>
                <a:gd name="T48" fmla="*/ 434 w 497"/>
                <a:gd name="T49" fmla="*/ 121 h 305"/>
                <a:gd name="T50" fmla="*/ 393 w 497"/>
                <a:gd name="T51" fmla="*/ 113 h 305"/>
                <a:gd name="T52" fmla="*/ 356 w 497"/>
                <a:gd name="T53" fmla="*/ 119 h 305"/>
                <a:gd name="T54" fmla="*/ 395 w 497"/>
                <a:gd name="T55" fmla="*/ 128 h 305"/>
                <a:gd name="T56" fmla="*/ 422 w 497"/>
                <a:gd name="T57" fmla="*/ 137 h 305"/>
                <a:gd name="T58" fmla="*/ 454 w 497"/>
                <a:gd name="T59" fmla="*/ 150 h 305"/>
                <a:gd name="T60" fmla="*/ 462 w 497"/>
                <a:gd name="T61" fmla="*/ 161 h 305"/>
                <a:gd name="T62" fmla="*/ 462 w 497"/>
                <a:gd name="T63" fmla="*/ 173 h 305"/>
                <a:gd name="T64" fmla="*/ 449 w 497"/>
                <a:gd name="T65" fmla="*/ 182 h 305"/>
                <a:gd name="T66" fmla="*/ 435 w 497"/>
                <a:gd name="T67" fmla="*/ 179 h 305"/>
                <a:gd name="T68" fmla="*/ 391 w 497"/>
                <a:gd name="T69" fmla="*/ 168 h 305"/>
                <a:gd name="T70" fmla="*/ 351 w 497"/>
                <a:gd name="T71" fmla="*/ 166 h 305"/>
                <a:gd name="T72" fmla="*/ 320 w 497"/>
                <a:gd name="T73" fmla="*/ 168 h 305"/>
                <a:gd name="T74" fmla="*/ 303 w 497"/>
                <a:gd name="T75" fmla="*/ 179 h 305"/>
                <a:gd name="T76" fmla="*/ 282 w 497"/>
                <a:gd name="T77" fmla="*/ 200 h 305"/>
                <a:gd name="T78" fmla="*/ 267 w 497"/>
                <a:gd name="T79" fmla="*/ 223 h 305"/>
                <a:gd name="T80" fmla="*/ 251 w 497"/>
                <a:gd name="T81" fmla="*/ 246 h 305"/>
                <a:gd name="T82" fmla="*/ 237 w 497"/>
                <a:gd name="T83" fmla="*/ 263 h 305"/>
                <a:gd name="T84" fmla="*/ 213 w 497"/>
                <a:gd name="T85" fmla="*/ 280 h 305"/>
                <a:gd name="T86" fmla="*/ 190 w 497"/>
                <a:gd name="T87" fmla="*/ 284 h 305"/>
                <a:gd name="T88" fmla="*/ 165 w 497"/>
                <a:gd name="T89" fmla="*/ 287 h 305"/>
                <a:gd name="T90" fmla="*/ 135 w 497"/>
                <a:gd name="T91" fmla="*/ 284 h 305"/>
                <a:gd name="T92" fmla="*/ 112 w 497"/>
                <a:gd name="T93" fmla="*/ 282 h 305"/>
                <a:gd name="T94" fmla="*/ 82 w 497"/>
                <a:gd name="T95" fmla="*/ 290 h 305"/>
                <a:gd name="T96" fmla="*/ 0 w 497"/>
                <a:gd name="T97" fmla="*/ 305 h 305"/>
                <a:gd name="T98" fmla="*/ 0 w 497"/>
                <a:gd name="T99" fmla="*/ 182 h 3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497" h="305">
                  <a:moveTo>
                    <a:pt x="0" y="182"/>
                  </a:moveTo>
                  <a:lnTo>
                    <a:pt x="61" y="168"/>
                  </a:lnTo>
                  <a:lnTo>
                    <a:pt x="84" y="163"/>
                  </a:lnTo>
                  <a:lnTo>
                    <a:pt x="98" y="150"/>
                  </a:lnTo>
                  <a:lnTo>
                    <a:pt x="112" y="130"/>
                  </a:lnTo>
                  <a:lnTo>
                    <a:pt x="142" y="102"/>
                  </a:lnTo>
                  <a:lnTo>
                    <a:pt x="197" y="56"/>
                  </a:lnTo>
                  <a:lnTo>
                    <a:pt x="206" y="41"/>
                  </a:lnTo>
                  <a:lnTo>
                    <a:pt x="221" y="28"/>
                  </a:lnTo>
                  <a:lnTo>
                    <a:pt x="249" y="23"/>
                  </a:lnTo>
                  <a:lnTo>
                    <a:pt x="336" y="8"/>
                  </a:lnTo>
                  <a:lnTo>
                    <a:pt x="360" y="0"/>
                  </a:lnTo>
                  <a:lnTo>
                    <a:pt x="382" y="11"/>
                  </a:lnTo>
                  <a:lnTo>
                    <a:pt x="393" y="20"/>
                  </a:lnTo>
                  <a:lnTo>
                    <a:pt x="443" y="37"/>
                  </a:lnTo>
                  <a:lnTo>
                    <a:pt x="464" y="45"/>
                  </a:lnTo>
                  <a:lnTo>
                    <a:pt x="471" y="53"/>
                  </a:lnTo>
                  <a:lnTo>
                    <a:pt x="481" y="81"/>
                  </a:lnTo>
                  <a:lnTo>
                    <a:pt x="486" y="96"/>
                  </a:lnTo>
                  <a:lnTo>
                    <a:pt x="490" y="104"/>
                  </a:lnTo>
                  <a:lnTo>
                    <a:pt x="497" y="119"/>
                  </a:lnTo>
                  <a:lnTo>
                    <a:pt x="497" y="129"/>
                  </a:lnTo>
                  <a:lnTo>
                    <a:pt x="487" y="137"/>
                  </a:lnTo>
                  <a:lnTo>
                    <a:pt x="466" y="136"/>
                  </a:lnTo>
                  <a:lnTo>
                    <a:pt x="434" y="121"/>
                  </a:lnTo>
                  <a:lnTo>
                    <a:pt x="393" y="113"/>
                  </a:lnTo>
                  <a:lnTo>
                    <a:pt x="356" y="119"/>
                  </a:lnTo>
                  <a:lnTo>
                    <a:pt x="395" y="128"/>
                  </a:lnTo>
                  <a:lnTo>
                    <a:pt x="422" y="137"/>
                  </a:lnTo>
                  <a:lnTo>
                    <a:pt x="454" y="150"/>
                  </a:lnTo>
                  <a:lnTo>
                    <a:pt x="462" y="161"/>
                  </a:lnTo>
                  <a:lnTo>
                    <a:pt x="462" y="173"/>
                  </a:lnTo>
                  <a:lnTo>
                    <a:pt x="449" y="182"/>
                  </a:lnTo>
                  <a:lnTo>
                    <a:pt x="435" y="179"/>
                  </a:lnTo>
                  <a:lnTo>
                    <a:pt x="391" y="168"/>
                  </a:lnTo>
                  <a:lnTo>
                    <a:pt x="351" y="166"/>
                  </a:lnTo>
                  <a:lnTo>
                    <a:pt x="320" y="168"/>
                  </a:lnTo>
                  <a:lnTo>
                    <a:pt x="303" y="179"/>
                  </a:lnTo>
                  <a:lnTo>
                    <a:pt x="282" y="200"/>
                  </a:lnTo>
                  <a:lnTo>
                    <a:pt x="267" y="223"/>
                  </a:lnTo>
                  <a:lnTo>
                    <a:pt x="251" y="246"/>
                  </a:lnTo>
                  <a:lnTo>
                    <a:pt x="237" y="263"/>
                  </a:lnTo>
                  <a:lnTo>
                    <a:pt x="213" y="280"/>
                  </a:lnTo>
                  <a:lnTo>
                    <a:pt x="190" y="284"/>
                  </a:lnTo>
                  <a:lnTo>
                    <a:pt x="165" y="287"/>
                  </a:lnTo>
                  <a:lnTo>
                    <a:pt x="135" y="284"/>
                  </a:lnTo>
                  <a:lnTo>
                    <a:pt x="112" y="282"/>
                  </a:lnTo>
                  <a:lnTo>
                    <a:pt x="82" y="290"/>
                  </a:lnTo>
                  <a:lnTo>
                    <a:pt x="0" y="305"/>
                  </a:lnTo>
                  <a:lnTo>
                    <a:pt x="0" y="182"/>
                  </a:lnTo>
                  <a:close/>
                </a:path>
              </a:pathLst>
            </a:custGeom>
            <a:solidFill>
              <a:srgbClr val="FFC080"/>
            </a:solidFill>
            <a:ln w="3175">
              <a:solidFill>
                <a:srgbClr val="402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1825956" name="Freeform 163"/>
            <p:cNvSpPr>
              <a:spLocks noChangeArrowheads="1"/>
            </p:cNvSpPr>
            <p:nvPr/>
          </p:nvSpPr>
          <p:spPr bwMode="auto">
            <a:xfrm>
              <a:off x="439" y="1973"/>
              <a:ext cx="32" cy="7"/>
            </a:xfrm>
            <a:custGeom>
              <a:avLst/>
              <a:gdLst>
                <a:gd name="T0" fmla="*/ 159 w 159"/>
                <a:gd name="T1" fmla="*/ 37 h 37"/>
                <a:gd name="T2" fmla="*/ 132 w 159"/>
                <a:gd name="T3" fmla="*/ 24 h 37"/>
                <a:gd name="T4" fmla="*/ 110 w 159"/>
                <a:gd name="T5" fmla="*/ 21 h 37"/>
                <a:gd name="T6" fmla="*/ 84 w 159"/>
                <a:gd name="T7" fmla="*/ 13 h 37"/>
                <a:gd name="T8" fmla="*/ 61 w 159"/>
                <a:gd name="T9" fmla="*/ 7 h 37"/>
                <a:gd name="T10" fmla="*/ 25 w 159"/>
                <a:gd name="T11" fmla="*/ 10 h 37"/>
                <a:gd name="T12" fmla="*/ 0 w 159"/>
                <a:gd name="T13" fmla="*/ 13 h 37"/>
                <a:gd name="T14" fmla="*/ 38 w 159"/>
                <a:gd name="T15" fmla="*/ 5 h 37"/>
                <a:gd name="T16" fmla="*/ 69 w 159"/>
                <a:gd name="T17" fmla="*/ 0 h 37"/>
                <a:gd name="T18" fmla="*/ 110 w 159"/>
                <a:gd name="T19" fmla="*/ 17 h 37"/>
                <a:gd name="T20" fmla="*/ 132 w 159"/>
                <a:gd name="T21" fmla="*/ 19 h 37"/>
                <a:gd name="T22" fmla="*/ 157 w 159"/>
                <a:gd name="T23" fmla="*/ 31 h 37"/>
                <a:gd name="T24" fmla="*/ 159 w 159"/>
                <a:gd name="T25" fmla="*/ 37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9" h="37">
                  <a:moveTo>
                    <a:pt x="159" y="37"/>
                  </a:moveTo>
                  <a:lnTo>
                    <a:pt x="132" y="24"/>
                  </a:lnTo>
                  <a:lnTo>
                    <a:pt x="110" y="21"/>
                  </a:lnTo>
                  <a:lnTo>
                    <a:pt x="84" y="13"/>
                  </a:lnTo>
                  <a:lnTo>
                    <a:pt x="61" y="7"/>
                  </a:lnTo>
                  <a:lnTo>
                    <a:pt x="25" y="10"/>
                  </a:lnTo>
                  <a:lnTo>
                    <a:pt x="0" y="13"/>
                  </a:lnTo>
                  <a:lnTo>
                    <a:pt x="38" y="5"/>
                  </a:lnTo>
                  <a:lnTo>
                    <a:pt x="69" y="0"/>
                  </a:lnTo>
                  <a:lnTo>
                    <a:pt x="110" y="17"/>
                  </a:lnTo>
                  <a:lnTo>
                    <a:pt x="132" y="19"/>
                  </a:lnTo>
                  <a:lnTo>
                    <a:pt x="157" y="31"/>
                  </a:lnTo>
                  <a:lnTo>
                    <a:pt x="159" y="37"/>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825957" name="Freeform 164"/>
            <p:cNvSpPr>
              <a:spLocks noChangeArrowheads="1"/>
            </p:cNvSpPr>
            <p:nvPr/>
          </p:nvSpPr>
          <p:spPr bwMode="auto">
            <a:xfrm>
              <a:off x="427" y="1965"/>
              <a:ext cx="27" cy="5"/>
            </a:xfrm>
            <a:custGeom>
              <a:avLst/>
              <a:gdLst>
                <a:gd name="T0" fmla="*/ 97 w 133"/>
                <a:gd name="T1" fmla="*/ 0 h 25"/>
                <a:gd name="T2" fmla="*/ 113 w 133"/>
                <a:gd name="T3" fmla="*/ 1 h 25"/>
                <a:gd name="T4" fmla="*/ 133 w 133"/>
                <a:gd name="T5" fmla="*/ 8 h 25"/>
                <a:gd name="T6" fmla="*/ 120 w 133"/>
                <a:gd name="T7" fmla="*/ 7 h 25"/>
                <a:gd name="T8" fmla="*/ 99 w 133"/>
                <a:gd name="T9" fmla="*/ 3 h 25"/>
                <a:gd name="T10" fmla="*/ 56 w 133"/>
                <a:gd name="T11" fmla="*/ 15 h 25"/>
                <a:gd name="T12" fmla="*/ 32 w 133"/>
                <a:gd name="T13" fmla="*/ 21 h 25"/>
                <a:gd name="T14" fmla="*/ 4 w 133"/>
                <a:gd name="T15" fmla="*/ 25 h 25"/>
                <a:gd name="T16" fmla="*/ 0 w 133"/>
                <a:gd name="T17" fmla="*/ 21 h 25"/>
                <a:gd name="T18" fmla="*/ 29 w 133"/>
                <a:gd name="T19" fmla="*/ 16 h 25"/>
                <a:gd name="T20" fmla="*/ 64 w 133"/>
                <a:gd name="T21" fmla="*/ 8 h 25"/>
                <a:gd name="T22" fmla="*/ 97 w 133"/>
                <a:gd name="T23" fmla="*/ 0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33" h="25">
                  <a:moveTo>
                    <a:pt x="97" y="0"/>
                  </a:moveTo>
                  <a:lnTo>
                    <a:pt x="113" y="1"/>
                  </a:lnTo>
                  <a:lnTo>
                    <a:pt x="133" y="8"/>
                  </a:lnTo>
                  <a:lnTo>
                    <a:pt x="120" y="7"/>
                  </a:lnTo>
                  <a:lnTo>
                    <a:pt x="99" y="3"/>
                  </a:lnTo>
                  <a:lnTo>
                    <a:pt x="56" y="15"/>
                  </a:lnTo>
                  <a:lnTo>
                    <a:pt x="32" y="21"/>
                  </a:lnTo>
                  <a:lnTo>
                    <a:pt x="4" y="25"/>
                  </a:lnTo>
                  <a:lnTo>
                    <a:pt x="0" y="21"/>
                  </a:lnTo>
                  <a:lnTo>
                    <a:pt x="29" y="16"/>
                  </a:lnTo>
                  <a:lnTo>
                    <a:pt x="64" y="8"/>
                  </a:lnTo>
                  <a:lnTo>
                    <a:pt x="97"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825958" name="Freeform 165"/>
            <p:cNvSpPr>
              <a:spLocks noChangeArrowheads="1"/>
            </p:cNvSpPr>
            <p:nvPr/>
          </p:nvSpPr>
          <p:spPr bwMode="auto">
            <a:xfrm>
              <a:off x="438" y="1984"/>
              <a:ext cx="11" cy="2"/>
            </a:xfrm>
            <a:custGeom>
              <a:avLst/>
              <a:gdLst>
                <a:gd name="T0" fmla="*/ 53 w 53"/>
                <a:gd name="T1" fmla="*/ 5 h 12"/>
                <a:gd name="T2" fmla="*/ 46 w 53"/>
                <a:gd name="T3" fmla="*/ 12 h 12"/>
                <a:gd name="T4" fmla="*/ 27 w 53"/>
                <a:gd name="T5" fmla="*/ 9 h 12"/>
                <a:gd name="T6" fmla="*/ 5 w 53"/>
                <a:gd name="T7" fmla="*/ 9 h 12"/>
                <a:gd name="T8" fmla="*/ 0 w 53"/>
                <a:gd name="T9" fmla="*/ 0 h 12"/>
                <a:gd name="T10" fmla="*/ 14 w 53"/>
                <a:gd name="T11" fmla="*/ 3 h 12"/>
                <a:gd name="T12" fmla="*/ 53 w 53"/>
                <a:gd name="T13" fmla="*/ 5 h 12"/>
              </a:gdLst>
              <a:ahLst/>
              <a:cxnLst>
                <a:cxn ang="0">
                  <a:pos x="T0" y="T1"/>
                </a:cxn>
                <a:cxn ang="0">
                  <a:pos x="T2" y="T3"/>
                </a:cxn>
                <a:cxn ang="0">
                  <a:pos x="T4" y="T5"/>
                </a:cxn>
                <a:cxn ang="0">
                  <a:pos x="T6" y="T7"/>
                </a:cxn>
                <a:cxn ang="0">
                  <a:pos x="T8" y="T9"/>
                </a:cxn>
                <a:cxn ang="0">
                  <a:pos x="T10" y="T11"/>
                </a:cxn>
                <a:cxn ang="0">
                  <a:pos x="T12" y="T13"/>
                </a:cxn>
              </a:cxnLst>
              <a:rect l="0" t="0" r="r" b="b"/>
              <a:pathLst>
                <a:path w="53" h="12">
                  <a:moveTo>
                    <a:pt x="53" y="5"/>
                  </a:moveTo>
                  <a:lnTo>
                    <a:pt x="46" y="12"/>
                  </a:lnTo>
                  <a:lnTo>
                    <a:pt x="27" y="9"/>
                  </a:lnTo>
                  <a:lnTo>
                    <a:pt x="5" y="9"/>
                  </a:lnTo>
                  <a:lnTo>
                    <a:pt x="0" y="0"/>
                  </a:lnTo>
                  <a:lnTo>
                    <a:pt x="14" y="3"/>
                  </a:lnTo>
                  <a:lnTo>
                    <a:pt x="53" y="5"/>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825959" name="Freeform 166"/>
            <p:cNvSpPr>
              <a:spLocks noChangeArrowheads="1"/>
            </p:cNvSpPr>
            <p:nvPr/>
          </p:nvSpPr>
          <p:spPr bwMode="auto">
            <a:xfrm>
              <a:off x="469" y="1982"/>
              <a:ext cx="3" cy="4"/>
            </a:xfrm>
            <a:custGeom>
              <a:avLst/>
              <a:gdLst>
                <a:gd name="T0" fmla="*/ 0 w 11"/>
                <a:gd name="T1" fmla="*/ 0 h 23"/>
                <a:gd name="T2" fmla="*/ 0 w 11"/>
                <a:gd name="T3" fmla="*/ 6 h 23"/>
                <a:gd name="T4" fmla="*/ 2 w 11"/>
                <a:gd name="T5" fmla="*/ 18 h 23"/>
                <a:gd name="T6" fmla="*/ 11 w 11"/>
                <a:gd name="T7" fmla="*/ 23 h 23"/>
                <a:gd name="T8" fmla="*/ 0 w 11"/>
                <a:gd name="T9" fmla="*/ 0 h 23"/>
              </a:gdLst>
              <a:ahLst/>
              <a:cxnLst>
                <a:cxn ang="0">
                  <a:pos x="T0" y="T1"/>
                </a:cxn>
                <a:cxn ang="0">
                  <a:pos x="T2" y="T3"/>
                </a:cxn>
                <a:cxn ang="0">
                  <a:pos x="T4" y="T5"/>
                </a:cxn>
                <a:cxn ang="0">
                  <a:pos x="T6" y="T7"/>
                </a:cxn>
                <a:cxn ang="0">
                  <a:pos x="T8" y="T9"/>
                </a:cxn>
              </a:cxnLst>
              <a:rect l="0" t="0" r="r" b="b"/>
              <a:pathLst>
                <a:path w="11" h="23">
                  <a:moveTo>
                    <a:pt x="0" y="0"/>
                  </a:moveTo>
                  <a:lnTo>
                    <a:pt x="0" y="6"/>
                  </a:lnTo>
                  <a:lnTo>
                    <a:pt x="2" y="18"/>
                  </a:lnTo>
                  <a:lnTo>
                    <a:pt x="11" y="23"/>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825960" name="Freeform 167"/>
            <p:cNvSpPr>
              <a:spLocks noChangeArrowheads="1"/>
            </p:cNvSpPr>
            <p:nvPr/>
          </p:nvSpPr>
          <p:spPr bwMode="auto">
            <a:xfrm>
              <a:off x="462" y="1993"/>
              <a:ext cx="2" cy="2"/>
            </a:xfrm>
            <a:custGeom>
              <a:avLst/>
              <a:gdLst>
                <a:gd name="T0" fmla="*/ 0 w 11"/>
                <a:gd name="T1" fmla="*/ 0 h 13"/>
                <a:gd name="T2" fmla="*/ 3 w 11"/>
                <a:gd name="T3" fmla="*/ 7 h 13"/>
                <a:gd name="T4" fmla="*/ 11 w 11"/>
                <a:gd name="T5" fmla="*/ 13 h 13"/>
                <a:gd name="T6" fmla="*/ 0 w 11"/>
                <a:gd name="T7" fmla="*/ 0 h 13"/>
              </a:gdLst>
              <a:ahLst/>
              <a:cxnLst>
                <a:cxn ang="0">
                  <a:pos x="T0" y="T1"/>
                </a:cxn>
                <a:cxn ang="0">
                  <a:pos x="T2" y="T3"/>
                </a:cxn>
                <a:cxn ang="0">
                  <a:pos x="T4" y="T5"/>
                </a:cxn>
                <a:cxn ang="0">
                  <a:pos x="T6" y="T7"/>
                </a:cxn>
              </a:cxnLst>
              <a:rect l="0" t="0" r="r" b="b"/>
              <a:pathLst>
                <a:path w="11" h="13">
                  <a:moveTo>
                    <a:pt x="0" y="0"/>
                  </a:moveTo>
                  <a:lnTo>
                    <a:pt x="3" y="7"/>
                  </a:lnTo>
                  <a:lnTo>
                    <a:pt x="11" y="13"/>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825961" name="Freeform 168"/>
            <p:cNvSpPr>
              <a:spLocks noChangeArrowheads="1"/>
            </p:cNvSpPr>
            <p:nvPr/>
          </p:nvSpPr>
          <p:spPr bwMode="auto">
            <a:xfrm>
              <a:off x="423" y="1977"/>
              <a:ext cx="5" cy="6"/>
            </a:xfrm>
            <a:custGeom>
              <a:avLst/>
              <a:gdLst>
                <a:gd name="T0" fmla="*/ 25 w 25"/>
                <a:gd name="T1" fmla="*/ 0 h 29"/>
                <a:gd name="T2" fmla="*/ 21 w 25"/>
                <a:gd name="T3" fmla="*/ 9 h 29"/>
                <a:gd name="T4" fmla="*/ 21 w 25"/>
                <a:gd name="T5" fmla="*/ 17 h 29"/>
                <a:gd name="T6" fmla="*/ 0 w 25"/>
                <a:gd name="T7" fmla="*/ 29 h 29"/>
                <a:gd name="T8" fmla="*/ 25 w 25"/>
                <a:gd name="T9" fmla="*/ 0 h 29"/>
              </a:gdLst>
              <a:ahLst/>
              <a:cxnLst>
                <a:cxn ang="0">
                  <a:pos x="T0" y="T1"/>
                </a:cxn>
                <a:cxn ang="0">
                  <a:pos x="T2" y="T3"/>
                </a:cxn>
                <a:cxn ang="0">
                  <a:pos x="T4" y="T5"/>
                </a:cxn>
                <a:cxn ang="0">
                  <a:pos x="T6" y="T7"/>
                </a:cxn>
                <a:cxn ang="0">
                  <a:pos x="T8" y="T9"/>
                </a:cxn>
              </a:cxnLst>
              <a:rect l="0" t="0" r="r" b="b"/>
              <a:pathLst>
                <a:path w="25" h="29">
                  <a:moveTo>
                    <a:pt x="25" y="0"/>
                  </a:moveTo>
                  <a:lnTo>
                    <a:pt x="21" y="9"/>
                  </a:lnTo>
                  <a:lnTo>
                    <a:pt x="21" y="17"/>
                  </a:lnTo>
                  <a:lnTo>
                    <a:pt x="0" y="29"/>
                  </a:lnTo>
                  <a:lnTo>
                    <a:pt x="25"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825962" name="Freeform 169"/>
            <p:cNvSpPr>
              <a:spLocks noChangeArrowheads="1"/>
            </p:cNvSpPr>
            <p:nvPr/>
          </p:nvSpPr>
          <p:spPr bwMode="auto">
            <a:xfrm>
              <a:off x="403" y="1977"/>
              <a:ext cx="16" cy="16"/>
            </a:xfrm>
            <a:custGeom>
              <a:avLst/>
              <a:gdLst>
                <a:gd name="T0" fmla="*/ 80 w 80"/>
                <a:gd name="T1" fmla="*/ 0 h 81"/>
                <a:gd name="T2" fmla="*/ 66 w 80"/>
                <a:gd name="T3" fmla="*/ 26 h 81"/>
                <a:gd name="T4" fmla="*/ 50 w 80"/>
                <a:gd name="T5" fmla="*/ 46 h 81"/>
                <a:gd name="T6" fmla="*/ 0 w 80"/>
                <a:gd name="T7" fmla="*/ 81 h 81"/>
                <a:gd name="T8" fmla="*/ 47 w 80"/>
                <a:gd name="T9" fmla="*/ 38 h 81"/>
                <a:gd name="T10" fmla="*/ 80 w 80"/>
                <a:gd name="T11" fmla="*/ 0 h 81"/>
              </a:gdLst>
              <a:ahLst/>
              <a:cxnLst>
                <a:cxn ang="0">
                  <a:pos x="T0" y="T1"/>
                </a:cxn>
                <a:cxn ang="0">
                  <a:pos x="T2" y="T3"/>
                </a:cxn>
                <a:cxn ang="0">
                  <a:pos x="T4" y="T5"/>
                </a:cxn>
                <a:cxn ang="0">
                  <a:pos x="T6" y="T7"/>
                </a:cxn>
                <a:cxn ang="0">
                  <a:pos x="T8" y="T9"/>
                </a:cxn>
                <a:cxn ang="0">
                  <a:pos x="T10" y="T11"/>
                </a:cxn>
              </a:cxnLst>
              <a:rect l="0" t="0" r="r" b="b"/>
              <a:pathLst>
                <a:path w="80" h="81">
                  <a:moveTo>
                    <a:pt x="80" y="0"/>
                  </a:moveTo>
                  <a:lnTo>
                    <a:pt x="66" y="26"/>
                  </a:lnTo>
                  <a:lnTo>
                    <a:pt x="50" y="46"/>
                  </a:lnTo>
                  <a:lnTo>
                    <a:pt x="0" y="81"/>
                  </a:lnTo>
                  <a:lnTo>
                    <a:pt x="47" y="38"/>
                  </a:lnTo>
                  <a:lnTo>
                    <a:pt x="8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825963" name="Freeform 170"/>
            <p:cNvSpPr>
              <a:spLocks noChangeArrowheads="1"/>
            </p:cNvSpPr>
            <p:nvPr/>
          </p:nvSpPr>
          <p:spPr bwMode="auto">
            <a:xfrm>
              <a:off x="395" y="2000"/>
              <a:ext cx="4" cy="12"/>
            </a:xfrm>
            <a:custGeom>
              <a:avLst/>
              <a:gdLst>
                <a:gd name="T0" fmla="*/ 0 w 18"/>
                <a:gd name="T1" fmla="*/ 0 h 58"/>
                <a:gd name="T2" fmla="*/ 11 w 18"/>
                <a:gd name="T3" fmla="*/ 20 h 58"/>
                <a:gd name="T4" fmla="*/ 15 w 18"/>
                <a:gd name="T5" fmla="*/ 41 h 58"/>
                <a:gd name="T6" fmla="*/ 16 w 18"/>
                <a:gd name="T7" fmla="*/ 58 h 58"/>
                <a:gd name="T8" fmla="*/ 18 w 18"/>
                <a:gd name="T9" fmla="*/ 33 h 58"/>
                <a:gd name="T10" fmla="*/ 16 w 18"/>
                <a:gd name="T11" fmla="*/ 14 h 58"/>
                <a:gd name="T12" fmla="*/ 0 w 18"/>
                <a:gd name="T13" fmla="*/ 0 h 58"/>
              </a:gdLst>
              <a:ahLst/>
              <a:cxnLst>
                <a:cxn ang="0">
                  <a:pos x="T0" y="T1"/>
                </a:cxn>
                <a:cxn ang="0">
                  <a:pos x="T2" y="T3"/>
                </a:cxn>
                <a:cxn ang="0">
                  <a:pos x="T4" y="T5"/>
                </a:cxn>
                <a:cxn ang="0">
                  <a:pos x="T6" y="T7"/>
                </a:cxn>
                <a:cxn ang="0">
                  <a:pos x="T8" y="T9"/>
                </a:cxn>
                <a:cxn ang="0">
                  <a:pos x="T10" y="T11"/>
                </a:cxn>
                <a:cxn ang="0">
                  <a:pos x="T12" y="T13"/>
                </a:cxn>
              </a:cxnLst>
              <a:rect l="0" t="0" r="r" b="b"/>
              <a:pathLst>
                <a:path w="18" h="58">
                  <a:moveTo>
                    <a:pt x="0" y="0"/>
                  </a:moveTo>
                  <a:lnTo>
                    <a:pt x="11" y="20"/>
                  </a:lnTo>
                  <a:lnTo>
                    <a:pt x="15" y="41"/>
                  </a:lnTo>
                  <a:lnTo>
                    <a:pt x="16" y="58"/>
                  </a:lnTo>
                  <a:lnTo>
                    <a:pt x="18" y="33"/>
                  </a:lnTo>
                  <a:lnTo>
                    <a:pt x="16" y="14"/>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825964" name="Freeform 171"/>
            <p:cNvSpPr>
              <a:spLocks noChangeArrowheads="1"/>
            </p:cNvSpPr>
            <p:nvPr/>
          </p:nvSpPr>
          <p:spPr bwMode="auto">
            <a:xfrm>
              <a:off x="432" y="1988"/>
              <a:ext cx="2" cy="4"/>
            </a:xfrm>
            <a:custGeom>
              <a:avLst/>
              <a:gdLst>
                <a:gd name="T0" fmla="*/ 2 w 9"/>
                <a:gd name="T1" fmla="*/ 0 h 21"/>
                <a:gd name="T2" fmla="*/ 0 w 9"/>
                <a:gd name="T3" fmla="*/ 9 h 21"/>
                <a:gd name="T4" fmla="*/ 9 w 9"/>
                <a:gd name="T5" fmla="*/ 21 h 21"/>
                <a:gd name="T6" fmla="*/ 2 w 9"/>
                <a:gd name="T7" fmla="*/ 0 h 21"/>
              </a:gdLst>
              <a:ahLst/>
              <a:cxnLst>
                <a:cxn ang="0">
                  <a:pos x="T0" y="T1"/>
                </a:cxn>
                <a:cxn ang="0">
                  <a:pos x="T2" y="T3"/>
                </a:cxn>
                <a:cxn ang="0">
                  <a:pos x="T4" y="T5"/>
                </a:cxn>
                <a:cxn ang="0">
                  <a:pos x="T6" y="T7"/>
                </a:cxn>
              </a:cxnLst>
              <a:rect l="0" t="0" r="r" b="b"/>
              <a:pathLst>
                <a:path w="9" h="21">
                  <a:moveTo>
                    <a:pt x="2" y="0"/>
                  </a:moveTo>
                  <a:lnTo>
                    <a:pt x="0" y="9"/>
                  </a:lnTo>
                  <a:lnTo>
                    <a:pt x="9" y="21"/>
                  </a:lnTo>
                  <a:lnTo>
                    <a:pt x="2"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1825965" name="Group 172"/>
          <p:cNvGrpSpPr>
            <a:grpSpLocks/>
          </p:cNvGrpSpPr>
          <p:nvPr/>
        </p:nvGrpSpPr>
        <p:grpSpPr bwMode="auto">
          <a:xfrm>
            <a:off x="384175" y="4664075"/>
            <a:ext cx="393700" cy="415925"/>
            <a:chOff x="162" y="1828"/>
            <a:chExt cx="229" cy="262"/>
          </a:xfrm>
        </p:grpSpPr>
        <p:sp>
          <p:nvSpPr>
            <p:cNvPr id="1825966" name="Freeform 173"/>
            <p:cNvSpPr>
              <a:spLocks noChangeArrowheads="1"/>
            </p:cNvSpPr>
            <p:nvPr/>
          </p:nvSpPr>
          <p:spPr bwMode="auto">
            <a:xfrm>
              <a:off x="286" y="1828"/>
              <a:ext cx="7" cy="5"/>
            </a:xfrm>
            <a:custGeom>
              <a:avLst/>
              <a:gdLst>
                <a:gd name="T0" fmla="*/ 37 w 37"/>
                <a:gd name="T1" fmla="*/ 0 h 25"/>
                <a:gd name="T2" fmla="*/ 26 w 37"/>
                <a:gd name="T3" fmla="*/ 7 h 25"/>
                <a:gd name="T4" fmla="*/ 16 w 37"/>
                <a:gd name="T5" fmla="*/ 10 h 25"/>
                <a:gd name="T6" fmla="*/ 6 w 37"/>
                <a:gd name="T7" fmla="*/ 16 h 25"/>
                <a:gd name="T8" fmla="*/ 0 w 37"/>
                <a:gd name="T9" fmla="*/ 25 h 25"/>
                <a:gd name="T10" fmla="*/ 9 w 37"/>
                <a:gd name="T11" fmla="*/ 22 h 25"/>
                <a:gd name="T12" fmla="*/ 26 w 37"/>
                <a:gd name="T13" fmla="*/ 17 h 25"/>
                <a:gd name="T14" fmla="*/ 37 w 37"/>
                <a:gd name="T15" fmla="*/ 0 h 2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7" h="25">
                  <a:moveTo>
                    <a:pt x="37" y="0"/>
                  </a:moveTo>
                  <a:lnTo>
                    <a:pt x="26" y="7"/>
                  </a:lnTo>
                  <a:lnTo>
                    <a:pt x="16" y="10"/>
                  </a:lnTo>
                  <a:lnTo>
                    <a:pt x="6" y="16"/>
                  </a:lnTo>
                  <a:lnTo>
                    <a:pt x="0" y="25"/>
                  </a:lnTo>
                  <a:lnTo>
                    <a:pt x="9" y="22"/>
                  </a:lnTo>
                  <a:lnTo>
                    <a:pt x="26" y="17"/>
                  </a:lnTo>
                  <a:lnTo>
                    <a:pt x="37"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825967" name="Freeform 174"/>
            <p:cNvSpPr>
              <a:spLocks noChangeArrowheads="1"/>
            </p:cNvSpPr>
            <p:nvPr/>
          </p:nvSpPr>
          <p:spPr bwMode="auto">
            <a:xfrm>
              <a:off x="289" y="1837"/>
              <a:ext cx="2" cy="3"/>
            </a:xfrm>
            <a:custGeom>
              <a:avLst/>
              <a:gdLst>
                <a:gd name="T0" fmla="*/ 9 w 9"/>
                <a:gd name="T1" fmla="*/ 0 h 16"/>
                <a:gd name="T2" fmla="*/ 0 w 9"/>
                <a:gd name="T3" fmla="*/ 0 h 16"/>
                <a:gd name="T4" fmla="*/ 0 w 9"/>
                <a:gd name="T5" fmla="*/ 16 h 16"/>
                <a:gd name="T6" fmla="*/ 9 w 9"/>
                <a:gd name="T7" fmla="*/ 0 h 16"/>
              </a:gdLst>
              <a:ahLst/>
              <a:cxnLst>
                <a:cxn ang="0">
                  <a:pos x="T0" y="T1"/>
                </a:cxn>
                <a:cxn ang="0">
                  <a:pos x="T2" y="T3"/>
                </a:cxn>
                <a:cxn ang="0">
                  <a:pos x="T4" y="T5"/>
                </a:cxn>
                <a:cxn ang="0">
                  <a:pos x="T6" y="T7"/>
                </a:cxn>
              </a:cxnLst>
              <a:rect l="0" t="0" r="r" b="b"/>
              <a:pathLst>
                <a:path w="9" h="16">
                  <a:moveTo>
                    <a:pt x="9" y="0"/>
                  </a:moveTo>
                  <a:lnTo>
                    <a:pt x="0" y="0"/>
                  </a:lnTo>
                  <a:lnTo>
                    <a:pt x="0" y="16"/>
                  </a:lnTo>
                  <a:lnTo>
                    <a:pt x="9"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825968" name="Freeform 175"/>
            <p:cNvSpPr>
              <a:spLocks noChangeArrowheads="1"/>
            </p:cNvSpPr>
            <p:nvPr/>
          </p:nvSpPr>
          <p:spPr bwMode="auto">
            <a:xfrm>
              <a:off x="260" y="1863"/>
              <a:ext cx="62" cy="154"/>
            </a:xfrm>
            <a:custGeom>
              <a:avLst/>
              <a:gdLst>
                <a:gd name="T0" fmla="*/ 46 w 309"/>
                <a:gd name="T1" fmla="*/ 0 h 772"/>
                <a:gd name="T2" fmla="*/ 75 w 309"/>
                <a:gd name="T3" fmla="*/ 32 h 772"/>
                <a:gd name="T4" fmla="*/ 84 w 309"/>
                <a:gd name="T5" fmla="*/ 78 h 772"/>
                <a:gd name="T6" fmla="*/ 127 w 309"/>
                <a:gd name="T7" fmla="*/ 122 h 772"/>
                <a:gd name="T8" fmla="*/ 218 w 309"/>
                <a:gd name="T9" fmla="*/ 330 h 772"/>
                <a:gd name="T10" fmla="*/ 269 w 309"/>
                <a:gd name="T11" fmla="*/ 519 h 772"/>
                <a:gd name="T12" fmla="*/ 309 w 309"/>
                <a:gd name="T13" fmla="*/ 772 h 772"/>
                <a:gd name="T14" fmla="*/ 182 w 309"/>
                <a:gd name="T15" fmla="*/ 659 h 772"/>
                <a:gd name="T16" fmla="*/ 0 w 309"/>
                <a:gd name="T17" fmla="*/ 100 h 772"/>
                <a:gd name="T18" fmla="*/ 46 w 309"/>
                <a:gd name="T19" fmla="*/ 0 h 7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09" h="772">
                  <a:moveTo>
                    <a:pt x="46" y="0"/>
                  </a:moveTo>
                  <a:lnTo>
                    <a:pt x="75" y="32"/>
                  </a:lnTo>
                  <a:lnTo>
                    <a:pt x="84" y="78"/>
                  </a:lnTo>
                  <a:lnTo>
                    <a:pt x="127" y="122"/>
                  </a:lnTo>
                  <a:lnTo>
                    <a:pt x="218" y="330"/>
                  </a:lnTo>
                  <a:lnTo>
                    <a:pt x="269" y="519"/>
                  </a:lnTo>
                  <a:lnTo>
                    <a:pt x="309" y="772"/>
                  </a:lnTo>
                  <a:lnTo>
                    <a:pt x="182" y="659"/>
                  </a:lnTo>
                  <a:lnTo>
                    <a:pt x="0" y="100"/>
                  </a:lnTo>
                  <a:lnTo>
                    <a:pt x="46" y="0"/>
                  </a:lnTo>
                  <a:close/>
                </a:path>
              </a:pathLst>
            </a:custGeom>
            <a:solidFill>
              <a:srgbClr val="400000"/>
            </a:solidFill>
            <a:ln w="3175">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1825969" name="Freeform 176"/>
            <p:cNvSpPr>
              <a:spLocks noChangeArrowheads="1"/>
            </p:cNvSpPr>
            <p:nvPr/>
          </p:nvSpPr>
          <p:spPr bwMode="auto">
            <a:xfrm>
              <a:off x="162" y="1833"/>
              <a:ext cx="229" cy="257"/>
            </a:xfrm>
            <a:custGeom>
              <a:avLst/>
              <a:gdLst>
                <a:gd name="T0" fmla="*/ 212 w 1147"/>
                <a:gd name="T1" fmla="*/ 67 h 1285"/>
                <a:gd name="T2" fmla="*/ 247 w 1147"/>
                <a:gd name="T3" fmla="*/ 0 h 1285"/>
                <a:gd name="T4" fmla="*/ 528 w 1147"/>
                <a:gd name="T5" fmla="*/ 116 h 1285"/>
                <a:gd name="T6" fmla="*/ 541 w 1147"/>
                <a:gd name="T7" fmla="*/ 206 h 1285"/>
                <a:gd name="T8" fmla="*/ 563 w 1147"/>
                <a:gd name="T9" fmla="*/ 238 h 1285"/>
                <a:gd name="T10" fmla="*/ 595 w 1147"/>
                <a:gd name="T11" fmla="*/ 274 h 1285"/>
                <a:gd name="T12" fmla="*/ 614 w 1147"/>
                <a:gd name="T13" fmla="*/ 339 h 1285"/>
                <a:gd name="T14" fmla="*/ 676 w 1147"/>
                <a:gd name="T15" fmla="*/ 487 h 1285"/>
                <a:gd name="T16" fmla="*/ 727 w 1147"/>
                <a:gd name="T17" fmla="*/ 663 h 1285"/>
                <a:gd name="T18" fmla="*/ 748 w 1147"/>
                <a:gd name="T19" fmla="*/ 780 h 1285"/>
                <a:gd name="T20" fmla="*/ 974 w 1147"/>
                <a:gd name="T21" fmla="*/ 785 h 1285"/>
                <a:gd name="T22" fmla="*/ 1011 w 1147"/>
                <a:gd name="T23" fmla="*/ 807 h 1285"/>
                <a:gd name="T24" fmla="*/ 1115 w 1147"/>
                <a:gd name="T25" fmla="*/ 807 h 1285"/>
                <a:gd name="T26" fmla="*/ 1143 w 1147"/>
                <a:gd name="T27" fmla="*/ 853 h 1285"/>
                <a:gd name="T28" fmla="*/ 1147 w 1147"/>
                <a:gd name="T29" fmla="*/ 907 h 1285"/>
                <a:gd name="T30" fmla="*/ 1137 w 1147"/>
                <a:gd name="T31" fmla="*/ 956 h 1285"/>
                <a:gd name="T32" fmla="*/ 1042 w 1147"/>
                <a:gd name="T33" fmla="*/ 974 h 1285"/>
                <a:gd name="T34" fmla="*/ 997 w 1147"/>
                <a:gd name="T35" fmla="*/ 1041 h 1285"/>
                <a:gd name="T36" fmla="*/ 907 w 1147"/>
                <a:gd name="T37" fmla="*/ 1064 h 1285"/>
                <a:gd name="T38" fmla="*/ 840 w 1147"/>
                <a:gd name="T39" fmla="*/ 1064 h 1285"/>
                <a:gd name="T40" fmla="*/ 763 w 1147"/>
                <a:gd name="T41" fmla="*/ 1079 h 1285"/>
                <a:gd name="T42" fmla="*/ 759 w 1147"/>
                <a:gd name="T43" fmla="*/ 1110 h 1285"/>
                <a:gd name="T44" fmla="*/ 763 w 1147"/>
                <a:gd name="T45" fmla="*/ 1177 h 1285"/>
                <a:gd name="T46" fmla="*/ 754 w 1147"/>
                <a:gd name="T47" fmla="*/ 1223 h 1285"/>
                <a:gd name="T48" fmla="*/ 713 w 1147"/>
                <a:gd name="T49" fmla="*/ 1227 h 1285"/>
                <a:gd name="T50" fmla="*/ 663 w 1147"/>
                <a:gd name="T51" fmla="*/ 1236 h 1285"/>
                <a:gd name="T52" fmla="*/ 614 w 1147"/>
                <a:gd name="T53" fmla="*/ 1282 h 1285"/>
                <a:gd name="T54" fmla="*/ 554 w 1147"/>
                <a:gd name="T55" fmla="*/ 1282 h 1285"/>
                <a:gd name="T56" fmla="*/ 501 w 1147"/>
                <a:gd name="T57" fmla="*/ 1276 h 1285"/>
                <a:gd name="T58" fmla="*/ 420 w 1147"/>
                <a:gd name="T59" fmla="*/ 1250 h 1285"/>
                <a:gd name="T60" fmla="*/ 330 w 1147"/>
                <a:gd name="T61" fmla="*/ 1259 h 1285"/>
                <a:gd name="T62" fmla="*/ 238 w 1147"/>
                <a:gd name="T63" fmla="*/ 1285 h 1285"/>
                <a:gd name="T64" fmla="*/ 153 w 1147"/>
                <a:gd name="T65" fmla="*/ 1267 h 1285"/>
                <a:gd name="T66" fmla="*/ 95 w 1147"/>
                <a:gd name="T67" fmla="*/ 1200 h 1285"/>
                <a:gd name="T68" fmla="*/ 99 w 1147"/>
                <a:gd name="T69" fmla="*/ 1128 h 1285"/>
                <a:gd name="T70" fmla="*/ 76 w 1147"/>
                <a:gd name="T71" fmla="*/ 1038 h 1285"/>
                <a:gd name="T72" fmla="*/ 64 w 1147"/>
                <a:gd name="T73" fmla="*/ 920 h 1285"/>
                <a:gd name="T74" fmla="*/ 36 w 1147"/>
                <a:gd name="T75" fmla="*/ 812 h 1285"/>
                <a:gd name="T76" fmla="*/ 0 w 1147"/>
                <a:gd name="T77" fmla="*/ 650 h 1285"/>
                <a:gd name="T78" fmla="*/ 4 w 1147"/>
                <a:gd name="T79" fmla="*/ 487 h 1285"/>
                <a:gd name="T80" fmla="*/ 4 w 1147"/>
                <a:gd name="T81" fmla="*/ 342 h 1285"/>
                <a:gd name="T82" fmla="*/ 14 w 1147"/>
                <a:gd name="T83" fmla="*/ 243 h 1285"/>
                <a:gd name="T84" fmla="*/ 36 w 1147"/>
                <a:gd name="T85" fmla="*/ 198 h 1285"/>
                <a:gd name="T86" fmla="*/ 87 w 1147"/>
                <a:gd name="T87" fmla="*/ 162 h 1285"/>
                <a:gd name="T88" fmla="*/ 145 w 1147"/>
                <a:gd name="T89" fmla="*/ 102 h 1285"/>
                <a:gd name="T90" fmla="*/ 212 w 1147"/>
                <a:gd name="T91" fmla="*/ 67 h 12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147" h="1285">
                  <a:moveTo>
                    <a:pt x="212" y="67"/>
                  </a:moveTo>
                  <a:lnTo>
                    <a:pt x="247" y="0"/>
                  </a:lnTo>
                  <a:lnTo>
                    <a:pt x="528" y="116"/>
                  </a:lnTo>
                  <a:lnTo>
                    <a:pt x="541" y="206"/>
                  </a:lnTo>
                  <a:lnTo>
                    <a:pt x="563" y="238"/>
                  </a:lnTo>
                  <a:lnTo>
                    <a:pt x="595" y="274"/>
                  </a:lnTo>
                  <a:lnTo>
                    <a:pt x="614" y="339"/>
                  </a:lnTo>
                  <a:lnTo>
                    <a:pt x="676" y="487"/>
                  </a:lnTo>
                  <a:lnTo>
                    <a:pt x="727" y="663"/>
                  </a:lnTo>
                  <a:lnTo>
                    <a:pt x="748" y="780"/>
                  </a:lnTo>
                  <a:lnTo>
                    <a:pt x="974" y="785"/>
                  </a:lnTo>
                  <a:lnTo>
                    <a:pt x="1011" y="807"/>
                  </a:lnTo>
                  <a:lnTo>
                    <a:pt x="1115" y="807"/>
                  </a:lnTo>
                  <a:lnTo>
                    <a:pt x="1143" y="853"/>
                  </a:lnTo>
                  <a:lnTo>
                    <a:pt x="1147" y="907"/>
                  </a:lnTo>
                  <a:lnTo>
                    <a:pt x="1137" y="956"/>
                  </a:lnTo>
                  <a:lnTo>
                    <a:pt x="1042" y="974"/>
                  </a:lnTo>
                  <a:lnTo>
                    <a:pt x="997" y="1041"/>
                  </a:lnTo>
                  <a:lnTo>
                    <a:pt x="907" y="1064"/>
                  </a:lnTo>
                  <a:lnTo>
                    <a:pt x="840" y="1064"/>
                  </a:lnTo>
                  <a:lnTo>
                    <a:pt x="763" y="1079"/>
                  </a:lnTo>
                  <a:lnTo>
                    <a:pt x="759" y="1110"/>
                  </a:lnTo>
                  <a:lnTo>
                    <a:pt x="763" y="1177"/>
                  </a:lnTo>
                  <a:lnTo>
                    <a:pt x="754" y="1223"/>
                  </a:lnTo>
                  <a:lnTo>
                    <a:pt x="713" y="1227"/>
                  </a:lnTo>
                  <a:lnTo>
                    <a:pt x="663" y="1236"/>
                  </a:lnTo>
                  <a:lnTo>
                    <a:pt x="614" y="1282"/>
                  </a:lnTo>
                  <a:lnTo>
                    <a:pt x="554" y="1282"/>
                  </a:lnTo>
                  <a:lnTo>
                    <a:pt x="501" y="1276"/>
                  </a:lnTo>
                  <a:lnTo>
                    <a:pt x="420" y="1250"/>
                  </a:lnTo>
                  <a:lnTo>
                    <a:pt x="330" y="1259"/>
                  </a:lnTo>
                  <a:lnTo>
                    <a:pt x="238" y="1285"/>
                  </a:lnTo>
                  <a:lnTo>
                    <a:pt x="153" y="1267"/>
                  </a:lnTo>
                  <a:lnTo>
                    <a:pt x="95" y="1200"/>
                  </a:lnTo>
                  <a:lnTo>
                    <a:pt x="99" y="1128"/>
                  </a:lnTo>
                  <a:lnTo>
                    <a:pt x="76" y="1038"/>
                  </a:lnTo>
                  <a:lnTo>
                    <a:pt x="64" y="920"/>
                  </a:lnTo>
                  <a:lnTo>
                    <a:pt x="36" y="812"/>
                  </a:lnTo>
                  <a:lnTo>
                    <a:pt x="0" y="650"/>
                  </a:lnTo>
                  <a:lnTo>
                    <a:pt x="4" y="487"/>
                  </a:lnTo>
                  <a:lnTo>
                    <a:pt x="4" y="342"/>
                  </a:lnTo>
                  <a:lnTo>
                    <a:pt x="14" y="243"/>
                  </a:lnTo>
                  <a:lnTo>
                    <a:pt x="36" y="198"/>
                  </a:lnTo>
                  <a:lnTo>
                    <a:pt x="87" y="162"/>
                  </a:lnTo>
                  <a:lnTo>
                    <a:pt x="145" y="102"/>
                  </a:lnTo>
                  <a:lnTo>
                    <a:pt x="212" y="67"/>
                  </a:lnTo>
                  <a:close/>
                </a:path>
              </a:pathLst>
            </a:custGeom>
            <a:solidFill>
              <a:srgbClr val="C0C0C0"/>
            </a:solidFill>
            <a:ln w="3175">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1825970" name="Freeform 177"/>
            <p:cNvSpPr>
              <a:spLocks noChangeArrowheads="1"/>
            </p:cNvSpPr>
            <p:nvPr/>
          </p:nvSpPr>
          <p:spPr bwMode="auto">
            <a:xfrm>
              <a:off x="166" y="1848"/>
              <a:ext cx="145" cy="240"/>
            </a:xfrm>
            <a:custGeom>
              <a:avLst/>
              <a:gdLst>
                <a:gd name="T0" fmla="*/ 630 w 725"/>
                <a:gd name="T1" fmla="*/ 990 h 1198"/>
                <a:gd name="T2" fmla="*/ 460 w 725"/>
                <a:gd name="T3" fmla="*/ 978 h 1198"/>
                <a:gd name="T4" fmla="*/ 314 w 725"/>
                <a:gd name="T5" fmla="*/ 932 h 1198"/>
                <a:gd name="T6" fmla="*/ 256 w 725"/>
                <a:gd name="T7" fmla="*/ 825 h 1198"/>
                <a:gd name="T8" fmla="*/ 274 w 725"/>
                <a:gd name="T9" fmla="*/ 753 h 1198"/>
                <a:gd name="T10" fmla="*/ 162 w 725"/>
                <a:gd name="T11" fmla="*/ 600 h 1198"/>
                <a:gd name="T12" fmla="*/ 266 w 725"/>
                <a:gd name="T13" fmla="*/ 668 h 1198"/>
                <a:gd name="T14" fmla="*/ 211 w 725"/>
                <a:gd name="T15" fmla="*/ 532 h 1198"/>
                <a:gd name="T16" fmla="*/ 121 w 725"/>
                <a:gd name="T17" fmla="*/ 355 h 1198"/>
                <a:gd name="T18" fmla="*/ 256 w 725"/>
                <a:gd name="T19" fmla="*/ 504 h 1198"/>
                <a:gd name="T20" fmla="*/ 274 w 725"/>
                <a:gd name="T21" fmla="*/ 271 h 1198"/>
                <a:gd name="T22" fmla="*/ 341 w 725"/>
                <a:gd name="T23" fmla="*/ 190 h 1198"/>
                <a:gd name="T24" fmla="*/ 437 w 725"/>
                <a:gd name="T25" fmla="*/ 153 h 1198"/>
                <a:gd name="T26" fmla="*/ 251 w 725"/>
                <a:gd name="T27" fmla="*/ 90 h 1198"/>
                <a:gd name="T28" fmla="*/ 167 w 725"/>
                <a:gd name="T29" fmla="*/ 162 h 1198"/>
                <a:gd name="T30" fmla="*/ 220 w 725"/>
                <a:gd name="T31" fmla="*/ 90 h 1198"/>
                <a:gd name="T32" fmla="*/ 324 w 725"/>
                <a:gd name="T33" fmla="*/ 60 h 1198"/>
                <a:gd name="T34" fmla="*/ 251 w 725"/>
                <a:gd name="T35" fmla="*/ 32 h 1198"/>
                <a:gd name="T36" fmla="*/ 188 w 725"/>
                <a:gd name="T37" fmla="*/ 0 h 1198"/>
                <a:gd name="T38" fmla="*/ 104 w 725"/>
                <a:gd name="T39" fmla="*/ 68 h 1198"/>
                <a:gd name="T40" fmla="*/ 27 w 725"/>
                <a:gd name="T41" fmla="*/ 130 h 1198"/>
                <a:gd name="T42" fmla="*/ 0 w 725"/>
                <a:gd name="T43" fmla="*/ 240 h 1198"/>
                <a:gd name="T44" fmla="*/ 5 w 725"/>
                <a:gd name="T45" fmla="*/ 450 h 1198"/>
                <a:gd name="T46" fmla="*/ 31 w 725"/>
                <a:gd name="T47" fmla="*/ 698 h 1198"/>
                <a:gd name="T48" fmla="*/ 73 w 725"/>
                <a:gd name="T49" fmla="*/ 941 h 1198"/>
                <a:gd name="T50" fmla="*/ 90 w 725"/>
                <a:gd name="T51" fmla="*/ 1095 h 1198"/>
                <a:gd name="T52" fmla="*/ 131 w 725"/>
                <a:gd name="T53" fmla="*/ 1166 h 1198"/>
                <a:gd name="T54" fmla="*/ 225 w 725"/>
                <a:gd name="T55" fmla="*/ 1198 h 1198"/>
                <a:gd name="T56" fmla="*/ 288 w 725"/>
                <a:gd name="T57" fmla="*/ 1181 h 1198"/>
                <a:gd name="T58" fmla="*/ 337 w 725"/>
                <a:gd name="T59" fmla="*/ 1118 h 1198"/>
                <a:gd name="T60" fmla="*/ 356 w 725"/>
                <a:gd name="T61" fmla="*/ 1099 h 1198"/>
                <a:gd name="T62" fmla="*/ 433 w 725"/>
                <a:gd name="T63" fmla="*/ 1163 h 1198"/>
                <a:gd name="T64" fmla="*/ 527 w 725"/>
                <a:gd name="T65" fmla="*/ 1185 h 1198"/>
                <a:gd name="T66" fmla="*/ 603 w 725"/>
                <a:gd name="T67" fmla="*/ 1172 h 1198"/>
                <a:gd name="T68" fmla="*/ 553 w 725"/>
                <a:gd name="T69" fmla="*/ 1122 h 1198"/>
                <a:gd name="T70" fmla="*/ 472 w 725"/>
                <a:gd name="T71" fmla="*/ 1036 h 1198"/>
                <a:gd name="T72" fmla="*/ 598 w 725"/>
                <a:gd name="T73" fmla="*/ 1108 h 1198"/>
                <a:gd name="T74" fmla="*/ 702 w 725"/>
                <a:gd name="T75" fmla="*/ 1140 h 1198"/>
                <a:gd name="T76" fmla="*/ 725 w 725"/>
                <a:gd name="T77" fmla="*/ 1095 h 1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725" h="1198">
                  <a:moveTo>
                    <a:pt x="725" y="1005"/>
                  </a:moveTo>
                  <a:lnTo>
                    <a:pt x="630" y="990"/>
                  </a:lnTo>
                  <a:lnTo>
                    <a:pt x="549" y="986"/>
                  </a:lnTo>
                  <a:lnTo>
                    <a:pt x="460" y="978"/>
                  </a:lnTo>
                  <a:lnTo>
                    <a:pt x="359" y="963"/>
                  </a:lnTo>
                  <a:lnTo>
                    <a:pt x="314" y="932"/>
                  </a:lnTo>
                  <a:lnTo>
                    <a:pt x="193" y="780"/>
                  </a:lnTo>
                  <a:lnTo>
                    <a:pt x="256" y="825"/>
                  </a:lnTo>
                  <a:lnTo>
                    <a:pt x="297" y="861"/>
                  </a:lnTo>
                  <a:lnTo>
                    <a:pt x="274" y="753"/>
                  </a:lnTo>
                  <a:lnTo>
                    <a:pt x="228" y="712"/>
                  </a:lnTo>
                  <a:lnTo>
                    <a:pt x="162" y="600"/>
                  </a:lnTo>
                  <a:lnTo>
                    <a:pt x="225" y="653"/>
                  </a:lnTo>
                  <a:lnTo>
                    <a:pt x="266" y="668"/>
                  </a:lnTo>
                  <a:lnTo>
                    <a:pt x="256" y="590"/>
                  </a:lnTo>
                  <a:lnTo>
                    <a:pt x="211" y="532"/>
                  </a:lnTo>
                  <a:lnTo>
                    <a:pt x="167" y="487"/>
                  </a:lnTo>
                  <a:lnTo>
                    <a:pt x="121" y="355"/>
                  </a:lnTo>
                  <a:lnTo>
                    <a:pt x="207" y="464"/>
                  </a:lnTo>
                  <a:lnTo>
                    <a:pt x="256" y="504"/>
                  </a:lnTo>
                  <a:lnTo>
                    <a:pt x="261" y="337"/>
                  </a:lnTo>
                  <a:lnTo>
                    <a:pt x="274" y="271"/>
                  </a:lnTo>
                  <a:lnTo>
                    <a:pt x="301" y="240"/>
                  </a:lnTo>
                  <a:lnTo>
                    <a:pt x="341" y="190"/>
                  </a:lnTo>
                  <a:lnTo>
                    <a:pt x="405" y="167"/>
                  </a:lnTo>
                  <a:lnTo>
                    <a:pt x="437" y="153"/>
                  </a:lnTo>
                  <a:lnTo>
                    <a:pt x="347" y="68"/>
                  </a:lnTo>
                  <a:lnTo>
                    <a:pt x="251" y="90"/>
                  </a:lnTo>
                  <a:lnTo>
                    <a:pt x="188" y="127"/>
                  </a:lnTo>
                  <a:lnTo>
                    <a:pt x="167" y="162"/>
                  </a:lnTo>
                  <a:lnTo>
                    <a:pt x="184" y="107"/>
                  </a:lnTo>
                  <a:lnTo>
                    <a:pt x="220" y="90"/>
                  </a:lnTo>
                  <a:lnTo>
                    <a:pt x="278" y="68"/>
                  </a:lnTo>
                  <a:lnTo>
                    <a:pt x="324" y="60"/>
                  </a:lnTo>
                  <a:lnTo>
                    <a:pt x="297" y="45"/>
                  </a:lnTo>
                  <a:lnTo>
                    <a:pt x="251" y="32"/>
                  </a:lnTo>
                  <a:lnTo>
                    <a:pt x="211" y="17"/>
                  </a:lnTo>
                  <a:lnTo>
                    <a:pt x="188" y="0"/>
                  </a:lnTo>
                  <a:lnTo>
                    <a:pt x="136" y="37"/>
                  </a:lnTo>
                  <a:lnTo>
                    <a:pt x="104" y="68"/>
                  </a:lnTo>
                  <a:lnTo>
                    <a:pt x="73" y="107"/>
                  </a:lnTo>
                  <a:lnTo>
                    <a:pt x="27" y="130"/>
                  </a:lnTo>
                  <a:lnTo>
                    <a:pt x="18" y="172"/>
                  </a:lnTo>
                  <a:lnTo>
                    <a:pt x="0" y="240"/>
                  </a:lnTo>
                  <a:lnTo>
                    <a:pt x="0" y="342"/>
                  </a:lnTo>
                  <a:lnTo>
                    <a:pt x="5" y="450"/>
                  </a:lnTo>
                  <a:lnTo>
                    <a:pt x="8" y="573"/>
                  </a:lnTo>
                  <a:lnTo>
                    <a:pt x="31" y="698"/>
                  </a:lnTo>
                  <a:lnTo>
                    <a:pt x="58" y="830"/>
                  </a:lnTo>
                  <a:lnTo>
                    <a:pt x="73" y="941"/>
                  </a:lnTo>
                  <a:lnTo>
                    <a:pt x="95" y="1022"/>
                  </a:lnTo>
                  <a:lnTo>
                    <a:pt x="90" y="1095"/>
                  </a:lnTo>
                  <a:lnTo>
                    <a:pt x="99" y="1135"/>
                  </a:lnTo>
                  <a:lnTo>
                    <a:pt x="131" y="1166"/>
                  </a:lnTo>
                  <a:lnTo>
                    <a:pt x="171" y="1193"/>
                  </a:lnTo>
                  <a:lnTo>
                    <a:pt x="225" y="1198"/>
                  </a:lnTo>
                  <a:lnTo>
                    <a:pt x="251" y="1185"/>
                  </a:lnTo>
                  <a:lnTo>
                    <a:pt x="288" y="1181"/>
                  </a:lnTo>
                  <a:lnTo>
                    <a:pt x="374" y="1163"/>
                  </a:lnTo>
                  <a:lnTo>
                    <a:pt x="337" y="1118"/>
                  </a:lnTo>
                  <a:lnTo>
                    <a:pt x="297" y="1053"/>
                  </a:lnTo>
                  <a:lnTo>
                    <a:pt x="356" y="1099"/>
                  </a:lnTo>
                  <a:lnTo>
                    <a:pt x="401" y="1140"/>
                  </a:lnTo>
                  <a:lnTo>
                    <a:pt x="433" y="1163"/>
                  </a:lnTo>
                  <a:lnTo>
                    <a:pt x="477" y="1185"/>
                  </a:lnTo>
                  <a:lnTo>
                    <a:pt x="527" y="1185"/>
                  </a:lnTo>
                  <a:lnTo>
                    <a:pt x="575" y="1185"/>
                  </a:lnTo>
                  <a:lnTo>
                    <a:pt x="603" y="1172"/>
                  </a:lnTo>
                  <a:lnTo>
                    <a:pt x="616" y="1158"/>
                  </a:lnTo>
                  <a:lnTo>
                    <a:pt x="553" y="1122"/>
                  </a:lnTo>
                  <a:lnTo>
                    <a:pt x="491" y="1063"/>
                  </a:lnTo>
                  <a:lnTo>
                    <a:pt x="472" y="1036"/>
                  </a:lnTo>
                  <a:lnTo>
                    <a:pt x="523" y="1050"/>
                  </a:lnTo>
                  <a:lnTo>
                    <a:pt x="598" y="1108"/>
                  </a:lnTo>
                  <a:lnTo>
                    <a:pt x="630" y="1135"/>
                  </a:lnTo>
                  <a:lnTo>
                    <a:pt x="702" y="1140"/>
                  </a:lnTo>
                  <a:lnTo>
                    <a:pt x="725" y="1126"/>
                  </a:lnTo>
                  <a:lnTo>
                    <a:pt x="725" y="1095"/>
                  </a:lnTo>
                  <a:lnTo>
                    <a:pt x="725" y="1005"/>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825971" name="Freeform 178"/>
            <p:cNvSpPr>
              <a:spLocks noChangeArrowheads="1"/>
            </p:cNvSpPr>
            <p:nvPr/>
          </p:nvSpPr>
          <p:spPr bwMode="auto">
            <a:xfrm>
              <a:off x="176" y="1968"/>
              <a:ext cx="43" cy="110"/>
            </a:xfrm>
            <a:custGeom>
              <a:avLst/>
              <a:gdLst>
                <a:gd name="T0" fmla="*/ 211 w 211"/>
                <a:gd name="T1" fmla="*/ 553 h 553"/>
                <a:gd name="T2" fmla="*/ 173 w 211"/>
                <a:gd name="T3" fmla="*/ 535 h 553"/>
                <a:gd name="T4" fmla="*/ 134 w 211"/>
                <a:gd name="T5" fmla="*/ 490 h 553"/>
                <a:gd name="T6" fmla="*/ 99 w 211"/>
                <a:gd name="T7" fmla="*/ 410 h 553"/>
                <a:gd name="T8" fmla="*/ 81 w 211"/>
                <a:gd name="T9" fmla="*/ 342 h 553"/>
                <a:gd name="T10" fmla="*/ 53 w 211"/>
                <a:gd name="T11" fmla="*/ 265 h 553"/>
                <a:gd name="T12" fmla="*/ 41 w 211"/>
                <a:gd name="T13" fmla="*/ 192 h 553"/>
                <a:gd name="T14" fmla="*/ 19 w 211"/>
                <a:gd name="T15" fmla="*/ 81 h 553"/>
                <a:gd name="T16" fmla="*/ 0 w 211"/>
                <a:gd name="T17" fmla="*/ 0 h 553"/>
                <a:gd name="T18" fmla="*/ 45 w 211"/>
                <a:gd name="T19" fmla="*/ 162 h 553"/>
                <a:gd name="T20" fmla="*/ 81 w 211"/>
                <a:gd name="T21" fmla="*/ 287 h 553"/>
                <a:gd name="T22" fmla="*/ 121 w 211"/>
                <a:gd name="T23" fmla="*/ 373 h 553"/>
                <a:gd name="T24" fmla="*/ 183 w 211"/>
                <a:gd name="T25" fmla="*/ 463 h 553"/>
                <a:gd name="T26" fmla="*/ 211 w 211"/>
                <a:gd name="T27" fmla="*/ 553 h 5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11" h="553">
                  <a:moveTo>
                    <a:pt x="211" y="553"/>
                  </a:moveTo>
                  <a:lnTo>
                    <a:pt x="173" y="535"/>
                  </a:lnTo>
                  <a:lnTo>
                    <a:pt x="134" y="490"/>
                  </a:lnTo>
                  <a:lnTo>
                    <a:pt x="99" y="410"/>
                  </a:lnTo>
                  <a:lnTo>
                    <a:pt x="81" y="342"/>
                  </a:lnTo>
                  <a:lnTo>
                    <a:pt x="53" y="265"/>
                  </a:lnTo>
                  <a:lnTo>
                    <a:pt x="41" y="192"/>
                  </a:lnTo>
                  <a:lnTo>
                    <a:pt x="19" y="81"/>
                  </a:lnTo>
                  <a:lnTo>
                    <a:pt x="0" y="0"/>
                  </a:lnTo>
                  <a:lnTo>
                    <a:pt x="45" y="162"/>
                  </a:lnTo>
                  <a:lnTo>
                    <a:pt x="81" y="287"/>
                  </a:lnTo>
                  <a:lnTo>
                    <a:pt x="121" y="373"/>
                  </a:lnTo>
                  <a:lnTo>
                    <a:pt x="183" y="463"/>
                  </a:lnTo>
                  <a:lnTo>
                    <a:pt x="211" y="553"/>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825972" name="Freeform 179"/>
            <p:cNvSpPr>
              <a:spLocks noChangeArrowheads="1"/>
            </p:cNvSpPr>
            <p:nvPr/>
          </p:nvSpPr>
          <p:spPr bwMode="auto">
            <a:xfrm>
              <a:off x="220" y="1878"/>
              <a:ext cx="167" cy="167"/>
            </a:xfrm>
            <a:custGeom>
              <a:avLst/>
              <a:gdLst>
                <a:gd name="T0" fmla="*/ 253 w 838"/>
                <a:gd name="T1" fmla="*/ 30 h 832"/>
                <a:gd name="T2" fmla="*/ 326 w 838"/>
                <a:gd name="T3" fmla="*/ 153 h 832"/>
                <a:gd name="T4" fmla="*/ 311 w 838"/>
                <a:gd name="T5" fmla="*/ 272 h 832"/>
                <a:gd name="T6" fmla="*/ 320 w 838"/>
                <a:gd name="T7" fmla="*/ 408 h 832"/>
                <a:gd name="T8" fmla="*/ 320 w 838"/>
                <a:gd name="T9" fmla="*/ 445 h 832"/>
                <a:gd name="T10" fmla="*/ 311 w 838"/>
                <a:gd name="T11" fmla="*/ 490 h 832"/>
                <a:gd name="T12" fmla="*/ 347 w 838"/>
                <a:gd name="T13" fmla="*/ 521 h 832"/>
                <a:gd name="T14" fmla="*/ 378 w 838"/>
                <a:gd name="T15" fmla="*/ 557 h 832"/>
                <a:gd name="T16" fmla="*/ 433 w 838"/>
                <a:gd name="T17" fmla="*/ 557 h 832"/>
                <a:gd name="T18" fmla="*/ 622 w 838"/>
                <a:gd name="T19" fmla="*/ 567 h 832"/>
                <a:gd name="T20" fmla="*/ 717 w 838"/>
                <a:gd name="T21" fmla="*/ 594 h 832"/>
                <a:gd name="T22" fmla="*/ 838 w 838"/>
                <a:gd name="T23" fmla="*/ 625 h 832"/>
                <a:gd name="T24" fmla="*/ 833 w 838"/>
                <a:gd name="T25" fmla="*/ 719 h 832"/>
                <a:gd name="T26" fmla="*/ 762 w 838"/>
                <a:gd name="T27" fmla="*/ 700 h 832"/>
                <a:gd name="T28" fmla="*/ 743 w 838"/>
                <a:gd name="T29" fmla="*/ 656 h 832"/>
                <a:gd name="T30" fmla="*/ 734 w 838"/>
                <a:gd name="T31" fmla="*/ 738 h 832"/>
                <a:gd name="T32" fmla="*/ 685 w 838"/>
                <a:gd name="T33" fmla="*/ 800 h 832"/>
                <a:gd name="T34" fmla="*/ 550 w 838"/>
                <a:gd name="T35" fmla="*/ 828 h 832"/>
                <a:gd name="T36" fmla="*/ 569 w 838"/>
                <a:gd name="T37" fmla="*/ 782 h 832"/>
                <a:gd name="T38" fmla="*/ 639 w 838"/>
                <a:gd name="T39" fmla="*/ 700 h 832"/>
                <a:gd name="T40" fmla="*/ 582 w 838"/>
                <a:gd name="T41" fmla="*/ 665 h 832"/>
                <a:gd name="T42" fmla="*/ 550 w 838"/>
                <a:gd name="T43" fmla="*/ 742 h 832"/>
                <a:gd name="T44" fmla="*/ 456 w 838"/>
                <a:gd name="T45" fmla="*/ 823 h 832"/>
                <a:gd name="T46" fmla="*/ 329 w 838"/>
                <a:gd name="T47" fmla="*/ 823 h 832"/>
                <a:gd name="T48" fmla="*/ 469 w 838"/>
                <a:gd name="T49" fmla="*/ 727 h 832"/>
                <a:gd name="T50" fmla="*/ 528 w 838"/>
                <a:gd name="T51" fmla="*/ 665 h 832"/>
                <a:gd name="T52" fmla="*/ 497 w 838"/>
                <a:gd name="T53" fmla="*/ 633 h 832"/>
                <a:gd name="T54" fmla="*/ 447 w 838"/>
                <a:gd name="T55" fmla="*/ 697 h 832"/>
                <a:gd name="T56" fmla="*/ 356 w 838"/>
                <a:gd name="T57" fmla="*/ 765 h 832"/>
                <a:gd name="T58" fmla="*/ 280 w 838"/>
                <a:gd name="T59" fmla="*/ 805 h 832"/>
                <a:gd name="T60" fmla="*/ 181 w 838"/>
                <a:gd name="T61" fmla="*/ 813 h 832"/>
                <a:gd name="T62" fmla="*/ 244 w 838"/>
                <a:gd name="T63" fmla="*/ 765 h 832"/>
                <a:gd name="T64" fmla="*/ 320 w 838"/>
                <a:gd name="T65" fmla="*/ 700 h 832"/>
                <a:gd name="T66" fmla="*/ 298 w 838"/>
                <a:gd name="T67" fmla="*/ 665 h 832"/>
                <a:gd name="T68" fmla="*/ 262 w 838"/>
                <a:gd name="T69" fmla="*/ 723 h 832"/>
                <a:gd name="T70" fmla="*/ 185 w 838"/>
                <a:gd name="T71" fmla="*/ 779 h 832"/>
                <a:gd name="T72" fmla="*/ 91 w 838"/>
                <a:gd name="T73" fmla="*/ 787 h 832"/>
                <a:gd name="T74" fmla="*/ 42 w 838"/>
                <a:gd name="T75" fmla="*/ 709 h 832"/>
                <a:gd name="T76" fmla="*/ 212 w 838"/>
                <a:gd name="T77" fmla="*/ 683 h 832"/>
                <a:gd name="T78" fmla="*/ 315 w 838"/>
                <a:gd name="T79" fmla="*/ 621 h 832"/>
                <a:gd name="T80" fmla="*/ 334 w 838"/>
                <a:gd name="T81" fmla="*/ 567 h 832"/>
                <a:gd name="T82" fmla="*/ 293 w 838"/>
                <a:gd name="T83" fmla="*/ 594 h 832"/>
                <a:gd name="T84" fmla="*/ 176 w 838"/>
                <a:gd name="T85" fmla="*/ 669 h 832"/>
                <a:gd name="T86" fmla="*/ 42 w 838"/>
                <a:gd name="T87" fmla="*/ 709 h 832"/>
                <a:gd name="T88" fmla="*/ 14 w 838"/>
                <a:gd name="T89" fmla="*/ 548 h 832"/>
                <a:gd name="T90" fmla="*/ 91 w 838"/>
                <a:gd name="T91" fmla="*/ 530 h 832"/>
                <a:gd name="T92" fmla="*/ 253 w 838"/>
                <a:gd name="T93" fmla="*/ 544 h 832"/>
                <a:gd name="T94" fmla="*/ 280 w 838"/>
                <a:gd name="T95" fmla="*/ 513 h 832"/>
                <a:gd name="T96" fmla="*/ 196 w 838"/>
                <a:gd name="T97" fmla="*/ 526 h 832"/>
                <a:gd name="T98" fmla="*/ 14 w 838"/>
                <a:gd name="T99" fmla="*/ 490 h 832"/>
                <a:gd name="T100" fmla="*/ 5 w 838"/>
                <a:gd name="T101" fmla="*/ 345 h 832"/>
                <a:gd name="T102" fmla="*/ 10 w 838"/>
                <a:gd name="T103" fmla="*/ 188 h 832"/>
                <a:gd name="T104" fmla="*/ 100 w 838"/>
                <a:gd name="T105" fmla="*/ 108 h 832"/>
                <a:gd name="T106" fmla="*/ 10 w 838"/>
                <a:gd name="T107" fmla="*/ 143 h 832"/>
                <a:gd name="T108" fmla="*/ 60 w 838"/>
                <a:gd name="T109" fmla="*/ 48 h 832"/>
                <a:gd name="T110" fmla="*/ 155 w 838"/>
                <a:gd name="T111" fmla="*/ 0 h 8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838" h="832">
                  <a:moveTo>
                    <a:pt x="155" y="0"/>
                  </a:moveTo>
                  <a:lnTo>
                    <a:pt x="253" y="30"/>
                  </a:lnTo>
                  <a:lnTo>
                    <a:pt x="298" y="70"/>
                  </a:lnTo>
                  <a:lnTo>
                    <a:pt x="326" y="153"/>
                  </a:lnTo>
                  <a:lnTo>
                    <a:pt x="326" y="228"/>
                  </a:lnTo>
                  <a:lnTo>
                    <a:pt x="311" y="272"/>
                  </a:lnTo>
                  <a:lnTo>
                    <a:pt x="320" y="350"/>
                  </a:lnTo>
                  <a:lnTo>
                    <a:pt x="320" y="408"/>
                  </a:lnTo>
                  <a:lnTo>
                    <a:pt x="306" y="423"/>
                  </a:lnTo>
                  <a:lnTo>
                    <a:pt x="320" y="445"/>
                  </a:lnTo>
                  <a:lnTo>
                    <a:pt x="329" y="467"/>
                  </a:lnTo>
                  <a:lnTo>
                    <a:pt x="311" y="490"/>
                  </a:lnTo>
                  <a:lnTo>
                    <a:pt x="311" y="513"/>
                  </a:lnTo>
                  <a:lnTo>
                    <a:pt x="347" y="521"/>
                  </a:lnTo>
                  <a:lnTo>
                    <a:pt x="343" y="544"/>
                  </a:lnTo>
                  <a:lnTo>
                    <a:pt x="378" y="557"/>
                  </a:lnTo>
                  <a:lnTo>
                    <a:pt x="411" y="548"/>
                  </a:lnTo>
                  <a:lnTo>
                    <a:pt x="433" y="557"/>
                  </a:lnTo>
                  <a:lnTo>
                    <a:pt x="532" y="571"/>
                  </a:lnTo>
                  <a:lnTo>
                    <a:pt x="622" y="567"/>
                  </a:lnTo>
                  <a:lnTo>
                    <a:pt x="679" y="571"/>
                  </a:lnTo>
                  <a:lnTo>
                    <a:pt x="717" y="594"/>
                  </a:lnTo>
                  <a:lnTo>
                    <a:pt x="807" y="594"/>
                  </a:lnTo>
                  <a:lnTo>
                    <a:pt x="838" y="625"/>
                  </a:lnTo>
                  <a:lnTo>
                    <a:pt x="838" y="660"/>
                  </a:lnTo>
                  <a:lnTo>
                    <a:pt x="833" y="719"/>
                  </a:lnTo>
                  <a:lnTo>
                    <a:pt x="762" y="738"/>
                  </a:lnTo>
                  <a:lnTo>
                    <a:pt x="762" y="700"/>
                  </a:lnTo>
                  <a:lnTo>
                    <a:pt x="757" y="669"/>
                  </a:lnTo>
                  <a:lnTo>
                    <a:pt x="743" y="656"/>
                  </a:lnTo>
                  <a:lnTo>
                    <a:pt x="739" y="692"/>
                  </a:lnTo>
                  <a:lnTo>
                    <a:pt x="734" y="738"/>
                  </a:lnTo>
                  <a:lnTo>
                    <a:pt x="717" y="765"/>
                  </a:lnTo>
                  <a:lnTo>
                    <a:pt x="685" y="800"/>
                  </a:lnTo>
                  <a:lnTo>
                    <a:pt x="610" y="818"/>
                  </a:lnTo>
                  <a:lnTo>
                    <a:pt x="550" y="828"/>
                  </a:lnTo>
                  <a:lnTo>
                    <a:pt x="482" y="832"/>
                  </a:lnTo>
                  <a:lnTo>
                    <a:pt x="569" y="782"/>
                  </a:lnTo>
                  <a:lnTo>
                    <a:pt x="627" y="738"/>
                  </a:lnTo>
                  <a:lnTo>
                    <a:pt x="639" y="700"/>
                  </a:lnTo>
                  <a:lnTo>
                    <a:pt x="631" y="669"/>
                  </a:lnTo>
                  <a:lnTo>
                    <a:pt x="582" y="665"/>
                  </a:lnTo>
                  <a:lnTo>
                    <a:pt x="564" y="700"/>
                  </a:lnTo>
                  <a:lnTo>
                    <a:pt x="550" y="742"/>
                  </a:lnTo>
                  <a:lnTo>
                    <a:pt x="505" y="787"/>
                  </a:lnTo>
                  <a:lnTo>
                    <a:pt x="456" y="823"/>
                  </a:lnTo>
                  <a:lnTo>
                    <a:pt x="406" y="828"/>
                  </a:lnTo>
                  <a:lnTo>
                    <a:pt x="329" y="823"/>
                  </a:lnTo>
                  <a:lnTo>
                    <a:pt x="411" y="759"/>
                  </a:lnTo>
                  <a:lnTo>
                    <a:pt x="469" y="727"/>
                  </a:lnTo>
                  <a:lnTo>
                    <a:pt x="514" y="692"/>
                  </a:lnTo>
                  <a:lnTo>
                    <a:pt x="528" y="665"/>
                  </a:lnTo>
                  <a:lnTo>
                    <a:pt x="524" y="637"/>
                  </a:lnTo>
                  <a:lnTo>
                    <a:pt x="497" y="633"/>
                  </a:lnTo>
                  <a:lnTo>
                    <a:pt x="465" y="660"/>
                  </a:lnTo>
                  <a:lnTo>
                    <a:pt x="447" y="697"/>
                  </a:lnTo>
                  <a:lnTo>
                    <a:pt x="406" y="742"/>
                  </a:lnTo>
                  <a:lnTo>
                    <a:pt x="356" y="765"/>
                  </a:lnTo>
                  <a:lnTo>
                    <a:pt x="320" y="787"/>
                  </a:lnTo>
                  <a:lnTo>
                    <a:pt x="280" y="805"/>
                  </a:lnTo>
                  <a:lnTo>
                    <a:pt x="234" y="813"/>
                  </a:lnTo>
                  <a:lnTo>
                    <a:pt x="181" y="813"/>
                  </a:lnTo>
                  <a:lnTo>
                    <a:pt x="129" y="804"/>
                  </a:lnTo>
                  <a:lnTo>
                    <a:pt x="244" y="765"/>
                  </a:lnTo>
                  <a:lnTo>
                    <a:pt x="288" y="742"/>
                  </a:lnTo>
                  <a:lnTo>
                    <a:pt x="320" y="700"/>
                  </a:lnTo>
                  <a:lnTo>
                    <a:pt x="326" y="665"/>
                  </a:lnTo>
                  <a:lnTo>
                    <a:pt x="298" y="665"/>
                  </a:lnTo>
                  <a:lnTo>
                    <a:pt x="285" y="697"/>
                  </a:lnTo>
                  <a:lnTo>
                    <a:pt x="262" y="723"/>
                  </a:lnTo>
                  <a:lnTo>
                    <a:pt x="225" y="751"/>
                  </a:lnTo>
                  <a:lnTo>
                    <a:pt x="185" y="779"/>
                  </a:lnTo>
                  <a:lnTo>
                    <a:pt x="132" y="802"/>
                  </a:lnTo>
                  <a:lnTo>
                    <a:pt x="91" y="787"/>
                  </a:lnTo>
                  <a:lnTo>
                    <a:pt x="72" y="765"/>
                  </a:lnTo>
                  <a:lnTo>
                    <a:pt x="42" y="709"/>
                  </a:lnTo>
                  <a:lnTo>
                    <a:pt x="100" y="697"/>
                  </a:lnTo>
                  <a:lnTo>
                    <a:pt x="212" y="683"/>
                  </a:lnTo>
                  <a:lnTo>
                    <a:pt x="280" y="652"/>
                  </a:lnTo>
                  <a:lnTo>
                    <a:pt x="315" y="621"/>
                  </a:lnTo>
                  <a:lnTo>
                    <a:pt x="329" y="585"/>
                  </a:lnTo>
                  <a:lnTo>
                    <a:pt x="334" y="567"/>
                  </a:lnTo>
                  <a:lnTo>
                    <a:pt x="315" y="567"/>
                  </a:lnTo>
                  <a:lnTo>
                    <a:pt x="293" y="594"/>
                  </a:lnTo>
                  <a:lnTo>
                    <a:pt x="257" y="642"/>
                  </a:lnTo>
                  <a:lnTo>
                    <a:pt x="176" y="669"/>
                  </a:lnTo>
                  <a:lnTo>
                    <a:pt x="100" y="693"/>
                  </a:lnTo>
                  <a:lnTo>
                    <a:pt x="42" y="709"/>
                  </a:lnTo>
                  <a:lnTo>
                    <a:pt x="19" y="616"/>
                  </a:lnTo>
                  <a:lnTo>
                    <a:pt x="14" y="548"/>
                  </a:lnTo>
                  <a:lnTo>
                    <a:pt x="14" y="489"/>
                  </a:lnTo>
                  <a:lnTo>
                    <a:pt x="91" y="530"/>
                  </a:lnTo>
                  <a:lnTo>
                    <a:pt x="181" y="548"/>
                  </a:lnTo>
                  <a:lnTo>
                    <a:pt x="253" y="544"/>
                  </a:lnTo>
                  <a:lnTo>
                    <a:pt x="271" y="536"/>
                  </a:lnTo>
                  <a:lnTo>
                    <a:pt x="280" y="513"/>
                  </a:lnTo>
                  <a:lnTo>
                    <a:pt x="239" y="513"/>
                  </a:lnTo>
                  <a:lnTo>
                    <a:pt x="196" y="526"/>
                  </a:lnTo>
                  <a:lnTo>
                    <a:pt x="88" y="530"/>
                  </a:lnTo>
                  <a:lnTo>
                    <a:pt x="14" y="490"/>
                  </a:lnTo>
                  <a:lnTo>
                    <a:pt x="10" y="405"/>
                  </a:lnTo>
                  <a:lnTo>
                    <a:pt x="5" y="345"/>
                  </a:lnTo>
                  <a:lnTo>
                    <a:pt x="0" y="287"/>
                  </a:lnTo>
                  <a:lnTo>
                    <a:pt x="10" y="188"/>
                  </a:lnTo>
                  <a:lnTo>
                    <a:pt x="32" y="153"/>
                  </a:lnTo>
                  <a:lnTo>
                    <a:pt x="100" y="108"/>
                  </a:lnTo>
                  <a:lnTo>
                    <a:pt x="78" y="113"/>
                  </a:lnTo>
                  <a:lnTo>
                    <a:pt x="10" y="143"/>
                  </a:lnTo>
                  <a:lnTo>
                    <a:pt x="37" y="81"/>
                  </a:lnTo>
                  <a:lnTo>
                    <a:pt x="60" y="48"/>
                  </a:lnTo>
                  <a:lnTo>
                    <a:pt x="78" y="26"/>
                  </a:lnTo>
                  <a:lnTo>
                    <a:pt x="155"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825973" name="Freeform 180"/>
            <p:cNvSpPr>
              <a:spLocks noChangeArrowheads="1"/>
            </p:cNvSpPr>
            <p:nvPr/>
          </p:nvSpPr>
          <p:spPr bwMode="auto">
            <a:xfrm>
              <a:off x="231" y="1940"/>
              <a:ext cx="42" cy="38"/>
            </a:xfrm>
            <a:custGeom>
              <a:avLst/>
              <a:gdLst>
                <a:gd name="T0" fmla="*/ 209 w 209"/>
                <a:gd name="T1" fmla="*/ 0 h 187"/>
                <a:gd name="T2" fmla="*/ 209 w 209"/>
                <a:gd name="T3" fmla="*/ 15 h 187"/>
                <a:gd name="T4" fmla="*/ 182 w 209"/>
                <a:gd name="T5" fmla="*/ 51 h 187"/>
                <a:gd name="T6" fmla="*/ 157 w 209"/>
                <a:gd name="T7" fmla="*/ 71 h 187"/>
                <a:gd name="T8" fmla="*/ 100 w 209"/>
                <a:gd name="T9" fmla="*/ 113 h 187"/>
                <a:gd name="T10" fmla="*/ 77 w 209"/>
                <a:gd name="T11" fmla="*/ 130 h 187"/>
                <a:gd name="T12" fmla="*/ 25 w 209"/>
                <a:gd name="T13" fmla="*/ 170 h 187"/>
                <a:gd name="T14" fmla="*/ 82 w 209"/>
                <a:gd name="T15" fmla="*/ 152 h 187"/>
                <a:gd name="T16" fmla="*/ 140 w 209"/>
                <a:gd name="T17" fmla="*/ 135 h 187"/>
                <a:gd name="T18" fmla="*/ 198 w 209"/>
                <a:gd name="T19" fmla="*/ 130 h 187"/>
                <a:gd name="T20" fmla="*/ 194 w 209"/>
                <a:gd name="T21" fmla="*/ 147 h 187"/>
                <a:gd name="T22" fmla="*/ 100 w 209"/>
                <a:gd name="T23" fmla="*/ 164 h 187"/>
                <a:gd name="T24" fmla="*/ 52 w 209"/>
                <a:gd name="T25" fmla="*/ 184 h 187"/>
                <a:gd name="T26" fmla="*/ 25 w 209"/>
                <a:gd name="T27" fmla="*/ 187 h 187"/>
                <a:gd name="T28" fmla="*/ 2 w 209"/>
                <a:gd name="T29" fmla="*/ 180 h 187"/>
                <a:gd name="T30" fmla="*/ 0 w 209"/>
                <a:gd name="T31" fmla="*/ 158 h 187"/>
                <a:gd name="T32" fmla="*/ 18 w 209"/>
                <a:gd name="T33" fmla="*/ 141 h 187"/>
                <a:gd name="T34" fmla="*/ 44 w 209"/>
                <a:gd name="T35" fmla="*/ 116 h 187"/>
                <a:gd name="T36" fmla="*/ 75 w 209"/>
                <a:gd name="T37" fmla="*/ 80 h 187"/>
                <a:gd name="T38" fmla="*/ 107 w 209"/>
                <a:gd name="T39" fmla="*/ 40 h 187"/>
                <a:gd name="T40" fmla="*/ 144 w 209"/>
                <a:gd name="T41" fmla="*/ 12 h 187"/>
                <a:gd name="T42" fmla="*/ 184 w 209"/>
                <a:gd name="T43" fmla="*/ 2 h 187"/>
                <a:gd name="T44" fmla="*/ 209 w 209"/>
                <a:gd name="T45" fmla="*/ 0 h 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09" h="187">
                  <a:moveTo>
                    <a:pt x="209" y="0"/>
                  </a:moveTo>
                  <a:lnTo>
                    <a:pt x="209" y="15"/>
                  </a:lnTo>
                  <a:lnTo>
                    <a:pt x="182" y="51"/>
                  </a:lnTo>
                  <a:lnTo>
                    <a:pt x="157" y="71"/>
                  </a:lnTo>
                  <a:lnTo>
                    <a:pt x="100" y="113"/>
                  </a:lnTo>
                  <a:lnTo>
                    <a:pt x="77" y="130"/>
                  </a:lnTo>
                  <a:lnTo>
                    <a:pt x="25" y="170"/>
                  </a:lnTo>
                  <a:lnTo>
                    <a:pt x="82" y="152"/>
                  </a:lnTo>
                  <a:lnTo>
                    <a:pt x="140" y="135"/>
                  </a:lnTo>
                  <a:lnTo>
                    <a:pt x="198" y="130"/>
                  </a:lnTo>
                  <a:lnTo>
                    <a:pt x="194" y="147"/>
                  </a:lnTo>
                  <a:lnTo>
                    <a:pt x="100" y="164"/>
                  </a:lnTo>
                  <a:lnTo>
                    <a:pt x="52" y="184"/>
                  </a:lnTo>
                  <a:lnTo>
                    <a:pt x="25" y="187"/>
                  </a:lnTo>
                  <a:lnTo>
                    <a:pt x="2" y="180"/>
                  </a:lnTo>
                  <a:lnTo>
                    <a:pt x="0" y="158"/>
                  </a:lnTo>
                  <a:lnTo>
                    <a:pt x="18" y="141"/>
                  </a:lnTo>
                  <a:lnTo>
                    <a:pt x="44" y="116"/>
                  </a:lnTo>
                  <a:lnTo>
                    <a:pt x="75" y="80"/>
                  </a:lnTo>
                  <a:lnTo>
                    <a:pt x="107" y="40"/>
                  </a:lnTo>
                  <a:lnTo>
                    <a:pt x="144" y="12"/>
                  </a:lnTo>
                  <a:lnTo>
                    <a:pt x="184" y="2"/>
                  </a:lnTo>
                  <a:lnTo>
                    <a:pt x="209" y="0"/>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825974" name="Freeform 181"/>
            <p:cNvSpPr>
              <a:spLocks noChangeArrowheads="1"/>
            </p:cNvSpPr>
            <p:nvPr/>
          </p:nvSpPr>
          <p:spPr bwMode="auto">
            <a:xfrm>
              <a:off x="232" y="1909"/>
              <a:ext cx="39" cy="49"/>
            </a:xfrm>
            <a:custGeom>
              <a:avLst/>
              <a:gdLst>
                <a:gd name="T0" fmla="*/ 156 w 192"/>
                <a:gd name="T1" fmla="*/ 0 h 246"/>
                <a:gd name="T2" fmla="*/ 183 w 192"/>
                <a:gd name="T3" fmla="*/ 4 h 246"/>
                <a:gd name="T4" fmla="*/ 192 w 192"/>
                <a:gd name="T5" fmla="*/ 27 h 246"/>
                <a:gd name="T6" fmla="*/ 190 w 192"/>
                <a:gd name="T7" fmla="*/ 46 h 246"/>
                <a:gd name="T8" fmla="*/ 174 w 192"/>
                <a:gd name="T9" fmla="*/ 71 h 246"/>
                <a:gd name="T10" fmla="*/ 152 w 192"/>
                <a:gd name="T11" fmla="*/ 78 h 246"/>
                <a:gd name="T12" fmla="*/ 110 w 192"/>
                <a:gd name="T13" fmla="*/ 106 h 246"/>
                <a:gd name="T14" fmla="*/ 69 w 192"/>
                <a:gd name="T15" fmla="*/ 140 h 246"/>
                <a:gd name="T16" fmla="*/ 41 w 192"/>
                <a:gd name="T17" fmla="*/ 184 h 246"/>
                <a:gd name="T18" fmla="*/ 8 w 192"/>
                <a:gd name="T19" fmla="*/ 231 h 246"/>
                <a:gd name="T20" fmla="*/ 0 w 192"/>
                <a:gd name="T21" fmla="*/ 246 h 246"/>
                <a:gd name="T22" fmla="*/ 8 w 192"/>
                <a:gd name="T23" fmla="*/ 190 h 246"/>
                <a:gd name="T24" fmla="*/ 16 w 192"/>
                <a:gd name="T25" fmla="*/ 141 h 246"/>
                <a:gd name="T26" fmla="*/ 31 w 192"/>
                <a:gd name="T27" fmla="*/ 99 h 246"/>
                <a:gd name="T28" fmla="*/ 57 w 192"/>
                <a:gd name="T29" fmla="*/ 60 h 246"/>
                <a:gd name="T30" fmla="*/ 128 w 192"/>
                <a:gd name="T31" fmla="*/ 6 h 246"/>
                <a:gd name="T32" fmla="*/ 156 w 192"/>
                <a:gd name="T33" fmla="*/ 0 h 2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92" h="246">
                  <a:moveTo>
                    <a:pt x="156" y="0"/>
                  </a:moveTo>
                  <a:lnTo>
                    <a:pt x="183" y="4"/>
                  </a:lnTo>
                  <a:lnTo>
                    <a:pt x="192" y="27"/>
                  </a:lnTo>
                  <a:lnTo>
                    <a:pt x="190" y="46"/>
                  </a:lnTo>
                  <a:lnTo>
                    <a:pt x="174" y="71"/>
                  </a:lnTo>
                  <a:lnTo>
                    <a:pt x="152" y="78"/>
                  </a:lnTo>
                  <a:lnTo>
                    <a:pt x="110" y="106"/>
                  </a:lnTo>
                  <a:lnTo>
                    <a:pt x="69" y="140"/>
                  </a:lnTo>
                  <a:lnTo>
                    <a:pt x="41" y="184"/>
                  </a:lnTo>
                  <a:lnTo>
                    <a:pt x="8" y="231"/>
                  </a:lnTo>
                  <a:lnTo>
                    <a:pt x="0" y="246"/>
                  </a:lnTo>
                  <a:lnTo>
                    <a:pt x="8" y="190"/>
                  </a:lnTo>
                  <a:lnTo>
                    <a:pt x="16" y="141"/>
                  </a:lnTo>
                  <a:lnTo>
                    <a:pt x="31" y="99"/>
                  </a:lnTo>
                  <a:lnTo>
                    <a:pt x="57" y="60"/>
                  </a:lnTo>
                  <a:lnTo>
                    <a:pt x="128" y="6"/>
                  </a:lnTo>
                  <a:lnTo>
                    <a:pt x="156" y="0"/>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825975" name="Freeform 182"/>
            <p:cNvSpPr>
              <a:spLocks noChangeArrowheads="1"/>
            </p:cNvSpPr>
            <p:nvPr/>
          </p:nvSpPr>
          <p:spPr bwMode="auto">
            <a:xfrm>
              <a:off x="237" y="1860"/>
              <a:ext cx="41" cy="29"/>
            </a:xfrm>
            <a:custGeom>
              <a:avLst/>
              <a:gdLst>
                <a:gd name="T0" fmla="*/ 204 w 204"/>
                <a:gd name="T1" fmla="*/ 141 h 141"/>
                <a:gd name="T2" fmla="*/ 169 w 204"/>
                <a:gd name="T3" fmla="*/ 110 h 141"/>
                <a:gd name="T4" fmla="*/ 111 w 204"/>
                <a:gd name="T5" fmla="*/ 89 h 141"/>
                <a:gd name="T6" fmla="*/ 71 w 204"/>
                <a:gd name="T7" fmla="*/ 78 h 141"/>
                <a:gd name="T8" fmla="*/ 0 w 204"/>
                <a:gd name="T9" fmla="*/ 0 h 141"/>
                <a:gd name="T10" fmla="*/ 53 w 204"/>
                <a:gd name="T11" fmla="*/ 30 h 141"/>
                <a:gd name="T12" fmla="*/ 103 w 204"/>
                <a:gd name="T13" fmla="*/ 51 h 141"/>
                <a:gd name="T14" fmla="*/ 138 w 204"/>
                <a:gd name="T15" fmla="*/ 69 h 141"/>
                <a:gd name="T16" fmla="*/ 155 w 204"/>
                <a:gd name="T17" fmla="*/ 89 h 141"/>
                <a:gd name="T18" fmla="*/ 204 w 204"/>
                <a:gd name="T19" fmla="*/ 141 h 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4" h="141">
                  <a:moveTo>
                    <a:pt x="204" y="141"/>
                  </a:moveTo>
                  <a:lnTo>
                    <a:pt x="169" y="110"/>
                  </a:lnTo>
                  <a:lnTo>
                    <a:pt x="111" y="89"/>
                  </a:lnTo>
                  <a:lnTo>
                    <a:pt x="71" y="78"/>
                  </a:lnTo>
                  <a:lnTo>
                    <a:pt x="0" y="0"/>
                  </a:lnTo>
                  <a:lnTo>
                    <a:pt x="53" y="30"/>
                  </a:lnTo>
                  <a:lnTo>
                    <a:pt x="103" y="51"/>
                  </a:lnTo>
                  <a:lnTo>
                    <a:pt x="138" y="69"/>
                  </a:lnTo>
                  <a:lnTo>
                    <a:pt x="155" y="89"/>
                  </a:lnTo>
                  <a:lnTo>
                    <a:pt x="204" y="141"/>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825976" name="Freeform 183"/>
            <p:cNvSpPr>
              <a:spLocks noChangeArrowheads="1"/>
            </p:cNvSpPr>
            <p:nvPr/>
          </p:nvSpPr>
          <p:spPr bwMode="auto">
            <a:xfrm>
              <a:off x="286" y="1913"/>
              <a:ext cx="23" cy="73"/>
            </a:xfrm>
            <a:custGeom>
              <a:avLst/>
              <a:gdLst>
                <a:gd name="T0" fmla="*/ 115 w 115"/>
                <a:gd name="T1" fmla="*/ 368 h 368"/>
                <a:gd name="T2" fmla="*/ 58 w 115"/>
                <a:gd name="T3" fmla="*/ 368 h 368"/>
                <a:gd name="T4" fmla="*/ 40 w 115"/>
                <a:gd name="T5" fmla="*/ 364 h 368"/>
                <a:gd name="T6" fmla="*/ 40 w 115"/>
                <a:gd name="T7" fmla="*/ 349 h 368"/>
                <a:gd name="T8" fmla="*/ 28 w 115"/>
                <a:gd name="T9" fmla="*/ 336 h 368"/>
                <a:gd name="T10" fmla="*/ 9 w 115"/>
                <a:gd name="T11" fmla="*/ 323 h 368"/>
                <a:gd name="T12" fmla="*/ 19 w 115"/>
                <a:gd name="T13" fmla="*/ 309 h 368"/>
                <a:gd name="T14" fmla="*/ 19 w 115"/>
                <a:gd name="T15" fmla="*/ 291 h 368"/>
                <a:gd name="T16" fmla="*/ 5 w 115"/>
                <a:gd name="T17" fmla="*/ 269 h 368"/>
                <a:gd name="T18" fmla="*/ 5 w 115"/>
                <a:gd name="T19" fmla="*/ 246 h 368"/>
                <a:gd name="T20" fmla="*/ 14 w 115"/>
                <a:gd name="T21" fmla="*/ 219 h 368"/>
                <a:gd name="T22" fmla="*/ 14 w 115"/>
                <a:gd name="T23" fmla="*/ 161 h 368"/>
                <a:gd name="T24" fmla="*/ 0 w 115"/>
                <a:gd name="T25" fmla="*/ 107 h 368"/>
                <a:gd name="T26" fmla="*/ 5 w 115"/>
                <a:gd name="T27" fmla="*/ 67 h 368"/>
                <a:gd name="T28" fmla="*/ 5 w 115"/>
                <a:gd name="T29" fmla="*/ 0 h 368"/>
                <a:gd name="T30" fmla="*/ 40 w 115"/>
                <a:gd name="T31" fmla="*/ 101 h 368"/>
                <a:gd name="T32" fmla="*/ 71 w 115"/>
                <a:gd name="T33" fmla="*/ 197 h 368"/>
                <a:gd name="T34" fmla="*/ 93 w 115"/>
                <a:gd name="T35" fmla="*/ 300 h 368"/>
                <a:gd name="T36" fmla="*/ 115 w 115"/>
                <a:gd name="T37" fmla="*/ 368 h 3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5" h="368">
                  <a:moveTo>
                    <a:pt x="115" y="368"/>
                  </a:moveTo>
                  <a:lnTo>
                    <a:pt x="58" y="368"/>
                  </a:lnTo>
                  <a:lnTo>
                    <a:pt x="40" y="364"/>
                  </a:lnTo>
                  <a:lnTo>
                    <a:pt x="40" y="349"/>
                  </a:lnTo>
                  <a:lnTo>
                    <a:pt x="28" y="336"/>
                  </a:lnTo>
                  <a:lnTo>
                    <a:pt x="9" y="323"/>
                  </a:lnTo>
                  <a:lnTo>
                    <a:pt x="19" y="309"/>
                  </a:lnTo>
                  <a:lnTo>
                    <a:pt x="19" y="291"/>
                  </a:lnTo>
                  <a:lnTo>
                    <a:pt x="5" y="269"/>
                  </a:lnTo>
                  <a:lnTo>
                    <a:pt x="5" y="246"/>
                  </a:lnTo>
                  <a:lnTo>
                    <a:pt x="14" y="219"/>
                  </a:lnTo>
                  <a:lnTo>
                    <a:pt x="14" y="161"/>
                  </a:lnTo>
                  <a:lnTo>
                    <a:pt x="0" y="107"/>
                  </a:lnTo>
                  <a:lnTo>
                    <a:pt x="5" y="67"/>
                  </a:lnTo>
                  <a:lnTo>
                    <a:pt x="5" y="0"/>
                  </a:lnTo>
                  <a:lnTo>
                    <a:pt x="40" y="101"/>
                  </a:lnTo>
                  <a:lnTo>
                    <a:pt x="71" y="197"/>
                  </a:lnTo>
                  <a:lnTo>
                    <a:pt x="93" y="300"/>
                  </a:lnTo>
                  <a:lnTo>
                    <a:pt x="115" y="368"/>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825977" name="Freeform 184"/>
            <p:cNvSpPr>
              <a:spLocks noChangeArrowheads="1"/>
            </p:cNvSpPr>
            <p:nvPr/>
          </p:nvSpPr>
          <p:spPr bwMode="auto">
            <a:xfrm>
              <a:off x="233" y="1992"/>
              <a:ext cx="41" cy="14"/>
            </a:xfrm>
            <a:custGeom>
              <a:avLst/>
              <a:gdLst>
                <a:gd name="T0" fmla="*/ 42 w 206"/>
                <a:gd name="T1" fmla="*/ 34 h 69"/>
                <a:gd name="T2" fmla="*/ 87 w 206"/>
                <a:gd name="T3" fmla="*/ 15 h 69"/>
                <a:gd name="T4" fmla="*/ 129 w 206"/>
                <a:gd name="T5" fmla="*/ 3 h 69"/>
                <a:gd name="T6" fmla="*/ 184 w 206"/>
                <a:gd name="T7" fmla="*/ 0 h 69"/>
                <a:gd name="T8" fmla="*/ 206 w 206"/>
                <a:gd name="T9" fmla="*/ 4 h 69"/>
                <a:gd name="T10" fmla="*/ 196 w 206"/>
                <a:gd name="T11" fmla="*/ 26 h 69"/>
                <a:gd name="T12" fmla="*/ 174 w 206"/>
                <a:gd name="T13" fmla="*/ 43 h 69"/>
                <a:gd name="T14" fmla="*/ 126 w 206"/>
                <a:gd name="T15" fmla="*/ 57 h 69"/>
                <a:gd name="T16" fmla="*/ 50 w 206"/>
                <a:gd name="T17" fmla="*/ 69 h 69"/>
                <a:gd name="T18" fmla="*/ 0 w 206"/>
                <a:gd name="T19" fmla="*/ 65 h 69"/>
                <a:gd name="T20" fmla="*/ 42 w 206"/>
                <a:gd name="T21" fmla="*/ 34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06" h="69">
                  <a:moveTo>
                    <a:pt x="42" y="34"/>
                  </a:moveTo>
                  <a:lnTo>
                    <a:pt x="87" y="15"/>
                  </a:lnTo>
                  <a:lnTo>
                    <a:pt x="129" y="3"/>
                  </a:lnTo>
                  <a:lnTo>
                    <a:pt x="184" y="0"/>
                  </a:lnTo>
                  <a:lnTo>
                    <a:pt x="206" y="4"/>
                  </a:lnTo>
                  <a:lnTo>
                    <a:pt x="196" y="26"/>
                  </a:lnTo>
                  <a:lnTo>
                    <a:pt x="174" y="43"/>
                  </a:lnTo>
                  <a:lnTo>
                    <a:pt x="126" y="57"/>
                  </a:lnTo>
                  <a:lnTo>
                    <a:pt x="50" y="69"/>
                  </a:lnTo>
                  <a:lnTo>
                    <a:pt x="0" y="65"/>
                  </a:lnTo>
                  <a:lnTo>
                    <a:pt x="42" y="34"/>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825978" name="Freeform 185"/>
            <p:cNvSpPr>
              <a:spLocks noChangeArrowheads="1"/>
            </p:cNvSpPr>
            <p:nvPr/>
          </p:nvSpPr>
          <p:spPr bwMode="auto">
            <a:xfrm>
              <a:off x="284" y="1999"/>
              <a:ext cx="25" cy="31"/>
            </a:xfrm>
            <a:custGeom>
              <a:avLst/>
              <a:gdLst>
                <a:gd name="T0" fmla="*/ 67 w 124"/>
                <a:gd name="T1" fmla="*/ 43 h 154"/>
                <a:gd name="T2" fmla="*/ 82 w 124"/>
                <a:gd name="T3" fmla="*/ 9 h 154"/>
                <a:gd name="T4" fmla="*/ 106 w 124"/>
                <a:gd name="T5" fmla="*/ 0 h 154"/>
                <a:gd name="T6" fmla="*/ 122 w 124"/>
                <a:gd name="T7" fmla="*/ 7 h 154"/>
                <a:gd name="T8" fmla="*/ 124 w 124"/>
                <a:gd name="T9" fmla="*/ 25 h 154"/>
                <a:gd name="T10" fmla="*/ 114 w 124"/>
                <a:gd name="T11" fmla="*/ 55 h 154"/>
                <a:gd name="T12" fmla="*/ 95 w 124"/>
                <a:gd name="T13" fmla="*/ 82 h 154"/>
                <a:gd name="T14" fmla="*/ 73 w 124"/>
                <a:gd name="T15" fmla="*/ 108 h 154"/>
                <a:gd name="T16" fmla="*/ 45 w 124"/>
                <a:gd name="T17" fmla="*/ 133 h 154"/>
                <a:gd name="T18" fmla="*/ 0 w 124"/>
                <a:gd name="T19" fmla="*/ 154 h 154"/>
                <a:gd name="T20" fmla="*/ 40 w 124"/>
                <a:gd name="T21" fmla="*/ 110 h 154"/>
                <a:gd name="T22" fmla="*/ 53 w 124"/>
                <a:gd name="T23" fmla="*/ 78 h 154"/>
                <a:gd name="T24" fmla="*/ 67 w 124"/>
                <a:gd name="T25" fmla="*/ 43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4" h="154">
                  <a:moveTo>
                    <a:pt x="67" y="43"/>
                  </a:moveTo>
                  <a:lnTo>
                    <a:pt x="82" y="9"/>
                  </a:lnTo>
                  <a:lnTo>
                    <a:pt x="106" y="0"/>
                  </a:lnTo>
                  <a:lnTo>
                    <a:pt x="122" y="7"/>
                  </a:lnTo>
                  <a:lnTo>
                    <a:pt x="124" y="25"/>
                  </a:lnTo>
                  <a:lnTo>
                    <a:pt x="114" y="55"/>
                  </a:lnTo>
                  <a:lnTo>
                    <a:pt x="95" y="82"/>
                  </a:lnTo>
                  <a:lnTo>
                    <a:pt x="73" y="108"/>
                  </a:lnTo>
                  <a:lnTo>
                    <a:pt x="45" y="133"/>
                  </a:lnTo>
                  <a:lnTo>
                    <a:pt x="0" y="154"/>
                  </a:lnTo>
                  <a:lnTo>
                    <a:pt x="40" y="110"/>
                  </a:lnTo>
                  <a:lnTo>
                    <a:pt x="53" y="78"/>
                  </a:lnTo>
                  <a:lnTo>
                    <a:pt x="67" y="43"/>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825979" name="Freeform 186"/>
            <p:cNvSpPr>
              <a:spLocks noChangeArrowheads="1"/>
            </p:cNvSpPr>
            <p:nvPr/>
          </p:nvSpPr>
          <p:spPr bwMode="auto">
            <a:xfrm>
              <a:off x="208" y="1836"/>
              <a:ext cx="60" cy="37"/>
            </a:xfrm>
            <a:custGeom>
              <a:avLst/>
              <a:gdLst>
                <a:gd name="T0" fmla="*/ 298 w 298"/>
                <a:gd name="T1" fmla="*/ 186 h 186"/>
                <a:gd name="T2" fmla="*/ 289 w 298"/>
                <a:gd name="T3" fmla="*/ 109 h 186"/>
                <a:gd name="T4" fmla="*/ 226 w 298"/>
                <a:gd name="T5" fmla="*/ 82 h 186"/>
                <a:gd name="T6" fmla="*/ 142 w 298"/>
                <a:gd name="T7" fmla="*/ 49 h 186"/>
                <a:gd name="T8" fmla="*/ 80 w 298"/>
                <a:gd name="T9" fmla="*/ 25 h 186"/>
                <a:gd name="T10" fmla="*/ 23 w 298"/>
                <a:gd name="T11" fmla="*/ 0 h 186"/>
                <a:gd name="T12" fmla="*/ 0 w 298"/>
                <a:gd name="T13" fmla="*/ 53 h 186"/>
                <a:gd name="T14" fmla="*/ 55 w 298"/>
                <a:gd name="T15" fmla="*/ 84 h 186"/>
                <a:gd name="T16" fmla="*/ 119 w 298"/>
                <a:gd name="T17" fmla="*/ 107 h 186"/>
                <a:gd name="T18" fmla="*/ 168 w 298"/>
                <a:gd name="T19" fmla="*/ 122 h 186"/>
                <a:gd name="T20" fmla="*/ 229 w 298"/>
                <a:gd name="T21" fmla="*/ 154 h 186"/>
                <a:gd name="T22" fmla="*/ 298 w 298"/>
                <a:gd name="T23" fmla="*/ 186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98" h="186">
                  <a:moveTo>
                    <a:pt x="298" y="186"/>
                  </a:moveTo>
                  <a:lnTo>
                    <a:pt x="289" y="109"/>
                  </a:lnTo>
                  <a:lnTo>
                    <a:pt x="226" y="82"/>
                  </a:lnTo>
                  <a:lnTo>
                    <a:pt x="142" y="49"/>
                  </a:lnTo>
                  <a:lnTo>
                    <a:pt x="80" y="25"/>
                  </a:lnTo>
                  <a:lnTo>
                    <a:pt x="23" y="0"/>
                  </a:lnTo>
                  <a:lnTo>
                    <a:pt x="0" y="53"/>
                  </a:lnTo>
                  <a:lnTo>
                    <a:pt x="55" y="84"/>
                  </a:lnTo>
                  <a:lnTo>
                    <a:pt x="119" y="107"/>
                  </a:lnTo>
                  <a:lnTo>
                    <a:pt x="168" y="122"/>
                  </a:lnTo>
                  <a:lnTo>
                    <a:pt x="229" y="154"/>
                  </a:lnTo>
                  <a:lnTo>
                    <a:pt x="298" y="186"/>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1825980" name="Group 187"/>
          <p:cNvGrpSpPr>
            <a:grpSpLocks/>
          </p:cNvGrpSpPr>
          <p:nvPr/>
        </p:nvGrpSpPr>
        <p:grpSpPr bwMode="auto">
          <a:xfrm>
            <a:off x="347663" y="4953000"/>
            <a:ext cx="212725" cy="265113"/>
            <a:chOff x="141" y="2010"/>
            <a:chExt cx="123" cy="167"/>
          </a:xfrm>
        </p:grpSpPr>
        <p:sp>
          <p:nvSpPr>
            <p:cNvPr id="1825981" name="Freeform 188"/>
            <p:cNvSpPr>
              <a:spLocks noChangeArrowheads="1"/>
            </p:cNvSpPr>
            <p:nvPr/>
          </p:nvSpPr>
          <p:spPr bwMode="auto">
            <a:xfrm>
              <a:off x="141" y="2010"/>
              <a:ext cx="123" cy="167"/>
            </a:xfrm>
            <a:custGeom>
              <a:avLst/>
              <a:gdLst>
                <a:gd name="T0" fmla="*/ 342 w 617"/>
                <a:gd name="T1" fmla="*/ 123 h 835"/>
                <a:gd name="T2" fmla="*/ 229 w 617"/>
                <a:gd name="T3" fmla="*/ 113 h 835"/>
                <a:gd name="T4" fmla="*/ 160 w 617"/>
                <a:gd name="T5" fmla="*/ 96 h 835"/>
                <a:gd name="T6" fmla="*/ 139 w 617"/>
                <a:gd name="T7" fmla="*/ 64 h 835"/>
                <a:gd name="T8" fmla="*/ 139 w 617"/>
                <a:gd name="T9" fmla="*/ 38 h 835"/>
                <a:gd name="T10" fmla="*/ 121 w 617"/>
                <a:gd name="T11" fmla="*/ 15 h 835"/>
                <a:gd name="T12" fmla="*/ 58 w 617"/>
                <a:gd name="T13" fmla="*/ 0 h 835"/>
                <a:gd name="T14" fmla="*/ 0 w 617"/>
                <a:gd name="T15" fmla="*/ 5 h 835"/>
                <a:gd name="T16" fmla="*/ 70 w 617"/>
                <a:gd name="T17" fmla="*/ 650 h 835"/>
                <a:gd name="T18" fmla="*/ 121 w 617"/>
                <a:gd name="T19" fmla="*/ 710 h 835"/>
                <a:gd name="T20" fmla="*/ 183 w 617"/>
                <a:gd name="T21" fmla="*/ 768 h 835"/>
                <a:gd name="T22" fmla="*/ 273 w 617"/>
                <a:gd name="T23" fmla="*/ 813 h 835"/>
                <a:gd name="T24" fmla="*/ 377 w 617"/>
                <a:gd name="T25" fmla="*/ 827 h 835"/>
                <a:gd name="T26" fmla="*/ 518 w 617"/>
                <a:gd name="T27" fmla="*/ 835 h 835"/>
                <a:gd name="T28" fmla="*/ 599 w 617"/>
                <a:gd name="T29" fmla="*/ 823 h 835"/>
                <a:gd name="T30" fmla="*/ 617 w 617"/>
                <a:gd name="T31" fmla="*/ 777 h 835"/>
                <a:gd name="T32" fmla="*/ 608 w 617"/>
                <a:gd name="T33" fmla="*/ 718 h 835"/>
                <a:gd name="T34" fmla="*/ 550 w 617"/>
                <a:gd name="T35" fmla="*/ 537 h 835"/>
                <a:gd name="T36" fmla="*/ 500 w 617"/>
                <a:gd name="T37" fmla="*/ 357 h 835"/>
                <a:gd name="T38" fmla="*/ 478 w 617"/>
                <a:gd name="T39" fmla="*/ 221 h 835"/>
                <a:gd name="T40" fmla="*/ 478 w 617"/>
                <a:gd name="T41" fmla="*/ 186 h 835"/>
                <a:gd name="T42" fmla="*/ 446 w 617"/>
                <a:gd name="T43" fmla="*/ 136 h 835"/>
                <a:gd name="T44" fmla="*/ 409 w 617"/>
                <a:gd name="T45" fmla="*/ 123 h 835"/>
                <a:gd name="T46" fmla="*/ 342 w 617"/>
                <a:gd name="T47" fmla="*/ 123 h 8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17" h="835">
                  <a:moveTo>
                    <a:pt x="342" y="123"/>
                  </a:moveTo>
                  <a:lnTo>
                    <a:pt x="229" y="113"/>
                  </a:lnTo>
                  <a:lnTo>
                    <a:pt x="160" y="96"/>
                  </a:lnTo>
                  <a:lnTo>
                    <a:pt x="139" y="64"/>
                  </a:lnTo>
                  <a:lnTo>
                    <a:pt x="139" y="38"/>
                  </a:lnTo>
                  <a:lnTo>
                    <a:pt x="121" y="15"/>
                  </a:lnTo>
                  <a:lnTo>
                    <a:pt x="58" y="0"/>
                  </a:lnTo>
                  <a:lnTo>
                    <a:pt x="0" y="5"/>
                  </a:lnTo>
                  <a:lnTo>
                    <a:pt x="70" y="650"/>
                  </a:lnTo>
                  <a:lnTo>
                    <a:pt x="121" y="710"/>
                  </a:lnTo>
                  <a:lnTo>
                    <a:pt x="183" y="768"/>
                  </a:lnTo>
                  <a:lnTo>
                    <a:pt x="273" y="813"/>
                  </a:lnTo>
                  <a:lnTo>
                    <a:pt x="377" y="827"/>
                  </a:lnTo>
                  <a:lnTo>
                    <a:pt x="518" y="835"/>
                  </a:lnTo>
                  <a:lnTo>
                    <a:pt x="599" y="823"/>
                  </a:lnTo>
                  <a:lnTo>
                    <a:pt x="617" y="777"/>
                  </a:lnTo>
                  <a:lnTo>
                    <a:pt x="608" y="718"/>
                  </a:lnTo>
                  <a:lnTo>
                    <a:pt x="550" y="537"/>
                  </a:lnTo>
                  <a:lnTo>
                    <a:pt x="500" y="357"/>
                  </a:lnTo>
                  <a:lnTo>
                    <a:pt x="478" y="221"/>
                  </a:lnTo>
                  <a:lnTo>
                    <a:pt x="478" y="186"/>
                  </a:lnTo>
                  <a:lnTo>
                    <a:pt x="446" y="136"/>
                  </a:lnTo>
                  <a:lnTo>
                    <a:pt x="409" y="123"/>
                  </a:lnTo>
                  <a:lnTo>
                    <a:pt x="342" y="123"/>
                  </a:lnTo>
                  <a:close/>
                </a:path>
              </a:pathLst>
            </a:custGeom>
            <a:solidFill>
              <a:srgbClr val="404040"/>
            </a:solidFill>
            <a:ln w="3175">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1825982" name="Freeform 189"/>
            <p:cNvSpPr>
              <a:spLocks noChangeArrowheads="1"/>
            </p:cNvSpPr>
            <p:nvPr/>
          </p:nvSpPr>
          <p:spPr bwMode="auto">
            <a:xfrm>
              <a:off x="143" y="2019"/>
              <a:ext cx="106" cy="153"/>
            </a:xfrm>
            <a:custGeom>
              <a:avLst/>
              <a:gdLst>
                <a:gd name="T0" fmla="*/ 347 w 531"/>
                <a:gd name="T1" fmla="*/ 154 h 766"/>
                <a:gd name="T2" fmla="*/ 248 w 531"/>
                <a:gd name="T3" fmla="*/ 150 h 766"/>
                <a:gd name="T4" fmla="*/ 143 w 531"/>
                <a:gd name="T5" fmla="*/ 131 h 766"/>
                <a:gd name="T6" fmla="*/ 81 w 531"/>
                <a:gd name="T7" fmla="*/ 99 h 766"/>
                <a:gd name="T8" fmla="*/ 46 w 531"/>
                <a:gd name="T9" fmla="*/ 72 h 766"/>
                <a:gd name="T10" fmla="*/ 0 w 531"/>
                <a:gd name="T11" fmla="*/ 0 h 766"/>
                <a:gd name="T12" fmla="*/ 67 w 531"/>
                <a:gd name="T13" fmla="*/ 589 h 766"/>
                <a:gd name="T14" fmla="*/ 113 w 531"/>
                <a:gd name="T15" fmla="*/ 643 h 766"/>
                <a:gd name="T16" fmla="*/ 162 w 531"/>
                <a:gd name="T17" fmla="*/ 694 h 766"/>
                <a:gd name="T18" fmla="*/ 225 w 531"/>
                <a:gd name="T19" fmla="*/ 729 h 766"/>
                <a:gd name="T20" fmla="*/ 279 w 531"/>
                <a:gd name="T21" fmla="*/ 747 h 766"/>
                <a:gd name="T22" fmla="*/ 347 w 531"/>
                <a:gd name="T23" fmla="*/ 756 h 766"/>
                <a:gd name="T24" fmla="*/ 409 w 531"/>
                <a:gd name="T25" fmla="*/ 766 h 766"/>
                <a:gd name="T26" fmla="*/ 480 w 531"/>
                <a:gd name="T27" fmla="*/ 766 h 766"/>
                <a:gd name="T28" fmla="*/ 512 w 531"/>
                <a:gd name="T29" fmla="*/ 756 h 766"/>
                <a:gd name="T30" fmla="*/ 531 w 531"/>
                <a:gd name="T31" fmla="*/ 729 h 766"/>
                <a:gd name="T32" fmla="*/ 522 w 531"/>
                <a:gd name="T33" fmla="*/ 685 h 766"/>
                <a:gd name="T34" fmla="*/ 476 w 531"/>
                <a:gd name="T35" fmla="*/ 581 h 766"/>
                <a:gd name="T36" fmla="*/ 399 w 531"/>
                <a:gd name="T37" fmla="*/ 229 h 766"/>
                <a:gd name="T38" fmla="*/ 387 w 531"/>
                <a:gd name="T39" fmla="*/ 180 h 766"/>
                <a:gd name="T40" fmla="*/ 347 w 531"/>
                <a:gd name="T41" fmla="*/ 154 h 7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31" h="766">
                  <a:moveTo>
                    <a:pt x="347" y="154"/>
                  </a:moveTo>
                  <a:lnTo>
                    <a:pt x="248" y="150"/>
                  </a:lnTo>
                  <a:lnTo>
                    <a:pt x="143" y="131"/>
                  </a:lnTo>
                  <a:lnTo>
                    <a:pt x="81" y="99"/>
                  </a:lnTo>
                  <a:lnTo>
                    <a:pt x="46" y="72"/>
                  </a:lnTo>
                  <a:lnTo>
                    <a:pt x="0" y="0"/>
                  </a:lnTo>
                  <a:lnTo>
                    <a:pt x="67" y="589"/>
                  </a:lnTo>
                  <a:lnTo>
                    <a:pt x="113" y="643"/>
                  </a:lnTo>
                  <a:lnTo>
                    <a:pt x="162" y="694"/>
                  </a:lnTo>
                  <a:lnTo>
                    <a:pt x="225" y="729"/>
                  </a:lnTo>
                  <a:lnTo>
                    <a:pt x="279" y="747"/>
                  </a:lnTo>
                  <a:lnTo>
                    <a:pt x="347" y="756"/>
                  </a:lnTo>
                  <a:lnTo>
                    <a:pt x="409" y="766"/>
                  </a:lnTo>
                  <a:lnTo>
                    <a:pt x="480" y="766"/>
                  </a:lnTo>
                  <a:lnTo>
                    <a:pt x="512" y="756"/>
                  </a:lnTo>
                  <a:lnTo>
                    <a:pt x="531" y="729"/>
                  </a:lnTo>
                  <a:lnTo>
                    <a:pt x="522" y="685"/>
                  </a:lnTo>
                  <a:lnTo>
                    <a:pt x="476" y="581"/>
                  </a:lnTo>
                  <a:lnTo>
                    <a:pt x="399" y="229"/>
                  </a:lnTo>
                  <a:lnTo>
                    <a:pt x="387" y="180"/>
                  </a:lnTo>
                  <a:lnTo>
                    <a:pt x="347" y="154"/>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sp>
        <p:nvSpPr>
          <p:cNvPr id="1825983" name="Freeform 190"/>
          <p:cNvSpPr>
            <a:spLocks noChangeArrowheads="1"/>
          </p:cNvSpPr>
          <p:nvPr/>
        </p:nvSpPr>
        <p:spPr bwMode="auto">
          <a:xfrm>
            <a:off x="868363" y="5254625"/>
            <a:ext cx="14287" cy="223838"/>
          </a:xfrm>
          <a:custGeom>
            <a:avLst/>
            <a:gdLst>
              <a:gd name="T0" fmla="*/ 29 w 43"/>
              <a:gd name="T1" fmla="*/ 0 h 703"/>
              <a:gd name="T2" fmla="*/ 43 w 43"/>
              <a:gd name="T3" fmla="*/ 36 h 703"/>
              <a:gd name="T4" fmla="*/ 27 w 43"/>
              <a:gd name="T5" fmla="*/ 63 h 703"/>
              <a:gd name="T6" fmla="*/ 14 w 43"/>
              <a:gd name="T7" fmla="*/ 122 h 703"/>
              <a:gd name="T8" fmla="*/ 32 w 43"/>
              <a:gd name="T9" fmla="*/ 176 h 703"/>
              <a:gd name="T10" fmla="*/ 21 w 43"/>
              <a:gd name="T11" fmla="*/ 491 h 703"/>
              <a:gd name="T12" fmla="*/ 21 w 43"/>
              <a:gd name="T13" fmla="*/ 693 h 703"/>
              <a:gd name="T14" fmla="*/ 0 w 43"/>
              <a:gd name="T15" fmla="*/ 703 h 703"/>
              <a:gd name="T16" fmla="*/ 2 w 43"/>
              <a:gd name="T17" fmla="*/ 284 h 703"/>
              <a:gd name="T18" fmla="*/ 21 w 43"/>
              <a:gd name="T19" fmla="*/ 184 h 703"/>
              <a:gd name="T20" fmla="*/ 10 w 43"/>
              <a:gd name="T21" fmla="*/ 137 h 703"/>
              <a:gd name="T22" fmla="*/ 4 w 43"/>
              <a:gd name="T23" fmla="*/ 120 h 703"/>
              <a:gd name="T24" fmla="*/ 12 w 43"/>
              <a:gd name="T25" fmla="*/ 69 h 703"/>
              <a:gd name="T26" fmla="*/ 27 w 43"/>
              <a:gd name="T27" fmla="*/ 40 h 703"/>
              <a:gd name="T28" fmla="*/ 29 w 43"/>
              <a:gd name="T29" fmla="*/ 0 h 7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3" h="703">
                <a:moveTo>
                  <a:pt x="29" y="0"/>
                </a:moveTo>
                <a:lnTo>
                  <a:pt x="43" y="36"/>
                </a:lnTo>
                <a:lnTo>
                  <a:pt x="27" y="63"/>
                </a:lnTo>
                <a:lnTo>
                  <a:pt x="14" y="122"/>
                </a:lnTo>
                <a:lnTo>
                  <a:pt x="32" y="176"/>
                </a:lnTo>
                <a:lnTo>
                  <a:pt x="21" y="491"/>
                </a:lnTo>
                <a:lnTo>
                  <a:pt x="21" y="693"/>
                </a:lnTo>
                <a:lnTo>
                  <a:pt x="0" y="703"/>
                </a:lnTo>
                <a:lnTo>
                  <a:pt x="2" y="284"/>
                </a:lnTo>
                <a:lnTo>
                  <a:pt x="21" y="184"/>
                </a:lnTo>
                <a:lnTo>
                  <a:pt x="10" y="137"/>
                </a:lnTo>
                <a:lnTo>
                  <a:pt x="4" y="120"/>
                </a:lnTo>
                <a:lnTo>
                  <a:pt x="12" y="69"/>
                </a:lnTo>
                <a:lnTo>
                  <a:pt x="27" y="40"/>
                </a:lnTo>
                <a:lnTo>
                  <a:pt x="29"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825984" name="Freeform 191"/>
          <p:cNvSpPr>
            <a:spLocks noChangeArrowheads="1"/>
          </p:cNvSpPr>
          <p:nvPr/>
        </p:nvSpPr>
        <p:spPr bwMode="auto">
          <a:xfrm>
            <a:off x="806450" y="5257800"/>
            <a:ext cx="36513" cy="11113"/>
          </a:xfrm>
          <a:custGeom>
            <a:avLst/>
            <a:gdLst>
              <a:gd name="T0" fmla="*/ 112 w 112"/>
              <a:gd name="T1" fmla="*/ 0 h 36"/>
              <a:gd name="T2" fmla="*/ 57 w 112"/>
              <a:gd name="T3" fmla="*/ 26 h 36"/>
              <a:gd name="T4" fmla="*/ 9 w 112"/>
              <a:gd name="T5" fmla="*/ 36 h 36"/>
              <a:gd name="T6" fmla="*/ 0 w 112"/>
              <a:gd name="T7" fmla="*/ 36 h 36"/>
              <a:gd name="T8" fmla="*/ 29 w 112"/>
              <a:gd name="T9" fmla="*/ 11 h 36"/>
              <a:gd name="T10" fmla="*/ 112 w 112"/>
              <a:gd name="T11" fmla="*/ 0 h 36"/>
            </a:gdLst>
            <a:ahLst/>
            <a:cxnLst>
              <a:cxn ang="0">
                <a:pos x="T0" y="T1"/>
              </a:cxn>
              <a:cxn ang="0">
                <a:pos x="T2" y="T3"/>
              </a:cxn>
              <a:cxn ang="0">
                <a:pos x="T4" y="T5"/>
              </a:cxn>
              <a:cxn ang="0">
                <a:pos x="T6" y="T7"/>
              </a:cxn>
              <a:cxn ang="0">
                <a:pos x="T8" y="T9"/>
              </a:cxn>
              <a:cxn ang="0">
                <a:pos x="T10" y="T11"/>
              </a:cxn>
            </a:cxnLst>
            <a:rect l="0" t="0" r="r" b="b"/>
            <a:pathLst>
              <a:path w="112" h="36">
                <a:moveTo>
                  <a:pt x="112" y="0"/>
                </a:moveTo>
                <a:lnTo>
                  <a:pt x="57" y="26"/>
                </a:lnTo>
                <a:lnTo>
                  <a:pt x="9" y="36"/>
                </a:lnTo>
                <a:lnTo>
                  <a:pt x="0" y="36"/>
                </a:lnTo>
                <a:lnTo>
                  <a:pt x="29" y="11"/>
                </a:lnTo>
                <a:lnTo>
                  <a:pt x="112"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825985" name="Freeform 192"/>
          <p:cNvSpPr>
            <a:spLocks noChangeArrowheads="1"/>
          </p:cNvSpPr>
          <p:nvPr/>
        </p:nvSpPr>
        <p:spPr bwMode="auto">
          <a:xfrm>
            <a:off x="646113" y="4676775"/>
            <a:ext cx="50800" cy="128588"/>
          </a:xfrm>
          <a:custGeom>
            <a:avLst/>
            <a:gdLst>
              <a:gd name="T0" fmla="*/ 0 w 150"/>
              <a:gd name="T1" fmla="*/ 0 h 407"/>
              <a:gd name="T2" fmla="*/ 20 w 150"/>
              <a:gd name="T3" fmla="*/ 10 h 407"/>
              <a:gd name="T4" fmla="*/ 17 w 150"/>
              <a:gd name="T5" fmla="*/ 34 h 407"/>
              <a:gd name="T6" fmla="*/ 36 w 150"/>
              <a:gd name="T7" fmla="*/ 22 h 407"/>
              <a:gd name="T8" fmla="*/ 33 w 150"/>
              <a:gd name="T9" fmla="*/ 50 h 407"/>
              <a:gd name="T10" fmla="*/ 58 w 150"/>
              <a:gd name="T11" fmla="*/ 46 h 407"/>
              <a:gd name="T12" fmla="*/ 39 w 150"/>
              <a:gd name="T13" fmla="*/ 69 h 407"/>
              <a:gd name="T14" fmla="*/ 91 w 150"/>
              <a:gd name="T15" fmla="*/ 73 h 407"/>
              <a:gd name="T16" fmla="*/ 61 w 150"/>
              <a:gd name="T17" fmla="*/ 101 h 407"/>
              <a:gd name="T18" fmla="*/ 105 w 150"/>
              <a:gd name="T19" fmla="*/ 101 h 407"/>
              <a:gd name="T20" fmla="*/ 75 w 150"/>
              <a:gd name="T21" fmla="*/ 130 h 407"/>
              <a:gd name="T22" fmla="*/ 121 w 150"/>
              <a:gd name="T23" fmla="*/ 127 h 407"/>
              <a:gd name="T24" fmla="*/ 92 w 150"/>
              <a:gd name="T25" fmla="*/ 167 h 407"/>
              <a:gd name="T26" fmla="*/ 133 w 150"/>
              <a:gd name="T27" fmla="*/ 164 h 407"/>
              <a:gd name="T28" fmla="*/ 98 w 150"/>
              <a:gd name="T29" fmla="*/ 199 h 407"/>
              <a:gd name="T30" fmla="*/ 150 w 150"/>
              <a:gd name="T31" fmla="*/ 205 h 407"/>
              <a:gd name="T32" fmla="*/ 105 w 150"/>
              <a:gd name="T33" fmla="*/ 237 h 407"/>
              <a:gd name="T34" fmla="*/ 150 w 150"/>
              <a:gd name="T35" fmla="*/ 250 h 407"/>
              <a:gd name="T36" fmla="*/ 101 w 150"/>
              <a:gd name="T37" fmla="*/ 266 h 407"/>
              <a:gd name="T38" fmla="*/ 146 w 150"/>
              <a:gd name="T39" fmla="*/ 293 h 407"/>
              <a:gd name="T40" fmla="*/ 98 w 150"/>
              <a:gd name="T41" fmla="*/ 312 h 407"/>
              <a:gd name="T42" fmla="*/ 140 w 150"/>
              <a:gd name="T43" fmla="*/ 343 h 407"/>
              <a:gd name="T44" fmla="*/ 98 w 150"/>
              <a:gd name="T45" fmla="*/ 355 h 407"/>
              <a:gd name="T46" fmla="*/ 121 w 150"/>
              <a:gd name="T47" fmla="*/ 382 h 407"/>
              <a:gd name="T48" fmla="*/ 88 w 150"/>
              <a:gd name="T49" fmla="*/ 407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50" h="407">
                <a:moveTo>
                  <a:pt x="0" y="0"/>
                </a:moveTo>
                <a:lnTo>
                  <a:pt x="20" y="10"/>
                </a:lnTo>
                <a:lnTo>
                  <a:pt x="17" y="34"/>
                </a:lnTo>
                <a:lnTo>
                  <a:pt x="36" y="22"/>
                </a:lnTo>
                <a:lnTo>
                  <a:pt x="33" y="50"/>
                </a:lnTo>
                <a:lnTo>
                  <a:pt x="58" y="46"/>
                </a:lnTo>
                <a:lnTo>
                  <a:pt x="39" y="69"/>
                </a:lnTo>
                <a:lnTo>
                  <a:pt x="91" y="73"/>
                </a:lnTo>
                <a:lnTo>
                  <a:pt x="61" y="101"/>
                </a:lnTo>
                <a:lnTo>
                  <a:pt x="105" y="101"/>
                </a:lnTo>
                <a:lnTo>
                  <a:pt x="75" y="130"/>
                </a:lnTo>
                <a:lnTo>
                  <a:pt x="121" y="127"/>
                </a:lnTo>
                <a:lnTo>
                  <a:pt x="92" y="167"/>
                </a:lnTo>
                <a:lnTo>
                  <a:pt x="133" y="164"/>
                </a:lnTo>
                <a:lnTo>
                  <a:pt x="98" y="199"/>
                </a:lnTo>
                <a:lnTo>
                  <a:pt x="150" y="205"/>
                </a:lnTo>
                <a:lnTo>
                  <a:pt x="105" y="237"/>
                </a:lnTo>
                <a:lnTo>
                  <a:pt x="150" y="250"/>
                </a:lnTo>
                <a:lnTo>
                  <a:pt x="101" y="266"/>
                </a:lnTo>
                <a:lnTo>
                  <a:pt x="146" y="293"/>
                </a:lnTo>
                <a:lnTo>
                  <a:pt x="98" y="312"/>
                </a:lnTo>
                <a:lnTo>
                  <a:pt x="140" y="343"/>
                </a:lnTo>
                <a:lnTo>
                  <a:pt x="98" y="355"/>
                </a:lnTo>
                <a:lnTo>
                  <a:pt x="121" y="382"/>
                </a:lnTo>
                <a:lnTo>
                  <a:pt x="88" y="407"/>
                </a:lnTo>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825986" name="Text Box 193"/>
          <p:cNvSpPr txBox="1">
            <a:spLocks noChangeArrowheads="1"/>
          </p:cNvSpPr>
          <p:nvPr/>
        </p:nvSpPr>
        <p:spPr bwMode="auto">
          <a:xfrm>
            <a:off x="8526463" y="5392738"/>
            <a:ext cx="110807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b="1">
                <a:solidFill>
                  <a:srgbClr val="000099"/>
                </a:solidFill>
                <a:ea typeface="黑体" panose="02010609060101010101" pitchFamily="49" charset="-122"/>
              </a:rPr>
              <a:t>用户代理</a:t>
            </a:r>
          </a:p>
        </p:txBody>
      </p:sp>
      <p:sp>
        <p:nvSpPr>
          <p:cNvPr id="1825987" name="Oval 194"/>
          <p:cNvSpPr>
            <a:spLocks noChangeArrowheads="1"/>
          </p:cNvSpPr>
          <p:nvPr/>
        </p:nvSpPr>
        <p:spPr bwMode="auto">
          <a:xfrm>
            <a:off x="931863" y="4783138"/>
            <a:ext cx="322262" cy="161925"/>
          </a:xfrm>
          <a:prstGeom prst="ellipse">
            <a:avLst/>
          </a:prstGeom>
          <a:solidFill>
            <a:schemeClr val="bg1"/>
          </a:solidFill>
          <a:ln w="9525">
            <a:solidFill>
              <a:schemeClr val="tx1"/>
            </a:solidFill>
            <a:round/>
            <a:headEnd/>
            <a:tailEnd/>
          </a:ln>
        </p:spPr>
        <p:txBody>
          <a:bodyPr wrap="none" anchor="ctr"/>
          <a:lstStyle/>
          <a:p>
            <a:endParaRPr lang="zh-CN" altLang="en-US" b="1">
              <a:solidFill>
                <a:srgbClr val="000099"/>
              </a:solidFill>
              <a:ea typeface="宋体" panose="02010600030101010101" pitchFamily="2" charset="-122"/>
            </a:endParaRPr>
          </a:p>
        </p:txBody>
      </p:sp>
      <p:grpSp>
        <p:nvGrpSpPr>
          <p:cNvPr id="1825988" name="Group 195"/>
          <p:cNvGrpSpPr>
            <a:grpSpLocks/>
          </p:cNvGrpSpPr>
          <p:nvPr/>
        </p:nvGrpSpPr>
        <p:grpSpPr bwMode="auto">
          <a:xfrm>
            <a:off x="8693150" y="4419600"/>
            <a:ext cx="768350" cy="495300"/>
            <a:chOff x="4993" y="1674"/>
            <a:chExt cx="447" cy="312"/>
          </a:xfrm>
        </p:grpSpPr>
        <p:grpSp>
          <p:nvGrpSpPr>
            <p:cNvPr id="1825989" name="Group 196"/>
            <p:cNvGrpSpPr>
              <a:grpSpLocks/>
            </p:cNvGrpSpPr>
            <p:nvPr/>
          </p:nvGrpSpPr>
          <p:grpSpPr bwMode="auto">
            <a:xfrm>
              <a:off x="4993" y="1674"/>
              <a:ext cx="345" cy="282"/>
              <a:chOff x="4993" y="1674"/>
              <a:chExt cx="345" cy="282"/>
            </a:xfrm>
          </p:grpSpPr>
          <p:grpSp>
            <p:nvGrpSpPr>
              <p:cNvPr id="1825990" name="Group 197"/>
              <p:cNvGrpSpPr>
                <a:grpSpLocks/>
              </p:cNvGrpSpPr>
              <p:nvPr/>
            </p:nvGrpSpPr>
            <p:grpSpPr bwMode="auto">
              <a:xfrm>
                <a:off x="4993" y="1674"/>
                <a:ext cx="345" cy="282"/>
                <a:chOff x="4993" y="1674"/>
                <a:chExt cx="345" cy="282"/>
              </a:xfrm>
            </p:grpSpPr>
            <p:grpSp>
              <p:nvGrpSpPr>
                <p:cNvPr id="1825991" name="Group 198"/>
                <p:cNvGrpSpPr>
                  <a:grpSpLocks/>
                </p:cNvGrpSpPr>
                <p:nvPr/>
              </p:nvGrpSpPr>
              <p:grpSpPr bwMode="auto">
                <a:xfrm>
                  <a:off x="4993" y="1833"/>
                  <a:ext cx="345" cy="123"/>
                  <a:chOff x="4993" y="1833"/>
                  <a:chExt cx="345" cy="123"/>
                </a:xfrm>
              </p:grpSpPr>
              <p:sp>
                <p:nvSpPr>
                  <p:cNvPr id="1825992" name="Freeform 199"/>
                  <p:cNvSpPr>
                    <a:spLocks noChangeArrowheads="1"/>
                  </p:cNvSpPr>
                  <p:nvPr/>
                </p:nvSpPr>
                <p:spPr bwMode="auto">
                  <a:xfrm>
                    <a:off x="5140" y="1833"/>
                    <a:ext cx="198" cy="123"/>
                  </a:xfrm>
                  <a:custGeom>
                    <a:avLst/>
                    <a:gdLst>
                      <a:gd name="T0" fmla="*/ 0 w 1188"/>
                      <a:gd name="T1" fmla="*/ 225 h 738"/>
                      <a:gd name="T2" fmla="*/ 0 w 1188"/>
                      <a:gd name="T3" fmla="*/ 738 h 738"/>
                      <a:gd name="T4" fmla="*/ 1188 w 1188"/>
                      <a:gd name="T5" fmla="*/ 360 h 738"/>
                      <a:gd name="T6" fmla="*/ 1188 w 1188"/>
                      <a:gd name="T7" fmla="*/ 0 h 738"/>
                      <a:gd name="T8" fmla="*/ 0 w 1188"/>
                      <a:gd name="T9" fmla="*/ 225 h 738"/>
                    </a:gdLst>
                    <a:ahLst/>
                    <a:cxnLst>
                      <a:cxn ang="0">
                        <a:pos x="T0" y="T1"/>
                      </a:cxn>
                      <a:cxn ang="0">
                        <a:pos x="T2" y="T3"/>
                      </a:cxn>
                      <a:cxn ang="0">
                        <a:pos x="T4" y="T5"/>
                      </a:cxn>
                      <a:cxn ang="0">
                        <a:pos x="T6" y="T7"/>
                      </a:cxn>
                      <a:cxn ang="0">
                        <a:pos x="T8" y="T9"/>
                      </a:cxn>
                    </a:cxnLst>
                    <a:rect l="0" t="0" r="r" b="b"/>
                    <a:pathLst>
                      <a:path w="1188" h="738">
                        <a:moveTo>
                          <a:pt x="0" y="225"/>
                        </a:moveTo>
                        <a:lnTo>
                          <a:pt x="0" y="738"/>
                        </a:lnTo>
                        <a:lnTo>
                          <a:pt x="1188" y="360"/>
                        </a:lnTo>
                        <a:lnTo>
                          <a:pt x="1188" y="0"/>
                        </a:lnTo>
                        <a:lnTo>
                          <a:pt x="0" y="225"/>
                        </a:lnTo>
                        <a:close/>
                      </a:path>
                    </a:pathLst>
                  </a:custGeom>
                  <a:solidFill>
                    <a:srgbClr val="A0A0A0"/>
                  </a:solidFill>
                  <a:ln w="1588">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1825993" name="Freeform 200"/>
                  <p:cNvSpPr>
                    <a:spLocks noChangeArrowheads="1"/>
                  </p:cNvSpPr>
                  <p:nvPr/>
                </p:nvSpPr>
                <p:spPr bwMode="auto">
                  <a:xfrm>
                    <a:off x="4993" y="1862"/>
                    <a:ext cx="147" cy="94"/>
                  </a:xfrm>
                  <a:custGeom>
                    <a:avLst/>
                    <a:gdLst>
                      <a:gd name="T0" fmla="*/ 882 w 882"/>
                      <a:gd name="T1" fmla="*/ 50 h 563"/>
                      <a:gd name="T2" fmla="*/ 882 w 882"/>
                      <a:gd name="T3" fmla="*/ 563 h 563"/>
                      <a:gd name="T4" fmla="*/ 0 w 882"/>
                      <a:gd name="T5" fmla="*/ 436 h 563"/>
                      <a:gd name="T6" fmla="*/ 0 w 882"/>
                      <a:gd name="T7" fmla="*/ 0 h 563"/>
                      <a:gd name="T8" fmla="*/ 882 w 882"/>
                      <a:gd name="T9" fmla="*/ 50 h 563"/>
                    </a:gdLst>
                    <a:ahLst/>
                    <a:cxnLst>
                      <a:cxn ang="0">
                        <a:pos x="T0" y="T1"/>
                      </a:cxn>
                      <a:cxn ang="0">
                        <a:pos x="T2" y="T3"/>
                      </a:cxn>
                      <a:cxn ang="0">
                        <a:pos x="T4" y="T5"/>
                      </a:cxn>
                      <a:cxn ang="0">
                        <a:pos x="T6" y="T7"/>
                      </a:cxn>
                      <a:cxn ang="0">
                        <a:pos x="T8" y="T9"/>
                      </a:cxn>
                    </a:cxnLst>
                    <a:rect l="0" t="0" r="r" b="b"/>
                    <a:pathLst>
                      <a:path w="882" h="563">
                        <a:moveTo>
                          <a:pt x="882" y="50"/>
                        </a:moveTo>
                        <a:lnTo>
                          <a:pt x="882" y="563"/>
                        </a:lnTo>
                        <a:lnTo>
                          <a:pt x="0" y="436"/>
                        </a:lnTo>
                        <a:lnTo>
                          <a:pt x="0" y="0"/>
                        </a:lnTo>
                        <a:lnTo>
                          <a:pt x="882" y="50"/>
                        </a:lnTo>
                        <a:close/>
                      </a:path>
                    </a:pathLst>
                  </a:custGeom>
                  <a:solidFill>
                    <a:srgbClr val="808080"/>
                  </a:solidFill>
                  <a:ln w="1588">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1825994" name="Freeform 201"/>
                  <p:cNvSpPr>
                    <a:spLocks noChangeArrowheads="1"/>
                  </p:cNvSpPr>
                  <p:nvPr/>
                </p:nvSpPr>
                <p:spPr bwMode="auto">
                  <a:xfrm>
                    <a:off x="4993" y="1833"/>
                    <a:ext cx="345" cy="38"/>
                  </a:xfrm>
                  <a:custGeom>
                    <a:avLst/>
                    <a:gdLst>
                      <a:gd name="T0" fmla="*/ 0 w 2070"/>
                      <a:gd name="T1" fmla="*/ 175 h 225"/>
                      <a:gd name="T2" fmla="*/ 892 w 2070"/>
                      <a:gd name="T3" fmla="*/ 225 h 225"/>
                      <a:gd name="T4" fmla="*/ 2070 w 2070"/>
                      <a:gd name="T5" fmla="*/ 0 h 225"/>
                      <a:gd name="T6" fmla="*/ 1202 w 2070"/>
                      <a:gd name="T7" fmla="*/ 0 h 225"/>
                      <a:gd name="T8" fmla="*/ 0 w 2070"/>
                      <a:gd name="T9" fmla="*/ 175 h 225"/>
                    </a:gdLst>
                    <a:ahLst/>
                    <a:cxnLst>
                      <a:cxn ang="0">
                        <a:pos x="T0" y="T1"/>
                      </a:cxn>
                      <a:cxn ang="0">
                        <a:pos x="T2" y="T3"/>
                      </a:cxn>
                      <a:cxn ang="0">
                        <a:pos x="T4" y="T5"/>
                      </a:cxn>
                      <a:cxn ang="0">
                        <a:pos x="T6" y="T7"/>
                      </a:cxn>
                      <a:cxn ang="0">
                        <a:pos x="T8" y="T9"/>
                      </a:cxn>
                    </a:cxnLst>
                    <a:rect l="0" t="0" r="r" b="b"/>
                    <a:pathLst>
                      <a:path w="2070" h="225">
                        <a:moveTo>
                          <a:pt x="0" y="175"/>
                        </a:moveTo>
                        <a:lnTo>
                          <a:pt x="892" y="225"/>
                        </a:lnTo>
                        <a:lnTo>
                          <a:pt x="2070" y="0"/>
                        </a:lnTo>
                        <a:lnTo>
                          <a:pt x="1202" y="0"/>
                        </a:lnTo>
                        <a:lnTo>
                          <a:pt x="0" y="175"/>
                        </a:lnTo>
                        <a:close/>
                      </a:path>
                    </a:pathLst>
                  </a:custGeom>
                  <a:solidFill>
                    <a:srgbClr val="C0C0C0"/>
                  </a:solidFill>
                  <a:ln w="1588">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grpSp>
            <p:sp>
              <p:nvSpPr>
                <p:cNvPr id="1825995" name="Freeform 202"/>
                <p:cNvSpPr>
                  <a:spLocks noChangeArrowheads="1"/>
                </p:cNvSpPr>
                <p:nvPr/>
              </p:nvSpPr>
              <p:spPr bwMode="auto">
                <a:xfrm>
                  <a:off x="5105" y="1823"/>
                  <a:ext cx="126" cy="35"/>
                </a:xfrm>
                <a:custGeom>
                  <a:avLst/>
                  <a:gdLst>
                    <a:gd name="T0" fmla="*/ 0 w 751"/>
                    <a:gd name="T1" fmla="*/ 120 h 210"/>
                    <a:gd name="T2" fmla="*/ 0 w 751"/>
                    <a:gd name="T3" fmla="*/ 188 h 210"/>
                    <a:gd name="T4" fmla="*/ 351 w 751"/>
                    <a:gd name="T5" fmla="*/ 210 h 210"/>
                    <a:gd name="T6" fmla="*/ 751 w 751"/>
                    <a:gd name="T7" fmla="*/ 135 h 210"/>
                    <a:gd name="T8" fmla="*/ 751 w 751"/>
                    <a:gd name="T9" fmla="*/ 0 h 210"/>
                    <a:gd name="T10" fmla="*/ 0 w 751"/>
                    <a:gd name="T11" fmla="*/ 120 h 210"/>
                  </a:gdLst>
                  <a:ahLst/>
                  <a:cxnLst>
                    <a:cxn ang="0">
                      <a:pos x="T0" y="T1"/>
                    </a:cxn>
                    <a:cxn ang="0">
                      <a:pos x="T2" y="T3"/>
                    </a:cxn>
                    <a:cxn ang="0">
                      <a:pos x="T4" y="T5"/>
                    </a:cxn>
                    <a:cxn ang="0">
                      <a:pos x="T6" y="T7"/>
                    </a:cxn>
                    <a:cxn ang="0">
                      <a:pos x="T8" y="T9"/>
                    </a:cxn>
                    <a:cxn ang="0">
                      <a:pos x="T10" y="T11"/>
                    </a:cxn>
                  </a:cxnLst>
                  <a:rect l="0" t="0" r="r" b="b"/>
                  <a:pathLst>
                    <a:path w="751" h="210">
                      <a:moveTo>
                        <a:pt x="0" y="120"/>
                      </a:moveTo>
                      <a:lnTo>
                        <a:pt x="0" y="188"/>
                      </a:lnTo>
                      <a:lnTo>
                        <a:pt x="351" y="210"/>
                      </a:lnTo>
                      <a:lnTo>
                        <a:pt x="751" y="135"/>
                      </a:lnTo>
                      <a:lnTo>
                        <a:pt x="751" y="0"/>
                      </a:lnTo>
                      <a:lnTo>
                        <a:pt x="0" y="120"/>
                      </a:lnTo>
                      <a:close/>
                    </a:path>
                  </a:pathLst>
                </a:custGeom>
                <a:solidFill>
                  <a:srgbClr val="606060"/>
                </a:solidFill>
                <a:ln w="1588">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grpSp>
              <p:nvGrpSpPr>
                <p:cNvPr id="1825996" name="Group 203"/>
                <p:cNvGrpSpPr>
                  <a:grpSpLocks/>
                </p:cNvGrpSpPr>
                <p:nvPr/>
              </p:nvGrpSpPr>
              <p:grpSpPr bwMode="auto">
                <a:xfrm>
                  <a:off x="5020" y="1674"/>
                  <a:ext cx="279" cy="176"/>
                  <a:chOff x="5020" y="1674"/>
                  <a:chExt cx="279" cy="176"/>
                </a:xfrm>
              </p:grpSpPr>
              <p:sp>
                <p:nvSpPr>
                  <p:cNvPr id="1825997" name="Freeform 204"/>
                  <p:cNvSpPr>
                    <a:spLocks noChangeArrowheads="1"/>
                  </p:cNvSpPr>
                  <p:nvPr/>
                </p:nvSpPr>
                <p:spPr bwMode="auto">
                  <a:xfrm>
                    <a:off x="5139" y="1674"/>
                    <a:ext cx="160" cy="172"/>
                  </a:xfrm>
                  <a:custGeom>
                    <a:avLst/>
                    <a:gdLst>
                      <a:gd name="T0" fmla="*/ 135 w 960"/>
                      <a:gd name="T1" fmla="*/ 1031 h 1031"/>
                      <a:gd name="T2" fmla="*/ 0 w 960"/>
                      <a:gd name="T3" fmla="*/ 33 h 1031"/>
                      <a:gd name="T4" fmla="*/ 827 w 960"/>
                      <a:gd name="T5" fmla="*/ 0 h 1031"/>
                      <a:gd name="T6" fmla="*/ 960 w 960"/>
                      <a:gd name="T7" fmla="*/ 889 h 1031"/>
                      <a:gd name="T8" fmla="*/ 135 w 960"/>
                      <a:gd name="T9" fmla="*/ 1031 h 1031"/>
                    </a:gdLst>
                    <a:ahLst/>
                    <a:cxnLst>
                      <a:cxn ang="0">
                        <a:pos x="T0" y="T1"/>
                      </a:cxn>
                      <a:cxn ang="0">
                        <a:pos x="T2" y="T3"/>
                      </a:cxn>
                      <a:cxn ang="0">
                        <a:pos x="T4" y="T5"/>
                      </a:cxn>
                      <a:cxn ang="0">
                        <a:pos x="T6" y="T7"/>
                      </a:cxn>
                      <a:cxn ang="0">
                        <a:pos x="T8" y="T9"/>
                      </a:cxn>
                    </a:cxnLst>
                    <a:rect l="0" t="0" r="r" b="b"/>
                    <a:pathLst>
                      <a:path w="960" h="1031">
                        <a:moveTo>
                          <a:pt x="135" y="1031"/>
                        </a:moveTo>
                        <a:lnTo>
                          <a:pt x="0" y="33"/>
                        </a:lnTo>
                        <a:lnTo>
                          <a:pt x="827" y="0"/>
                        </a:lnTo>
                        <a:lnTo>
                          <a:pt x="960" y="889"/>
                        </a:lnTo>
                        <a:lnTo>
                          <a:pt x="135" y="1031"/>
                        </a:lnTo>
                        <a:close/>
                      </a:path>
                    </a:pathLst>
                  </a:custGeom>
                  <a:solidFill>
                    <a:srgbClr val="A0A0A0"/>
                  </a:solidFill>
                  <a:ln w="1588">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1825998" name="Freeform 205"/>
                  <p:cNvSpPr>
                    <a:spLocks noChangeArrowheads="1"/>
                  </p:cNvSpPr>
                  <p:nvPr/>
                </p:nvSpPr>
                <p:spPr bwMode="auto">
                  <a:xfrm>
                    <a:off x="5020" y="1679"/>
                    <a:ext cx="141" cy="171"/>
                  </a:xfrm>
                  <a:custGeom>
                    <a:avLst/>
                    <a:gdLst>
                      <a:gd name="T0" fmla="*/ 715 w 850"/>
                      <a:gd name="T1" fmla="*/ 0 h 1026"/>
                      <a:gd name="T2" fmla="*/ 0 w 850"/>
                      <a:gd name="T3" fmla="*/ 228 h 1026"/>
                      <a:gd name="T4" fmla="*/ 102 w 850"/>
                      <a:gd name="T5" fmla="*/ 1026 h 1026"/>
                      <a:gd name="T6" fmla="*/ 850 w 850"/>
                      <a:gd name="T7" fmla="*/ 1000 h 1026"/>
                      <a:gd name="T8" fmla="*/ 715 w 850"/>
                      <a:gd name="T9" fmla="*/ 0 h 1026"/>
                    </a:gdLst>
                    <a:ahLst/>
                    <a:cxnLst>
                      <a:cxn ang="0">
                        <a:pos x="T0" y="T1"/>
                      </a:cxn>
                      <a:cxn ang="0">
                        <a:pos x="T2" y="T3"/>
                      </a:cxn>
                      <a:cxn ang="0">
                        <a:pos x="T4" y="T5"/>
                      </a:cxn>
                      <a:cxn ang="0">
                        <a:pos x="T6" y="T7"/>
                      </a:cxn>
                      <a:cxn ang="0">
                        <a:pos x="T8" y="T9"/>
                      </a:cxn>
                    </a:cxnLst>
                    <a:rect l="0" t="0" r="r" b="b"/>
                    <a:pathLst>
                      <a:path w="850" h="1026">
                        <a:moveTo>
                          <a:pt x="715" y="0"/>
                        </a:moveTo>
                        <a:lnTo>
                          <a:pt x="0" y="228"/>
                        </a:lnTo>
                        <a:lnTo>
                          <a:pt x="102" y="1026"/>
                        </a:lnTo>
                        <a:lnTo>
                          <a:pt x="850" y="1000"/>
                        </a:lnTo>
                        <a:lnTo>
                          <a:pt x="715" y="0"/>
                        </a:lnTo>
                        <a:close/>
                      </a:path>
                    </a:pathLst>
                  </a:custGeom>
                  <a:solidFill>
                    <a:srgbClr val="808080"/>
                  </a:solidFill>
                  <a:ln w="1588">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1825999" name="Freeform 206"/>
                  <p:cNvSpPr>
                    <a:spLocks noChangeArrowheads="1"/>
                  </p:cNvSpPr>
                  <p:nvPr/>
                </p:nvSpPr>
                <p:spPr bwMode="auto">
                  <a:xfrm>
                    <a:off x="5166" y="1691"/>
                    <a:ext cx="115" cy="129"/>
                  </a:xfrm>
                  <a:custGeom>
                    <a:avLst/>
                    <a:gdLst>
                      <a:gd name="T0" fmla="*/ 0 w 689"/>
                      <a:gd name="T1" fmla="*/ 36 h 778"/>
                      <a:gd name="T2" fmla="*/ 98 w 689"/>
                      <a:gd name="T3" fmla="*/ 778 h 778"/>
                      <a:gd name="T4" fmla="*/ 689 w 689"/>
                      <a:gd name="T5" fmla="*/ 689 h 778"/>
                      <a:gd name="T6" fmla="*/ 587 w 689"/>
                      <a:gd name="T7" fmla="*/ 0 h 778"/>
                      <a:gd name="T8" fmla="*/ 0 w 689"/>
                      <a:gd name="T9" fmla="*/ 36 h 778"/>
                    </a:gdLst>
                    <a:ahLst/>
                    <a:cxnLst>
                      <a:cxn ang="0">
                        <a:pos x="T0" y="T1"/>
                      </a:cxn>
                      <a:cxn ang="0">
                        <a:pos x="T2" y="T3"/>
                      </a:cxn>
                      <a:cxn ang="0">
                        <a:pos x="T4" y="T5"/>
                      </a:cxn>
                      <a:cxn ang="0">
                        <a:pos x="T6" y="T7"/>
                      </a:cxn>
                      <a:cxn ang="0">
                        <a:pos x="T8" y="T9"/>
                      </a:cxn>
                    </a:cxnLst>
                    <a:rect l="0" t="0" r="r" b="b"/>
                    <a:pathLst>
                      <a:path w="689" h="778">
                        <a:moveTo>
                          <a:pt x="0" y="36"/>
                        </a:moveTo>
                        <a:lnTo>
                          <a:pt x="98" y="778"/>
                        </a:lnTo>
                        <a:lnTo>
                          <a:pt x="689" y="689"/>
                        </a:lnTo>
                        <a:lnTo>
                          <a:pt x="587" y="0"/>
                        </a:lnTo>
                        <a:lnTo>
                          <a:pt x="0" y="36"/>
                        </a:lnTo>
                        <a:close/>
                      </a:path>
                    </a:pathLst>
                  </a:custGeom>
                  <a:solidFill>
                    <a:srgbClr val="00C0C0"/>
                  </a:solidFill>
                  <a:ln w="1588">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grpSp>
          </p:grpSp>
          <p:grpSp>
            <p:nvGrpSpPr>
              <p:cNvPr id="1826000" name="Group 207"/>
              <p:cNvGrpSpPr>
                <a:grpSpLocks/>
              </p:cNvGrpSpPr>
              <p:nvPr/>
            </p:nvGrpSpPr>
            <p:grpSpPr bwMode="auto">
              <a:xfrm>
                <a:off x="5212" y="1846"/>
                <a:ext cx="113" cy="80"/>
                <a:chOff x="5212" y="1846"/>
                <a:chExt cx="113" cy="80"/>
              </a:xfrm>
            </p:grpSpPr>
            <p:sp>
              <p:nvSpPr>
                <p:cNvPr id="1826001" name="Freeform 208"/>
                <p:cNvSpPr>
                  <a:spLocks noChangeArrowheads="1"/>
                </p:cNvSpPr>
                <p:nvPr/>
              </p:nvSpPr>
              <p:spPr bwMode="auto">
                <a:xfrm>
                  <a:off x="5212" y="1846"/>
                  <a:ext cx="112" cy="80"/>
                </a:xfrm>
                <a:custGeom>
                  <a:avLst/>
                  <a:gdLst>
                    <a:gd name="T0" fmla="*/ 674 w 674"/>
                    <a:gd name="T1" fmla="*/ 0 h 482"/>
                    <a:gd name="T2" fmla="*/ 0 w 674"/>
                    <a:gd name="T3" fmla="*/ 143 h 482"/>
                    <a:gd name="T4" fmla="*/ 0 w 674"/>
                    <a:gd name="T5" fmla="*/ 482 h 482"/>
                    <a:gd name="T6" fmla="*/ 674 w 674"/>
                    <a:gd name="T7" fmla="*/ 271 h 482"/>
                    <a:gd name="T8" fmla="*/ 674 w 674"/>
                    <a:gd name="T9" fmla="*/ 0 h 482"/>
                  </a:gdLst>
                  <a:ahLst/>
                  <a:cxnLst>
                    <a:cxn ang="0">
                      <a:pos x="T0" y="T1"/>
                    </a:cxn>
                    <a:cxn ang="0">
                      <a:pos x="T2" y="T3"/>
                    </a:cxn>
                    <a:cxn ang="0">
                      <a:pos x="T4" y="T5"/>
                    </a:cxn>
                    <a:cxn ang="0">
                      <a:pos x="T6" y="T7"/>
                    </a:cxn>
                    <a:cxn ang="0">
                      <a:pos x="T8" y="T9"/>
                    </a:cxn>
                  </a:cxnLst>
                  <a:rect l="0" t="0" r="r" b="b"/>
                  <a:pathLst>
                    <a:path w="674" h="482">
                      <a:moveTo>
                        <a:pt x="674" y="0"/>
                      </a:moveTo>
                      <a:lnTo>
                        <a:pt x="0" y="143"/>
                      </a:lnTo>
                      <a:lnTo>
                        <a:pt x="0" y="482"/>
                      </a:lnTo>
                      <a:lnTo>
                        <a:pt x="674" y="271"/>
                      </a:lnTo>
                      <a:lnTo>
                        <a:pt x="674" y="0"/>
                      </a:lnTo>
                      <a:close/>
                    </a:path>
                  </a:pathLst>
                </a:custGeom>
                <a:solidFill>
                  <a:srgbClr val="404040"/>
                </a:solidFill>
                <a:ln w="1588">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1826002" name="Line 209"/>
                <p:cNvSpPr>
                  <a:spLocks noChangeShapeType="1"/>
                </p:cNvSpPr>
                <p:nvPr/>
              </p:nvSpPr>
              <p:spPr bwMode="auto">
                <a:xfrm flipV="1">
                  <a:off x="5286" y="1866"/>
                  <a:ext cx="30" cy="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826003" name="Line 210"/>
                <p:cNvSpPr>
                  <a:spLocks noChangeShapeType="1"/>
                </p:cNvSpPr>
                <p:nvPr/>
              </p:nvSpPr>
              <p:spPr bwMode="auto">
                <a:xfrm flipH="1">
                  <a:off x="5231" y="1876"/>
                  <a:ext cx="39" cy="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826004" name="Line 211"/>
                <p:cNvSpPr>
                  <a:spLocks noChangeShapeType="1"/>
                </p:cNvSpPr>
                <p:nvPr/>
              </p:nvSpPr>
              <p:spPr bwMode="auto">
                <a:xfrm>
                  <a:off x="5277" y="1856"/>
                  <a:ext cx="1" cy="52"/>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826005" name="Line 212"/>
                <p:cNvSpPr>
                  <a:spLocks noChangeShapeType="1"/>
                </p:cNvSpPr>
                <p:nvPr/>
              </p:nvSpPr>
              <p:spPr bwMode="auto">
                <a:xfrm>
                  <a:off x="5223" y="1868"/>
                  <a:ext cx="1" cy="57"/>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826006" name="Line 213"/>
                <p:cNvSpPr>
                  <a:spLocks noChangeShapeType="1"/>
                </p:cNvSpPr>
                <p:nvPr/>
              </p:nvSpPr>
              <p:spPr bwMode="auto">
                <a:xfrm flipH="1">
                  <a:off x="5223" y="1867"/>
                  <a:ext cx="102" cy="26"/>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826007" name="Line 214"/>
                <p:cNvSpPr>
                  <a:spLocks noChangeShapeType="1"/>
                </p:cNvSpPr>
                <p:nvPr/>
              </p:nvSpPr>
              <p:spPr bwMode="auto">
                <a:xfrm flipV="1">
                  <a:off x="5223" y="1860"/>
                  <a:ext cx="102" cy="23"/>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grpSp>
        </p:grpSp>
        <p:grpSp>
          <p:nvGrpSpPr>
            <p:cNvPr id="1826008" name="Group 215"/>
            <p:cNvGrpSpPr>
              <a:grpSpLocks/>
            </p:cNvGrpSpPr>
            <p:nvPr/>
          </p:nvGrpSpPr>
          <p:grpSpPr bwMode="auto">
            <a:xfrm>
              <a:off x="5170" y="1848"/>
              <a:ext cx="270" cy="138"/>
              <a:chOff x="5170" y="1848"/>
              <a:chExt cx="270" cy="138"/>
            </a:xfrm>
          </p:grpSpPr>
          <p:grpSp>
            <p:nvGrpSpPr>
              <p:cNvPr id="1826009" name="Group 216"/>
              <p:cNvGrpSpPr>
                <a:grpSpLocks/>
              </p:cNvGrpSpPr>
              <p:nvPr/>
            </p:nvGrpSpPr>
            <p:grpSpPr bwMode="auto">
              <a:xfrm>
                <a:off x="5188" y="1923"/>
                <a:ext cx="43" cy="32"/>
                <a:chOff x="5188" y="1923"/>
                <a:chExt cx="43" cy="32"/>
              </a:xfrm>
            </p:grpSpPr>
            <p:sp>
              <p:nvSpPr>
                <p:cNvPr id="1826010" name="Freeform 217"/>
                <p:cNvSpPr>
                  <a:spLocks noChangeArrowheads="1"/>
                </p:cNvSpPr>
                <p:nvPr/>
              </p:nvSpPr>
              <p:spPr bwMode="auto">
                <a:xfrm>
                  <a:off x="5188" y="1923"/>
                  <a:ext cx="12" cy="32"/>
                </a:xfrm>
                <a:custGeom>
                  <a:avLst/>
                  <a:gdLst>
                    <a:gd name="T0" fmla="*/ 23 w 75"/>
                    <a:gd name="T1" fmla="*/ 0 h 194"/>
                    <a:gd name="T2" fmla="*/ 0 w 75"/>
                    <a:gd name="T3" fmla="*/ 183 h 194"/>
                    <a:gd name="T4" fmla="*/ 55 w 75"/>
                    <a:gd name="T5" fmla="*/ 194 h 194"/>
                    <a:gd name="T6" fmla="*/ 75 w 75"/>
                    <a:gd name="T7" fmla="*/ 8 h 194"/>
                    <a:gd name="T8" fmla="*/ 23 w 75"/>
                    <a:gd name="T9" fmla="*/ 0 h 194"/>
                  </a:gdLst>
                  <a:ahLst/>
                  <a:cxnLst>
                    <a:cxn ang="0">
                      <a:pos x="T0" y="T1"/>
                    </a:cxn>
                    <a:cxn ang="0">
                      <a:pos x="T2" y="T3"/>
                    </a:cxn>
                    <a:cxn ang="0">
                      <a:pos x="T4" y="T5"/>
                    </a:cxn>
                    <a:cxn ang="0">
                      <a:pos x="T6" y="T7"/>
                    </a:cxn>
                    <a:cxn ang="0">
                      <a:pos x="T8" y="T9"/>
                    </a:cxn>
                  </a:cxnLst>
                  <a:rect l="0" t="0" r="r" b="b"/>
                  <a:pathLst>
                    <a:path w="75" h="194">
                      <a:moveTo>
                        <a:pt x="23" y="0"/>
                      </a:moveTo>
                      <a:lnTo>
                        <a:pt x="0" y="183"/>
                      </a:lnTo>
                      <a:lnTo>
                        <a:pt x="55" y="194"/>
                      </a:lnTo>
                      <a:lnTo>
                        <a:pt x="75" y="8"/>
                      </a:lnTo>
                      <a:lnTo>
                        <a:pt x="23" y="0"/>
                      </a:lnTo>
                      <a:close/>
                    </a:path>
                  </a:pathLst>
                </a:custGeom>
                <a:solidFill>
                  <a:srgbClr val="606060"/>
                </a:solidFill>
                <a:ln w="1588">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1826011" name="Freeform 218"/>
                <p:cNvSpPr>
                  <a:spLocks noChangeArrowheads="1"/>
                </p:cNvSpPr>
                <p:nvPr/>
              </p:nvSpPr>
              <p:spPr bwMode="auto">
                <a:xfrm>
                  <a:off x="5197" y="1927"/>
                  <a:ext cx="34" cy="28"/>
                </a:xfrm>
                <a:custGeom>
                  <a:avLst/>
                  <a:gdLst>
                    <a:gd name="T0" fmla="*/ 17 w 206"/>
                    <a:gd name="T1" fmla="*/ 5 h 168"/>
                    <a:gd name="T2" fmla="*/ 0 w 206"/>
                    <a:gd name="T3" fmla="*/ 168 h 168"/>
                    <a:gd name="T4" fmla="*/ 206 w 206"/>
                    <a:gd name="T5" fmla="*/ 84 h 168"/>
                    <a:gd name="T6" fmla="*/ 126 w 206"/>
                    <a:gd name="T7" fmla="*/ 58 h 168"/>
                    <a:gd name="T8" fmla="*/ 52 w 206"/>
                    <a:gd name="T9" fmla="*/ 97 h 168"/>
                    <a:gd name="T10" fmla="*/ 75 w 206"/>
                    <a:gd name="T11" fmla="*/ 0 h 168"/>
                    <a:gd name="T12" fmla="*/ 17 w 206"/>
                    <a:gd name="T13" fmla="*/ 5 h 168"/>
                  </a:gdLst>
                  <a:ahLst/>
                  <a:cxnLst>
                    <a:cxn ang="0">
                      <a:pos x="T0" y="T1"/>
                    </a:cxn>
                    <a:cxn ang="0">
                      <a:pos x="T2" y="T3"/>
                    </a:cxn>
                    <a:cxn ang="0">
                      <a:pos x="T4" y="T5"/>
                    </a:cxn>
                    <a:cxn ang="0">
                      <a:pos x="T6" y="T7"/>
                    </a:cxn>
                    <a:cxn ang="0">
                      <a:pos x="T8" y="T9"/>
                    </a:cxn>
                    <a:cxn ang="0">
                      <a:pos x="T10" y="T11"/>
                    </a:cxn>
                    <a:cxn ang="0">
                      <a:pos x="T12" y="T13"/>
                    </a:cxn>
                  </a:cxnLst>
                  <a:rect l="0" t="0" r="r" b="b"/>
                  <a:pathLst>
                    <a:path w="206" h="168">
                      <a:moveTo>
                        <a:pt x="17" y="5"/>
                      </a:moveTo>
                      <a:lnTo>
                        <a:pt x="0" y="168"/>
                      </a:lnTo>
                      <a:lnTo>
                        <a:pt x="206" y="84"/>
                      </a:lnTo>
                      <a:lnTo>
                        <a:pt x="126" y="58"/>
                      </a:lnTo>
                      <a:lnTo>
                        <a:pt x="52" y="97"/>
                      </a:lnTo>
                      <a:lnTo>
                        <a:pt x="75" y="0"/>
                      </a:lnTo>
                      <a:lnTo>
                        <a:pt x="17" y="5"/>
                      </a:lnTo>
                      <a:close/>
                    </a:path>
                  </a:pathLst>
                </a:custGeom>
                <a:solidFill>
                  <a:srgbClr val="404040"/>
                </a:solidFill>
                <a:ln w="1588">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grpSp>
          <p:grpSp>
            <p:nvGrpSpPr>
              <p:cNvPr id="1826012" name="Group 219"/>
              <p:cNvGrpSpPr>
                <a:grpSpLocks/>
              </p:cNvGrpSpPr>
              <p:nvPr/>
            </p:nvGrpSpPr>
            <p:grpSpPr bwMode="auto">
              <a:xfrm>
                <a:off x="5170" y="1848"/>
                <a:ext cx="270" cy="138"/>
                <a:chOff x="5170" y="1848"/>
                <a:chExt cx="270" cy="138"/>
              </a:xfrm>
            </p:grpSpPr>
            <p:sp>
              <p:nvSpPr>
                <p:cNvPr id="1826013" name="Freeform 220"/>
                <p:cNvSpPr>
                  <a:spLocks noChangeArrowheads="1"/>
                </p:cNvSpPr>
                <p:nvPr/>
              </p:nvSpPr>
              <p:spPr bwMode="auto">
                <a:xfrm>
                  <a:off x="5175" y="1848"/>
                  <a:ext cx="264" cy="122"/>
                </a:xfrm>
                <a:custGeom>
                  <a:avLst/>
                  <a:gdLst>
                    <a:gd name="T0" fmla="*/ 0 w 1583"/>
                    <a:gd name="T1" fmla="*/ 309 h 729"/>
                    <a:gd name="T2" fmla="*/ 759 w 1583"/>
                    <a:gd name="T3" fmla="*/ 729 h 729"/>
                    <a:gd name="T4" fmla="*/ 1583 w 1583"/>
                    <a:gd name="T5" fmla="*/ 318 h 729"/>
                    <a:gd name="T6" fmla="*/ 951 w 1583"/>
                    <a:gd name="T7" fmla="*/ 0 h 729"/>
                    <a:gd name="T8" fmla="*/ 0 w 1583"/>
                    <a:gd name="T9" fmla="*/ 309 h 729"/>
                  </a:gdLst>
                  <a:ahLst/>
                  <a:cxnLst>
                    <a:cxn ang="0">
                      <a:pos x="T0" y="T1"/>
                    </a:cxn>
                    <a:cxn ang="0">
                      <a:pos x="T2" y="T3"/>
                    </a:cxn>
                    <a:cxn ang="0">
                      <a:pos x="T4" y="T5"/>
                    </a:cxn>
                    <a:cxn ang="0">
                      <a:pos x="T6" y="T7"/>
                    </a:cxn>
                    <a:cxn ang="0">
                      <a:pos x="T8" y="T9"/>
                    </a:cxn>
                  </a:cxnLst>
                  <a:rect l="0" t="0" r="r" b="b"/>
                  <a:pathLst>
                    <a:path w="1583" h="729">
                      <a:moveTo>
                        <a:pt x="0" y="309"/>
                      </a:moveTo>
                      <a:lnTo>
                        <a:pt x="759" y="729"/>
                      </a:lnTo>
                      <a:lnTo>
                        <a:pt x="1583" y="318"/>
                      </a:lnTo>
                      <a:lnTo>
                        <a:pt x="951" y="0"/>
                      </a:lnTo>
                      <a:lnTo>
                        <a:pt x="0" y="309"/>
                      </a:lnTo>
                      <a:close/>
                    </a:path>
                  </a:pathLst>
                </a:custGeom>
                <a:solidFill>
                  <a:srgbClr val="808080"/>
                </a:solidFill>
                <a:ln w="1588">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1826014" name="Freeform 221"/>
                <p:cNvSpPr>
                  <a:spLocks noChangeArrowheads="1"/>
                </p:cNvSpPr>
                <p:nvPr/>
              </p:nvSpPr>
              <p:spPr bwMode="auto">
                <a:xfrm>
                  <a:off x="5170" y="1899"/>
                  <a:ext cx="133" cy="86"/>
                </a:xfrm>
                <a:custGeom>
                  <a:avLst/>
                  <a:gdLst>
                    <a:gd name="T0" fmla="*/ 28 w 792"/>
                    <a:gd name="T1" fmla="*/ 0 h 516"/>
                    <a:gd name="T2" fmla="*/ 792 w 792"/>
                    <a:gd name="T3" fmla="*/ 426 h 516"/>
                    <a:gd name="T4" fmla="*/ 770 w 792"/>
                    <a:gd name="T5" fmla="*/ 516 h 516"/>
                    <a:gd name="T6" fmla="*/ 0 w 792"/>
                    <a:gd name="T7" fmla="*/ 82 h 516"/>
                    <a:gd name="T8" fmla="*/ 28 w 792"/>
                    <a:gd name="T9" fmla="*/ 0 h 516"/>
                  </a:gdLst>
                  <a:ahLst/>
                  <a:cxnLst>
                    <a:cxn ang="0">
                      <a:pos x="T0" y="T1"/>
                    </a:cxn>
                    <a:cxn ang="0">
                      <a:pos x="T2" y="T3"/>
                    </a:cxn>
                    <a:cxn ang="0">
                      <a:pos x="T4" y="T5"/>
                    </a:cxn>
                    <a:cxn ang="0">
                      <a:pos x="T6" y="T7"/>
                    </a:cxn>
                    <a:cxn ang="0">
                      <a:pos x="T8" y="T9"/>
                    </a:cxn>
                  </a:cxnLst>
                  <a:rect l="0" t="0" r="r" b="b"/>
                  <a:pathLst>
                    <a:path w="792" h="516">
                      <a:moveTo>
                        <a:pt x="28" y="0"/>
                      </a:moveTo>
                      <a:lnTo>
                        <a:pt x="792" y="426"/>
                      </a:lnTo>
                      <a:lnTo>
                        <a:pt x="770" y="516"/>
                      </a:lnTo>
                      <a:lnTo>
                        <a:pt x="0" y="82"/>
                      </a:lnTo>
                      <a:lnTo>
                        <a:pt x="28" y="0"/>
                      </a:lnTo>
                      <a:close/>
                    </a:path>
                  </a:pathLst>
                </a:custGeom>
                <a:solidFill>
                  <a:srgbClr val="606060"/>
                </a:solidFill>
                <a:ln w="1588">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1826015" name="Freeform 222"/>
                <p:cNvSpPr>
                  <a:spLocks noChangeArrowheads="1"/>
                </p:cNvSpPr>
                <p:nvPr/>
              </p:nvSpPr>
              <p:spPr bwMode="auto">
                <a:xfrm>
                  <a:off x="5299" y="1901"/>
                  <a:ext cx="141" cy="85"/>
                </a:xfrm>
                <a:custGeom>
                  <a:avLst/>
                  <a:gdLst>
                    <a:gd name="T0" fmla="*/ 0 w 846"/>
                    <a:gd name="T1" fmla="*/ 507 h 507"/>
                    <a:gd name="T2" fmla="*/ 25 w 846"/>
                    <a:gd name="T3" fmla="*/ 411 h 507"/>
                    <a:gd name="T4" fmla="*/ 846 w 846"/>
                    <a:gd name="T5" fmla="*/ 0 h 507"/>
                    <a:gd name="T6" fmla="*/ 817 w 846"/>
                    <a:gd name="T7" fmla="*/ 76 h 507"/>
                    <a:gd name="T8" fmla="*/ 0 w 846"/>
                    <a:gd name="T9" fmla="*/ 507 h 507"/>
                  </a:gdLst>
                  <a:ahLst/>
                  <a:cxnLst>
                    <a:cxn ang="0">
                      <a:pos x="T0" y="T1"/>
                    </a:cxn>
                    <a:cxn ang="0">
                      <a:pos x="T2" y="T3"/>
                    </a:cxn>
                    <a:cxn ang="0">
                      <a:pos x="T4" y="T5"/>
                    </a:cxn>
                    <a:cxn ang="0">
                      <a:pos x="T6" y="T7"/>
                    </a:cxn>
                    <a:cxn ang="0">
                      <a:pos x="T8" y="T9"/>
                    </a:cxn>
                  </a:cxnLst>
                  <a:rect l="0" t="0" r="r" b="b"/>
                  <a:pathLst>
                    <a:path w="846" h="507">
                      <a:moveTo>
                        <a:pt x="0" y="507"/>
                      </a:moveTo>
                      <a:lnTo>
                        <a:pt x="25" y="411"/>
                      </a:lnTo>
                      <a:lnTo>
                        <a:pt x="846" y="0"/>
                      </a:lnTo>
                      <a:lnTo>
                        <a:pt x="817" y="76"/>
                      </a:lnTo>
                      <a:lnTo>
                        <a:pt x="0" y="507"/>
                      </a:lnTo>
                      <a:close/>
                    </a:path>
                  </a:pathLst>
                </a:custGeom>
                <a:solidFill>
                  <a:srgbClr val="404040"/>
                </a:solidFill>
                <a:ln w="1588">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1826016" name="Freeform 223"/>
                <p:cNvSpPr>
                  <a:spLocks noChangeArrowheads="1"/>
                </p:cNvSpPr>
                <p:nvPr/>
              </p:nvSpPr>
              <p:spPr bwMode="auto">
                <a:xfrm>
                  <a:off x="5227" y="1905"/>
                  <a:ext cx="106" cy="54"/>
                </a:xfrm>
                <a:custGeom>
                  <a:avLst/>
                  <a:gdLst>
                    <a:gd name="T0" fmla="*/ 0 w 637"/>
                    <a:gd name="T1" fmla="*/ 83 h 321"/>
                    <a:gd name="T2" fmla="*/ 220 w 637"/>
                    <a:gd name="T3" fmla="*/ 0 h 321"/>
                    <a:gd name="T4" fmla="*/ 637 w 637"/>
                    <a:gd name="T5" fmla="*/ 224 h 321"/>
                    <a:gd name="T6" fmla="*/ 425 w 637"/>
                    <a:gd name="T7" fmla="*/ 321 h 321"/>
                    <a:gd name="T8" fmla="*/ 0 w 637"/>
                    <a:gd name="T9" fmla="*/ 83 h 321"/>
                  </a:gdLst>
                  <a:ahLst/>
                  <a:cxnLst>
                    <a:cxn ang="0">
                      <a:pos x="T0" y="T1"/>
                    </a:cxn>
                    <a:cxn ang="0">
                      <a:pos x="T2" y="T3"/>
                    </a:cxn>
                    <a:cxn ang="0">
                      <a:pos x="T4" y="T5"/>
                    </a:cxn>
                    <a:cxn ang="0">
                      <a:pos x="T6" y="T7"/>
                    </a:cxn>
                    <a:cxn ang="0">
                      <a:pos x="T8" y="T9"/>
                    </a:cxn>
                  </a:cxnLst>
                  <a:rect l="0" t="0" r="r" b="b"/>
                  <a:pathLst>
                    <a:path w="637" h="321">
                      <a:moveTo>
                        <a:pt x="0" y="83"/>
                      </a:moveTo>
                      <a:lnTo>
                        <a:pt x="220" y="0"/>
                      </a:lnTo>
                      <a:lnTo>
                        <a:pt x="637" y="224"/>
                      </a:lnTo>
                      <a:lnTo>
                        <a:pt x="425" y="321"/>
                      </a:lnTo>
                      <a:lnTo>
                        <a:pt x="0" y="83"/>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826017" name="Freeform 224"/>
                <p:cNvSpPr>
                  <a:spLocks noChangeArrowheads="1"/>
                </p:cNvSpPr>
                <p:nvPr/>
              </p:nvSpPr>
              <p:spPr bwMode="auto">
                <a:xfrm>
                  <a:off x="5270" y="1868"/>
                  <a:ext cx="156" cy="72"/>
                </a:xfrm>
                <a:custGeom>
                  <a:avLst/>
                  <a:gdLst>
                    <a:gd name="T0" fmla="*/ 0 w 938"/>
                    <a:gd name="T1" fmla="*/ 210 h 434"/>
                    <a:gd name="T2" fmla="*/ 410 w 938"/>
                    <a:gd name="T3" fmla="*/ 434 h 434"/>
                    <a:gd name="T4" fmla="*/ 938 w 938"/>
                    <a:gd name="T5" fmla="*/ 186 h 434"/>
                    <a:gd name="T6" fmla="*/ 554 w 938"/>
                    <a:gd name="T7" fmla="*/ 0 h 434"/>
                    <a:gd name="T8" fmla="*/ 0 w 938"/>
                    <a:gd name="T9" fmla="*/ 210 h 434"/>
                  </a:gdLst>
                  <a:ahLst/>
                  <a:cxnLst>
                    <a:cxn ang="0">
                      <a:pos x="T0" y="T1"/>
                    </a:cxn>
                    <a:cxn ang="0">
                      <a:pos x="T2" y="T3"/>
                    </a:cxn>
                    <a:cxn ang="0">
                      <a:pos x="T4" y="T5"/>
                    </a:cxn>
                    <a:cxn ang="0">
                      <a:pos x="T6" y="T7"/>
                    </a:cxn>
                    <a:cxn ang="0">
                      <a:pos x="T8" y="T9"/>
                    </a:cxn>
                  </a:cxnLst>
                  <a:rect l="0" t="0" r="r" b="b"/>
                  <a:pathLst>
                    <a:path w="938" h="434">
                      <a:moveTo>
                        <a:pt x="0" y="210"/>
                      </a:moveTo>
                      <a:lnTo>
                        <a:pt x="410" y="434"/>
                      </a:lnTo>
                      <a:lnTo>
                        <a:pt x="938" y="186"/>
                      </a:lnTo>
                      <a:lnTo>
                        <a:pt x="554" y="0"/>
                      </a:lnTo>
                      <a:lnTo>
                        <a:pt x="0" y="21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826018" name="Freeform 225"/>
                <p:cNvSpPr>
                  <a:spLocks noChangeArrowheads="1"/>
                </p:cNvSpPr>
                <p:nvPr/>
              </p:nvSpPr>
              <p:spPr bwMode="auto">
                <a:xfrm>
                  <a:off x="5188" y="1852"/>
                  <a:ext cx="172" cy="66"/>
                </a:xfrm>
                <a:custGeom>
                  <a:avLst/>
                  <a:gdLst>
                    <a:gd name="T0" fmla="*/ 216 w 1034"/>
                    <a:gd name="T1" fmla="*/ 395 h 395"/>
                    <a:gd name="T2" fmla="*/ 0 w 1034"/>
                    <a:gd name="T3" fmla="*/ 285 h 395"/>
                    <a:gd name="T4" fmla="*/ 867 w 1034"/>
                    <a:gd name="T5" fmla="*/ 0 h 395"/>
                    <a:gd name="T6" fmla="*/ 1034 w 1034"/>
                    <a:gd name="T7" fmla="*/ 82 h 395"/>
                    <a:gd name="T8" fmla="*/ 216 w 1034"/>
                    <a:gd name="T9" fmla="*/ 395 h 395"/>
                  </a:gdLst>
                  <a:ahLst/>
                  <a:cxnLst>
                    <a:cxn ang="0">
                      <a:pos x="T0" y="T1"/>
                    </a:cxn>
                    <a:cxn ang="0">
                      <a:pos x="T2" y="T3"/>
                    </a:cxn>
                    <a:cxn ang="0">
                      <a:pos x="T4" y="T5"/>
                    </a:cxn>
                    <a:cxn ang="0">
                      <a:pos x="T6" y="T7"/>
                    </a:cxn>
                    <a:cxn ang="0">
                      <a:pos x="T8" y="T9"/>
                    </a:cxn>
                  </a:cxnLst>
                  <a:rect l="0" t="0" r="r" b="b"/>
                  <a:pathLst>
                    <a:path w="1034" h="395">
                      <a:moveTo>
                        <a:pt x="216" y="395"/>
                      </a:moveTo>
                      <a:lnTo>
                        <a:pt x="0" y="285"/>
                      </a:lnTo>
                      <a:lnTo>
                        <a:pt x="867" y="0"/>
                      </a:lnTo>
                      <a:lnTo>
                        <a:pt x="1034" y="82"/>
                      </a:lnTo>
                      <a:lnTo>
                        <a:pt x="216" y="395"/>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826019" name="Line 226"/>
                <p:cNvSpPr>
                  <a:spLocks noChangeShapeType="1"/>
                </p:cNvSpPr>
                <p:nvPr/>
              </p:nvSpPr>
              <p:spPr bwMode="auto">
                <a:xfrm flipV="1">
                  <a:off x="5193" y="1855"/>
                  <a:ext cx="148" cy="51"/>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826020" name="Line 227"/>
                <p:cNvSpPr>
                  <a:spLocks noChangeShapeType="1"/>
                </p:cNvSpPr>
                <p:nvPr/>
              </p:nvSpPr>
              <p:spPr bwMode="auto">
                <a:xfrm flipV="1">
                  <a:off x="5205" y="1858"/>
                  <a:ext cx="144" cy="52"/>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826021" name="Line 228"/>
                <p:cNvSpPr>
                  <a:spLocks noChangeShapeType="1"/>
                </p:cNvSpPr>
                <p:nvPr/>
              </p:nvSpPr>
              <p:spPr bwMode="auto">
                <a:xfrm flipV="1">
                  <a:off x="5214" y="1862"/>
                  <a:ext cx="141" cy="54"/>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826022" name="Line 229"/>
                <p:cNvSpPr>
                  <a:spLocks noChangeShapeType="1"/>
                </p:cNvSpPr>
                <p:nvPr/>
              </p:nvSpPr>
              <p:spPr bwMode="auto">
                <a:xfrm flipV="1">
                  <a:off x="5235" y="1871"/>
                  <a:ext cx="138" cy="55"/>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826023" name="Line 230"/>
                <p:cNvSpPr>
                  <a:spLocks noChangeShapeType="1"/>
                </p:cNvSpPr>
                <p:nvPr/>
              </p:nvSpPr>
              <p:spPr bwMode="auto">
                <a:xfrm flipV="1">
                  <a:off x="5246" y="1877"/>
                  <a:ext cx="137" cy="56"/>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826024" name="Line 231"/>
                <p:cNvSpPr>
                  <a:spLocks noChangeShapeType="1"/>
                </p:cNvSpPr>
                <p:nvPr/>
              </p:nvSpPr>
              <p:spPr bwMode="auto">
                <a:xfrm flipV="1">
                  <a:off x="5261" y="1885"/>
                  <a:ext cx="124" cy="53"/>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826025" name="Line 232"/>
                <p:cNvSpPr>
                  <a:spLocks noChangeShapeType="1"/>
                </p:cNvSpPr>
                <p:nvPr/>
              </p:nvSpPr>
              <p:spPr bwMode="auto">
                <a:xfrm flipV="1">
                  <a:off x="5274" y="1890"/>
                  <a:ext cx="119" cy="53"/>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826026" name="Line 233"/>
                <p:cNvSpPr>
                  <a:spLocks noChangeShapeType="1"/>
                </p:cNvSpPr>
                <p:nvPr/>
              </p:nvSpPr>
              <p:spPr bwMode="auto">
                <a:xfrm flipV="1">
                  <a:off x="5291" y="1897"/>
                  <a:ext cx="114" cy="52"/>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826027" name="Line 234"/>
                <p:cNvSpPr>
                  <a:spLocks noChangeShapeType="1"/>
                </p:cNvSpPr>
                <p:nvPr/>
              </p:nvSpPr>
              <p:spPr bwMode="auto">
                <a:xfrm>
                  <a:off x="5239" y="1915"/>
                  <a:ext cx="71" cy="40"/>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826028" name="Line 235"/>
                <p:cNvSpPr>
                  <a:spLocks noChangeShapeType="1"/>
                </p:cNvSpPr>
                <p:nvPr/>
              </p:nvSpPr>
              <p:spPr bwMode="auto">
                <a:xfrm>
                  <a:off x="5255" y="1910"/>
                  <a:ext cx="69" cy="38"/>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826029" name="Line 236"/>
                <p:cNvSpPr>
                  <a:spLocks noChangeShapeType="1"/>
                </p:cNvSpPr>
                <p:nvPr/>
              </p:nvSpPr>
              <p:spPr bwMode="auto">
                <a:xfrm>
                  <a:off x="5285" y="1897"/>
                  <a:ext cx="68" cy="37"/>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826030" name="Line 237"/>
                <p:cNvSpPr>
                  <a:spLocks noChangeShapeType="1"/>
                </p:cNvSpPr>
                <p:nvPr/>
              </p:nvSpPr>
              <p:spPr bwMode="auto">
                <a:xfrm>
                  <a:off x="5301" y="1891"/>
                  <a:ext cx="67" cy="36"/>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826031" name="Line 238"/>
                <p:cNvSpPr>
                  <a:spLocks noChangeShapeType="1"/>
                </p:cNvSpPr>
                <p:nvPr/>
              </p:nvSpPr>
              <p:spPr bwMode="auto">
                <a:xfrm>
                  <a:off x="5318" y="1886"/>
                  <a:ext cx="65" cy="36"/>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826032" name="Line 239"/>
                <p:cNvSpPr>
                  <a:spLocks noChangeShapeType="1"/>
                </p:cNvSpPr>
                <p:nvPr/>
              </p:nvSpPr>
              <p:spPr bwMode="auto">
                <a:xfrm>
                  <a:off x="5332" y="1880"/>
                  <a:ext cx="64" cy="34"/>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826033" name="Line 240"/>
                <p:cNvSpPr>
                  <a:spLocks noChangeShapeType="1"/>
                </p:cNvSpPr>
                <p:nvPr/>
              </p:nvSpPr>
              <p:spPr bwMode="auto">
                <a:xfrm>
                  <a:off x="5346" y="1874"/>
                  <a:ext cx="64" cy="33"/>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826034" name="Line 241"/>
                <p:cNvSpPr>
                  <a:spLocks noChangeShapeType="1"/>
                </p:cNvSpPr>
                <p:nvPr/>
              </p:nvSpPr>
              <p:spPr bwMode="auto">
                <a:xfrm>
                  <a:off x="5209" y="1892"/>
                  <a:ext cx="35" cy="18"/>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826035" name="Line 242"/>
                <p:cNvSpPr>
                  <a:spLocks noChangeShapeType="1"/>
                </p:cNvSpPr>
                <p:nvPr/>
              </p:nvSpPr>
              <p:spPr bwMode="auto">
                <a:xfrm>
                  <a:off x="5232" y="1885"/>
                  <a:ext cx="32" cy="17"/>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826036" name="Line 243"/>
                <p:cNvSpPr>
                  <a:spLocks noChangeShapeType="1"/>
                </p:cNvSpPr>
                <p:nvPr/>
              </p:nvSpPr>
              <p:spPr bwMode="auto">
                <a:xfrm>
                  <a:off x="5252" y="1879"/>
                  <a:ext cx="33" cy="17"/>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826037" name="Line 244"/>
                <p:cNvSpPr>
                  <a:spLocks noChangeShapeType="1"/>
                </p:cNvSpPr>
                <p:nvPr/>
              </p:nvSpPr>
              <p:spPr bwMode="auto">
                <a:xfrm>
                  <a:off x="5272" y="1872"/>
                  <a:ext cx="32" cy="15"/>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826038" name="Line 245"/>
                <p:cNvSpPr>
                  <a:spLocks noChangeShapeType="1"/>
                </p:cNvSpPr>
                <p:nvPr/>
              </p:nvSpPr>
              <p:spPr bwMode="auto">
                <a:xfrm>
                  <a:off x="5292" y="1865"/>
                  <a:ext cx="31" cy="16"/>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826039" name="Line 246"/>
                <p:cNvSpPr>
                  <a:spLocks noChangeShapeType="1"/>
                </p:cNvSpPr>
                <p:nvPr/>
              </p:nvSpPr>
              <p:spPr bwMode="auto">
                <a:xfrm>
                  <a:off x="5315" y="1858"/>
                  <a:ext cx="29" cy="15"/>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grpSp>
        </p:grpSp>
      </p:grpSp>
      <p:grpSp>
        <p:nvGrpSpPr>
          <p:cNvPr id="1826040" name="Group 247"/>
          <p:cNvGrpSpPr>
            <a:grpSpLocks/>
          </p:cNvGrpSpPr>
          <p:nvPr/>
        </p:nvGrpSpPr>
        <p:grpSpPr bwMode="auto">
          <a:xfrm>
            <a:off x="9163050" y="4983163"/>
            <a:ext cx="598488" cy="246062"/>
            <a:chOff x="5266" y="2029"/>
            <a:chExt cx="348" cy="155"/>
          </a:xfrm>
        </p:grpSpPr>
        <p:sp>
          <p:nvSpPr>
            <p:cNvPr id="1826041" name="Freeform 248"/>
            <p:cNvSpPr>
              <a:spLocks noChangeArrowheads="1"/>
            </p:cNvSpPr>
            <p:nvPr/>
          </p:nvSpPr>
          <p:spPr bwMode="auto">
            <a:xfrm>
              <a:off x="5266" y="2029"/>
              <a:ext cx="348" cy="155"/>
            </a:xfrm>
            <a:custGeom>
              <a:avLst/>
              <a:gdLst>
                <a:gd name="T0" fmla="*/ 182 w 2091"/>
                <a:gd name="T1" fmla="*/ 927 h 931"/>
                <a:gd name="T2" fmla="*/ 5 w 2091"/>
                <a:gd name="T3" fmla="*/ 905 h 931"/>
                <a:gd name="T4" fmla="*/ 0 w 2091"/>
                <a:gd name="T5" fmla="*/ 695 h 931"/>
                <a:gd name="T6" fmla="*/ 9 w 2091"/>
                <a:gd name="T7" fmla="*/ 537 h 931"/>
                <a:gd name="T8" fmla="*/ 100 w 2091"/>
                <a:gd name="T9" fmla="*/ 442 h 931"/>
                <a:gd name="T10" fmla="*/ 210 w 2091"/>
                <a:gd name="T11" fmla="*/ 387 h 931"/>
                <a:gd name="T12" fmla="*/ 460 w 2091"/>
                <a:gd name="T13" fmla="*/ 296 h 931"/>
                <a:gd name="T14" fmla="*/ 828 w 2091"/>
                <a:gd name="T15" fmla="*/ 207 h 931"/>
                <a:gd name="T16" fmla="*/ 900 w 2091"/>
                <a:gd name="T17" fmla="*/ 201 h 931"/>
                <a:gd name="T18" fmla="*/ 948 w 2091"/>
                <a:gd name="T19" fmla="*/ 207 h 931"/>
                <a:gd name="T20" fmla="*/ 960 w 2091"/>
                <a:gd name="T21" fmla="*/ 188 h 931"/>
                <a:gd name="T22" fmla="*/ 980 w 2091"/>
                <a:gd name="T23" fmla="*/ 169 h 931"/>
                <a:gd name="T24" fmla="*/ 1003 w 2091"/>
                <a:gd name="T25" fmla="*/ 173 h 931"/>
                <a:gd name="T26" fmla="*/ 1035 w 2091"/>
                <a:gd name="T27" fmla="*/ 176 h 931"/>
                <a:gd name="T28" fmla="*/ 1049 w 2091"/>
                <a:gd name="T29" fmla="*/ 138 h 931"/>
                <a:gd name="T30" fmla="*/ 1077 w 2091"/>
                <a:gd name="T31" fmla="*/ 118 h 931"/>
                <a:gd name="T32" fmla="*/ 1106 w 2091"/>
                <a:gd name="T33" fmla="*/ 112 h 931"/>
                <a:gd name="T34" fmla="*/ 1144 w 2091"/>
                <a:gd name="T35" fmla="*/ 112 h 931"/>
                <a:gd name="T36" fmla="*/ 1138 w 2091"/>
                <a:gd name="T37" fmla="*/ 82 h 931"/>
                <a:gd name="T38" fmla="*/ 1182 w 2091"/>
                <a:gd name="T39" fmla="*/ 0 h 931"/>
                <a:gd name="T40" fmla="*/ 2040 w 2091"/>
                <a:gd name="T41" fmla="*/ 22 h 931"/>
                <a:gd name="T42" fmla="*/ 2037 w 2091"/>
                <a:gd name="T43" fmla="*/ 110 h 931"/>
                <a:gd name="T44" fmla="*/ 2053 w 2091"/>
                <a:gd name="T45" fmla="*/ 188 h 931"/>
                <a:gd name="T46" fmla="*/ 2065 w 2091"/>
                <a:gd name="T47" fmla="*/ 244 h 931"/>
                <a:gd name="T48" fmla="*/ 2080 w 2091"/>
                <a:gd name="T49" fmla="*/ 314 h 931"/>
                <a:gd name="T50" fmla="*/ 2091 w 2091"/>
                <a:gd name="T51" fmla="*/ 427 h 931"/>
                <a:gd name="T52" fmla="*/ 2077 w 2091"/>
                <a:gd name="T53" fmla="*/ 494 h 931"/>
                <a:gd name="T54" fmla="*/ 2053 w 2091"/>
                <a:gd name="T55" fmla="*/ 557 h 931"/>
                <a:gd name="T56" fmla="*/ 2023 w 2091"/>
                <a:gd name="T57" fmla="*/ 610 h 931"/>
                <a:gd name="T58" fmla="*/ 1983 w 2091"/>
                <a:gd name="T59" fmla="*/ 629 h 931"/>
                <a:gd name="T60" fmla="*/ 1921 w 2091"/>
                <a:gd name="T61" fmla="*/ 648 h 931"/>
                <a:gd name="T62" fmla="*/ 1838 w 2091"/>
                <a:gd name="T63" fmla="*/ 673 h 931"/>
                <a:gd name="T64" fmla="*/ 1801 w 2091"/>
                <a:gd name="T65" fmla="*/ 717 h 931"/>
                <a:gd name="T66" fmla="*/ 1757 w 2091"/>
                <a:gd name="T67" fmla="*/ 754 h 931"/>
                <a:gd name="T68" fmla="*/ 1686 w 2091"/>
                <a:gd name="T69" fmla="*/ 786 h 931"/>
                <a:gd name="T70" fmla="*/ 1605 w 2091"/>
                <a:gd name="T71" fmla="*/ 812 h 931"/>
                <a:gd name="T72" fmla="*/ 1475 w 2091"/>
                <a:gd name="T73" fmla="*/ 827 h 931"/>
                <a:gd name="T74" fmla="*/ 1364 w 2091"/>
                <a:gd name="T75" fmla="*/ 827 h 931"/>
                <a:gd name="T76" fmla="*/ 1279 w 2091"/>
                <a:gd name="T77" fmla="*/ 818 h 931"/>
                <a:gd name="T78" fmla="*/ 1202 w 2091"/>
                <a:gd name="T79" fmla="*/ 812 h 931"/>
                <a:gd name="T80" fmla="*/ 1144 w 2091"/>
                <a:gd name="T81" fmla="*/ 843 h 931"/>
                <a:gd name="T82" fmla="*/ 1031 w 2091"/>
                <a:gd name="T83" fmla="*/ 837 h 931"/>
                <a:gd name="T84" fmla="*/ 582 w 2091"/>
                <a:gd name="T85" fmla="*/ 901 h 931"/>
                <a:gd name="T86" fmla="*/ 386 w 2091"/>
                <a:gd name="T87" fmla="*/ 931 h 931"/>
                <a:gd name="T88" fmla="*/ 182 w 2091"/>
                <a:gd name="T89" fmla="*/ 927 h 9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091" h="931">
                  <a:moveTo>
                    <a:pt x="182" y="927"/>
                  </a:moveTo>
                  <a:lnTo>
                    <a:pt x="5" y="905"/>
                  </a:lnTo>
                  <a:lnTo>
                    <a:pt x="0" y="695"/>
                  </a:lnTo>
                  <a:lnTo>
                    <a:pt x="9" y="537"/>
                  </a:lnTo>
                  <a:lnTo>
                    <a:pt x="100" y="442"/>
                  </a:lnTo>
                  <a:lnTo>
                    <a:pt x="210" y="387"/>
                  </a:lnTo>
                  <a:lnTo>
                    <a:pt x="460" y="296"/>
                  </a:lnTo>
                  <a:lnTo>
                    <a:pt x="828" y="207"/>
                  </a:lnTo>
                  <a:lnTo>
                    <a:pt x="900" y="201"/>
                  </a:lnTo>
                  <a:lnTo>
                    <a:pt x="948" y="207"/>
                  </a:lnTo>
                  <a:lnTo>
                    <a:pt x="960" y="188"/>
                  </a:lnTo>
                  <a:lnTo>
                    <a:pt x="980" y="169"/>
                  </a:lnTo>
                  <a:lnTo>
                    <a:pt x="1003" y="173"/>
                  </a:lnTo>
                  <a:lnTo>
                    <a:pt x="1035" y="176"/>
                  </a:lnTo>
                  <a:lnTo>
                    <a:pt x="1049" y="138"/>
                  </a:lnTo>
                  <a:lnTo>
                    <a:pt x="1077" y="118"/>
                  </a:lnTo>
                  <a:lnTo>
                    <a:pt x="1106" y="112"/>
                  </a:lnTo>
                  <a:lnTo>
                    <a:pt x="1144" y="112"/>
                  </a:lnTo>
                  <a:lnTo>
                    <a:pt x="1138" y="82"/>
                  </a:lnTo>
                  <a:lnTo>
                    <a:pt x="1182" y="0"/>
                  </a:lnTo>
                  <a:lnTo>
                    <a:pt x="2040" y="22"/>
                  </a:lnTo>
                  <a:lnTo>
                    <a:pt x="2037" y="110"/>
                  </a:lnTo>
                  <a:lnTo>
                    <a:pt x="2053" y="188"/>
                  </a:lnTo>
                  <a:lnTo>
                    <a:pt x="2065" y="244"/>
                  </a:lnTo>
                  <a:lnTo>
                    <a:pt x="2080" y="314"/>
                  </a:lnTo>
                  <a:lnTo>
                    <a:pt x="2091" y="427"/>
                  </a:lnTo>
                  <a:lnTo>
                    <a:pt x="2077" y="494"/>
                  </a:lnTo>
                  <a:lnTo>
                    <a:pt x="2053" y="557"/>
                  </a:lnTo>
                  <a:lnTo>
                    <a:pt x="2023" y="610"/>
                  </a:lnTo>
                  <a:lnTo>
                    <a:pt x="1983" y="629"/>
                  </a:lnTo>
                  <a:lnTo>
                    <a:pt x="1921" y="648"/>
                  </a:lnTo>
                  <a:lnTo>
                    <a:pt x="1838" y="673"/>
                  </a:lnTo>
                  <a:lnTo>
                    <a:pt x="1801" y="717"/>
                  </a:lnTo>
                  <a:lnTo>
                    <a:pt x="1757" y="754"/>
                  </a:lnTo>
                  <a:lnTo>
                    <a:pt x="1686" y="786"/>
                  </a:lnTo>
                  <a:lnTo>
                    <a:pt x="1605" y="812"/>
                  </a:lnTo>
                  <a:lnTo>
                    <a:pt x="1475" y="827"/>
                  </a:lnTo>
                  <a:lnTo>
                    <a:pt x="1364" y="827"/>
                  </a:lnTo>
                  <a:lnTo>
                    <a:pt x="1279" y="818"/>
                  </a:lnTo>
                  <a:lnTo>
                    <a:pt x="1202" y="812"/>
                  </a:lnTo>
                  <a:lnTo>
                    <a:pt x="1144" y="843"/>
                  </a:lnTo>
                  <a:lnTo>
                    <a:pt x="1031" y="837"/>
                  </a:lnTo>
                  <a:lnTo>
                    <a:pt x="582" y="901"/>
                  </a:lnTo>
                  <a:lnTo>
                    <a:pt x="386" y="931"/>
                  </a:lnTo>
                  <a:lnTo>
                    <a:pt x="182" y="927"/>
                  </a:lnTo>
                  <a:close/>
                </a:path>
              </a:pathLst>
            </a:custGeom>
            <a:solidFill>
              <a:srgbClr val="606060"/>
            </a:solidFill>
            <a:ln w="1588">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1826042" name="Freeform 249"/>
            <p:cNvSpPr>
              <a:spLocks noChangeArrowheads="1"/>
            </p:cNvSpPr>
            <p:nvPr/>
          </p:nvSpPr>
          <p:spPr bwMode="auto">
            <a:xfrm>
              <a:off x="5268" y="2043"/>
              <a:ext cx="342" cy="138"/>
            </a:xfrm>
            <a:custGeom>
              <a:avLst/>
              <a:gdLst>
                <a:gd name="T0" fmla="*/ 1986 w 2049"/>
                <a:gd name="T1" fmla="*/ 90 h 829"/>
                <a:gd name="T2" fmla="*/ 2037 w 2049"/>
                <a:gd name="T3" fmla="*/ 199 h 829"/>
                <a:gd name="T4" fmla="*/ 1995 w 2049"/>
                <a:gd name="T5" fmla="*/ 512 h 829"/>
                <a:gd name="T6" fmla="*/ 1882 w 2049"/>
                <a:gd name="T7" fmla="*/ 512 h 829"/>
                <a:gd name="T8" fmla="*/ 1754 w 2049"/>
                <a:gd name="T9" fmla="*/ 624 h 829"/>
                <a:gd name="T10" fmla="*/ 1460 w 2049"/>
                <a:gd name="T11" fmla="*/ 701 h 829"/>
                <a:gd name="T12" fmla="*/ 1181 w 2049"/>
                <a:gd name="T13" fmla="*/ 701 h 829"/>
                <a:gd name="T14" fmla="*/ 1287 w 2049"/>
                <a:gd name="T15" fmla="*/ 589 h 829"/>
                <a:gd name="T16" fmla="*/ 1155 w 2049"/>
                <a:gd name="T17" fmla="*/ 697 h 829"/>
                <a:gd name="T18" fmla="*/ 1017 w 2049"/>
                <a:gd name="T19" fmla="*/ 724 h 829"/>
                <a:gd name="T20" fmla="*/ 1109 w 2049"/>
                <a:gd name="T21" fmla="*/ 652 h 829"/>
                <a:gd name="T22" fmla="*/ 963 w 2049"/>
                <a:gd name="T23" fmla="*/ 733 h 829"/>
                <a:gd name="T24" fmla="*/ 491 w 2049"/>
                <a:gd name="T25" fmla="*/ 797 h 829"/>
                <a:gd name="T26" fmla="*/ 495 w 2049"/>
                <a:gd name="T27" fmla="*/ 742 h 829"/>
                <a:gd name="T28" fmla="*/ 486 w 2049"/>
                <a:gd name="T29" fmla="*/ 720 h 829"/>
                <a:gd name="T30" fmla="*/ 319 w 2049"/>
                <a:gd name="T31" fmla="*/ 815 h 829"/>
                <a:gd name="T32" fmla="*/ 473 w 2049"/>
                <a:gd name="T33" fmla="*/ 669 h 829"/>
                <a:gd name="T34" fmla="*/ 300 w 2049"/>
                <a:gd name="T35" fmla="*/ 765 h 829"/>
                <a:gd name="T36" fmla="*/ 214 w 2049"/>
                <a:gd name="T37" fmla="*/ 742 h 829"/>
                <a:gd name="T38" fmla="*/ 182 w 2049"/>
                <a:gd name="T39" fmla="*/ 746 h 829"/>
                <a:gd name="T40" fmla="*/ 59 w 2049"/>
                <a:gd name="T41" fmla="*/ 793 h 829"/>
                <a:gd name="T42" fmla="*/ 0 w 2049"/>
                <a:gd name="T43" fmla="*/ 674 h 829"/>
                <a:gd name="T44" fmla="*/ 40 w 2049"/>
                <a:gd name="T45" fmla="*/ 435 h 829"/>
                <a:gd name="T46" fmla="*/ 296 w 2049"/>
                <a:gd name="T47" fmla="*/ 298 h 829"/>
                <a:gd name="T48" fmla="*/ 795 w 2049"/>
                <a:gd name="T49" fmla="*/ 145 h 829"/>
                <a:gd name="T50" fmla="*/ 968 w 2049"/>
                <a:gd name="T51" fmla="*/ 207 h 829"/>
                <a:gd name="T52" fmla="*/ 1040 w 2049"/>
                <a:gd name="T53" fmla="*/ 217 h 829"/>
                <a:gd name="T54" fmla="*/ 953 w 2049"/>
                <a:gd name="T55" fmla="*/ 131 h 829"/>
                <a:gd name="T56" fmla="*/ 1008 w 2049"/>
                <a:gd name="T57" fmla="*/ 108 h 829"/>
                <a:gd name="T58" fmla="*/ 1063 w 2049"/>
                <a:gd name="T59" fmla="*/ 163 h 829"/>
                <a:gd name="T60" fmla="*/ 1068 w 2049"/>
                <a:gd name="T61" fmla="*/ 135 h 829"/>
                <a:gd name="T62" fmla="*/ 1059 w 2049"/>
                <a:gd name="T63" fmla="*/ 67 h 829"/>
                <a:gd name="T64" fmla="*/ 1186 w 2049"/>
                <a:gd name="T65" fmla="*/ 113 h 829"/>
                <a:gd name="T66" fmla="*/ 1173 w 2049"/>
                <a:gd name="T67" fmla="*/ 63 h 829"/>
                <a:gd name="T68" fmla="*/ 1145 w 2049"/>
                <a:gd name="T69" fmla="*/ 0 h 829"/>
                <a:gd name="T70" fmla="*/ 1277 w 2049"/>
                <a:gd name="T71" fmla="*/ 54 h 829"/>
                <a:gd name="T72" fmla="*/ 1514 w 2049"/>
                <a:gd name="T73" fmla="*/ 104 h 829"/>
                <a:gd name="T74" fmla="*/ 1567 w 2049"/>
                <a:gd name="T75" fmla="*/ 35 h 829"/>
                <a:gd name="T76" fmla="*/ 1626 w 2049"/>
                <a:gd name="T77" fmla="*/ 113 h 829"/>
                <a:gd name="T78" fmla="*/ 1745 w 2049"/>
                <a:gd name="T79" fmla="*/ 63 h 829"/>
                <a:gd name="T80" fmla="*/ 1795 w 2049"/>
                <a:gd name="T81" fmla="*/ 131 h 829"/>
                <a:gd name="T82" fmla="*/ 1946 w 2049"/>
                <a:gd name="T83" fmla="*/ 108 h 829"/>
                <a:gd name="T84" fmla="*/ 1982 w 2049"/>
                <a:gd name="T85" fmla="*/ 31 h 8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049" h="829">
                  <a:moveTo>
                    <a:pt x="1982" y="31"/>
                  </a:moveTo>
                  <a:lnTo>
                    <a:pt x="1986" y="90"/>
                  </a:lnTo>
                  <a:lnTo>
                    <a:pt x="2010" y="67"/>
                  </a:lnTo>
                  <a:lnTo>
                    <a:pt x="2037" y="199"/>
                  </a:lnTo>
                  <a:lnTo>
                    <a:pt x="2049" y="353"/>
                  </a:lnTo>
                  <a:lnTo>
                    <a:pt x="1995" y="512"/>
                  </a:lnTo>
                  <a:lnTo>
                    <a:pt x="1868" y="549"/>
                  </a:lnTo>
                  <a:lnTo>
                    <a:pt x="1882" y="512"/>
                  </a:lnTo>
                  <a:lnTo>
                    <a:pt x="1814" y="567"/>
                  </a:lnTo>
                  <a:lnTo>
                    <a:pt x="1754" y="624"/>
                  </a:lnTo>
                  <a:lnTo>
                    <a:pt x="1622" y="688"/>
                  </a:lnTo>
                  <a:lnTo>
                    <a:pt x="1460" y="701"/>
                  </a:lnTo>
                  <a:lnTo>
                    <a:pt x="1264" y="710"/>
                  </a:lnTo>
                  <a:lnTo>
                    <a:pt x="1181" y="701"/>
                  </a:lnTo>
                  <a:lnTo>
                    <a:pt x="1255" y="669"/>
                  </a:lnTo>
                  <a:lnTo>
                    <a:pt x="1287" y="589"/>
                  </a:lnTo>
                  <a:lnTo>
                    <a:pt x="1228" y="656"/>
                  </a:lnTo>
                  <a:lnTo>
                    <a:pt x="1155" y="697"/>
                  </a:lnTo>
                  <a:lnTo>
                    <a:pt x="1086" y="733"/>
                  </a:lnTo>
                  <a:lnTo>
                    <a:pt x="1017" y="724"/>
                  </a:lnTo>
                  <a:lnTo>
                    <a:pt x="1063" y="692"/>
                  </a:lnTo>
                  <a:lnTo>
                    <a:pt x="1109" y="652"/>
                  </a:lnTo>
                  <a:lnTo>
                    <a:pt x="1036" y="678"/>
                  </a:lnTo>
                  <a:lnTo>
                    <a:pt x="963" y="733"/>
                  </a:lnTo>
                  <a:lnTo>
                    <a:pt x="726" y="761"/>
                  </a:lnTo>
                  <a:lnTo>
                    <a:pt x="491" y="797"/>
                  </a:lnTo>
                  <a:lnTo>
                    <a:pt x="409" y="793"/>
                  </a:lnTo>
                  <a:lnTo>
                    <a:pt x="495" y="742"/>
                  </a:lnTo>
                  <a:lnTo>
                    <a:pt x="581" y="724"/>
                  </a:lnTo>
                  <a:lnTo>
                    <a:pt x="486" y="720"/>
                  </a:lnTo>
                  <a:lnTo>
                    <a:pt x="414" y="752"/>
                  </a:lnTo>
                  <a:lnTo>
                    <a:pt x="319" y="815"/>
                  </a:lnTo>
                  <a:lnTo>
                    <a:pt x="386" y="720"/>
                  </a:lnTo>
                  <a:lnTo>
                    <a:pt x="473" y="669"/>
                  </a:lnTo>
                  <a:lnTo>
                    <a:pt x="359" y="692"/>
                  </a:lnTo>
                  <a:lnTo>
                    <a:pt x="300" y="765"/>
                  </a:lnTo>
                  <a:lnTo>
                    <a:pt x="287" y="829"/>
                  </a:lnTo>
                  <a:lnTo>
                    <a:pt x="214" y="742"/>
                  </a:lnTo>
                  <a:lnTo>
                    <a:pt x="140" y="701"/>
                  </a:lnTo>
                  <a:lnTo>
                    <a:pt x="182" y="746"/>
                  </a:lnTo>
                  <a:lnTo>
                    <a:pt x="241" y="829"/>
                  </a:lnTo>
                  <a:lnTo>
                    <a:pt x="59" y="793"/>
                  </a:lnTo>
                  <a:lnTo>
                    <a:pt x="23" y="778"/>
                  </a:lnTo>
                  <a:lnTo>
                    <a:pt x="0" y="674"/>
                  </a:lnTo>
                  <a:lnTo>
                    <a:pt x="13" y="530"/>
                  </a:lnTo>
                  <a:lnTo>
                    <a:pt x="40" y="435"/>
                  </a:lnTo>
                  <a:lnTo>
                    <a:pt x="155" y="362"/>
                  </a:lnTo>
                  <a:lnTo>
                    <a:pt x="296" y="298"/>
                  </a:lnTo>
                  <a:lnTo>
                    <a:pt x="572" y="207"/>
                  </a:lnTo>
                  <a:lnTo>
                    <a:pt x="795" y="145"/>
                  </a:lnTo>
                  <a:lnTo>
                    <a:pt x="917" y="135"/>
                  </a:lnTo>
                  <a:lnTo>
                    <a:pt x="968" y="207"/>
                  </a:lnTo>
                  <a:lnTo>
                    <a:pt x="1123" y="285"/>
                  </a:lnTo>
                  <a:lnTo>
                    <a:pt x="1040" y="217"/>
                  </a:lnTo>
                  <a:lnTo>
                    <a:pt x="977" y="182"/>
                  </a:lnTo>
                  <a:lnTo>
                    <a:pt x="953" y="131"/>
                  </a:lnTo>
                  <a:lnTo>
                    <a:pt x="963" y="108"/>
                  </a:lnTo>
                  <a:lnTo>
                    <a:pt x="1008" y="108"/>
                  </a:lnTo>
                  <a:lnTo>
                    <a:pt x="1036" y="135"/>
                  </a:lnTo>
                  <a:lnTo>
                    <a:pt x="1063" y="163"/>
                  </a:lnTo>
                  <a:lnTo>
                    <a:pt x="1132" y="190"/>
                  </a:lnTo>
                  <a:lnTo>
                    <a:pt x="1068" y="135"/>
                  </a:lnTo>
                  <a:lnTo>
                    <a:pt x="1040" y="95"/>
                  </a:lnTo>
                  <a:lnTo>
                    <a:pt x="1059" y="67"/>
                  </a:lnTo>
                  <a:lnTo>
                    <a:pt x="1113" y="50"/>
                  </a:lnTo>
                  <a:lnTo>
                    <a:pt x="1186" y="113"/>
                  </a:lnTo>
                  <a:lnTo>
                    <a:pt x="1255" y="154"/>
                  </a:lnTo>
                  <a:lnTo>
                    <a:pt x="1173" y="63"/>
                  </a:lnTo>
                  <a:lnTo>
                    <a:pt x="1145" y="27"/>
                  </a:lnTo>
                  <a:lnTo>
                    <a:pt x="1145" y="0"/>
                  </a:lnTo>
                  <a:lnTo>
                    <a:pt x="1213" y="10"/>
                  </a:lnTo>
                  <a:lnTo>
                    <a:pt x="1277" y="54"/>
                  </a:lnTo>
                  <a:lnTo>
                    <a:pt x="1319" y="86"/>
                  </a:lnTo>
                  <a:lnTo>
                    <a:pt x="1514" y="104"/>
                  </a:lnTo>
                  <a:lnTo>
                    <a:pt x="1508" y="54"/>
                  </a:lnTo>
                  <a:lnTo>
                    <a:pt x="1567" y="35"/>
                  </a:lnTo>
                  <a:lnTo>
                    <a:pt x="1567" y="99"/>
                  </a:lnTo>
                  <a:lnTo>
                    <a:pt x="1626" y="113"/>
                  </a:lnTo>
                  <a:lnTo>
                    <a:pt x="1754" y="131"/>
                  </a:lnTo>
                  <a:lnTo>
                    <a:pt x="1745" y="63"/>
                  </a:lnTo>
                  <a:lnTo>
                    <a:pt x="1790" y="63"/>
                  </a:lnTo>
                  <a:lnTo>
                    <a:pt x="1795" y="131"/>
                  </a:lnTo>
                  <a:lnTo>
                    <a:pt x="1868" y="127"/>
                  </a:lnTo>
                  <a:lnTo>
                    <a:pt x="1946" y="108"/>
                  </a:lnTo>
                  <a:lnTo>
                    <a:pt x="1950" y="54"/>
                  </a:lnTo>
                  <a:lnTo>
                    <a:pt x="1982"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826043" name="Freeform 250"/>
            <p:cNvSpPr>
              <a:spLocks noChangeArrowheads="1"/>
            </p:cNvSpPr>
            <p:nvPr/>
          </p:nvSpPr>
          <p:spPr bwMode="auto">
            <a:xfrm>
              <a:off x="5515" y="2093"/>
              <a:ext cx="47" cy="8"/>
            </a:xfrm>
            <a:custGeom>
              <a:avLst/>
              <a:gdLst>
                <a:gd name="T0" fmla="*/ 280 w 280"/>
                <a:gd name="T1" fmla="*/ 0 h 48"/>
                <a:gd name="T2" fmla="*/ 149 w 280"/>
                <a:gd name="T3" fmla="*/ 48 h 48"/>
                <a:gd name="T4" fmla="*/ 0 w 280"/>
                <a:gd name="T5" fmla="*/ 35 h 48"/>
                <a:gd name="T6" fmla="*/ 280 w 280"/>
                <a:gd name="T7" fmla="*/ 0 h 48"/>
              </a:gdLst>
              <a:ahLst/>
              <a:cxnLst>
                <a:cxn ang="0">
                  <a:pos x="T0" y="T1"/>
                </a:cxn>
                <a:cxn ang="0">
                  <a:pos x="T2" y="T3"/>
                </a:cxn>
                <a:cxn ang="0">
                  <a:pos x="T4" y="T5"/>
                </a:cxn>
                <a:cxn ang="0">
                  <a:pos x="T6" y="T7"/>
                </a:cxn>
              </a:cxnLst>
              <a:rect l="0" t="0" r="r" b="b"/>
              <a:pathLst>
                <a:path w="280" h="48">
                  <a:moveTo>
                    <a:pt x="280" y="0"/>
                  </a:moveTo>
                  <a:lnTo>
                    <a:pt x="149" y="48"/>
                  </a:lnTo>
                  <a:lnTo>
                    <a:pt x="0" y="35"/>
                  </a:lnTo>
                  <a:lnTo>
                    <a:pt x="28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826044" name="Freeform 251"/>
            <p:cNvSpPr>
              <a:spLocks noChangeArrowheads="1"/>
            </p:cNvSpPr>
            <p:nvPr/>
          </p:nvSpPr>
          <p:spPr bwMode="auto">
            <a:xfrm>
              <a:off x="5580" y="2080"/>
              <a:ext cx="28" cy="10"/>
            </a:xfrm>
            <a:custGeom>
              <a:avLst/>
              <a:gdLst>
                <a:gd name="T0" fmla="*/ 170 w 170"/>
                <a:gd name="T1" fmla="*/ 0 h 57"/>
                <a:gd name="T2" fmla="*/ 125 w 170"/>
                <a:gd name="T3" fmla="*/ 35 h 57"/>
                <a:gd name="T4" fmla="*/ 0 w 170"/>
                <a:gd name="T5" fmla="*/ 53 h 57"/>
                <a:gd name="T6" fmla="*/ 130 w 170"/>
                <a:gd name="T7" fmla="*/ 57 h 57"/>
                <a:gd name="T8" fmla="*/ 170 w 170"/>
                <a:gd name="T9" fmla="*/ 0 h 57"/>
              </a:gdLst>
              <a:ahLst/>
              <a:cxnLst>
                <a:cxn ang="0">
                  <a:pos x="T0" y="T1"/>
                </a:cxn>
                <a:cxn ang="0">
                  <a:pos x="T2" y="T3"/>
                </a:cxn>
                <a:cxn ang="0">
                  <a:pos x="T4" y="T5"/>
                </a:cxn>
                <a:cxn ang="0">
                  <a:pos x="T6" y="T7"/>
                </a:cxn>
                <a:cxn ang="0">
                  <a:pos x="T8" y="T9"/>
                </a:cxn>
              </a:cxnLst>
              <a:rect l="0" t="0" r="r" b="b"/>
              <a:pathLst>
                <a:path w="170" h="57">
                  <a:moveTo>
                    <a:pt x="170" y="0"/>
                  </a:moveTo>
                  <a:lnTo>
                    <a:pt x="125" y="35"/>
                  </a:lnTo>
                  <a:lnTo>
                    <a:pt x="0" y="53"/>
                  </a:lnTo>
                  <a:lnTo>
                    <a:pt x="130" y="57"/>
                  </a:lnTo>
                  <a:lnTo>
                    <a:pt x="17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826045" name="Freeform 252"/>
            <p:cNvSpPr>
              <a:spLocks noChangeArrowheads="1"/>
            </p:cNvSpPr>
            <p:nvPr/>
          </p:nvSpPr>
          <p:spPr bwMode="auto">
            <a:xfrm>
              <a:off x="5445" y="2073"/>
              <a:ext cx="44" cy="24"/>
            </a:xfrm>
            <a:custGeom>
              <a:avLst/>
              <a:gdLst>
                <a:gd name="T0" fmla="*/ 263 w 263"/>
                <a:gd name="T1" fmla="*/ 0 h 143"/>
                <a:gd name="T2" fmla="*/ 145 w 263"/>
                <a:gd name="T3" fmla="*/ 13 h 143"/>
                <a:gd name="T4" fmla="*/ 122 w 263"/>
                <a:gd name="T5" fmla="*/ 31 h 143"/>
                <a:gd name="T6" fmla="*/ 122 w 263"/>
                <a:gd name="T7" fmla="*/ 76 h 143"/>
                <a:gd name="T8" fmla="*/ 113 w 263"/>
                <a:gd name="T9" fmla="*/ 124 h 143"/>
                <a:gd name="T10" fmla="*/ 0 w 263"/>
                <a:gd name="T11" fmla="*/ 143 h 143"/>
                <a:gd name="T12" fmla="*/ 136 w 263"/>
                <a:gd name="T13" fmla="*/ 138 h 143"/>
                <a:gd name="T14" fmla="*/ 159 w 263"/>
                <a:gd name="T15" fmla="*/ 48 h 143"/>
                <a:gd name="T16" fmla="*/ 263 w 263"/>
                <a:gd name="T17" fmla="*/ 0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3" h="143">
                  <a:moveTo>
                    <a:pt x="263" y="0"/>
                  </a:moveTo>
                  <a:lnTo>
                    <a:pt x="145" y="13"/>
                  </a:lnTo>
                  <a:lnTo>
                    <a:pt x="122" y="31"/>
                  </a:lnTo>
                  <a:lnTo>
                    <a:pt x="122" y="76"/>
                  </a:lnTo>
                  <a:lnTo>
                    <a:pt x="113" y="124"/>
                  </a:lnTo>
                  <a:lnTo>
                    <a:pt x="0" y="143"/>
                  </a:lnTo>
                  <a:lnTo>
                    <a:pt x="136" y="138"/>
                  </a:lnTo>
                  <a:lnTo>
                    <a:pt x="159" y="48"/>
                  </a:lnTo>
                  <a:lnTo>
                    <a:pt x="263"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826046" name="Freeform 253"/>
            <p:cNvSpPr>
              <a:spLocks noChangeArrowheads="1"/>
            </p:cNvSpPr>
            <p:nvPr/>
          </p:nvSpPr>
          <p:spPr bwMode="auto">
            <a:xfrm>
              <a:off x="5303" y="2127"/>
              <a:ext cx="142" cy="35"/>
            </a:xfrm>
            <a:custGeom>
              <a:avLst/>
              <a:gdLst>
                <a:gd name="T0" fmla="*/ 853 w 853"/>
                <a:gd name="T1" fmla="*/ 0 h 212"/>
                <a:gd name="T2" fmla="*/ 636 w 853"/>
                <a:gd name="T3" fmla="*/ 10 h 212"/>
                <a:gd name="T4" fmla="*/ 413 w 853"/>
                <a:gd name="T5" fmla="*/ 63 h 212"/>
                <a:gd name="T6" fmla="*/ 249 w 853"/>
                <a:gd name="T7" fmla="*/ 71 h 212"/>
                <a:gd name="T8" fmla="*/ 114 w 853"/>
                <a:gd name="T9" fmla="*/ 99 h 212"/>
                <a:gd name="T10" fmla="*/ 64 w 853"/>
                <a:gd name="T11" fmla="*/ 170 h 212"/>
                <a:gd name="T12" fmla="*/ 0 w 853"/>
                <a:gd name="T13" fmla="*/ 212 h 212"/>
                <a:gd name="T14" fmla="*/ 64 w 853"/>
                <a:gd name="T15" fmla="*/ 198 h 212"/>
                <a:gd name="T16" fmla="*/ 123 w 853"/>
                <a:gd name="T17" fmla="*/ 117 h 212"/>
                <a:gd name="T18" fmla="*/ 304 w 853"/>
                <a:gd name="T19" fmla="*/ 81 h 212"/>
                <a:gd name="T20" fmla="*/ 413 w 853"/>
                <a:gd name="T21" fmla="*/ 81 h 212"/>
                <a:gd name="T22" fmla="*/ 500 w 853"/>
                <a:gd name="T23" fmla="*/ 63 h 212"/>
                <a:gd name="T24" fmla="*/ 649 w 853"/>
                <a:gd name="T25" fmla="*/ 23 h 212"/>
                <a:gd name="T26" fmla="*/ 853 w 853"/>
                <a:gd name="T27" fmla="*/ 0 h 2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53" h="212">
                  <a:moveTo>
                    <a:pt x="853" y="0"/>
                  </a:moveTo>
                  <a:lnTo>
                    <a:pt x="636" y="10"/>
                  </a:lnTo>
                  <a:lnTo>
                    <a:pt x="413" y="63"/>
                  </a:lnTo>
                  <a:lnTo>
                    <a:pt x="249" y="71"/>
                  </a:lnTo>
                  <a:lnTo>
                    <a:pt x="114" y="99"/>
                  </a:lnTo>
                  <a:lnTo>
                    <a:pt x="64" y="170"/>
                  </a:lnTo>
                  <a:lnTo>
                    <a:pt x="0" y="212"/>
                  </a:lnTo>
                  <a:lnTo>
                    <a:pt x="64" y="198"/>
                  </a:lnTo>
                  <a:lnTo>
                    <a:pt x="123" y="117"/>
                  </a:lnTo>
                  <a:lnTo>
                    <a:pt x="304" y="81"/>
                  </a:lnTo>
                  <a:lnTo>
                    <a:pt x="413" y="81"/>
                  </a:lnTo>
                  <a:lnTo>
                    <a:pt x="500" y="63"/>
                  </a:lnTo>
                  <a:lnTo>
                    <a:pt x="649" y="23"/>
                  </a:lnTo>
                  <a:lnTo>
                    <a:pt x="853"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1826047" name="Group 254"/>
          <p:cNvGrpSpPr>
            <a:grpSpLocks/>
          </p:cNvGrpSpPr>
          <p:nvPr/>
        </p:nvGrpSpPr>
        <p:grpSpPr bwMode="auto">
          <a:xfrm>
            <a:off x="9263063" y="4714875"/>
            <a:ext cx="247650" cy="125413"/>
            <a:chOff x="5325" y="1860"/>
            <a:chExt cx="144" cy="79"/>
          </a:xfrm>
        </p:grpSpPr>
        <p:grpSp>
          <p:nvGrpSpPr>
            <p:cNvPr id="1826048" name="Group 255"/>
            <p:cNvGrpSpPr>
              <a:grpSpLocks/>
            </p:cNvGrpSpPr>
            <p:nvPr/>
          </p:nvGrpSpPr>
          <p:grpSpPr bwMode="auto">
            <a:xfrm>
              <a:off x="5325" y="1860"/>
              <a:ext cx="125" cy="63"/>
              <a:chOff x="5325" y="1860"/>
              <a:chExt cx="125" cy="63"/>
            </a:xfrm>
          </p:grpSpPr>
          <p:sp>
            <p:nvSpPr>
              <p:cNvPr id="1826049" name="Freeform 256"/>
              <p:cNvSpPr>
                <a:spLocks noChangeArrowheads="1"/>
              </p:cNvSpPr>
              <p:nvPr/>
            </p:nvSpPr>
            <p:spPr bwMode="auto">
              <a:xfrm>
                <a:off x="5325" y="1860"/>
                <a:ext cx="125" cy="63"/>
              </a:xfrm>
              <a:custGeom>
                <a:avLst/>
                <a:gdLst>
                  <a:gd name="T0" fmla="*/ 679 w 751"/>
                  <a:gd name="T1" fmla="*/ 379 h 379"/>
                  <a:gd name="T2" fmla="*/ 639 w 751"/>
                  <a:gd name="T3" fmla="*/ 370 h 379"/>
                  <a:gd name="T4" fmla="*/ 600 w 751"/>
                  <a:gd name="T5" fmla="*/ 352 h 379"/>
                  <a:gd name="T6" fmla="*/ 564 w 751"/>
                  <a:gd name="T7" fmla="*/ 344 h 379"/>
                  <a:gd name="T8" fmla="*/ 502 w 751"/>
                  <a:gd name="T9" fmla="*/ 353 h 379"/>
                  <a:gd name="T10" fmla="*/ 457 w 751"/>
                  <a:gd name="T11" fmla="*/ 352 h 379"/>
                  <a:gd name="T12" fmla="*/ 425 w 751"/>
                  <a:gd name="T13" fmla="*/ 341 h 379"/>
                  <a:gd name="T14" fmla="*/ 399 w 751"/>
                  <a:gd name="T15" fmla="*/ 332 h 379"/>
                  <a:gd name="T16" fmla="*/ 373 w 751"/>
                  <a:gd name="T17" fmla="*/ 320 h 379"/>
                  <a:gd name="T18" fmla="*/ 346 w 751"/>
                  <a:gd name="T19" fmla="*/ 295 h 379"/>
                  <a:gd name="T20" fmla="*/ 324 w 751"/>
                  <a:gd name="T21" fmla="*/ 273 h 379"/>
                  <a:gd name="T22" fmla="*/ 288 w 751"/>
                  <a:gd name="T23" fmla="*/ 246 h 379"/>
                  <a:gd name="T24" fmla="*/ 238 w 751"/>
                  <a:gd name="T25" fmla="*/ 254 h 379"/>
                  <a:gd name="T26" fmla="*/ 208 w 751"/>
                  <a:gd name="T27" fmla="*/ 256 h 379"/>
                  <a:gd name="T28" fmla="*/ 190 w 751"/>
                  <a:gd name="T29" fmla="*/ 251 h 379"/>
                  <a:gd name="T30" fmla="*/ 182 w 751"/>
                  <a:gd name="T31" fmla="*/ 243 h 379"/>
                  <a:gd name="T32" fmla="*/ 176 w 751"/>
                  <a:gd name="T33" fmla="*/ 228 h 379"/>
                  <a:gd name="T34" fmla="*/ 180 w 751"/>
                  <a:gd name="T35" fmla="*/ 215 h 379"/>
                  <a:gd name="T36" fmla="*/ 190 w 751"/>
                  <a:gd name="T37" fmla="*/ 200 h 379"/>
                  <a:gd name="T38" fmla="*/ 208 w 751"/>
                  <a:gd name="T39" fmla="*/ 193 h 379"/>
                  <a:gd name="T40" fmla="*/ 248 w 751"/>
                  <a:gd name="T41" fmla="*/ 188 h 379"/>
                  <a:gd name="T42" fmla="*/ 296 w 751"/>
                  <a:gd name="T43" fmla="*/ 171 h 379"/>
                  <a:gd name="T44" fmla="*/ 256 w 751"/>
                  <a:gd name="T45" fmla="*/ 140 h 379"/>
                  <a:gd name="T46" fmla="*/ 209 w 751"/>
                  <a:gd name="T47" fmla="*/ 121 h 379"/>
                  <a:gd name="T48" fmla="*/ 168 w 751"/>
                  <a:gd name="T49" fmla="*/ 124 h 379"/>
                  <a:gd name="T50" fmla="*/ 121 w 751"/>
                  <a:gd name="T51" fmla="*/ 121 h 379"/>
                  <a:gd name="T52" fmla="*/ 93 w 751"/>
                  <a:gd name="T53" fmla="*/ 131 h 379"/>
                  <a:gd name="T54" fmla="*/ 54 w 751"/>
                  <a:gd name="T55" fmla="*/ 132 h 379"/>
                  <a:gd name="T56" fmla="*/ 42 w 751"/>
                  <a:gd name="T57" fmla="*/ 121 h 379"/>
                  <a:gd name="T58" fmla="*/ 39 w 751"/>
                  <a:gd name="T59" fmla="*/ 105 h 379"/>
                  <a:gd name="T60" fmla="*/ 18 w 751"/>
                  <a:gd name="T61" fmla="*/ 106 h 379"/>
                  <a:gd name="T62" fmla="*/ 6 w 751"/>
                  <a:gd name="T63" fmla="*/ 103 h 379"/>
                  <a:gd name="T64" fmla="*/ 0 w 751"/>
                  <a:gd name="T65" fmla="*/ 87 h 379"/>
                  <a:gd name="T66" fmla="*/ 4 w 751"/>
                  <a:gd name="T67" fmla="*/ 74 h 379"/>
                  <a:gd name="T68" fmla="*/ 15 w 751"/>
                  <a:gd name="T69" fmla="*/ 68 h 379"/>
                  <a:gd name="T70" fmla="*/ 36 w 751"/>
                  <a:gd name="T71" fmla="*/ 56 h 379"/>
                  <a:gd name="T72" fmla="*/ 52 w 751"/>
                  <a:gd name="T73" fmla="*/ 44 h 379"/>
                  <a:gd name="T74" fmla="*/ 71 w 751"/>
                  <a:gd name="T75" fmla="*/ 34 h 379"/>
                  <a:gd name="T76" fmla="*/ 93 w 751"/>
                  <a:gd name="T77" fmla="*/ 27 h 379"/>
                  <a:gd name="T78" fmla="*/ 112 w 751"/>
                  <a:gd name="T79" fmla="*/ 27 h 379"/>
                  <a:gd name="T80" fmla="*/ 203 w 751"/>
                  <a:gd name="T81" fmla="*/ 9 h 379"/>
                  <a:gd name="T82" fmla="*/ 222 w 751"/>
                  <a:gd name="T83" fmla="*/ 4 h 379"/>
                  <a:gd name="T84" fmla="*/ 244 w 751"/>
                  <a:gd name="T85" fmla="*/ 0 h 379"/>
                  <a:gd name="T86" fmla="*/ 267 w 751"/>
                  <a:gd name="T87" fmla="*/ 4 h 379"/>
                  <a:gd name="T88" fmla="*/ 295 w 751"/>
                  <a:gd name="T89" fmla="*/ 13 h 379"/>
                  <a:gd name="T90" fmla="*/ 373 w 751"/>
                  <a:gd name="T91" fmla="*/ 56 h 379"/>
                  <a:gd name="T92" fmla="*/ 410 w 751"/>
                  <a:gd name="T93" fmla="*/ 64 h 379"/>
                  <a:gd name="T94" fmla="*/ 443 w 751"/>
                  <a:gd name="T95" fmla="*/ 71 h 379"/>
                  <a:gd name="T96" fmla="*/ 469 w 751"/>
                  <a:gd name="T97" fmla="*/ 87 h 379"/>
                  <a:gd name="T98" fmla="*/ 484 w 751"/>
                  <a:gd name="T99" fmla="*/ 108 h 379"/>
                  <a:gd name="T100" fmla="*/ 549 w 751"/>
                  <a:gd name="T101" fmla="*/ 153 h 379"/>
                  <a:gd name="T102" fmla="*/ 578 w 751"/>
                  <a:gd name="T103" fmla="*/ 174 h 379"/>
                  <a:gd name="T104" fmla="*/ 617 w 751"/>
                  <a:gd name="T105" fmla="*/ 215 h 379"/>
                  <a:gd name="T106" fmla="*/ 641 w 751"/>
                  <a:gd name="T107" fmla="*/ 227 h 379"/>
                  <a:gd name="T108" fmla="*/ 751 w 751"/>
                  <a:gd name="T109" fmla="*/ 232 h 379"/>
                  <a:gd name="T110" fmla="*/ 679 w 751"/>
                  <a:gd name="T111" fmla="*/ 379 h 3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751" h="379">
                    <a:moveTo>
                      <a:pt x="679" y="379"/>
                    </a:moveTo>
                    <a:lnTo>
                      <a:pt x="639" y="370"/>
                    </a:lnTo>
                    <a:lnTo>
                      <a:pt x="600" y="352"/>
                    </a:lnTo>
                    <a:lnTo>
                      <a:pt x="564" y="344"/>
                    </a:lnTo>
                    <a:lnTo>
                      <a:pt x="502" y="353"/>
                    </a:lnTo>
                    <a:lnTo>
                      <a:pt x="457" y="352"/>
                    </a:lnTo>
                    <a:lnTo>
                      <a:pt x="425" y="341"/>
                    </a:lnTo>
                    <a:lnTo>
                      <a:pt x="399" y="332"/>
                    </a:lnTo>
                    <a:lnTo>
                      <a:pt x="373" y="320"/>
                    </a:lnTo>
                    <a:lnTo>
                      <a:pt x="346" y="295"/>
                    </a:lnTo>
                    <a:lnTo>
                      <a:pt x="324" y="273"/>
                    </a:lnTo>
                    <a:lnTo>
                      <a:pt x="288" y="246"/>
                    </a:lnTo>
                    <a:lnTo>
                      <a:pt x="238" y="254"/>
                    </a:lnTo>
                    <a:lnTo>
                      <a:pt x="208" y="256"/>
                    </a:lnTo>
                    <a:lnTo>
                      <a:pt x="190" y="251"/>
                    </a:lnTo>
                    <a:lnTo>
                      <a:pt x="182" y="243"/>
                    </a:lnTo>
                    <a:lnTo>
                      <a:pt x="176" y="228"/>
                    </a:lnTo>
                    <a:lnTo>
                      <a:pt x="180" y="215"/>
                    </a:lnTo>
                    <a:lnTo>
                      <a:pt x="190" y="200"/>
                    </a:lnTo>
                    <a:lnTo>
                      <a:pt x="208" y="193"/>
                    </a:lnTo>
                    <a:lnTo>
                      <a:pt x="248" y="188"/>
                    </a:lnTo>
                    <a:lnTo>
                      <a:pt x="296" y="171"/>
                    </a:lnTo>
                    <a:lnTo>
                      <a:pt x="256" y="140"/>
                    </a:lnTo>
                    <a:lnTo>
                      <a:pt x="209" y="121"/>
                    </a:lnTo>
                    <a:lnTo>
                      <a:pt x="168" y="124"/>
                    </a:lnTo>
                    <a:lnTo>
                      <a:pt x="121" y="121"/>
                    </a:lnTo>
                    <a:lnTo>
                      <a:pt x="93" y="131"/>
                    </a:lnTo>
                    <a:lnTo>
                      <a:pt x="54" y="132"/>
                    </a:lnTo>
                    <a:lnTo>
                      <a:pt x="42" y="121"/>
                    </a:lnTo>
                    <a:lnTo>
                      <a:pt x="39" y="105"/>
                    </a:lnTo>
                    <a:lnTo>
                      <a:pt x="18" y="106"/>
                    </a:lnTo>
                    <a:lnTo>
                      <a:pt x="6" y="103"/>
                    </a:lnTo>
                    <a:lnTo>
                      <a:pt x="0" y="87"/>
                    </a:lnTo>
                    <a:lnTo>
                      <a:pt x="4" y="74"/>
                    </a:lnTo>
                    <a:lnTo>
                      <a:pt x="15" y="68"/>
                    </a:lnTo>
                    <a:lnTo>
                      <a:pt x="36" y="56"/>
                    </a:lnTo>
                    <a:lnTo>
                      <a:pt x="52" y="44"/>
                    </a:lnTo>
                    <a:lnTo>
                      <a:pt x="71" y="34"/>
                    </a:lnTo>
                    <a:lnTo>
                      <a:pt x="93" y="27"/>
                    </a:lnTo>
                    <a:lnTo>
                      <a:pt x="112" y="27"/>
                    </a:lnTo>
                    <a:lnTo>
                      <a:pt x="203" y="9"/>
                    </a:lnTo>
                    <a:lnTo>
                      <a:pt x="222" y="4"/>
                    </a:lnTo>
                    <a:lnTo>
                      <a:pt x="244" y="0"/>
                    </a:lnTo>
                    <a:lnTo>
                      <a:pt x="267" y="4"/>
                    </a:lnTo>
                    <a:lnTo>
                      <a:pt x="295" y="13"/>
                    </a:lnTo>
                    <a:lnTo>
                      <a:pt x="373" y="56"/>
                    </a:lnTo>
                    <a:lnTo>
                      <a:pt x="410" y="64"/>
                    </a:lnTo>
                    <a:lnTo>
                      <a:pt x="443" y="71"/>
                    </a:lnTo>
                    <a:lnTo>
                      <a:pt x="469" y="87"/>
                    </a:lnTo>
                    <a:lnTo>
                      <a:pt x="484" y="108"/>
                    </a:lnTo>
                    <a:lnTo>
                      <a:pt x="549" y="153"/>
                    </a:lnTo>
                    <a:lnTo>
                      <a:pt x="578" y="174"/>
                    </a:lnTo>
                    <a:lnTo>
                      <a:pt x="617" y="215"/>
                    </a:lnTo>
                    <a:lnTo>
                      <a:pt x="641" y="227"/>
                    </a:lnTo>
                    <a:lnTo>
                      <a:pt x="751" y="232"/>
                    </a:lnTo>
                    <a:lnTo>
                      <a:pt x="679" y="379"/>
                    </a:lnTo>
                    <a:close/>
                  </a:path>
                </a:pathLst>
              </a:custGeom>
              <a:solidFill>
                <a:srgbClr val="FFC080"/>
              </a:solidFill>
              <a:ln w="1588">
                <a:solidFill>
                  <a:srgbClr val="402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1826050" name="Freeform 257"/>
              <p:cNvSpPr>
                <a:spLocks noChangeArrowheads="1"/>
              </p:cNvSpPr>
              <p:nvPr/>
            </p:nvSpPr>
            <p:spPr bwMode="auto">
              <a:xfrm>
                <a:off x="5374" y="1888"/>
                <a:ext cx="29" cy="7"/>
              </a:xfrm>
              <a:custGeom>
                <a:avLst/>
                <a:gdLst>
                  <a:gd name="T0" fmla="*/ 0 w 179"/>
                  <a:gd name="T1" fmla="*/ 0 h 43"/>
                  <a:gd name="T2" fmla="*/ 6 w 179"/>
                  <a:gd name="T3" fmla="*/ 11 h 43"/>
                  <a:gd name="T4" fmla="*/ 38 w 179"/>
                  <a:gd name="T5" fmla="*/ 10 h 43"/>
                  <a:gd name="T6" fmla="*/ 50 w 179"/>
                  <a:gd name="T7" fmla="*/ 16 h 43"/>
                  <a:gd name="T8" fmla="*/ 76 w 179"/>
                  <a:gd name="T9" fmla="*/ 29 h 43"/>
                  <a:gd name="T10" fmla="*/ 112 w 179"/>
                  <a:gd name="T11" fmla="*/ 37 h 43"/>
                  <a:gd name="T12" fmla="*/ 150 w 179"/>
                  <a:gd name="T13" fmla="*/ 38 h 43"/>
                  <a:gd name="T14" fmla="*/ 179 w 179"/>
                  <a:gd name="T15" fmla="*/ 43 h 43"/>
                  <a:gd name="T16" fmla="*/ 155 w 179"/>
                  <a:gd name="T17" fmla="*/ 34 h 43"/>
                  <a:gd name="T18" fmla="*/ 125 w 179"/>
                  <a:gd name="T19" fmla="*/ 29 h 43"/>
                  <a:gd name="T20" fmla="*/ 105 w 179"/>
                  <a:gd name="T21" fmla="*/ 29 h 43"/>
                  <a:gd name="T22" fmla="*/ 76 w 179"/>
                  <a:gd name="T23" fmla="*/ 21 h 43"/>
                  <a:gd name="T24" fmla="*/ 53 w 179"/>
                  <a:gd name="T25" fmla="*/ 8 h 43"/>
                  <a:gd name="T26" fmla="*/ 43 w 179"/>
                  <a:gd name="T27" fmla="*/ 2 h 43"/>
                  <a:gd name="T28" fmla="*/ 0 w 179"/>
                  <a:gd name="T29" fmla="*/ 0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79" h="43">
                    <a:moveTo>
                      <a:pt x="0" y="0"/>
                    </a:moveTo>
                    <a:lnTo>
                      <a:pt x="6" y="11"/>
                    </a:lnTo>
                    <a:lnTo>
                      <a:pt x="38" y="10"/>
                    </a:lnTo>
                    <a:lnTo>
                      <a:pt x="50" y="16"/>
                    </a:lnTo>
                    <a:lnTo>
                      <a:pt x="76" y="29"/>
                    </a:lnTo>
                    <a:lnTo>
                      <a:pt x="112" y="37"/>
                    </a:lnTo>
                    <a:lnTo>
                      <a:pt x="150" y="38"/>
                    </a:lnTo>
                    <a:lnTo>
                      <a:pt x="179" y="43"/>
                    </a:lnTo>
                    <a:lnTo>
                      <a:pt x="155" y="34"/>
                    </a:lnTo>
                    <a:lnTo>
                      <a:pt x="125" y="29"/>
                    </a:lnTo>
                    <a:lnTo>
                      <a:pt x="105" y="29"/>
                    </a:lnTo>
                    <a:lnTo>
                      <a:pt x="76" y="21"/>
                    </a:lnTo>
                    <a:lnTo>
                      <a:pt x="53" y="8"/>
                    </a:lnTo>
                    <a:lnTo>
                      <a:pt x="43" y="2"/>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826051" name="Freeform 258"/>
              <p:cNvSpPr>
                <a:spLocks noChangeArrowheads="1"/>
              </p:cNvSpPr>
              <p:nvPr/>
            </p:nvSpPr>
            <p:spPr bwMode="auto">
              <a:xfrm>
                <a:off x="5362" y="1894"/>
                <a:ext cx="4" cy="4"/>
              </a:xfrm>
              <a:custGeom>
                <a:avLst/>
                <a:gdLst>
                  <a:gd name="T0" fmla="*/ 4 w 20"/>
                  <a:gd name="T1" fmla="*/ 0 h 24"/>
                  <a:gd name="T2" fmla="*/ 12 w 20"/>
                  <a:gd name="T3" fmla="*/ 6 h 24"/>
                  <a:gd name="T4" fmla="*/ 9 w 20"/>
                  <a:gd name="T5" fmla="*/ 15 h 24"/>
                  <a:gd name="T6" fmla="*/ 0 w 20"/>
                  <a:gd name="T7" fmla="*/ 24 h 24"/>
                  <a:gd name="T8" fmla="*/ 17 w 20"/>
                  <a:gd name="T9" fmla="*/ 18 h 24"/>
                  <a:gd name="T10" fmla="*/ 20 w 20"/>
                  <a:gd name="T11" fmla="*/ 8 h 24"/>
                  <a:gd name="T12" fmla="*/ 4 w 20"/>
                  <a:gd name="T13" fmla="*/ 0 h 24"/>
                </a:gdLst>
                <a:ahLst/>
                <a:cxnLst>
                  <a:cxn ang="0">
                    <a:pos x="T0" y="T1"/>
                  </a:cxn>
                  <a:cxn ang="0">
                    <a:pos x="T2" y="T3"/>
                  </a:cxn>
                  <a:cxn ang="0">
                    <a:pos x="T4" y="T5"/>
                  </a:cxn>
                  <a:cxn ang="0">
                    <a:pos x="T6" y="T7"/>
                  </a:cxn>
                  <a:cxn ang="0">
                    <a:pos x="T8" y="T9"/>
                  </a:cxn>
                  <a:cxn ang="0">
                    <a:pos x="T10" y="T11"/>
                  </a:cxn>
                  <a:cxn ang="0">
                    <a:pos x="T12" y="T13"/>
                  </a:cxn>
                </a:cxnLst>
                <a:rect l="0" t="0" r="r" b="b"/>
                <a:pathLst>
                  <a:path w="20" h="24">
                    <a:moveTo>
                      <a:pt x="4" y="0"/>
                    </a:moveTo>
                    <a:lnTo>
                      <a:pt x="12" y="6"/>
                    </a:lnTo>
                    <a:lnTo>
                      <a:pt x="9" y="15"/>
                    </a:lnTo>
                    <a:lnTo>
                      <a:pt x="0" y="24"/>
                    </a:lnTo>
                    <a:lnTo>
                      <a:pt x="17" y="18"/>
                    </a:lnTo>
                    <a:lnTo>
                      <a:pt x="20" y="8"/>
                    </a:lnTo>
                    <a:lnTo>
                      <a:pt x="4"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826052" name="Freeform 259"/>
              <p:cNvSpPr>
                <a:spLocks noChangeArrowheads="1"/>
              </p:cNvSpPr>
              <p:nvPr/>
            </p:nvSpPr>
            <p:spPr bwMode="auto">
              <a:xfrm>
                <a:off x="5331" y="1869"/>
                <a:ext cx="17" cy="8"/>
              </a:xfrm>
              <a:custGeom>
                <a:avLst/>
                <a:gdLst>
                  <a:gd name="T0" fmla="*/ 0 w 104"/>
                  <a:gd name="T1" fmla="*/ 45 h 48"/>
                  <a:gd name="T2" fmla="*/ 11 w 104"/>
                  <a:gd name="T3" fmla="*/ 48 h 48"/>
                  <a:gd name="T4" fmla="*/ 25 w 104"/>
                  <a:gd name="T5" fmla="*/ 33 h 48"/>
                  <a:gd name="T6" fmla="*/ 46 w 104"/>
                  <a:gd name="T7" fmla="*/ 25 h 48"/>
                  <a:gd name="T8" fmla="*/ 56 w 104"/>
                  <a:gd name="T9" fmla="*/ 14 h 48"/>
                  <a:gd name="T10" fmla="*/ 66 w 104"/>
                  <a:gd name="T11" fmla="*/ 9 h 48"/>
                  <a:gd name="T12" fmla="*/ 89 w 104"/>
                  <a:gd name="T13" fmla="*/ 4 h 48"/>
                  <a:gd name="T14" fmla="*/ 104 w 104"/>
                  <a:gd name="T15" fmla="*/ 1 h 48"/>
                  <a:gd name="T16" fmla="*/ 84 w 104"/>
                  <a:gd name="T17" fmla="*/ 0 h 48"/>
                  <a:gd name="T18" fmla="*/ 58 w 104"/>
                  <a:gd name="T19" fmla="*/ 4 h 48"/>
                  <a:gd name="T20" fmla="*/ 49 w 104"/>
                  <a:gd name="T21" fmla="*/ 12 h 48"/>
                  <a:gd name="T22" fmla="*/ 37 w 104"/>
                  <a:gd name="T23" fmla="*/ 20 h 48"/>
                  <a:gd name="T24" fmla="*/ 0 w 104"/>
                  <a:gd name="T25" fmla="*/ 45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4" h="48">
                    <a:moveTo>
                      <a:pt x="0" y="45"/>
                    </a:moveTo>
                    <a:lnTo>
                      <a:pt x="11" y="48"/>
                    </a:lnTo>
                    <a:lnTo>
                      <a:pt x="25" y="33"/>
                    </a:lnTo>
                    <a:lnTo>
                      <a:pt x="46" y="25"/>
                    </a:lnTo>
                    <a:lnTo>
                      <a:pt x="56" y="14"/>
                    </a:lnTo>
                    <a:lnTo>
                      <a:pt x="66" y="9"/>
                    </a:lnTo>
                    <a:lnTo>
                      <a:pt x="89" y="4"/>
                    </a:lnTo>
                    <a:lnTo>
                      <a:pt x="104" y="1"/>
                    </a:lnTo>
                    <a:lnTo>
                      <a:pt x="84" y="0"/>
                    </a:lnTo>
                    <a:lnTo>
                      <a:pt x="58" y="4"/>
                    </a:lnTo>
                    <a:lnTo>
                      <a:pt x="49" y="12"/>
                    </a:lnTo>
                    <a:lnTo>
                      <a:pt x="37" y="20"/>
                    </a:lnTo>
                    <a:lnTo>
                      <a:pt x="0" y="45"/>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826053" name="Freeform 260"/>
              <p:cNvSpPr>
                <a:spLocks noChangeArrowheads="1"/>
              </p:cNvSpPr>
              <p:nvPr/>
            </p:nvSpPr>
            <p:spPr bwMode="auto">
              <a:xfrm>
                <a:off x="5357" y="1866"/>
                <a:ext cx="27" cy="7"/>
              </a:xfrm>
              <a:custGeom>
                <a:avLst/>
                <a:gdLst>
                  <a:gd name="T0" fmla="*/ 0 w 166"/>
                  <a:gd name="T1" fmla="*/ 10 h 42"/>
                  <a:gd name="T2" fmla="*/ 35 w 166"/>
                  <a:gd name="T3" fmla="*/ 6 h 42"/>
                  <a:gd name="T4" fmla="*/ 55 w 166"/>
                  <a:gd name="T5" fmla="*/ 0 h 42"/>
                  <a:gd name="T6" fmla="*/ 63 w 166"/>
                  <a:gd name="T7" fmla="*/ 0 h 42"/>
                  <a:gd name="T8" fmla="*/ 85 w 166"/>
                  <a:gd name="T9" fmla="*/ 5 h 42"/>
                  <a:gd name="T10" fmla="*/ 94 w 166"/>
                  <a:gd name="T11" fmla="*/ 14 h 42"/>
                  <a:gd name="T12" fmla="*/ 111 w 166"/>
                  <a:gd name="T13" fmla="*/ 23 h 42"/>
                  <a:gd name="T14" fmla="*/ 143 w 166"/>
                  <a:gd name="T15" fmla="*/ 36 h 42"/>
                  <a:gd name="T16" fmla="*/ 166 w 166"/>
                  <a:gd name="T17" fmla="*/ 36 h 42"/>
                  <a:gd name="T18" fmla="*/ 142 w 166"/>
                  <a:gd name="T19" fmla="*/ 42 h 42"/>
                  <a:gd name="T20" fmla="*/ 126 w 166"/>
                  <a:gd name="T21" fmla="*/ 39 h 42"/>
                  <a:gd name="T22" fmla="*/ 91 w 166"/>
                  <a:gd name="T23" fmla="*/ 22 h 42"/>
                  <a:gd name="T24" fmla="*/ 79 w 166"/>
                  <a:gd name="T25" fmla="*/ 10 h 42"/>
                  <a:gd name="T26" fmla="*/ 55 w 166"/>
                  <a:gd name="T27" fmla="*/ 8 h 42"/>
                  <a:gd name="T28" fmla="*/ 35 w 166"/>
                  <a:gd name="T29" fmla="*/ 10 h 42"/>
                  <a:gd name="T30" fmla="*/ 0 w 166"/>
                  <a:gd name="T31" fmla="*/ 1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66" h="42">
                    <a:moveTo>
                      <a:pt x="0" y="10"/>
                    </a:moveTo>
                    <a:lnTo>
                      <a:pt x="35" y="6"/>
                    </a:lnTo>
                    <a:lnTo>
                      <a:pt x="55" y="0"/>
                    </a:lnTo>
                    <a:lnTo>
                      <a:pt x="63" y="0"/>
                    </a:lnTo>
                    <a:lnTo>
                      <a:pt x="85" y="5"/>
                    </a:lnTo>
                    <a:lnTo>
                      <a:pt x="94" y="14"/>
                    </a:lnTo>
                    <a:lnTo>
                      <a:pt x="111" y="23"/>
                    </a:lnTo>
                    <a:lnTo>
                      <a:pt x="143" y="36"/>
                    </a:lnTo>
                    <a:lnTo>
                      <a:pt x="166" y="36"/>
                    </a:lnTo>
                    <a:lnTo>
                      <a:pt x="142" y="42"/>
                    </a:lnTo>
                    <a:lnTo>
                      <a:pt x="126" y="39"/>
                    </a:lnTo>
                    <a:lnTo>
                      <a:pt x="91" y="22"/>
                    </a:lnTo>
                    <a:lnTo>
                      <a:pt x="79" y="10"/>
                    </a:lnTo>
                    <a:lnTo>
                      <a:pt x="55" y="8"/>
                    </a:lnTo>
                    <a:lnTo>
                      <a:pt x="35" y="10"/>
                    </a:lnTo>
                    <a:lnTo>
                      <a:pt x="0" y="1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826054" name="Freeform 261"/>
              <p:cNvSpPr>
                <a:spLocks noChangeArrowheads="1"/>
              </p:cNvSpPr>
              <p:nvPr/>
            </p:nvSpPr>
            <p:spPr bwMode="auto">
              <a:xfrm>
                <a:off x="5335" y="1874"/>
                <a:ext cx="6" cy="5"/>
              </a:xfrm>
              <a:custGeom>
                <a:avLst/>
                <a:gdLst>
                  <a:gd name="T0" fmla="*/ 25 w 33"/>
                  <a:gd name="T1" fmla="*/ 0 h 30"/>
                  <a:gd name="T2" fmla="*/ 33 w 33"/>
                  <a:gd name="T3" fmla="*/ 11 h 30"/>
                  <a:gd name="T4" fmla="*/ 23 w 33"/>
                  <a:gd name="T5" fmla="*/ 24 h 30"/>
                  <a:gd name="T6" fmla="*/ 0 w 33"/>
                  <a:gd name="T7" fmla="*/ 30 h 30"/>
                  <a:gd name="T8" fmla="*/ 25 w 33"/>
                  <a:gd name="T9" fmla="*/ 15 h 30"/>
                  <a:gd name="T10" fmla="*/ 25 w 33"/>
                  <a:gd name="T11" fmla="*/ 0 h 30"/>
                </a:gdLst>
                <a:ahLst/>
                <a:cxnLst>
                  <a:cxn ang="0">
                    <a:pos x="T0" y="T1"/>
                  </a:cxn>
                  <a:cxn ang="0">
                    <a:pos x="T2" y="T3"/>
                  </a:cxn>
                  <a:cxn ang="0">
                    <a:pos x="T4" y="T5"/>
                  </a:cxn>
                  <a:cxn ang="0">
                    <a:pos x="T6" y="T7"/>
                  </a:cxn>
                  <a:cxn ang="0">
                    <a:pos x="T8" y="T9"/>
                  </a:cxn>
                  <a:cxn ang="0">
                    <a:pos x="T10" y="T11"/>
                  </a:cxn>
                </a:cxnLst>
                <a:rect l="0" t="0" r="r" b="b"/>
                <a:pathLst>
                  <a:path w="33" h="30">
                    <a:moveTo>
                      <a:pt x="25" y="0"/>
                    </a:moveTo>
                    <a:lnTo>
                      <a:pt x="33" y="11"/>
                    </a:lnTo>
                    <a:lnTo>
                      <a:pt x="23" y="24"/>
                    </a:lnTo>
                    <a:lnTo>
                      <a:pt x="0" y="30"/>
                    </a:lnTo>
                    <a:lnTo>
                      <a:pt x="25" y="15"/>
                    </a:lnTo>
                    <a:lnTo>
                      <a:pt x="25"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826055" name="Freeform 262"/>
              <p:cNvSpPr>
                <a:spLocks noChangeArrowheads="1"/>
              </p:cNvSpPr>
              <p:nvPr/>
            </p:nvSpPr>
            <p:spPr bwMode="auto">
              <a:xfrm>
                <a:off x="5329" y="1870"/>
                <a:ext cx="6" cy="4"/>
              </a:xfrm>
              <a:custGeom>
                <a:avLst/>
                <a:gdLst>
                  <a:gd name="T0" fmla="*/ 33 w 33"/>
                  <a:gd name="T1" fmla="*/ 16 h 28"/>
                  <a:gd name="T2" fmla="*/ 25 w 33"/>
                  <a:gd name="T3" fmla="*/ 0 h 28"/>
                  <a:gd name="T4" fmla="*/ 24 w 33"/>
                  <a:gd name="T5" fmla="*/ 13 h 28"/>
                  <a:gd name="T6" fmla="*/ 0 w 33"/>
                  <a:gd name="T7" fmla="*/ 26 h 28"/>
                  <a:gd name="T8" fmla="*/ 3 w 33"/>
                  <a:gd name="T9" fmla="*/ 28 h 28"/>
                  <a:gd name="T10" fmla="*/ 33 w 33"/>
                  <a:gd name="T11" fmla="*/ 16 h 28"/>
                </a:gdLst>
                <a:ahLst/>
                <a:cxnLst>
                  <a:cxn ang="0">
                    <a:pos x="T0" y="T1"/>
                  </a:cxn>
                  <a:cxn ang="0">
                    <a:pos x="T2" y="T3"/>
                  </a:cxn>
                  <a:cxn ang="0">
                    <a:pos x="T4" y="T5"/>
                  </a:cxn>
                  <a:cxn ang="0">
                    <a:pos x="T6" y="T7"/>
                  </a:cxn>
                  <a:cxn ang="0">
                    <a:pos x="T8" y="T9"/>
                  </a:cxn>
                  <a:cxn ang="0">
                    <a:pos x="T10" y="T11"/>
                  </a:cxn>
                </a:cxnLst>
                <a:rect l="0" t="0" r="r" b="b"/>
                <a:pathLst>
                  <a:path w="33" h="28">
                    <a:moveTo>
                      <a:pt x="33" y="16"/>
                    </a:moveTo>
                    <a:lnTo>
                      <a:pt x="25" y="0"/>
                    </a:lnTo>
                    <a:lnTo>
                      <a:pt x="24" y="13"/>
                    </a:lnTo>
                    <a:lnTo>
                      <a:pt x="0" y="26"/>
                    </a:lnTo>
                    <a:lnTo>
                      <a:pt x="3" y="28"/>
                    </a:lnTo>
                    <a:lnTo>
                      <a:pt x="33" y="16"/>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826056" name="Freeform 263"/>
              <p:cNvSpPr>
                <a:spLocks noChangeArrowheads="1"/>
              </p:cNvSpPr>
              <p:nvPr/>
            </p:nvSpPr>
            <p:spPr bwMode="auto">
              <a:xfrm>
                <a:off x="5399" y="1876"/>
                <a:ext cx="6" cy="7"/>
              </a:xfrm>
              <a:custGeom>
                <a:avLst/>
                <a:gdLst>
                  <a:gd name="T0" fmla="*/ 0 w 37"/>
                  <a:gd name="T1" fmla="*/ 0 h 42"/>
                  <a:gd name="T2" fmla="*/ 8 w 37"/>
                  <a:gd name="T3" fmla="*/ 21 h 42"/>
                  <a:gd name="T4" fmla="*/ 23 w 37"/>
                  <a:gd name="T5" fmla="*/ 39 h 42"/>
                  <a:gd name="T6" fmla="*/ 37 w 37"/>
                  <a:gd name="T7" fmla="*/ 42 h 42"/>
                  <a:gd name="T8" fmla="*/ 0 w 37"/>
                  <a:gd name="T9" fmla="*/ 0 h 42"/>
                </a:gdLst>
                <a:ahLst/>
                <a:cxnLst>
                  <a:cxn ang="0">
                    <a:pos x="T0" y="T1"/>
                  </a:cxn>
                  <a:cxn ang="0">
                    <a:pos x="T2" y="T3"/>
                  </a:cxn>
                  <a:cxn ang="0">
                    <a:pos x="T4" y="T5"/>
                  </a:cxn>
                  <a:cxn ang="0">
                    <a:pos x="T6" y="T7"/>
                  </a:cxn>
                  <a:cxn ang="0">
                    <a:pos x="T8" y="T9"/>
                  </a:cxn>
                </a:cxnLst>
                <a:rect l="0" t="0" r="r" b="b"/>
                <a:pathLst>
                  <a:path w="37" h="42">
                    <a:moveTo>
                      <a:pt x="0" y="0"/>
                    </a:moveTo>
                    <a:lnTo>
                      <a:pt x="8" y="21"/>
                    </a:lnTo>
                    <a:lnTo>
                      <a:pt x="23" y="39"/>
                    </a:lnTo>
                    <a:lnTo>
                      <a:pt x="37" y="42"/>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826057" name="Freeform 264"/>
              <p:cNvSpPr>
                <a:spLocks noChangeArrowheads="1"/>
              </p:cNvSpPr>
              <p:nvPr/>
            </p:nvSpPr>
            <p:spPr bwMode="auto">
              <a:xfrm>
                <a:off x="5420" y="1907"/>
                <a:ext cx="9" cy="6"/>
              </a:xfrm>
              <a:custGeom>
                <a:avLst/>
                <a:gdLst>
                  <a:gd name="T0" fmla="*/ 50 w 50"/>
                  <a:gd name="T1" fmla="*/ 0 h 39"/>
                  <a:gd name="T2" fmla="*/ 17 w 50"/>
                  <a:gd name="T3" fmla="*/ 14 h 39"/>
                  <a:gd name="T4" fmla="*/ 0 w 50"/>
                  <a:gd name="T5" fmla="*/ 39 h 39"/>
                  <a:gd name="T6" fmla="*/ 50 w 50"/>
                  <a:gd name="T7" fmla="*/ 0 h 39"/>
                </a:gdLst>
                <a:ahLst/>
                <a:cxnLst>
                  <a:cxn ang="0">
                    <a:pos x="T0" y="T1"/>
                  </a:cxn>
                  <a:cxn ang="0">
                    <a:pos x="T2" y="T3"/>
                  </a:cxn>
                  <a:cxn ang="0">
                    <a:pos x="T4" y="T5"/>
                  </a:cxn>
                  <a:cxn ang="0">
                    <a:pos x="T6" y="T7"/>
                  </a:cxn>
                </a:cxnLst>
                <a:rect l="0" t="0" r="r" b="b"/>
                <a:pathLst>
                  <a:path w="50" h="39">
                    <a:moveTo>
                      <a:pt x="50" y="0"/>
                    </a:moveTo>
                    <a:lnTo>
                      <a:pt x="17" y="14"/>
                    </a:lnTo>
                    <a:lnTo>
                      <a:pt x="0" y="39"/>
                    </a:lnTo>
                    <a:lnTo>
                      <a:pt x="5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1826058" name="Group 265"/>
            <p:cNvGrpSpPr>
              <a:grpSpLocks/>
            </p:cNvGrpSpPr>
            <p:nvPr/>
          </p:nvGrpSpPr>
          <p:grpSpPr bwMode="auto">
            <a:xfrm>
              <a:off x="5432" y="1894"/>
              <a:ext cx="37" cy="45"/>
              <a:chOff x="5432" y="1894"/>
              <a:chExt cx="37" cy="45"/>
            </a:xfrm>
          </p:grpSpPr>
          <p:sp>
            <p:nvSpPr>
              <p:cNvPr id="1826059" name="Freeform 266"/>
              <p:cNvSpPr>
                <a:spLocks noChangeArrowheads="1"/>
              </p:cNvSpPr>
              <p:nvPr/>
            </p:nvSpPr>
            <p:spPr bwMode="auto">
              <a:xfrm>
                <a:off x="5432" y="1894"/>
                <a:ext cx="37" cy="45"/>
              </a:xfrm>
              <a:custGeom>
                <a:avLst/>
                <a:gdLst>
                  <a:gd name="T0" fmla="*/ 77 w 219"/>
                  <a:gd name="T1" fmla="*/ 17 h 267"/>
                  <a:gd name="T2" fmla="*/ 42 w 219"/>
                  <a:gd name="T3" fmla="*/ 55 h 267"/>
                  <a:gd name="T4" fmla="*/ 26 w 219"/>
                  <a:gd name="T5" fmla="*/ 87 h 267"/>
                  <a:gd name="T6" fmla="*/ 11 w 219"/>
                  <a:gd name="T7" fmla="*/ 138 h 267"/>
                  <a:gd name="T8" fmla="*/ 11 w 219"/>
                  <a:gd name="T9" fmla="*/ 167 h 267"/>
                  <a:gd name="T10" fmla="*/ 0 w 219"/>
                  <a:gd name="T11" fmla="*/ 210 h 267"/>
                  <a:gd name="T12" fmla="*/ 178 w 219"/>
                  <a:gd name="T13" fmla="*/ 267 h 267"/>
                  <a:gd name="T14" fmla="*/ 219 w 219"/>
                  <a:gd name="T15" fmla="*/ 0 h 267"/>
                  <a:gd name="T16" fmla="*/ 146 w 219"/>
                  <a:gd name="T17" fmla="*/ 17 h 267"/>
                  <a:gd name="T18" fmla="*/ 77 w 219"/>
                  <a:gd name="T19" fmla="*/ 17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9" h="267">
                    <a:moveTo>
                      <a:pt x="77" y="17"/>
                    </a:moveTo>
                    <a:lnTo>
                      <a:pt x="42" y="55"/>
                    </a:lnTo>
                    <a:lnTo>
                      <a:pt x="26" y="87"/>
                    </a:lnTo>
                    <a:lnTo>
                      <a:pt x="11" y="138"/>
                    </a:lnTo>
                    <a:lnTo>
                      <a:pt x="11" y="167"/>
                    </a:lnTo>
                    <a:lnTo>
                      <a:pt x="0" y="210"/>
                    </a:lnTo>
                    <a:lnTo>
                      <a:pt x="178" y="267"/>
                    </a:lnTo>
                    <a:lnTo>
                      <a:pt x="219" y="0"/>
                    </a:lnTo>
                    <a:lnTo>
                      <a:pt x="146" y="17"/>
                    </a:lnTo>
                    <a:lnTo>
                      <a:pt x="77" y="17"/>
                    </a:lnTo>
                    <a:close/>
                  </a:path>
                </a:pathLst>
              </a:custGeom>
              <a:solidFill>
                <a:srgbClr val="C0C0C0"/>
              </a:solidFill>
              <a:ln w="1588">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1826060" name="Freeform 267"/>
              <p:cNvSpPr>
                <a:spLocks noChangeArrowheads="1"/>
              </p:cNvSpPr>
              <p:nvPr/>
            </p:nvSpPr>
            <p:spPr bwMode="auto">
              <a:xfrm>
                <a:off x="5436" y="1898"/>
                <a:ext cx="29" cy="37"/>
              </a:xfrm>
              <a:custGeom>
                <a:avLst/>
                <a:gdLst>
                  <a:gd name="T0" fmla="*/ 69 w 175"/>
                  <a:gd name="T1" fmla="*/ 7 h 220"/>
                  <a:gd name="T2" fmla="*/ 38 w 175"/>
                  <a:gd name="T3" fmla="*/ 42 h 220"/>
                  <a:gd name="T4" fmla="*/ 12 w 175"/>
                  <a:gd name="T5" fmla="*/ 92 h 220"/>
                  <a:gd name="T6" fmla="*/ 6 w 175"/>
                  <a:gd name="T7" fmla="*/ 128 h 220"/>
                  <a:gd name="T8" fmla="*/ 0 w 175"/>
                  <a:gd name="T9" fmla="*/ 171 h 220"/>
                  <a:gd name="T10" fmla="*/ 140 w 175"/>
                  <a:gd name="T11" fmla="*/ 220 h 220"/>
                  <a:gd name="T12" fmla="*/ 175 w 175"/>
                  <a:gd name="T13" fmla="*/ 0 h 220"/>
                  <a:gd name="T14" fmla="*/ 122 w 175"/>
                  <a:gd name="T15" fmla="*/ 10 h 220"/>
                  <a:gd name="T16" fmla="*/ 69 w 175"/>
                  <a:gd name="T17" fmla="*/ 7 h 2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5" h="220">
                    <a:moveTo>
                      <a:pt x="69" y="7"/>
                    </a:moveTo>
                    <a:lnTo>
                      <a:pt x="38" y="42"/>
                    </a:lnTo>
                    <a:lnTo>
                      <a:pt x="12" y="92"/>
                    </a:lnTo>
                    <a:lnTo>
                      <a:pt x="6" y="128"/>
                    </a:lnTo>
                    <a:lnTo>
                      <a:pt x="0" y="171"/>
                    </a:lnTo>
                    <a:lnTo>
                      <a:pt x="140" y="220"/>
                    </a:lnTo>
                    <a:lnTo>
                      <a:pt x="175" y="0"/>
                    </a:lnTo>
                    <a:lnTo>
                      <a:pt x="122" y="10"/>
                    </a:lnTo>
                    <a:lnTo>
                      <a:pt x="69" y="7"/>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sp>
        <p:nvSpPr>
          <p:cNvPr id="1826061" name="Freeform 268"/>
          <p:cNvSpPr>
            <a:spLocks noChangeArrowheads="1"/>
          </p:cNvSpPr>
          <p:nvPr/>
        </p:nvSpPr>
        <p:spPr bwMode="auto">
          <a:xfrm>
            <a:off x="9504363" y="4383088"/>
            <a:ext cx="211137" cy="212725"/>
          </a:xfrm>
          <a:custGeom>
            <a:avLst/>
            <a:gdLst>
              <a:gd name="T0" fmla="*/ 243 w 741"/>
              <a:gd name="T1" fmla="*/ 26 h 807"/>
              <a:gd name="T2" fmla="*/ 179 w 741"/>
              <a:gd name="T3" fmla="*/ 74 h 807"/>
              <a:gd name="T4" fmla="*/ 144 w 741"/>
              <a:gd name="T5" fmla="*/ 131 h 807"/>
              <a:gd name="T6" fmla="*/ 112 w 741"/>
              <a:gd name="T7" fmla="*/ 192 h 807"/>
              <a:gd name="T8" fmla="*/ 92 w 741"/>
              <a:gd name="T9" fmla="*/ 224 h 807"/>
              <a:gd name="T10" fmla="*/ 92 w 741"/>
              <a:gd name="T11" fmla="*/ 259 h 807"/>
              <a:gd name="T12" fmla="*/ 109 w 741"/>
              <a:gd name="T13" fmla="*/ 300 h 807"/>
              <a:gd name="T14" fmla="*/ 77 w 741"/>
              <a:gd name="T15" fmla="*/ 332 h 807"/>
              <a:gd name="T16" fmla="*/ 26 w 741"/>
              <a:gd name="T17" fmla="*/ 420 h 807"/>
              <a:gd name="T18" fmla="*/ 0 w 741"/>
              <a:gd name="T19" fmla="*/ 467 h 807"/>
              <a:gd name="T20" fmla="*/ 0 w 741"/>
              <a:gd name="T21" fmla="*/ 482 h 807"/>
              <a:gd name="T22" fmla="*/ 6 w 741"/>
              <a:gd name="T23" fmla="*/ 498 h 807"/>
              <a:gd name="T24" fmla="*/ 28 w 741"/>
              <a:gd name="T25" fmla="*/ 503 h 807"/>
              <a:gd name="T26" fmla="*/ 60 w 741"/>
              <a:gd name="T27" fmla="*/ 504 h 807"/>
              <a:gd name="T28" fmla="*/ 79 w 741"/>
              <a:gd name="T29" fmla="*/ 511 h 807"/>
              <a:gd name="T30" fmla="*/ 77 w 741"/>
              <a:gd name="T31" fmla="*/ 546 h 807"/>
              <a:gd name="T32" fmla="*/ 67 w 741"/>
              <a:gd name="T33" fmla="*/ 587 h 807"/>
              <a:gd name="T34" fmla="*/ 86 w 741"/>
              <a:gd name="T35" fmla="*/ 609 h 807"/>
              <a:gd name="T36" fmla="*/ 80 w 741"/>
              <a:gd name="T37" fmla="*/ 639 h 807"/>
              <a:gd name="T38" fmla="*/ 95 w 741"/>
              <a:gd name="T39" fmla="*/ 659 h 807"/>
              <a:gd name="T40" fmla="*/ 110 w 741"/>
              <a:gd name="T41" fmla="*/ 713 h 807"/>
              <a:gd name="T42" fmla="*/ 133 w 741"/>
              <a:gd name="T43" fmla="*/ 728 h 807"/>
              <a:gd name="T44" fmla="*/ 167 w 741"/>
              <a:gd name="T45" fmla="*/ 728 h 807"/>
              <a:gd name="T46" fmla="*/ 217 w 741"/>
              <a:gd name="T47" fmla="*/ 721 h 807"/>
              <a:gd name="T48" fmla="*/ 269 w 741"/>
              <a:gd name="T49" fmla="*/ 713 h 807"/>
              <a:gd name="T50" fmla="*/ 263 w 741"/>
              <a:gd name="T51" fmla="*/ 807 h 807"/>
              <a:gd name="T52" fmla="*/ 658 w 741"/>
              <a:gd name="T53" fmla="*/ 681 h 807"/>
              <a:gd name="T54" fmla="*/ 626 w 741"/>
              <a:gd name="T55" fmla="*/ 606 h 807"/>
              <a:gd name="T56" fmla="*/ 634 w 741"/>
              <a:gd name="T57" fmla="*/ 549 h 807"/>
              <a:gd name="T58" fmla="*/ 741 w 741"/>
              <a:gd name="T59" fmla="*/ 441 h 807"/>
              <a:gd name="T60" fmla="*/ 741 w 741"/>
              <a:gd name="T61" fmla="*/ 155 h 807"/>
              <a:gd name="T62" fmla="*/ 668 w 741"/>
              <a:gd name="T63" fmla="*/ 77 h 807"/>
              <a:gd name="T64" fmla="*/ 577 w 741"/>
              <a:gd name="T65" fmla="*/ 35 h 807"/>
              <a:gd name="T66" fmla="*/ 481 w 741"/>
              <a:gd name="T67" fmla="*/ 0 h 807"/>
              <a:gd name="T68" fmla="*/ 355 w 741"/>
              <a:gd name="T69" fmla="*/ 18 h 807"/>
              <a:gd name="T70" fmla="*/ 243 w 741"/>
              <a:gd name="T71" fmla="*/ 26 h 8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741" h="807">
                <a:moveTo>
                  <a:pt x="243" y="26"/>
                </a:moveTo>
                <a:lnTo>
                  <a:pt x="179" y="74"/>
                </a:lnTo>
                <a:lnTo>
                  <a:pt x="144" y="131"/>
                </a:lnTo>
                <a:lnTo>
                  <a:pt x="112" y="192"/>
                </a:lnTo>
                <a:lnTo>
                  <a:pt x="92" y="224"/>
                </a:lnTo>
                <a:lnTo>
                  <a:pt x="92" y="259"/>
                </a:lnTo>
                <a:lnTo>
                  <a:pt x="109" y="300"/>
                </a:lnTo>
                <a:lnTo>
                  <a:pt x="77" y="332"/>
                </a:lnTo>
                <a:lnTo>
                  <a:pt x="26" y="420"/>
                </a:lnTo>
                <a:lnTo>
                  <a:pt x="0" y="467"/>
                </a:lnTo>
                <a:lnTo>
                  <a:pt x="0" y="482"/>
                </a:lnTo>
                <a:lnTo>
                  <a:pt x="6" y="498"/>
                </a:lnTo>
                <a:lnTo>
                  <a:pt x="28" y="503"/>
                </a:lnTo>
                <a:lnTo>
                  <a:pt x="60" y="504"/>
                </a:lnTo>
                <a:lnTo>
                  <a:pt x="79" y="511"/>
                </a:lnTo>
                <a:lnTo>
                  <a:pt x="77" y="546"/>
                </a:lnTo>
                <a:lnTo>
                  <a:pt x="67" y="587"/>
                </a:lnTo>
                <a:lnTo>
                  <a:pt x="86" y="609"/>
                </a:lnTo>
                <a:lnTo>
                  <a:pt x="80" y="639"/>
                </a:lnTo>
                <a:lnTo>
                  <a:pt x="95" y="659"/>
                </a:lnTo>
                <a:lnTo>
                  <a:pt x="110" y="713"/>
                </a:lnTo>
                <a:lnTo>
                  <a:pt x="133" y="728"/>
                </a:lnTo>
                <a:lnTo>
                  <a:pt x="167" y="728"/>
                </a:lnTo>
                <a:lnTo>
                  <a:pt x="217" y="721"/>
                </a:lnTo>
                <a:lnTo>
                  <a:pt x="269" y="713"/>
                </a:lnTo>
                <a:lnTo>
                  <a:pt x="263" y="807"/>
                </a:lnTo>
                <a:lnTo>
                  <a:pt x="658" y="681"/>
                </a:lnTo>
                <a:lnTo>
                  <a:pt x="626" y="606"/>
                </a:lnTo>
                <a:lnTo>
                  <a:pt x="634" y="549"/>
                </a:lnTo>
                <a:lnTo>
                  <a:pt x="741" y="441"/>
                </a:lnTo>
                <a:lnTo>
                  <a:pt x="741" y="155"/>
                </a:lnTo>
                <a:lnTo>
                  <a:pt x="668" y="77"/>
                </a:lnTo>
                <a:lnTo>
                  <a:pt x="577" y="35"/>
                </a:lnTo>
                <a:lnTo>
                  <a:pt x="481" y="0"/>
                </a:lnTo>
                <a:lnTo>
                  <a:pt x="355" y="18"/>
                </a:lnTo>
                <a:lnTo>
                  <a:pt x="243" y="26"/>
                </a:lnTo>
                <a:close/>
              </a:path>
            </a:pathLst>
          </a:custGeom>
          <a:solidFill>
            <a:srgbClr val="FFC080"/>
          </a:solidFill>
          <a:ln w="1588">
            <a:solidFill>
              <a:srgbClr val="402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1826062" name="Freeform 269"/>
          <p:cNvSpPr>
            <a:spLocks noChangeArrowheads="1"/>
          </p:cNvSpPr>
          <p:nvPr/>
        </p:nvSpPr>
        <p:spPr bwMode="auto">
          <a:xfrm>
            <a:off x="9515475" y="4511675"/>
            <a:ext cx="11113" cy="3175"/>
          </a:xfrm>
          <a:custGeom>
            <a:avLst/>
            <a:gdLst>
              <a:gd name="T0" fmla="*/ 0 w 42"/>
              <a:gd name="T1" fmla="*/ 3 h 9"/>
              <a:gd name="T2" fmla="*/ 9 w 42"/>
              <a:gd name="T3" fmla="*/ 8 h 9"/>
              <a:gd name="T4" fmla="*/ 30 w 42"/>
              <a:gd name="T5" fmla="*/ 6 h 9"/>
              <a:gd name="T6" fmla="*/ 39 w 42"/>
              <a:gd name="T7" fmla="*/ 9 h 9"/>
              <a:gd name="T8" fmla="*/ 42 w 42"/>
              <a:gd name="T9" fmla="*/ 2 h 9"/>
              <a:gd name="T10" fmla="*/ 29 w 42"/>
              <a:gd name="T11" fmla="*/ 0 h 9"/>
              <a:gd name="T12" fmla="*/ 0 w 42"/>
              <a:gd name="T13" fmla="*/ 3 h 9"/>
            </a:gdLst>
            <a:ahLst/>
            <a:cxnLst>
              <a:cxn ang="0">
                <a:pos x="T0" y="T1"/>
              </a:cxn>
              <a:cxn ang="0">
                <a:pos x="T2" y="T3"/>
              </a:cxn>
              <a:cxn ang="0">
                <a:pos x="T4" y="T5"/>
              </a:cxn>
              <a:cxn ang="0">
                <a:pos x="T6" y="T7"/>
              </a:cxn>
              <a:cxn ang="0">
                <a:pos x="T8" y="T9"/>
              </a:cxn>
              <a:cxn ang="0">
                <a:pos x="T10" y="T11"/>
              </a:cxn>
              <a:cxn ang="0">
                <a:pos x="T12" y="T13"/>
              </a:cxn>
            </a:cxnLst>
            <a:rect l="0" t="0" r="r" b="b"/>
            <a:pathLst>
              <a:path w="42" h="9">
                <a:moveTo>
                  <a:pt x="0" y="3"/>
                </a:moveTo>
                <a:lnTo>
                  <a:pt x="9" y="8"/>
                </a:lnTo>
                <a:lnTo>
                  <a:pt x="30" y="6"/>
                </a:lnTo>
                <a:lnTo>
                  <a:pt x="39" y="9"/>
                </a:lnTo>
                <a:lnTo>
                  <a:pt x="42" y="2"/>
                </a:lnTo>
                <a:lnTo>
                  <a:pt x="29" y="0"/>
                </a:lnTo>
                <a:lnTo>
                  <a:pt x="0" y="3"/>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826063" name="Freeform 270"/>
          <p:cNvSpPr>
            <a:spLocks noChangeArrowheads="1"/>
          </p:cNvSpPr>
          <p:nvPr/>
        </p:nvSpPr>
        <p:spPr bwMode="auto">
          <a:xfrm>
            <a:off x="9526588" y="4503738"/>
            <a:ext cx="4762" cy="7937"/>
          </a:xfrm>
          <a:custGeom>
            <a:avLst/>
            <a:gdLst>
              <a:gd name="T0" fmla="*/ 0 w 17"/>
              <a:gd name="T1" fmla="*/ 0 h 31"/>
              <a:gd name="T2" fmla="*/ 11 w 17"/>
              <a:gd name="T3" fmla="*/ 7 h 31"/>
              <a:gd name="T4" fmla="*/ 11 w 17"/>
              <a:gd name="T5" fmla="*/ 16 h 31"/>
              <a:gd name="T6" fmla="*/ 13 w 17"/>
              <a:gd name="T7" fmla="*/ 31 h 31"/>
              <a:gd name="T8" fmla="*/ 17 w 17"/>
              <a:gd name="T9" fmla="*/ 12 h 31"/>
              <a:gd name="T10" fmla="*/ 17 w 17"/>
              <a:gd name="T11" fmla="*/ 1 h 31"/>
              <a:gd name="T12" fmla="*/ 0 w 17"/>
              <a:gd name="T13" fmla="*/ 0 h 31"/>
            </a:gdLst>
            <a:ahLst/>
            <a:cxnLst>
              <a:cxn ang="0">
                <a:pos x="T0" y="T1"/>
              </a:cxn>
              <a:cxn ang="0">
                <a:pos x="T2" y="T3"/>
              </a:cxn>
              <a:cxn ang="0">
                <a:pos x="T4" y="T5"/>
              </a:cxn>
              <a:cxn ang="0">
                <a:pos x="T6" y="T7"/>
              </a:cxn>
              <a:cxn ang="0">
                <a:pos x="T8" y="T9"/>
              </a:cxn>
              <a:cxn ang="0">
                <a:pos x="T10" y="T11"/>
              </a:cxn>
              <a:cxn ang="0">
                <a:pos x="T12" y="T13"/>
              </a:cxn>
            </a:cxnLst>
            <a:rect l="0" t="0" r="r" b="b"/>
            <a:pathLst>
              <a:path w="17" h="31">
                <a:moveTo>
                  <a:pt x="0" y="0"/>
                </a:moveTo>
                <a:lnTo>
                  <a:pt x="11" y="7"/>
                </a:lnTo>
                <a:lnTo>
                  <a:pt x="11" y="16"/>
                </a:lnTo>
                <a:lnTo>
                  <a:pt x="13" y="31"/>
                </a:lnTo>
                <a:lnTo>
                  <a:pt x="17" y="12"/>
                </a:lnTo>
                <a:lnTo>
                  <a:pt x="17" y="1"/>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826064" name="Freeform 271"/>
          <p:cNvSpPr>
            <a:spLocks noChangeArrowheads="1"/>
          </p:cNvSpPr>
          <p:nvPr/>
        </p:nvSpPr>
        <p:spPr bwMode="auto">
          <a:xfrm>
            <a:off x="9536113" y="4476750"/>
            <a:ext cx="4762" cy="15875"/>
          </a:xfrm>
          <a:custGeom>
            <a:avLst/>
            <a:gdLst>
              <a:gd name="T0" fmla="*/ 19 w 19"/>
              <a:gd name="T1" fmla="*/ 0 h 60"/>
              <a:gd name="T2" fmla="*/ 5 w 19"/>
              <a:gd name="T3" fmla="*/ 34 h 60"/>
              <a:gd name="T4" fmla="*/ 0 w 19"/>
              <a:gd name="T5" fmla="*/ 60 h 60"/>
              <a:gd name="T6" fmla="*/ 9 w 19"/>
              <a:gd name="T7" fmla="*/ 43 h 60"/>
              <a:gd name="T8" fmla="*/ 19 w 19"/>
              <a:gd name="T9" fmla="*/ 0 h 60"/>
            </a:gdLst>
            <a:ahLst/>
            <a:cxnLst>
              <a:cxn ang="0">
                <a:pos x="T0" y="T1"/>
              </a:cxn>
              <a:cxn ang="0">
                <a:pos x="T2" y="T3"/>
              </a:cxn>
              <a:cxn ang="0">
                <a:pos x="T4" y="T5"/>
              </a:cxn>
              <a:cxn ang="0">
                <a:pos x="T6" y="T7"/>
              </a:cxn>
              <a:cxn ang="0">
                <a:pos x="T8" y="T9"/>
              </a:cxn>
            </a:cxnLst>
            <a:rect l="0" t="0" r="r" b="b"/>
            <a:pathLst>
              <a:path w="19" h="60">
                <a:moveTo>
                  <a:pt x="19" y="0"/>
                </a:moveTo>
                <a:lnTo>
                  <a:pt x="5" y="34"/>
                </a:lnTo>
                <a:lnTo>
                  <a:pt x="0" y="60"/>
                </a:lnTo>
                <a:lnTo>
                  <a:pt x="9" y="43"/>
                </a:lnTo>
                <a:lnTo>
                  <a:pt x="19"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826065" name="Freeform 272"/>
          <p:cNvSpPr>
            <a:spLocks noChangeArrowheads="1"/>
          </p:cNvSpPr>
          <p:nvPr/>
        </p:nvSpPr>
        <p:spPr bwMode="auto">
          <a:xfrm>
            <a:off x="9539288" y="4460875"/>
            <a:ext cx="22225" cy="14288"/>
          </a:xfrm>
          <a:custGeom>
            <a:avLst/>
            <a:gdLst>
              <a:gd name="T0" fmla="*/ 0 w 80"/>
              <a:gd name="T1" fmla="*/ 0 h 51"/>
              <a:gd name="T2" fmla="*/ 17 w 80"/>
              <a:gd name="T3" fmla="*/ 28 h 51"/>
              <a:gd name="T4" fmla="*/ 13 w 80"/>
              <a:gd name="T5" fmla="*/ 35 h 51"/>
              <a:gd name="T6" fmla="*/ 13 w 80"/>
              <a:gd name="T7" fmla="*/ 40 h 51"/>
              <a:gd name="T8" fmla="*/ 9 w 80"/>
              <a:gd name="T9" fmla="*/ 51 h 51"/>
              <a:gd name="T10" fmla="*/ 20 w 80"/>
              <a:gd name="T11" fmla="*/ 34 h 51"/>
              <a:gd name="T12" fmla="*/ 35 w 80"/>
              <a:gd name="T13" fmla="*/ 34 h 51"/>
              <a:gd name="T14" fmla="*/ 52 w 80"/>
              <a:gd name="T15" fmla="*/ 28 h 51"/>
              <a:gd name="T16" fmla="*/ 80 w 80"/>
              <a:gd name="T17" fmla="*/ 26 h 51"/>
              <a:gd name="T18" fmla="*/ 52 w 80"/>
              <a:gd name="T19" fmla="*/ 9 h 51"/>
              <a:gd name="T20" fmla="*/ 0 w 80"/>
              <a:gd name="T21" fmla="*/ 0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0" h="51">
                <a:moveTo>
                  <a:pt x="0" y="0"/>
                </a:moveTo>
                <a:lnTo>
                  <a:pt x="17" y="28"/>
                </a:lnTo>
                <a:lnTo>
                  <a:pt x="13" y="35"/>
                </a:lnTo>
                <a:lnTo>
                  <a:pt x="13" y="40"/>
                </a:lnTo>
                <a:lnTo>
                  <a:pt x="9" y="51"/>
                </a:lnTo>
                <a:lnTo>
                  <a:pt x="20" y="34"/>
                </a:lnTo>
                <a:lnTo>
                  <a:pt x="35" y="34"/>
                </a:lnTo>
                <a:lnTo>
                  <a:pt x="52" y="28"/>
                </a:lnTo>
                <a:lnTo>
                  <a:pt x="80" y="26"/>
                </a:lnTo>
                <a:lnTo>
                  <a:pt x="52" y="9"/>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826066" name="Freeform 273"/>
          <p:cNvSpPr>
            <a:spLocks noChangeArrowheads="1"/>
          </p:cNvSpPr>
          <p:nvPr/>
        </p:nvSpPr>
        <p:spPr bwMode="auto">
          <a:xfrm>
            <a:off x="9534525" y="4441825"/>
            <a:ext cx="36513" cy="12700"/>
          </a:xfrm>
          <a:custGeom>
            <a:avLst/>
            <a:gdLst>
              <a:gd name="T0" fmla="*/ 0 w 135"/>
              <a:gd name="T1" fmla="*/ 25 h 48"/>
              <a:gd name="T2" fmla="*/ 6 w 135"/>
              <a:gd name="T3" fmla="*/ 42 h 48"/>
              <a:gd name="T4" fmla="*/ 20 w 135"/>
              <a:gd name="T5" fmla="*/ 48 h 48"/>
              <a:gd name="T6" fmla="*/ 42 w 135"/>
              <a:gd name="T7" fmla="*/ 34 h 48"/>
              <a:gd name="T8" fmla="*/ 69 w 135"/>
              <a:gd name="T9" fmla="*/ 25 h 48"/>
              <a:gd name="T10" fmla="*/ 113 w 135"/>
              <a:gd name="T11" fmla="*/ 24 h 48"/>
              <a:gd name="T12" fmla="*/ 135 w 135"/>
              <a:gd name="T13" fmla="*/ 27 h 48"/>
              <a:gd name="T14" fmla="*/ 101 w 135"/>
              <a:gd name="T15" fmla="*/ 12 h 48"/>
              <a:gd name="T16" fmla="*/ 77 w 135"/>
              <a:gd name="T17" fmla="*/ 6 h 48"/>
              <a:gd name="T18" fmla="*/ 80 w 135"/>
              <a:gd name="T19" fmla="*/ 0 h 48"/>
              <a:gd name="T20" fmla="*/ 57 w 135"/>
              <a:gd name="T21" fmla="*/ 9 h 48"/>
              <a:gd name="T22" fmla="*/ 59 w 135"/>
              <a:gd name="T23" fmla="*/ 3 h 48"/>
              <a:gd name="T24" fmla="*/ 40 w 135"/>
              <a:gd name="T25" fmla="*/ 12 h 48"/>
              <a:gd name="T26" fmla="*/ 23 w 135"/>
              <a:gd name="T27" fmla="*/ 12 h 48"/>
              <a:gd name="T28" fmla="*/ 0 w 135"/>
              <a:gd name="T29" fmla="*/ 25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35" h="48">
                <a:moveTo>
                  <a:pt x="0" y="25"/>
                </a:moveTo>
                <a:lnTo>
                  <a:pt x="6" y="42"/>
                </a:lnTo>
                <a:lnTo>
                  <a:pt x="20" y="48"/>
                </a:lnTo>
                <a:lnTo>
                  <a:pt x="42" y="34"/>
                </a:lnTo>
                <a:lnTo>
                  <a:pt x="69" y="25"/>
                </a:lnTo>
                <a:lnTo>
                  <a:pt x="113" y="24"/>
                </a:lnTo>
                <a:lnTo>
                  <a:pt x="135" y="27"/>
                </a:lnTo>
                <a:lnTo>
                  <a:pt x="101" y="12"/>
                </a:lnTo>
                <a:lnTo>
                  <a:pt x="77" y="6"/>
                </a:lnTo>
                <a:lnTo>
                  <a:pt x="80" y="0"/>
                </a:lnTo>
                <a:lnTo>
                  <a:pt x="57" y="9"/>
                </a:lnTo>
                <a:lnTo>
                  <a:pt x="59" y="3"/>
                </a:lnTo>
                <a:lnTo>
                  <a:pt x="40" y="12"/>
                </a:lnTo>
                <a:lnTo>
                  <a:pt x="23" y="12"/>
                </a:lnTo>
                <a:lnTo>
                  <a:pt x="0" y="25"/>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826067" name="Freeform 274"/>
          <p:cNvSpPr>
            <a:spLocks noChangeArrowheads="1"/>
          </p:cNvSpPr>
          <p:nvPr/>
        </p:nvSpPr>
        <p:spPr bwMode="auto">
          <a:xfrm>
            <a:off x="9620250" y="4459288"/>
            <a:ext cx="22225" cy="41275"/>
          </a:xfrm>
          <a:custGeom>
            <a:avLst/>
            <a:gdLst>
              <a:gd name="T0" fmla="*/ 0 w 78"/>
              <a:gd name="T1" fmla="*/ 30 h 159"/>
              <a:gd name="T2" fmla="*/ 24 w 78"/>
              <a:gd name="T3" fmla="*/ 10 h 159"/>
              <a:gd name="T4" fmla="*/ 52 w 78"/>
              <a:gd name="T5" fmla="*/ 15 h 159"/>
              <a:gd name="T6" fmla="*/ 68 w 78"/>
              <a:gd name="T7" fmla="*/ 41 h 159"/>
              <a:gd name="T8" fmla="*/ 71 w 78"/>
              <a:gd name="T9" fmla="*/ 77 h 159"/>
              <a:gd name="T10" fmla="*/ 68 w 78"/>
              <a:gd name="T11" fmla="*/ 105 h 159"/>
              <a:gd name="T12" fmla="*/ 59 w 78"/>
              <a:gd name="T13" fmla="*/ 128 h 159"/>
              <a:gd name="T14" fmla="*/ 44 w 78"/>
              <a:gd name="T15" fmla="*/ 93 h 159"/>
              <a:gd name="T16" fmla="*/ 31 w 78"/>
              <a:gd name="T17" fmla="*/ 73 h 159"/>
              <a:gd name="T18" fmla="*/ 5 w 78"/>
              <a:gd name="T19" fmla="*/ 60 h 159"/>
              <a:gd name="T20" fmla="*/ 25 w 78"/>
              <a:gd name="T21" fmla="*/ 89 h 159"/>
              <a:gd name="T22" fmla="*/ 47 w 78"/>
              <a:gd name="T23" fmla="*/ 111 h 159"/>
              <a:gd name="T24" fmla="*/ 49 w 78"/>
              <a:gd name="T25" fmla="*/ 134 h 159"/>
              <a:gd name="T26" fmla="*/ 40 w 78"/>
              <a:gd name="T27" fmla="*/ 156 h 159"/>
              <a:gd name="T28" fmla="*/ 28 w 78"/>
              <a:gd name="T29" fmla="*/ 159 h 159"/>
              <a:gd name="T30" fmla="*/ 61 w 78"/>
              <a:gd name="T31" fmla="*/ 151 h 159"/>
              <a:gd name="T32" fmla="*/ 77 w 78"/>
              <a:gd name="T33" fmla="*/ 117 h 159"/>
              <a:gd name="T34" fmla="*/ 78 w 78"/>
              <a:gd name="T35" fmla="*/ 73 h 159"/>
              <a:gd name="T36" fmla="*/ 77 w 78"/>
              <a:gd name="T37" fmla="*/ 33 h 159"/>
              <a:gd name="T38" fmla="*/ 59 w 78"/>
              <a:gd name="T39" fmla="*/ 7 h 159"/>
              <a:gd name="T40" fmla="*/ 34 w 78"/>
              <a:gd name="T41" fmla="*/ 0 h 159"/>
              <a:gd name="T42" fmla="*/ 10 w 78"/>
              <a:gd name="T43" fmla="*/ 4 h 159"/>
              <a:gd name="T44" fmla="*/ 0 w 78"/>
              <a:gd name="T45" fmla="*/ 30 h 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78" h="159">
                <a:moveTo>
                  <a:pt x="0" y="30"/>
                </a:moveTo>
                <a:lnTo>
                  <a:pt x="24" y="10"/>
                </a:lnTo>
                <a:lnTo>
                  <a:pt x="52" y="15"/>
                </a:lnTo>
                <a:lnTo>
                  <a:pt x="68" y="41"/>
                </a:lnTo>
                <a:lnTo>
                  <a:pt x="71" y="77"/>
                </a:lnTo>
                <a:lnTo>
                  <a:pt x="68" y="105"/>
                </a:lnTo>
                <a:lnTo>
                  <a:pt x="59" y="128"/>
                </a:lnTo>
                <a:lnTo>
                  <a:pt x="44" y="93"/>
                </a:lnTo>
                <a:lnTo>
                  <a:pt x="31" y="73"/>
                </a:lnTo>
                <a:lnTo>
                  <a:pt x="5" y="60"/>
                </a:lnTo>
                <a:lnTo>
                  <a:pt x="25" y="89"/>
                </a:lnTo>
                <a:lnTo>
                  <a:pt x="47" y="111"/>
                </a:lnTo>
                <a:lnTo>
                  <a:pt x="49" y="134"/>
                </a:lnTo>
                <a:lnTo>
                  <a:pt x="40" y="156"/>
                </a:lnTo>
                <a:lnTo>
                  <a:pt x="28" y="159"/>
                </a:lnTo>
                <a:lnTo>
                  <a:pt x="61" y="151"/>
                </a:lnTo>
                <a:lnTo>
                  <a:pt x="77" y="117"/>
                </a:lnTo>
                <a:lnTo>
                  <a:pt x="78" y="73"/>
                </a:lnTo>
                <a:lnTo>
                  <a:pt x="77" y="33"/>
                </a:lnTo>
                <a:lnTo>
                  <a:pt x="59" y="7"/>
                </a:lnTo>
                <a:lnTo>
                  <a:pt x="34" y="0"/>
                </a:lnTo>
                <a:lnTo>
                  <a:pt x="10" y="4"/>
                </a:lnTo>
                <a:lnTo>
                  <a:pt x="0" y="3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826068" name="Freeform 275"/>
          <p:cNvSpPr>
            <a:spLocks noChangeArrowheads="1"/>
          </p:cNvSpPr>
          <p:nvPr/>
        </p:nvSpPr>
        <p:spPr bwMode="auto">
          <a:xfrm>
            <a:off x="9613900" y="4452938"/>
            <a:ext cx="36513" cy="55562"/>
          </a:xfrm>
          <a:custGeom>
            <a:avLst/>
            <a:gdLst>
              <a:gd name="T0" fmla="*/ 0 w 129"/>
              <a:gd name="T1" fmla="*/ 53 h 215"/>
              <a:gd name="T2" fmla="*/ 20 w 129"/>
              <a:gd name="T3" fmla="*/ 19 h 215"/>
              <a:gd name="T4" fmla="*/ 54 w 129"/>
              <a:gd name="T5" fmla="*/ 9 h 215"/>
              <a:gd name="T6" fmla="*/ 95 w 129"/>
              <a:gd name="T7" fmla="*/ 16 h 215"/>
              <a:gd name="T8" fmla="*/ 109 w 129"/>
              <a:gd name="T9" fmla="*/ 35 h 215"/>
              <a:gd name="T10" fmla="*/ 120 w 129"/>
              <a:gd name="T11" fmla="*/ 67 h 215"/>
              <a:gd name="T12" fmla="*/ 120 w 129"/>
              <a:gd name="T13" fmla="*/ 93 h 215"/>
              <a:gd name="T14" fmla="*/ 114 w 129"/>
              <a:gd name="T15" fmla="*/ 111 h 215"/>
              <a:gd name="T16" fmla="*/ 114 w 129"/>
              <a:gd name="T17" fmla="*/ 137 h 215"/>
              <a:gd name="T18" fmla="*/ 107 w 129"/>
              <a:gd name="T19" fmla="*/ 168 h 215"/>
              <a:gd name="T20" fmla="*/ 80 w 129"/>
              <a:gd name="T21" fmla="*/ 198 h 215"/>
              <a:gd name="T22" fmla="*/ 63 w 129"/>
              <a:gd name="T23" fmla="*/ 198 h 215"/>
              <a:gd name="T24" fmla="*/ 40 w 129"/>
              <a:gd name="T25" fmla="*/ 198 h 215"/>
              <a:gd name="T26" fmla="*/ 40 w 129"/>
              <a:gd name="T27" fmla="*/ 203 h 215"/>
              <a:gd name="T28" fmla="*/ 57 w 129"/>
              <a:gd name="T29" fmla="*/ 215 h 215"/>
              <a:gd name="T30" fmla="*/ 76 w 129"/>
              <a:gd name="T31" fmla="*/ 211 h 215"/>
              <a:gd name="T32" fmla="*/ 101 w 129"/>
              <a:gd name="T33" fmla="*/ 201 h 215"/>
              <a:gd name="T34" fmla="*/ 121 w 129"/>
              <a:gd name="T35" fmla="*/ 171 h 215"/>
              <a:gd name="T36" fmla="*/ 123 w 129"/>
              <a:gd name="T37" fmla="*/ 121 h 215"/>
              <a:gd name="T38" fmla="*/ 129 w 129"/>
              <a:gd name="T39" fmla="*/ 87 h 215"/>
              <a:gd name="T40" fmla="*/ 129 w 129"/>
              <a:gd name="T41" fmla="*/ 58 h 215"/>
              <a:gd name="T42" fmla="*/ 117 w 129"/>
              <a:gd name="T43" fmla="*/ 32 h 215"/>
              <a:gd name="T44" fmla="*/ 103 w 129"/>
              <a:gd name="T45" fmla="*/ 9 h 215"/>
              <a:gd name="T46" fmla="*/ 69 w 129"/>
              <a:gd name="T47" fmla="*/ 0 h 215"/>
              <a:gd name="T48" fmla="*/ 20 w 129"/>
              <a:gd name="T49" fmla="*/ 6 h 215"/>
              <a:gd name="T50" fmla="*/ 3 w 129"/>
              <a:gd name="T51" fmla="*/ 19 h 215"/>
              <a:gd name="T52" fmla="*/ 0 w 129"/>
              <a:gd name="T53" fmla="*/ 53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29" h="215">
                <a:moveTo>
                  <a:pt x="0" y="53"/>
                </a:moveTo>
                <a:lnTo>
                  <a:pt x="20" y="19"/>
                </a:lnTo>
                <a:lnTo>
                  <a:pt x="54" y="9"/>
                </a:lnTo>
                <a:lnTo>
                  <a:pt x="95" y="16"/>
                </a:lnTo>
                <a:lnTo>
                  <a:pt x="109" y="35"/>
                </a:lnTo>
                <a:lnTo>
                  <a:pt x="120" y="67"/>
                </a:lnTo>
                <a:lnTo>
                  <a:pt x="120" y="93"/>
                </a:lnTo>
                <a:lnTo>
                  <a:pt x="114" y="111"/>
                </a:lnTo>
                <a:lnTo>
                  <a:pt x="114" y="137"/>
                </a:lnTo>
                <a:lnTo>
                  <a:pt x="107" y="168"/>
                </a:lnTo>
                <a:lnTo>
                  <a:pt x="80" y="198"/>
                </a:lnTo>
                <a:lnTo>
                  <a:pt x="63" y="198"/>
                </a:lnTo>
                <a:lnTo>
                  <a:pt x="40" y="198"/>
                </a:lnTo>
                <a:lnTo>
                  <a:pt x="40" y="203"/>
                </a:lnTo>
                <a:lnTo>
                  <a:pt x="57" y="215"/>
                </a:lnTo>
                <a:lnTo>
                  <a:pt x="76" y="211"/>
                </a:lnTo>
                <a:lnTo>
                  <a:pt x="101" y="201"/>
                </a:lnTo>
                <a:lnTo>
                  <a:pt x="121" y="171"/>
                </a:lnTo>
                <a:lnTo>
                  <a:pt x="123" y="121"/>
                </a:lnTo>
                <a:lnTo>
                  <a:pt x="129" y="87"/>
                </a:lnTo>
                <a:lnTo>
                  <a:pt x="129" y="58"/>
                </a:lnTo>
                <a:lnTo>
                  <a:pt x="117" y="32"/>
                </a:lnTo>
                <a:lnTo>
                  <a:pt x="103" y="9"/>
                </a:lnTo>
                <a:lnTo>
                  <a:pt x="69" y="0"/>
                </a:lnTo>
                <a:lnTo>
                  <a:pt x="20" y="6"/>
                </a:lnTo>
                <a:lnTo>
                  <a:pt x="3" y="19"/>
                </a:lnTo>
                <a:lnTo>
                  <a:pt x="0" y="53"/>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826069" name="Freeform 276"/>
          <p:cNvSpPr>
            <a:spLocks noChangeArrowheads="1"/>
          </p:cNvSpPr>
          <p:nvPr/>
        </p:nvSpPr>
        <p:spPr bwMode="auto">
          <a:xfrm>
            <a:off x="9596438" y="4513263"/>
            <a:ext cx="31750" cy="47625"/>
          </a:xfrm>
          <a:custGeom>
            <a:avLst/>
            <a:gdLst>
              <a:gd name="T0" fmla="*/ 118 w 118"/>
              <a:gd name="T1" fmla="*/ 0 h 179"/>
              <a:gd name="T2" fmla="*/ 102 w 118"/>
              <a:gd name="T3" fmla="*/ 39 h 179"/>
              <a:gd name="T4" fmla="*/ 77 w 118"/>
              <a:gd name="T5" fmla="*/ 80 h 179"/>
              <a:gd name="T6" fmla="*/ 52 w 118"/>
              <a:gd name="T7" fmla="*/ 116 h 179"/>
              <a:gd name="T8" fmla="*/ 17 w 118"/>
              <a:gd name="T9" fmla="*/ 164 h 179"/>
              <a:gd name="T10" fmla="*/ 0 w 118"/>
              <a:gd name="T11" fmla="*/ 179 h 179"/>
              <a:gd name="T12" fmla="*/ 39 w 118"/>
              <a:gd name="T13" fmla="*/ 159 h 179"/>
              <a:gd name="T14" fmla="*/ 70 w 118"/>
              <a:gd name="T15" fmla="*/ 115 h 179"/>
              <a:gd name="T16" fmla="*/ 99 w 118"/>
              <a:gd name="T17" fmla="*/ 67 h 179"/>
              <a:gd name="T18" fmla="*/ 118 w 118"/>
              <a:gd name="T19" fmla="*/ 0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8" h="179">
                <a:moveTo>
                  <a:pt x="118" y="0"/>
                </a:moveTo>
                <a:lnTo>
                  <a:pt x="102" y="39"/>
                </a:lnTo>
                <a:lnTo>
                  <a:pt x="77" y="80"/>
                </a:lnTo>
                <a:lnTo>
                  <a:pt x="52" y="116"/>
                </a:lnTo>
                <a:lnTo>
                  <a:pt x="17" y="164"/>
                </a:lnTo>
                <a:lnTo>
                  <a:pt x="0" y="179"/>
                </a:lnTo>
                <a:lnTo>
                  <a:pt x="39" y="159"/>
                </a:lnTo>
                <a:lnTo>
                  <a:pt x="70" y="115"/>
                </a:lnTo>
                <a:lnTo>
                  <a:pt x="99" y="67"/>
                </a:lnTo>
                <a:lnTo>
                  <a:pt x="118"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826070" name="Freeform 277"/>
          <p:cNvSpPr>
            <a:spLocks noChangeArrowheads="1"/>
          </p:cNvSpPr>
          <p:nvPr/>
        </p:nvSpPr>
        <p:spPr bwMode="auto">
          <a:xfrm>
            <a:off x="9539288" y="4352925"/>
            <a:ext cx="192087" cy="176213"/>
          </a:xfrm>
          <a:custGeom>
            <a:avLst/>
            <a:gdLst>
              <a:gd name="T0" fmla="*/ 54 w 671"/>
              <a:gd name="T1" fmla="*/ 193 h 670"/>
              <a:gd name="T2" fmla="*/ 155 w 671"/>
              <a:gd name="T3" fmla="*/ 177 h 670"/>
              <a:gd name="T4" fmla="*/ 223 w 671"/>
              <a:gd name="T5" fmla="*/ 187 h 670"/>
              <a:gd name="T6" fmla="*/ 264 w 671"/>
              <a:gd name="T7" fmla="*/ 234 h 670"/>
              <a:gd name="T8" fmla="*/ 238 w 671"/>
              <a:gd name="T9" fmla="*/ 290 h 670"/>
              <a:gd name="T10" fmla="*/ 206 w 671"/>
              <a:gd name="T11" fmla="*/ 311 h 670"/>
              <a:gd name="T12" fmla="*/ 197 w 671"/>
              <a:gd name="T13" fmla="*/ 366 h 670"/>
              <a:gd name="T14" fmla="*/ 217 w 671"/>
              <a:gd name="T15" fmla="*/ 401 h 670"/>
              <a:gd name="T16" fmla="*/ 200 w 671"/>
              <a:gd name="T17" fmla="*/ 453 h 670"/>
              <a:gd name="T18" fmla="*/ 242 w 671"/>
              <a:gd name="T19" fmla="*/ 453 h 670"/>
              <a:gd name="T20" fmla="*/ 254 w 671"/>
              <a:gd name="T21" fmla="*/ 394 h 670"/>
              <a:gd name="T22" fmla="*/ 280 w 671"/>
              <a:gd name="T23" fmla="*/ 366 h 670"/>
              <a:gd name="T24" fmla="*/ 329 w 671"/>
              <a:gd name="T25" fmla="*/ 366 h 670"/>
              <a:gd name="T26" fmla="*/ 378 w 671"/>
              <a:gd name="T27" fmla="*/ 378 h 670"/>
              <a:gd name="T28" fmla="*/ 393 w 671"/>
              <a:gd name="T29" fmla="*/ 419 h 670"/>
              <a:gd name="T30" fmla="*/ 399 w 671"/>
              <a:gd name="T31" fmla="*/ 475 h 670"/>
              <a:gd name="T32" fmla="*/ 393 w 671"/>
              <a:gd name="T33" fmla="*/ 516 h 670"/>
              <a:gd name="T34" fmla="*/ 393 w 671"/>
              <a:gd name="T35" fmla="*/ 547 h 670"/>
              <a:gd name="T36" fmla="*/ 396 w 671"/>
              <a:gd name="T37" fmla="*/ 581 h 670"/>
              <a:gd name="T38" fmla="*/ 428 w 671"/>
              <a:gd name="T39" fmla="*/ 613 h 670"/>
              <a:gd name="T40" fmla="*/ 451 w 671"/>
              <a:gd name="T41" fmla="*/ 632 h 670"/>
              <a:gd name="T42" fmla="*/ 510 w 671"/>
              <a:gd name="T43" fmla="*/ 670 h 670"/>
              <a:gd name="T44" fmla="*/ 620 w 671"/>
              <a:gd name="T45" fmla="*/ 558 h 670"/>
              <a:gd name="T46" fmla="*/ 652 w 671"/>
              <a:gd name="T47" fmla="*/ 466 h 670"/>
              <a:gd name="T48" fmla="*/ 665 w 671"/>
              <a:gd name="T49" fmla="*/ 318 h 670"/>
              <a:gd name="T50" fmla="*/ 671 w 671"/>
              <a:gd name="T51" fmla="*/ 215 h 670"/>
              <a:gd name="T52" fmla="*/ 658 w 671"/>
              <a:gd name="T53" fmla="*/ 114 h 670"/>
              <a:gd name="T54" fmla="*/ 629 w 671"/>
              <a:gd name="T55" fmla="*/ 59 h 670"/>
              <a:gd name="T56" fmla="*/ 562 w 671"/>
              <a:gd name="T57" fmla="*/ 21 h 670"/>
              <a:gd name="T58" fmla="*/ 502 w 671"/>
              <a:gd name="T59" fmla="*/ 8 h 670"/>
              <a:gd name="T60" fmla="*/ 384 w 671"/>
              <a:gd name="T61" fmla="*/ 0 h 670"/>
              <a:gd name="T62" fmla="*/ 270 w 671"/>
              <a:gd name="T63" fmla="*/ 5 h 670"/>
              <a:gd name="T64" fmla="*/ 129 w 671"/>
              <a:gd name="T65" fmla="*/ 30 h 670"/>
              <a:gd name="T66" fmla="*/ 64 w 671"/>
              <a:gd name="T67" fmla="*/ 62 h 670"/>
              <a:gd name="T68" fmla="*/ 32 w 671"/>
              <a:gd name="T69" fmla="*/ 94 h 670"/>
              <a:gd name="T70" fmla="*/ 0 w 671"/>
              <a:gd name="T71" fmla="*/ 140 h 670"/>
              <a:gd name="T72" fmla="*/ 6 w 671"/>
              <a:gd name="T73" fmla="*/ 166 h 670"/>
              <a:gd name="T74" fmla="*/ 54 w 671"/>
              <a:gd name="T75" fmla="*/ 193 h 6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671" h="670">
                <a:moveTo>
                  <a:pt x="54" y="193"/>
                </a:moveTo>
                <a:lnTo>
                  <a:pt x="155" y="177"/>
                </a:lnTo>
                <a:lnTo>
                  <a:pt x="223" y="187"/>
                </a:lnTo>
                <a:lnTo>
                  <a:pt x="264" y="234"/>
                </a:lnTo>
                <a:lnTo>
                  <a:pt x="238" y="290"/>
                </a:lnTo>
                <a:lnTo>
                  <a:pt x="206" y="311"/>
                </a:lnTo>
                <a:lnTo>
                  <a:pt x="197" y="366"/>
                </a:lnTo>
                <a:lnTo>
                  <a:pt x="217" y="401"/>
                </a:lnTo>
                <a:lnTo>
                  <a:pt x="200" y="453"/>
                </a:lnTo>
                <a:lnTo>
                  <a:pt x="242" y="453"/>
                </a:lnTo>
                <a:lnTo>
                  <a:pt x="254" y="394"/>
                </a:lnTo>
                <a:lnTo>
                  <a:pt x="280" y="366"/>
                </a:lnTo>
                <a:lnTo>
                  <a:pt x="329" y="366"/>
                </a:lnTo>
                <a:lnTo>
                  <a:pt x="378" y="378"/>
                </a:lnTo>
                <a:lnTo>
                  <a:pt x="393" y="419"/>
                </a:lnTo>
                <a:lnTo>
                  <a:pt x="399" y="475"/>
                </a:lnTo>
                <a:lnTo>
                  <a:pt x="393" y="516"/>
                </a:lnTo>
                <a:lnTo>
                  <a:pt x="393" y="547"/>
                </a:lnTo>
                <a:lnTo>
                  <a:pt x="396" y="581"/>
                </a:lnTo>
                <a:lnTo>
                  <a:pt x="428" y="613"/>
                </a:lnTo>
                <a:lnTo>
                  <a:pt x="451" y="632"/>
                </a:lnTo>
                <a:lnTo>
                  <a:pt x="510" y="670"/>
                </a:lnTo>
                <a:lnTo>
                  <a:pt x="620" y="558"/>
                </a:lnTo>
                <a:lnTo>
                  <a:pt x="652" y="466"/>
                </a:lnTo>
                <a:lnTo>
                  <a:pt x="665" y="318"/>
                </a:lnTo>
                <a:lnTo>
                  <a:pt x="671" y="215"/>
                </a:lnTo>
                <a:lnTo>
                  <a:pt x="658" y="114"/>
                </a:lnTo>
                <a:lnTo>
                  <a:pt x="629" y="59"/>
                </a:lnTo>
                <a:lnTo>
                  <a:pt x="562" y="21"/>
                </a:lnTo>
                <a:lnTo>
                  <a:pt x="502" y="8"/>
                </a:lnTo>
                <a:lnTo>
                  <a:pt x="384" y="0"/>
                </a:lnTo>
                <a:lnTo>
                  <a:pt x="270" y="5"/>
                </a:lnTo>
                <a:lnTo>
                  <a:pt x="129" y="30"/>
                </a:lnTo>
                <a:lnTo>
                  <a:pt x="64" y="62"/>
                </a:lnTo>
                <a:lnTo>
                  <a:pt x="32" y="94"/>
                </a:lnTo>
                <a:lnTo>
                  <a:pt x="0" y="140"/>
                </a:lnTo>
                <a:lnTo>
                  <a:pt x="6" y="166"/>
                </a:lnTo>
                <a:lnTo>
                  <a:pt x="54" y="193"/>
                </a:lnTo>
                <a:close/>
              </a:path>
            </a:pathLst>
          </a:custGeom>
          <a:solidFill>
            <a:srgbClr val="603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826071" name="Freeform 278"/>
          <p:cNvSpPr>
            <a:spLocks noChangeArrowheads="1"/>
          </p:cNvSpPr>
          <p:nvPr/>
        </p:nvSpPr>
        <p:spPr bwMode="auto">
          <a:xfrm>
            <a:off x="9544050" y="4354513"/>
            <a:ext cx="184150" cy="169862"/>
          </a:xfrm>
          <a:custGeom>
            <a:avLst/>
            <a:gdLst>
              <a:gd name="T0" fmla="*/ 25 w 636"/>
              <a:gd name="T1" fmla="*/ 98 h 643"/>
              <a:gd name="T2" fmla="*/ 13 w 636"/>
              <a:gd name="T3" fmla="*/ 152 h 643"/>
              <a:gd name="T4" fmla="*/ 160 w 636"/>
              <a:gd name="T5" fmla="*/ 158 h 643"/>
              <a:gd name="T6" fmla="*/ 290 w 636"/>
              <a:gd name="T7" fmla="*/ 126 h 643"/>
              <a:gd name="T8" fmla="*/ 229 w 636"/>
              <a:gd name="T9" fmla="*/ 148 h 643"/>
              <a:gd name="T10" fmla="*/ 213 w 636"/>
              <a:gd name="T11" fmla="*/ 169 h 643"/>
              <a:gd name="T12" fmla="*/ 277 w 636"/>
              <a:gd name="T13" fmla="*/ 163 h 643"/>
              <a:gd name="T14" fmla="*/ 293 w 636"/>
              <a:gd name="T15" fmla="*/ 172 h 643"/>
              <a:gd name="T16" fmla="*/ 255 w 636"/>
              <a:gd name="T17" fmla="*/ 217 h 643"/>
              <a:gd name="T18" fmla="*/ 267 w 636"/>
              <a:gd name="T19" fmla="*/ 226 h 643"/>
              <a:gd name="T20" fmla="*/ 232 w 636"/>
              <a:gd name="T21" fmla="*/ 280 h 643"/>
              <a:gd name="T22" fmla="*/ 348 w 636"/>
              <a:gd name="T23" fmla="*/ 255 h 643"/>
              <a:gd name="T24" fmla="*/ 194 w 636"/>
              <a:gd name="T25" fmla="*/ 310 h 643"/>
              <a:gd name="T26" fmla="*/ 280 w 636"/>
              <a:gd name="T27" fmla="*/ 300 h 643"/>
              <a:gd name="T28" fmla="*/ 204 w 636"/>
              <a:gd name="T29" fmla="*/ 338 h 643"/>
              <a:gd name="T30" fmla="*/ 229 w 636"/>
              <a:gd name="T31" fmla="*/ 358 h 643"/>
              <a:gd name="T32" fmla="*/ 354 w 636"/>
              <a:gd name="T33" fmla="*/ 344 h 643"/>
              <a:gd name="T34" fmla="*/ 444 w 636"/>
              <a:gd name="T35" fmla="*/ 355 h 643"/>
              <a:gd name="T36" fmla="*/ 438 w 636"/>
              <a:gd name="T37" fmla="*/ 379 h 643"/>
              <a:gd name="T38" fmla="*/ 460 w 636"/>
              <a:gd name="T39" fmla="*/ 393 h 643"/>
              <a:gd name="T40" fmla="*/ 387 w 636"/>
              <a:gd name="T41" fmla="*/ 442 h 643"/>
              <a:gd name="T42" fmla="*/ 454 w 636"/>
              <a:gd name="T43" fmla="*/ 440 h 643"/>
              <a:gd name="T44" fmla="*/ 387 w 636"/>
              <a:gd name="T45" fmla="*/ 511 h 643"/>
              <a:gd name="T46" fmla="*/ 432 w 636"/>
              <a:gd name="T47" fmla="*/ 508 h 643"/>
              <a:gd name="T48" fmla="*/ 412 w 636"/>
              <a:gd name="T49" fmla="*/ 586 h 643"/>
              <a:gd name="T50" fmla="*/ 496 w 636"/>
              <a:gd name="T51" fmla="*/ 471 h 643"/>
              <a:gd name="T52" fmla="*/ 419 w 636"/>
              <a:gd name="T53" fmla="*/ 599 h 643"/>
              <a:gd name="T54" fmla="*/ 514 w 636"/>
              <a:gd name="T55" fmla="*/ 553 h 643"/>
              <a:gd name="T56" fmla="*/ 491 w 636"/>
              <a:gd name="T57" fmla="*/ 602 h 643"/>
              <a:gd name="T58" fmla="*/ 540 w 636"/>
              <a:gd name="T59" fmla="*/ 599 h 643"/>
              <a:gd name="T60" fmla="*/ 620 w 636"/>
              <a:gd name="T61" fmla="*/ 386 h 643"/>
              <a:gd name="T62" fmla="*/ 582 w 636"/>
              <a:gd name="T63" fmla="*/ 255 h 643"/>
              <a:gd name="T64" fmla="*/ 514 w 636"/>
              <a:gd name="T65" fmla="*/ 266 h 643"/>
              <a:gd name="T66" fmla="*/ 630 w 636"/>
              <a:gd name="T67" fmla="*/ 223 h 643"/>
              <a:gd name="T68" fmla="*/ 551 w 636"/>
              <a:gd name="T69" fmla="*/ 141 h 643"/>
              <a:gd name="T70" fmla="*/ 499 w 636"/>
              <a:gd name="T71" fmla="*/ 141 h 643"/>
              <a:gd name="T72" fmla="*/ 607 w 636"/>
              <a:gd name="T73" fmla="*/ 69 h 643"/>
              <a:gd name="T74" fmla="*/ 482 w 636"/>
              <a:gd name="T75" fmla="*/ 41 h 643"/>
              <a:gd name="T76" fmla="*/ 517 w 636"/>
              <a:gd name="T77" fmla="*/ 16 h 643"/>
              <a:gd name="T78" fmla="*/ 359 w 636"/>
              <a:gd name="T79" fmla="*/ 13 h 643"/>
              <a:gd name="T80" fmla="*/ 298 w 636"/>
              <a:gd name="T81" fmla="*/ 32 h 643"/>
              <a:gd name="T82" fmla="*/ 287 w 636"/>
              <a:gd name="T83" fmla="*/ 3 h 643"/>
              <a:gd name="T84" fmla="*/ 163 w 636"/>
              <a:gd name="T85" fmla="*/ 54 h 643"/>
              <a:gd name="T86" fmla="*/ 184 w 636"/>
              <a:gd name="T87" fmla="*/ 16 h 6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636" h="643">
                <a:moveTo>
                  <a:pt x="104" y="41"/>
                </a:moveTo>
                <a:lnTo>
                  <a:pt x="51" y="63"/>
                </a:lnTo>
                <a:lnTo>
                  <a:pt x="25" y="98"/>
                </a:lnTo>
                <a:lnTo>
                  <a:pt x="10" y="121"/>
                </a:lnTo>
                <a:lnTo>
                  <a:pt x="0" y="138"/>
                </a:lnTo>
                <a:lnTo>
                  <a:pt x="13" y="152"/>
                </a:lnTo>
                <a:lnTo>
                  <a:pt x="41" y="169"/>
                </a:lnTo>
                <a:lnTo>
                  <a:pt x="110" y="158"/>
                </a:lnTo>
                <a:lnTo>
                  <a:pt x="160" y="158"/>
                </a:lnTo>
                <a:lnTo>
                  <a:pt x="194" y="141"/>
                </a:lnTo>
                <a:lnTo>
                  <a:pt x="245" y="129"/>
                </a:lnTo>
                <a:lnTo>
                  <a:pt x="290" y="126"/>
                </a:lnTo>
                <a:lnTo>
                  <a:pt x="342" y="129"/>
                </a:lnTo>
                <a:lnTo>
                  <a:pt x="267" y="138"/>
                </a:lnTo>
                <a:lnTo>
                  <a:pt x="229" y="148"/>
                </a:lnTo>
                <a:lnTo>
                  <a:pt x="201" y="158"/>
                </a:lnTo>
                <a:lnTo>
                  <a:pt x="194" y="161"/>
                </a:lnTo>
                <a:lnTo>
                  <a:pt x="213" y="169"/>
                </a:lnTo>
                <a:lnTo>
                  <a:pt x="229" y="185"/>
                </a:lnTo>
                <a:lnTo>
                  <a:pt x="255" y="169"/>
                </a:lnTo>
                <a:lnTo>
                  <a:pt x="277" y="163"/>
                </a:lnTo>
                <a:lnTo>
                  <a:pt x="325" y="155"/>
                </a:lnTo>
                <a:lnTo>
                  <a:pt x="339" y="155"/>
                </a:lnTo>
                <a:lnTo>
                  <a:pt x="293" y="172"/>
                </a:lnTo>
                <a:lnTo>
                  <a:pt x="258" y="188"/>
                </a:lnTo>
                <a:lnTo>
                  <a:pt x="239" y="201"/>
                </a:lnTo>
                <a:lnTo>
                  <a:pt x="255" y="217"/>
                </a:lnTo>
                <a:lnTo>
                  <a:pt x="293" y="204"/>
                </a:lnTo>
                <a:lnTo>
                  <a:pt x="325" y="198"/>
                </a:lnTo>
                <a:lnTo>
                  <a:pt x="267" y="226"/>
                </a:lnTo>
                <a:lnTo>
                  <a:pt x="248" y="239"/>
                </a:lnTo>
                <a:lnTo>
                  <a:pt x="242" y="266"/>
                </a:lnTo>
                <a:lnTo>
                  <a:pt x="232" y="280"/>
                </a:lnTo>
                <a:lnTo>
                  <a:pt x="267" y="263"/>
                </a:lnTo>
                <a:lnTo>
                  <a:pt x="298" y="257"/>
                </a:lnTo>
                <a:lnTo>
                  <a:pt x="348" y="255"/>
                </a:lnTo>
                <a:lnTo>
                  <a:pt x="272" y="276"/>
                </a:lnTo>
                <a:lnTo>
                  <a:pt x="226" y="294"/>
                </a:lnTo>
                <a:lnTo>
                  <a:pt x="194" y="310"/>
                </a:lnTo>
                <a:lnTo>
                  <a:pt x="191" y="335"/>
                </a:lnTo>
                <a:lnTo>
                  <a:pt x="229" y="317"/>
                </a:lnTo>
                <a:lnTo>
                  <a:pt x="280" y="300"/>
                </a:lnTo>
                <a:lnTo>
                  <a:pt x="304" y="300"/>
                </a:lnTo>
                <a:lnTo>
                  <a:pt x="248" y="320"/>
                </a:lnTo>
                <a:lnTo>
                  <a:pt x="204" y="338"/>
                </a:lnTo>
                <a:lnTo>
                  <a:pt x="187" y="355"/>
                </a:lnTo>
                <a:lnTo>
                  <a:pt x="194" y="370"/>
                </a:lnTo>
                <a:lnTo>
                  <a:pt x="229" y="358"/>
                </a:lnTo>
                <a:lnTo>
                  <a:pt x="261" y="344"/>
                </a:lnTo>
                <a:lnTo>
                  <a:pt x="327" y="341"/>
                </a:lnTo>
                <a:lnTo>
                  <a:pt x="354" y="344"/>
                </a:lnTo>
                <a:lnTo>
                  <a:pt x="415" y="348"/>
                </a:lnTo>
                <a:lnTo>
                  <a:pt x="488" y="338"/>
                </a:lnTo>
                <a:lnTo>
                  <a:pt x="444" y="355"/>
                </a:lnTo>
                <a:lnTo>
                  <a:pt x="368" y="367"/>
                </a:lnTo>
                <a:lnTo>
                  <a:pt x="384" y="393"/>
                </a:lnTo>
                <a:lnTo>
                  <a:pt x="438" y="379"/>
                </a:lnTo>
                <a:lnTo>
                  <a:pt x="491" y="361"/>
                </a:lnTo>
                <a:lnTo>
                  <a:pt x="525" y="344"/>
                </a:lnTo>
                <a:lnTo>
                  <a:pt x="460" y="393"/>
                </a:lnTo>
                <a:lnTo>
                  <a:pt x="419" y="405"/>
                </a:lnTo>
                <a:lnTo>
                  <a:pt x="384" y="417"/>
                </a:lnTo>
                <a:lnTo>
                  <a:pt x="387" y="442"/>
                </a:lnTo>
                <a:lnTo>
                  <a:pt x="438" y="434"/>
                </a:lnTo>
                <a:lnTo>
                  <a:pt x="478" y="423"/>
                </a:lnTo>
                <a:lnTo>
                  <a:pt x="454" y="440"/>
                </a:lnTo>
                <a:lnTo>
                  <a:pt x="409" y="452"/>
                </a:lnTo>
                <a:lnTo>
                  <a:pt x="387" y="455"/>
                </a:lnTo>
                <a:lnTo>
                  <a:pt x="387" y="511"/>
                </a:lnTo>
                <a:lnTo>
                  <a:pt x="435" y="492"/>
                </a:lnTo>
                <a:lnTo>
                  <a:pt x="473" y="477"/>
                </a:lnTo>
                <a:lnTo>
                  <a:pt x="432" y="508"/>
                </a:lnTo>
                <a:lnTo>
                  <a:pt x="380" y="530"/>
                </a:lnTo>
                <a:lnTo>
                  <a:pt x="384" y="556"/>
                </a:lnTo>
                <a:lnTo>
                  <a:pt x="412" y="586"/>
                </a:lnTo>
                <a:lnTo>
                  <a:pt x="438" y="553"/>
                </a:lnTo>
                <a:lnTo>
                  <a:pt x="473" y="511"/>
                </a:lnTo>
                <a:lnTo>
                  <a:pt x="496" y="471"/>
                </a:lnTo>
                <a:lnTo>
                  <a:pt x="473" y="533"/>
                </a:lnTo>
                <a:lnTo>
                  <a:pt x="454" y="556"/>
                </a:lnTo>
                <a:lnTo>
                  <a:pt x="419" y="599"/>
                </a:lnTo>
                <a:lnTo>
                  <a:pt x="444" y="628"/>
                </a:lnTo>
                <a:lnTo>
                  <a:pt x="485" y="594"/>
                </a:lnTo>
                <a:lnTo>
                  <a:pt x="514" y="553"/>
                </a:lnTo>
                <a:lnTo>
                  <a:pt x="540" y="508"/>
                </a:lnTo>
                <a:lnTo>
                  <a:pt x="517" y="573"/>
                </a:lnTo>
                <a:lnTo>
                  <a:pt x="491" y="602"/>
                </a:lnTo>
                <a:lnTo>
                  <a:pt x="465" y="631"/>
                </a:lnTo>
                <a:lnTo>
                  <a:pt x="488" y="643"/>
                </a:lnTo>
                <a:lnTo>
                  <a:pt x="540" y="599"/>
                </a:lnTo>
                <a:lnTo>
                  <a:pt x="589" y="530"/>
                </a:lnTo>
                <a:lnTo>
                  <a:pt x="607" y="477"/>
                </a:lnTo>
                <a:lnTo>
                  <a:pt x="620" y="386"/>
                </a:lnTo>
                <a:lnTo>
                  <a:pt x="627" y="317"/>
                </a:lnTo>
                <a:lnTo>
                  <a:pt x="636" y="239"/>
                </a:lnTo>
                <a:lnTo>
                  <a:pt x="582" y="255"/>
                </a:lnTo>
                <a:lnTo>
                  <a:pt x="522" y="276"/>
                </a:lnTo>
                <a:lnTo>
                  <a:pt x="432" y="297"/>
                </a:lnTo>
                <a:lnTo>
                  <a:pt x="514" y="266"/>
                </a:lnTo>
                <a:lnTo>
                  <a:pt x="543" y="249"/>
                </a:lnTo>
                <a:lnTo>
                  <a:pt x="601" y="229"/>
                </a:lnTo>
                <a:lnTo>
                  <a:pt x="630" y="223"/>
                </a:lnTo>
                <a:lnTo>
                  <a:pt x="630" y="182"/>
                </a:lnTo>
                <a:lnTo>
                  <a:pt x="623" y="129"/>
                </a:lnTo>
                <a:lnTo>
                  <a:pt x="551" y="141"/>
                </a:lnTo>
                <a:lnTo>
                  <a:pt x="505" y="155"/>
                </a:lnTo>
                <a:lnTo>
                  <a:pt x="447" y="182"/>
                </a:lnTo>
                <a:lnTo>
                  <a:pt x="499" y="141"/>
                </a:lnTo>
                <a:lnTo>
                  <a:pt x="560" y="124"/>
                </a:lnTo>
                <a:lnTo>
                  <a:pt x="620" y="109"/>
                </a:lnTo>
                <a:lnTo>
                  <a:pt x="607" y="69"/>
                </a:lnTo>
                <a:lnTo>
                  <a:pt x="589" y="45"/>
                </a:lnTo>
                <a:lnTo>
                  <a:pt x="534" y="28"/>
                </a:lnTo>
                <a:lnTo>
                  <a:pt x="482" y="41"/>
                </a:lnTo>
                <a:lnTo>
                  <a:pt x="432" y="76"/>
                </a:lnTo>
                <a:lnTo>
                  <a:pt x="465" y="35"/>
                </a:lnTo>
                <a:lnTo>
                  <a:pt x="517" y="16"/>
                </a:lnTo>
                <a:lnTo>
                  <a:pt x="460" y="6"/>
                </a:lnTo>
                <a:lnTo>
                  <a:pt x="419" y="3"/>
                </a:lnTo>
                <a:lnTo>
                  <a:pt x="359" y="13"/>
                </a:lnTo>
                <a:lnTo>
                  <a:pt x="318" y="38"/>
                </a:lnTo>
                <a:lnTo>
                  <a:pt x="255" y="51"/>
                </a:lnTo>
                <a:lnTo>
                  <a:pt x="298" y="32"/>
                </a:lnTo>
                <a:lnTo>
                  <a:pt x="330" y="13"/>
                </a:lnTo>
                <a:lnTo>
                  <a:pt x="348" y="0"/>
                </a:lnTo>
                <a:lnTo>
                  <a:pt x="287" y="3"/>
                </a:lnTo>
                <a:lnTo>
                  <a:pt x="232" y="6"/>
                </a:lnTo>
                <a:lnTo>
                  <a:pt x="198" y="22"/>
                </a:lnTo>
                <a:lnTo>
                  <a:pt x="163" y="54"/>
                </a:lnTo>
                <a:lnTo>
                  <a:pt x="136" y="95"/>
                </a:lnTo>
                <a:lnTo>
                  <a:pt x="151" y="48"/>
                </a:lnTo>
                <a:lnTo>
                  <a:pt x="184" y="16"/>
                </a:lnTo>
                <a:lnTo>
                  <a:pt x="104" y="41"/>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nvGrpSpPr>
          <p:cNvPr id="1826072" name="Group 279"/>
          <p:cNvGrpSpPr>
            <a:grpSpLocks/>
          </p:cNvGrpSpPr>
          <p:nvPr/>
        </p:nvGrpSpPr>
        <p:grpSpPr bwMode="auto">
          <a:xfrm>
            <a:off x="9158288" y="4784725"/>
            <a:ext cx="200025" cy="112713"/>
            <a:chOff x="5264" y="1904"/>
            <a:chExt cx="116" cy="71"/>
          </a:xfrm>
        </p:grpSpPr>
        <p:sp>
          <p:nvSpPr>
            <p:cNvPr id="1826073" name="Freeform 280"/>
            <p:cNvSpPr>
              <a:spLocks noChangeArrowheads="1"/>
            </p:cNvSpPr>
            <p:nvPr/>
          </p:nvSpPr>
          <p:spPr bwMode="auto">
            <a:xfrm>
              <a:off x="5264" y="1904"/>
              <a:ext cx="116" cy="71"/>
            </a:xfrm>
            <a:custGeom>
              <a:avLst/>
              <a:gdLst>
                <a:gd name="T0" fmla="*/ 698 w 698"/>
                <a:gd name="T1" fmla="*/ 253 h 425"/>
                <a:gd name="T2" fmla="*/ 611 w 698"/>
                <a:gd name="T3" fmla="*/ 233 h 425"/>
                <a:gd name="T4" fmla="*/ 579 w 698"/>
                <a:gd name="T5" fmla="*/ 227 h 425"/>
                <a:gd name="T6" fmla="*/ 558 w 698"/>
                <a:gd name="T7" fmla="*/ 210 h 425"/>
                <a:gd name="T8" fmla="*/ 538 w 698"/>
                <a:gd name="T9" fmla="*/ 182 h 425"/>
                <a:gd name="T10" fmla="*/ 496 w 698"/>
                <a:gd name="T11" fmla="*/ 143 h 425"/>
                <a:gd name="T12" fmla="*/ 420 w 698"/>
                <a:gd name="T13" fmla="*/ 79 h 425"/>
                <a:gd name="T14" fmla="*/ 407 w 698"/>
                <a:gd name="T15" fmla="*/ 58 h 425"/>
                <a:gd name="T16" fmla="*/ 387 w 698"/>
                <a:gd name="T17" fmla="*/ 38 h 425"/>
                <a:gd name="T18" fmla="*/ 347 w 698"/>
                <a:gd name="T19" fmla="*/ 32 h 425"/>
                <a:gd name="T20" fmla="*/ 225 w 698"/>
                <a:gd name="T21" fmla="*/ 11 h 425"/>
                <a:gd name="T22" fmla="*/ 192 w 698"/>
                <a:gd name="T23" fmla="*/ 0 h 425"/>
                <a:gd name="T24" fmla="*/ 162 w 698"/>
                <a:gd name="T25" fmla="*/ 14 h 425"/>
                <a:gd name="T26" fmla="*/ 147 w 698"/>
                <a:gd name="T27" fmla="*/ 27 h 425"/>
                <a:gd name="T28" fmla="*/ 75 w 698"/>
                <a:gd name="T29" fmla="*/ 52 h 425"/>
                <a:gd name="T30" fmla="*/ 48 w 698"/>
                <a:gd name="T31" fmla="*/ 62 h 425"/>
                <a:gd name="T32" fmla="*/ 37 w 698"/>
                <a:gd name="T33" fmla="*/ 73 h 425"/>
                <a:gd name="T34" fmla="*/ 24 w 698"/>
                <a:gd name="T35" fmla="*/ 114 h 425"/>
                <a:gd name="T36" fmla="*/ 16 w 698"/>
                <a:gd name="T37" fmla="*/ 133 h 425"/>
                <a:gd name="T38" fmla="*/ 9 w 698"/>
                <a:gd name="T39" fmla="*/ 146 h 425"/>
                <a:gd name="T40" fmla="*/ 0 w 698"/>
                <a:gd name="T41" fmla="*/ 165 h 425"/>
                <a:gd name="T42" fmla="*/ 0 w 698"/>
                <a:gd name="T43" fmla="*/ 181 h 425"/>
                <a:gd name="T44" fmla="*/ 15 w 698"/>
                <a:gd name="T45" fmla="*/ 191 h 425"/>
                <a:gd name="T46" fmla="*/ 43 w 698"/>
                <a:gd name="T47" fmla="*/ 190 h 425"/>
                <a:gd name="T48" fmla="*/ 89 w 698"/>
                <a:gd name="T49" fmla="*/ 168 h 425"/>
                <a:gd name="T50" fmla="*/ 147 w 698"/>
                <a:gd name="T51" fmla="*/ 158 h 425"/>
                <a:gd name="T52" fmla="*/ 198 w 698"/>
                <a:gd name="T53" fmla="*/ 165 h 425"/>
                <a:gd name="T54" fmla="*/ 144 w 698"/>
                <a:gd name="T55" fmla="*/ 179 h 425"/>
                <a:gd name="T56" fmla="*/ 105 w 698"/>
                <a:gd name="T57" fmla="*/ 191 h 425"/>
                <a:gd name="T58" fmla="*/ 61 w 698"/>
                <a:gd name="T59" fmla="*/ 210 h 425"/>
                <a:gd name="T60" fmla="*/ 51 w 698"/>
                <a:gd name="T61" fmla="*/ 224 h 425"/>
                <a:gd name="T62" fmla="*/ 51 w 698"/>
                <a:gd name="T63" fmla="*/ 242 h 425"/>
                <a:gd name="T64" fmla="*/ 67 w 698"/>
                <a:gd name="T65" fmla="*/ 253 h 425"/>
                <a:gd name="T66" fmla="*/ 87 w 698"/>
                <a:gd name="T67" fmla="*/ 250 h 425"/>
                <a:gd name="T68" fmla="*/ 150 w 698"/>
                <a:gd name="T69" fmla="*/ 233 h 425"/>
                <a:gd name="T70" fmla="*/ 205 w 698"/>
                <a:gd name="T71" fmla="*/ 230 h 425"/>
                <a:gd name="T72" fmla="*/ 249 w 698"/>
                <a:gd name="T73" fmla="*/ 233 h 425"/>
                <a:gd name="T74" fmla="*/ 273 w 698"/>
                <a:gd name="T75" fmla="*/ 250 h 425"/>
                <a:gd name="T76" fmla="*/ 301 w 698"/>
                <a:gd name="T77" fmla="*/ 279 h 425"/>
                <a:gd name="T78" fmla="*/ 323 w 698"/>
                <a:gd name="T79" fmla="*/ 310 h 425"/>
                <a:gd name="T80" fmla="*/ 346 w 698"/>
                <a:gd name="T81" fmla="*/ 342 h 425"/>
                <a:gd name="T82" fmla="*/ 364 w 698"/>
                <a:gd name="T83" fmla="*/ 366 h 425"/>
                <a:gd name="T84" fmla="*/ 397 w 698"/>
                <a:gd name="T85" fmla="*/ 389 h 425"/>
                <a:gd name="T86" fmla="*/ 429 w 698"/>
                <a:gd name="T87" fmla="*/ 396 h 425"/>
                <a:gd name="T88" fmla="*/ 464 w 698"/>
                <a:gd name="T89" fmla="*/ 399 h 425"/>
                <a:gd name="T90" fmla="*/ 507 w 698"/>
                <a:gd name="T91" fmla="*/ 396 h 425"/>
                <a:gd name="T92" fmla="*/ 539 w 698"/>
                <a:gd name="T93" fmla="*/ 393 h 425"/>
                <a:gd name="T94" fmla="*/ 582 w 698"/>
                <a:gd name="T95" fmla="*/ 404 h 425"/>
                <a:gd name="T96" fmla="*/ 698 w 698"/>
                <a:gd name="T97" fmla="*/ 425 h 425"/>
                <a:gd name="T98" fmla="*/ 698 w 698"/>
                <a:gd name="T99" fmla="*/ 253 h 4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698" h="425">
                  <a:moveTo>
                    <a:pt x="698" y="253"/>
                  </a:moveTo>
                  <a:lnTo>
                    <a:pt x="611" y="233"/>
                  </a:lnTo>
                  <a:lnTo>
                    <a:pt x="579" y="227"/>
                  </a:lnTo>
                  <a:lnTo>
                    <a:pt x="558" y="210"/>
                  </a:lnTo>
                  <a:lnTo>
                    <a:pt x="538" y="182"/>
                  </a:lnTo>
                  <a:lnTo>
                    <a:pt x="496" y="143"/>
                  </a:lnTo>
                  <a:lnTo>
                    <a:pt x="420" y="79"/>
                  </a:lnTo>
                  <a:lnTo>
                    <a:pt x="407" y="58"/>
                  </a:lnTo>
                  <a:lnTo>
                    <a:pt x="387" y="38"/>
                  </a:lnTo>
                  <a:lnTo>
                    <a:pt x="347" y="32"/>
                  </a:lnTo>
                  <a:lnTo>
                    <a:pt x="225" y="11"/>
                  </a:lnTo>
                  <a:lnTo>
                    <a:pt x="192" y="0"/>
                  </a:lnTo>
                  <a:lnTo>
                    <a:pt x="162" y="14"/>
                  </a:lnTo>
                  <a:lnTo>
                    <a:pt x="147" y="27"/>
                  </a:lnTo>
                  <a:lnTo>
                    <a:pt x="75" y="52"/>
                  </a:lnTo>
                  <a:lnTo>
                    <a:pt x="48" y="62"/>
                  </a:lnTo>
                  <a:lnTo>
                    <a:pt x="37" y="73"/>
                  </a:lnTo>
                  <a:lnTo>
                    <a:pt x="24" y="114"/>
                  </a:lnTo>
                  <a:lnTo>
                    <a:pt x="16" y="133"/>
                  </a:lnTo>
                  <a:lnTo>
                    <a:pt x="9" y="146"/>
                  </a:lnTo>
                  <a:lnTo>
                    <a:pt x="0" y="165"/>
                  </a:lnTo>
                  <a:lnTo>
                    <a:pt x="0" y="181"/>
                  </a:lnTo>
                  <a:lnTo>
                    <a:pt x="15" y="191"/>
                  </a:lnTo>
                  <a:lnTo>
                    <a:pt x="43" y="190"/>
                  </a:lnTo>
                  <a:lnTo>
                    <a:pt x="89" y="168"/>
                  </a:lnTo>
                  <a:lnTo>
                    <a:pt x="147" y="158"/>
                  </a:lnTo>
                  <a:lnTo>
                    <a:pt x="198" y="165"/>
                  </a:lnTo>
                  <a:lnTo>
                    <a:pt x="144" y="179"/>
                  </a:lnTo>
                  <a:lnTo>
                    <a:pt x="105" y="191"/>
                  </a:lnTo>
                  <a:lnTo>
                    <a:pt x="61" y="210"/>
                  </a:lnTo>
                  <a:lnTo>
                    <a:pt x="51" y="224"/>
                  </a:lnTo>
                  <a:lnTo>
                    <a:pt x="51" y="242"/>
                  </a:lnTo>
                  <a:lnTo>
                    <a:pt x="67" y="253"/>
                  </a:lnTo>
                  <a:lnTo>
                    <a:pt x="87" y="250"/>
                  </a:lnTo>
                  <a:lnTo>
                    <a:pt x="150" y="233"/>
                  </a:lnTo>
                  <a:lnTo>
                    <a:pt x="205" y="230"/>
                  </a:lnTo>
                  <a:lnTo>
                    <a:pt x="249" y="233"/>
                  </a:lnTo>
                  <a:lnTo>
                    <a:pt x="273" y="250"/>
                  </a:lnTo>
                  <a:lnTo>
                    <a:pt x="301" y="279"/>
                  </a:lnTo>
                  <a:lnTo>
                    <a:pt x="323" y="310"/>
                  </a:lnTo>
                  <a:lnTo>
                    <a:pt x="346" y="342"/>
                  </a:lnTo>
                  <a:lnTo>
                    <a:pt x="364" y="366"/>
                  </a:lnTo>
                  <a:lnTo>
                    <a:pt x="397" y="389"/>
                  </a:lnTo>
                  <a:lnTo>
                    <a:pt x="429" y="396"/>
                  </a:lnTo>
                  <a:lnTo>
                    <a:pt x="464" y="399"/>
                  </a:lnTo>
                  <a:lnTo>
                    <a:pt x="507" y="396"/>
                  </a:lnTo>
                  <a:lnTo>
                    <a:pt x="539" y="393"/>
                  </a:lnTo>
                  <a:lnTo>
                    <a:pt x="582" y="404"/>
                  </a:lnTo>
                  <a:lnTo>
                    <a:pt x="698" y="425"/>
                  </a:lnTo>
                  <a:lnTo>
                    <a:pt x="698" y="253"/>
                  </a:lnTo>
                  <a:close/>
                </a:path>
              </a:pathLst>
            </a:custGeom>
            <a:solidFill>
              <a:srgbClr val="FFC080"/>
            </a:solidFill>
            <a:ln w="1588">
              <a:solidFill>
                <a:srgbClr val="402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1826074" name="Freeform 281"/>
            <p:cNvSpPr>
              <a:spLocks noChangeArrowheads="1"/>
            </p:cNvSpPr>
            <p:nvPr/>
          </p:nvSpPr>
          <p:spPr bwMode="auto">
            <a:xfrm>
              <a:off x="5269" y="1916"/>
              <a:ext cx="37" cy="9"/>
            </a:xfrm>
            <a:custGeom>
              <a:avLst/>
              <a:gdLst>
                <a:gd name="T0" fmla="*/ 0 w 223"/>
                <a:gd name="T1" fmla="*/ 52 h 52"/>
                <a:gd name="T2" fmla="*/ 38 w 223"/>
                <a:gd name="T3" fmla="*/ 36 h 52"/>
                <a:gd name="T4" fmla="*/ 69 w 223"/>
                <a:gd name="T5" fmla="*/ 30 h 52"/>
                <a:gd name="T6" fmla="*/ 107 w 223"/>
                <a:gd name="T7" fmla="*/ 18 h 52"/>
                <a:gd name="T8" fmla="*/ 139 w 223"/>
                <a:gd name="T9" fmla="*/ 11 h 52"/>
                <a:gd name="T10" fmla="*/ 189 w 223"/>
                <a:gd name="T11" fmla="*/ 15 h 52"/>
                <a:gd name="T12" fmla="*/ 223 w 223"/>
                <a:gd name="T13" fmla="*/ 18 h 52"/>
                <a:gd name="T14" fmla="*/ 171 w 223"/>
                <a:gd name="T15" fmla="*/ 8 h 52"/>
                <a:gd name="T16" fmla="*/ 127 w 223"/>
                <a:gd name="T17" fmla="*/ 0 h 52"/>
                <a:gd name="T18" fmla="*/ 69 w 223"/>
                <a:gd name="T19" fmla="*/ 24 h 52"/>
                <a:gd name="T20" fmla="*/ 38 w 223"/>
                <a:gd name="T21" fmla="*/ 28 h 52"/>
                <a:gd name="T22" fmla="*/ 3 w 223"/>
                <a:gd name="T23" fmla="*/ 45 h 52"/>
                <a:gd name="T24" fmla="*/ 0 w 223"/>
                <a:gd name="T25" fmla="*/ 52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3" h="52">
                  <a:moveTo>
                    <a:pt x="0" y="52"/>
                  </a:moveTo>
                  <a:lnTo>
                    <a:pt x="38" y="36"/>
                  </a:lnTo>
                  <a:lnTo>
                    <a:pt x="69" y="30"/>
                  </a:lnTo>
                  <a:lnTo>
                    <a:pt x="107" y="18"/>
                  </a:lnTo>
                  <a:lnTo>
                    <a:pt x="139" y="11"/>
                  </a:lnTo>
                  <a:lnTo>
                    <a:pt x="189" y="15"/>
                  </a:lnTo>
                  <a:lnTo>
                    <a:pt x="223" y="18"/>
                  </a:lnTo>
                  <a:lnTo>
                    <a:pt x="171" y="8"/>
                  </a:lnTo>
                  <a:lnTo>
                    <a:pt x="127" y="0"/>
                  </a:lnTo>
                  <a:lnTo>
                    <a:pt x="69" y="24"/>
                  </a:lnTo>
                  <a:lnTo>
                    <a:pt x="38" y="28"/>
                  </a:lnTo>
                  <a:lnTo>
                    <a:pt x="3" y="45"/>
                  </a:lnTo>
                  <a:lnTo>
                    <a:pt x="0" y="52"/>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826075" name="Freeform 282"/>
            <p:cNvSpPr>
              <a:spLocks noChangeArrowheads="1"/>
            </p:cNvSpPr>
            <p:nvPr/>
          </p:nvSpPr>
          <p:spPr bwMode="auto">
            <a:xfrm>
              <a:off x="5289" y="1907"/>
              <a:ext cx="31" cy="6"/>
            </a:xfrm>
            <a:custGeom>
              <a:avLst/>
              <a:gdLst>
                <a:gd name="T0" fmla="*/ 51 w 188"/>
                <a:gd name="T1" fmla="*/ 0 h 36"/>
                <a:gd name="T2" fmla="*/ 29 w 188"/>
                <a:gd name="T3" fmla="*/ 1 h 36"/>
                <a:gd name="T4" fmla="*/ 0 w 188"/>
                <a:gd name="T5" fmla="*/ 11 h 36"/>
                <a:gd name="T6" fmla="*/ 19 w 188"/>
                <a:gd name="T7" fmla="*/ 9 h 36"/>
                <a:gd name="T8" fmla="*/ 48 w 188"/>
                <a:gd name="T9" fmla="*/ 4 h 36"/>
                <a:gd name="T10" fmla="*/ 109 w 188"/>
                <a:gd name="T11" fmla="*/ 20 h 36"/>
                <a:gd name="T12" fmla="*/ 143 w 188"/>
                <a:gd name="T13" fmla="*/ 30 h 36"/>
                <a:gd name="T14" fmla="*/ 181 w 188"/>
                <a:gd name="T15" fmla="*/ 36 h 36"/>
                <a:gd name="T16" fmla="*/ 188 w 188"/>
                <a:gd name="T17" fmla="*/ 30 h 36"/>
                <a:gd name="T18" fmla="*/ 146 w 188"/>
                <a:gd name="T19" fmla="*/ 22 h 36"/>
                <a:gd name="T20" fmla="*/ 97 w 188"/>
                <a:gd name="T21" fmla="*/ 11 h 36"/>
                <a:gd name="T22" fmla="*/ 51 w 188"/>
                <a:gd name="T23" fmla="*/ 0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8" h="36">
                  <a:moveTo>
                    <a:pt x="51" y="0"/>
                  </a:moveTo>
                  <a:lnTo>
                    <a:pt x="29" y="1"/>
                  </a:lnTo>
                  <a:lnTo>
                    <a:pt x="0" y="11"/>
                  </a:lnTo>
                  <a:lnTo>
                    <a:pt x="19" y="9"/>
                  </a:lnTo>
                  <a:lnTo>
                    <a:pt x="48" y="4"/>
                  </a:lnTo>
                  <a:lnTo>
                    <a:pt x="109" y="20"/>
                  </a:lnTo>
                  <a:lnTo>
                    <a:pt x="143" y="30"/>
                  </a:lnTo>
                  <a:lnTo>
                    <a:pt x="181" y="36"/>
                  </a:lnTo>
                  <a:lnTo>
                    <a:pt x="188" y="30"/>
                  </a:lnTo>
                  <a:lnTo>
                    <a:pt x="146" y="22"/>
                  </a:lnTo>
                  <a:lnTo>
                    <a:pt x="97" y="11"/>
                  </a:lnTo>
                  <a:lnTo>
                    <a:pt x="51"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826076" name="Freeform 283"/>
            <p:cNvSpPr>
              <a:spLocks noChangeArrowheads="1"/>
            </p:cNvSpPr>
            <p:nvPr/>
          </p:nvSpPr>
          <p:spPr bwMode="auto">
            <a:xfrm>
              <a:off x="5295" y="1929"/>
              <a:ext cx="13" cy="3"/>
            </a:xfrm>
            <a:custGeom>
              <a:avLst/>
              <a:gdLst>
                <a:gd name="T0" fmla="*/ 0 w 76"/>
                <a:gd name="T1" fmla="*/ 8 h 17"/>
                <a:gd name="T2" fmla="*/ 8 w 76"/>
                <a:gd name="T3" fmla="*/ 17 h 17"/>
                <a:gd name="T4" fmla="*/ 36 w 76"/>
                <a:gd name="T5" fmla="*/ 12 h 17"/>
                <a:gd name="T6" fmla="*/ 67 w 76"/>
                <a:gd name="T7" fmla="*/ 12 h 17"/>
                <a:gd name="T8" fmla="*/ 76 w 76"/>
                <a:gd name="T9" fmla="*/ 0 h 17"/>
                <a:gd name="T10" fmla="*/ 55 w 76"/>
                <a:gd name="T11" fmla="*/ 4 h 17"/>
                <a:gd name="T12" fmla="*/ 0 w 76"/>
                <a:gd name="T13" fmla="*/ 8 h 17"/>
              </a:gdLst>
              <a:ahLst/>
              <a:cxnLst>
                <a:cxn ang="0">
                  <a:pos x="T0" y="T1"/>
                </a:cxn>
                <a:cxn ang="0">
                  <a:pos x="T2" y="T3"/>
                </a:cxn>
                <a:cxn ang="0">
                  <a:pos x="T4" y="T5"/>
                </a:cxn>
                <a:cxn ang="0">
                  <a:pos x="T6" y="T7"/>
                </a:cxn>
                <a:cxn ang="0">
                  <a:pos x="T8" y="T9"/>
                </a:cxn>
                <a:cxn ang="0">
                  <a:pos x="T10" y="T11"/>
                </a:cxn>
                <a:cxn ang="0">
                  <a:pos x="T12" y="T13"/>
                </a:cxn>
              </a:cxnLst>
              <a:rect l="0" t="0" r="r" b="b"/>
              <a:pathLst>
                <a:path w="76" h="17">
                  <a:moveTo>
                    <a:pt x="0" y="8"/>
                  </a:moveTo>
                  <a:lnTo>
                    <a:pt x="8" y="17"/>
                  </a:lnTo>
                  <a:lnTo>
                    <a:pt x="36" y="12"/>
                  </a:lnTo>
                  <a:lnTo>
                    <a:pt x="67" y="12"/>
                  </a:lnTo>
                  <a:lnTo>
                    <a:pt x="76" y="0"/>
                  </a:lnTo>
                  <a:lnTo>
                    <a:pt x="55" y="4"/>
                  </a:lnTo>
                  <a:lnTo>
                    <a:pt x="0" y="8"/>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826077" name="Freeform 284"/>
            <p:cNvSpPr>
              <a:spLocks noChangeArrowheads="1"/>
            </p:cNvSpPr>
            <p:nvPr/>
          </p:nvSpPr>
          <p:spPr bwMode="auto">
            <a:xfrm>
              <a:off x="5268" y="1926"/>
              <a:ext cx="3" cy="6"/>
            </a:xfrm>
            <a:custGeom>
              <a:avLst/>
              <a:gdLst>
                <a:gd name="T0" fmla="*/ 19 w 19"/>
                <a:gd name="T1" fmla="*/ 0 h 32"/>
                <a:gd name="T2" fmla="*/ 19 w 19"/>
                <a:gd name="T3" fmla="*/ 9 h 32"/>
                <a:gd name="T4" fmla="*/ 14 w 19"/>
                <a:gd name="T5" fmla="*/ 24 h 32"/>
                <a:gd name="T6" fmla="*/ 0 w 19"/>
                <a:gd name="T7" fmla="*/ 32 h 32"/>
                <a:gd name="T8" fmla="*/ 19 w 19"/>
                <a:gd name="T9" fmla="*/ 0 h 32"/>
              </a:gdLst>
              <a:ahLst/>
              <a:cxnLst>
                <a:cxn ang="0">
                  <a:pos x="T0" y="T1"/>
                </a:cxn>
                <a:cxn ang="0">
                  <a:pos x="T2" y="T3"/>
                </a:cxn>
                <a:cxn ang="0">
                  <a:pos x="T4" y="T5"/>
                </a:cxn>
                <a:cxn ang="0">
                  <a:pos x="T6" y="T7"/>
                </a:cxn>
                <a:cxn ang="0">
                  <a:pos x="T8" y="T9"/>
                </a:cxn>
              </a:cxnLst>
              <a:rect l="0" t="0" r="r" b="b"/>
              <a:pathLst>
                <a:path w="19" h="32">
                  <a:moveTo>
                    <a:pt x="19" y="0"/>
                  </a:moveTo>
                  <a:lnTo>
                    <a:pt x="19" y="9"/>
                  </a:lnTo>
                  <a:lnTo>
                    <a:pt x="14" y="24"/>
                  </a:lnTo>
                  <a:lnTo>
                    <a:pt x="0" y="32"/>
                  </a:lnTo>
                  <a:lnTo>
                    <a:pt x="19"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826078" name="Freeform 285"/>
            <p:cNvSpPr>
              <a:spLocks noChangeArrowheads="1"/>
            </p:cNvSpPr>
            <p:nvPr/>
          </p:nvSpPr>
          <p:spPr bwMode="auto">
            <a:xfrm>
              <a:off x="5277" y="1940"/>
              <a:ext cx="3" cy="3"/>
            </a:xfrm>
            <a:custGeom>
              <a:avLst/>
              <a:gdLst>
                <a:gd name="T0" fmla="*/ 14 w 14"/>
                <a:gd name="T1" fmla="*/ 0 h 18"/>
                <a:gd name="T2" fmla="*/ 11 w 14"/>
                <a:gd name="T3" fmla="*/ 9 h 18"/>
                <a:gd name="T4" fmla="*/ 0 w 14"/>
                <a:gd name="T5" fmla="*/ 18 h 18"/>
                <a:gd name="T6" fmla="*/ 14 w 14"/>
                <a:gd name="T7" fmla="*/ 0 h 18"/>
              </a:gdLst>
              <a:ahLst/>
              <a:cxnLst>
                <a:cxn ang="0">
                  <a:pos x="T0" y="T1"/>
                </a:cxn>
                <a:cxn ang="0">
                  <a:pos x="T2" y="T3"/>
                </a:cxn>
                <a:cxn ang="0">
                  <a:pos x="T4" y="T5"/>
                </a:cxn>
                <a:cxn ang="0">
                  <a:pos x="T6" y="T7"/>
                </a:cxn>
              </a:cxnLst>
              <a:rect l="0" t="0" r="r" b="b"/>
              <a:pathLst>
                <a:path w="14" h="18">
                  <a:moveTo>
                    <a:pt x="14" y="0"/>
                  </a:moveTo>
                  <a:lnTo>
                    <a:pt x="11" y="9"/>
                  </a:lnTo>
                  <a:lnTo>
                    <a:pt x="0" y="18"/>
                  </a:lnTo>
                  <a:lnTo>
                    <a:pt x="14"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826079" name="Freeform 286"/>
            <p:cNvSpPr>
              <a:spLocks noChangeArrowheads="1"/>
            </p:cNvSpPr>
            <p:nvPr/>
          </p:nvSpPr>
          <p:spPr bwMode="auto">
            <a:xfrm>
              <a:off x="5319" y="1921"/>
              <a:ext cx="6" cy="7"/>
            </a:xfrm>
            <a:custGeom>
              <a:avLst/>
              <a:gdLst>
                <a:gd name="T0" fmla="*/ 0 w 35"/>
                <a:gd name="T1" fmla="*/ 0 h 43"/>
                <a:gd name="T2" fmla="*/ 7 w 35"/>
                <a:gd name="T3" fmla="*/ 14 h 43"/>
                <a:gd name="T4" fmla="*/ 7 w 35"/>
                <a:gd name="T5" fmla="*/ 24 h 43"/>
                <a:gd name="T6" fmla="*/ 35 w 35"/>
                <a:gd name="T7" fmla="*/ 43 h 43"/>
                <a:gd name="T8" fmla="*/ 0 w 35"/>
                <a:gd name="T9" fmla="*/ 0 h 43"/>
              </a:gdLst>
              <a:ahLst/>
              <a:cxnLst>
                <a:cxn ang="0">
                  <a:pos x="T0" y="T1"/>
                </a:cxn>
                <a:cxn ang="0">
                  <a:pos x="T2" y="T3"/>
                </a:cxn>
                <a:cxn ang="0">
                  <a:pos x="T4" y="T5"/>
                </a:cxn>
                <a:cxn ang="0">
                  <a:pos x="T6" y="T7"/>
                </a:cxn>
                <a:cxn ang="0">
                  <a:pos x="T8" y="T9"/>
                </a:cxn>
              </a:cxnLst>
              <a:rect l="0" t="0" r="r" b="b"/>
              <a:pathLst>
                <a:path w="35" h="43">
                  <a:moveTo>
                    <a:pt x="0" y="0"/>
                  </a:moveTo>
                  <a:lnTo>
                    <a:pt x="7" y="14"/>
                  </a:lnTo>
                  <a:lnTo>
                    <a:pt x="7" y="24"/>
                  </a:lnTo>
                  <a:lnTo>
                    <a:pt x="35" y="43"/>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826080" name="Freeform 287"/>
            <p:cNvSpPr>
              <a:spLocks noChangeArrowheads="1"/>
            </p:cNvSpPr>
            <p:nvPr/>
          </p:nvSpPr>
          <p:spPr bwMode="auto">
            <a:xfrm>
              <a:off x="5330" y="1921"/>
              <a:ext cx="19" cy="19"/>
            </a:xfrm>
            <a:custGeom>
              <a:avLst/>
              <a:gdLst>
                <a:gd name="T0" fmla="*/ 0 w 114"/>
                <a:gd name="T1" fmla="*/ 0 h 114"/>
                <a:gd name="T2" fmla="*/ 21 w 114"/>
                <a:gd name="T3" fmla="*/ 35 h 114"/>
                <a:gd name="T4" fmla="*/ 43 w 114"/>
                <a:gd name="T5" fmla="*/ 63 h 114"/>
                <a:gd name="T6" fmla="*/ 114 w 114"/>
                <a:gd name="T7" fmla="*/ 114 h 114"/>
                <a:gd name="T8" fmla="*/ 47 w 114"/>
                <a:gd name="T9" fmla="*/ 53 h 114"/>
                <a:gd name="T10" fmla="*/ 0 w 114"/>
                <a:gd name="T11" fmla="*/ 0 h 114"/>
              </a:gdLst>
              <a:ahLst/>
              <a:cxnLst>
                <a:cxn ang="0">
                  <a:pos x="T0" y="T1"/>
                </a:cxn>
                <a:cxn ang="0">
                  <a:pos x="T2" y="T3"/>
                </a:cxn>
                <a:cxn ang="0">
                  <a:pos x="T4" y="T5"/>
                </a:cxn>
                <a:cxn ang="0">
                  <a:pos x="T6" y="T7"/>
                </a:cxn>
                <a:cxn ang="0">
                  <a:pos x="T8" y="T9"/>
                </a:cxn>
                <a:cxn ang="0">
                  <a:pos x="T10" y="T11"/>
                </a:cxn>
              </a:cxnLst>
              <a:rect l="0" t="0" r="r" b="b"/>
              <a:pathLst>
                <a:path w="114" h="114">
                  <a:moveTo>
                    <a:pt x="0" y="0"/>
                  </a:moveTo>
                  <a:lnTo>
                    <a:pt x="21" y="35"/>
                  </a:lnTo>
                  <a:lnTo>
                    <a:pt x="43" y="63"/>
                  </a:lnTo>
                  <a:lnTo>
                    <a:pt x="114" y="114"/>
                  </a:lnTo>
                  <a:lnTo>
                    <a:pt x="47" y="53"/>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826081" name="Freeform 288"/>
            <p:cNvSpPr>
              <a:spLocks noChangeArrowheads="1"/>
            </p:cNvSpPr>
            <p:nvPr/>
          </p:nvSpPr>
          <p:spPr bwMode="auto">
            <a:xfrm>
              <a:off x="5354" y="1948"/>
              <a:ext cx="4" cy="13"/>
            </a:xfrm>
            <a:custGeom>
              <a:avLst/>
              <a:gdLst>
                <a:gd name="T0" fmla="*/ 27 w 27"/>
                <a:gd name="T1" fmla="*/ 0 h 82"/>
                <a:gd name="T2" fmla="*/ 9 w 27"/>
                <a:gd name="T3" fmla="*/ 29 h 82"/>
                <a:gd name="T4" fmla="*/ 4 w 27"/>
                <a:gd name="T5" fmla="*/ 57 h 82"/>
                <a:gd name="T6" fmla="*/ 3 w 27"/>
                <a:gd name="T7" fmla="*/ 82 h 82"/>
                <a:gd name="T8" fmla="*/ 0 w 27"/>
                <a:gd name="T9" fmla="*/ 47 h 82"/>
                <a:gd name="T10" fmla="*/ 3 w 27"/>
                <a:gd name="T11" fmla="*/ 21 h 82"/>
                <a:gd name="T12" fmla="*/ 27 w 27"/>
                <a:gd name="T13" fmla="*/ 0 h 82"/>
              </a:gdLst>
              <a:ahLst/>
              <a:cxnLst>
                <a:cxn ang="0">
                  <a:pos x="T0" y="T1"/>
                </a:cxn>
                <a:cxn ang="0">
                  <a:pos x="T2" y="T3"/>
                </a:cxn>
                <a:cxn ang="0">
                  <a:pos x="T4" y="T5"/>
                </a:cxn>
                <a:cxn ang="0">
                  <a:pos x="T6" y="T7"/>
                </a:cxn>
                <a:cxn ang="0">
                  <a:pos x="T8" y="T9"/>
                </a:cxn>
                <a:cxn ang="0">
                  <a:pos x="T10" y="T11"/>
                </a:cxn>
                <a:cxn ang="0">
                  <a:pos x="T12" y="T13"/>
                </a:cxn>
              </a:cxnLst>
              <a:rect l="0" t="0" r="r" b="b"/>
              <a:pathLst>
                <a:path w="27" h="82">
                  <a:moveTo>
                    <a:pt x="27" y="0"/>
                  </a:moveTo>
                  <a:lnTo>
                    <a:pt x="9" y="29"/>
                  </a:lnTo>
                  <a:lnTo>
                    <a:pt x="4" y="57"/>
                  </a:lnTo>
                  <a:lnTo>
                    <a:pt x="3" y="82"/>
                  </a:lnTo>
                  <a:lnTo>
                    <a:pt x="0" y="47"/>
                  </a:lnTo>
                  <a:lnTo>
                    <a:pt x="3" y="21"/>
                  </a:lnTo>
                  <a:lnTo>
                    <a:pt x="27"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826082" name="Freeform 289"/>
            <p:cNvSpPr>
              <a:spLocks noChangeArrowheads="1"/>
            </p:cNvSpPr>
            <p:nvPr/>
          </p:nvSpPr>
          <p:spPr bwMode="auto">
            <a:xfrm>
              <a:off x="5312" y="1934"/>
              <a:ext cx="2" cy="5"/>
            </a:xfrm>
            <a:custGeom>
              <a:avLst/>
              <a:gdLst>
                <a:gd name="T0" fmla="*/ 11 w 15"/>
                <a:gd name="T1" fmla="*/ 0 h 30"/>
                <a:gd name="T2" fmla="*/ 15 w 15"/>
                <a:gd name="T3" fmla="*/ 12 h 30"/>
                <a:gd name="T4" fmla="*/ 0 w 15"/>
                <a:gd name="T5" fmla="*/ 30 h 30"/>
                <a:gd name="T6" fmla="*/ 11 w 15"/>
                <a:gd name="T7" fmla="*/ 0 h 30"/>
              </a:gdLst>
              <a:ahLst/>
              <a:cxnLst>
                <a:cxn ang="0">
                  <a:pos x="T0" y="T1"/>
                </a:cxn>
                <a:cxn ang="0">
                  <a:pos x="T2" y="T3"/>
                </a:cxn>
                <a:cxn ang="0">
                  <a:pos x="T4" y="T5"/>
                </a:cxn>
                <a:cxn ang="0">
                  <a:pos x="T6" y="T7"/>
                </a:cxn>
              </a:cxnLst>
              <a:rect l="0" t="0" r="r" b="b"/>
              <a:pathLst>
                <a:path w="15" h="30">
                  <a:moveTo>
                    <a:pt x="11" y="0"/>
                  </a:moveTo>
                  <a:lnTo>
                    <a:pt x="15" y="12"/>
                  </a:lnTo>
                  <a:lnTo>
                    <a:pt x="0" y="30"/>
                  </a:lnTo>
                  <a:lnTo>
                    <a:pt x="11"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1826083" name="Group 290"/>
          <p:cNvGrpSpPr>
            <a:grpSpLocks/>
          </p:cNvGrpSpPr>
          <p:nvPr/>
        </p:nvGrpSpPr>
        <p:grpSpPr bwMode="auto">
          <a:xfrm>
            <a:off x="9328150" y="4537075"/>
            <a:ext cx="460375" cy="484188"/>
            <a:chOff x="5362" y="1748"/>
            <a:chExt cx="268" cy="305"/>
          </a:xfrm>
        </p:grpSpPr>
        <p:sp>
          <p:nvSpPr>
            <p:cNvPr id="1826084" name="Freeform 291"/>
            <p:cNvSpPr>
              <a:spLocks noChangeArrowheads="1"/>
            </p:cNvSpPr>
            <p:nvPr/>
          </p:nvSpPr>
          <p:spPr bwMode="auto">
            <a:xfrm>
              <a:off x="5477" y="1748"/>
              <a:ext cx="8" cy="6"/>
            </a:xfrm>
            <a:custGeom>
              <a:avLst/>
              <a:gdLst>
                <a:gd name="T0" fmla="*/ 0 w 51"/>
                <a:gd name="T1" fmla="*/ 0 h 36"/>
                <a:gd name="T2" fmla="*/ 14 w 51"/>
                <a:gd name="T3" fmla="*/ 10 h 36"/>
                <a:gd name="T4" fmla="*/ 29 w 51"/>
                <a:gd name="T5" fmla="*/ 15 h 36"/>
                <a:gd name="T6" fmla="*/ 43 w 51"/>
                <a:gd name="T7" fmla="*/ 23 h 36"/>
                <a:gd name="T8" fmla="*/ 51 w 51"/>
                <a:gd name="T9" fmla="*/ 36 h 36"/>
                <a:gd name="T10" fmla="*/ 39 w 51"/>
                <a:gd name="T11" fmla="*/ 32 h 36"/>
                <a:gd name="T12" fmla="*/ 14 w 51"/>
                <a:gd name="T13" fmla="*/ 24 h 36"/>
                <a:gd name="T14" fmla="*/ 0 w 51"/>
                <a:gd name="T15" fmla="*/ 0 h 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1" h="36">
                  <a:moveTo>
                    <a:pt x="0" y="0"/>
                  </a:moveTo>
                  <a:lnTo>
                    <a:pt x="14" y="10"/>
                  </a:lnTo>
                  <a:lnTo>
                    <a:pt x="29" y="15"/>
                  </a:lnTo>
                  <a:lnTo>
                    <a:pt x="43" y="23"/>
                  </a:lnTo>
                  <a:lnTo>
                    <a:pt x="51" y="36"/>
                  </a:lnTo>
                  <a:lnTo>
                    <a:pt x="39" y="32"/>
                  </a:lnTo>
                  <a:lnTo>
                    <a:pt x="14" y="24"/>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826085" name="Freeform 292"/>
            <p:cNvSpPr>
              <a:spLocks noChangeArrowheads="1"/>
            </p:cNvSpPr>
            <p:nvPr/>
          </p:nvSpPr>
          <p:spPr bwMode="auto">
            <a:xfrm>
              <a:off x="5479" y="1758"/>
              <a:ext cx="2" cy="4"/>
            </a:xfrm>
            <a:custGeom>
              <a:avLst/>
              <a:gdLst>
                <a:gd name="T0" fmla="*/ 0 w 14"/>
                <a:gd name="T1" fmla="*/ 0 h 24"/>
                <a:gd name="T2" fmla="*/ 14 w 14"/>
                <a:gd name="T3" fmla="*/ 0 h 24"/>
                <a:gd name="T4" fmla="*/ 14 w 14"/>
                <a:gd name="T5" fmla="*/ 24 h 24"/>
                <a:gd name="T6" fmla="*/ 0 w 14"/>
                <a:gd name="T7" fmla="*/ 0 h 24"/>
              </a:gdLst>
              <a:ahLst/>
              <a:cxnLst>
                <a:cxn ang="0">
                  <a:pos x="T0" y="T1"/>
                </a:cxn>
                <a:cxn ang="0">
                  <a:pos x="T2" y="T3"/>
                </a:cxn>
                <a:cxn ang="0">
                  <a:pos x="T4" y="T5"/>
                </a:cxn>
                <a:cxn ang="0">
                  <a:pos x="T6" y="T7"/>
                </a:cxn>
              </a:cxnLst>
              <a:rect l="0" t="0" r="r" b="b"/>
              <a:pathLst>
                <a:path w="14" h="24">
                  <a:moveTo>
                    <a:pt x="0" y="0"/>
                  </a:moveTo>
                  <a:lnTo>
                    <a:pt x="14" y="0"/>
                  </a:lnTo>
                  <a:lnTo>
                    <a:pt x="14" y="24"/>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826086" name="Freeform 293"/>
            <p:cNvSpPr>
              <a:spLocks noChangeArrowheads="1"/>
            </p:cNvSpPr>
            <p:nvPr/>
          </p:nvSpPr>
          <p:spPr bwMode="auto">
            <a:xfrm>
              <a:off x="5444" y="1788"/>
              <a:ext cx="71" cy="180"/>
            </a:xfrm>
            <a:custGeom>
              <a:avLst/>
              <a:gdLst>
                <a:gd name="T0" fmla="*/ 369 w 431"/>
                <a:gd name="T1" fmla="*/ 0 h 1076"/>
                <a:gd name="T2" fmla="*/ 328 w 431"/>
                <a:gd name="T3" fmla="*/ 44 h 1076"/>
                <a:gd name="T4" fmla="*/ 317 w 431"/>
                <a:gd name="T5" fmla="*/ 108 h 1076"/>
                <a:gd name="T6" fmla="*/ 254 w 431"/>
                <a:gd name="T7" fmla="*/ 170 h 1076"/>
                <a:gd name="T8" fmla="*/ 126 w 431"/>
                <a:gd name="T9" fmla="*/ 461 h 1076"/>
                <a:gd name="T10" fmla="*/ 57 w 431"/>
                <a:gd name="T11" fmla="*/ 724 h 1076"/>
                <a:gd name="T12" fmla="*/ 0 w 431"/>
                <a:gd name="T13" fmla="*/ 1076 h 1076"/>
                <a:gd name="T14" fmla="*/ 178 w 431"/>
                <a:gd name="T15" fmla="*/ 919 h 1076"/>
                <a:gd name="T16" fmla="*/ 431 w 431"/>
                <a:gd name="T17" fmla="*/ 140 h 1076"/>
                <a:gd name="T18" fmla="*/ 369 w 431"/>
                <a:gd name="T19" fmla="*/ 0 h 10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31" h="1076">
                  <a:moveTo>
                    <a:pt x="369" y="0"/>
                  </a:moveTo>
                  <a:lnTo>
                    <a:pt x="328" y="44"/>
                  </a:lnTo>
                  <a:lnTo>
                    <a:pt x="317" y="108"/>
                  </a:lnTo>
                  <a:lnTo>
                    <a:pt x="254" y="170"/>
                  </a:lnTo>
                  <a:lnTo>
                    <a:pt x="126" y="461"/>
                  </a:lnTo>
                  <a:lnTo>
                    <a:pt x="57" y="724"/>
                  </a:lnTo>
                  <a:lnTo>
                    <a:pt x="0" y="1076"/>
                  </a:lnTo>
                  <a:lnTo>
                    <a:pt x="178" y="919"/>
                  </a:lnTo>
                  <a:lnTo>
                    <a:pt x="431" y="140"/>
                  </a:lnTo>
                  <a:lnTo>
                    <a:pt x="369" y="0"/>
                  </a:lnTo>
                  <a:close/>
                </a:path>
              </a:pathLst>
            </a:custGeom>
            <a:solidFill>
              <a:srgbClr val="400000"/>
            </a:solidFill>
            <a:ln w="1588">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1826087" name="Freeform 294"/>
            <p:cNvSpPr>
              <a:spLocks noChangeArrowheads="1"/>
            </p:cNvSpPr>
            <p:nvPr/>
          </p:nvSpPr>
          <p:spPr bwMode="auto">
            <a:xfrm>
              <a:off x="5362" y="1754"/>
              <a:ext cx="268" cy="299"/>
            </a:xfrm>
            <a:custGeom>
              <a:avLst/>
              <a:gdLst>
                <a:gd name="T0" fmla="*/ 1309 w 1606"/>
                <a:gd name="T1" fmla="*/ 94 h 1792"/>
                <a:gd name="T2" fmla="*/ 1258 w 1606"/>
                <a:gd name="T3" fmla="*/ 0 h 1792"/>
                <a:gd name="T4" fmla="*/ 867 w 1606"/>
                <a:gd name="T5" fmla="*/ 163 h 1792"/>
                <a:gd name="T6" fmla="*/ 850 w 1606"/>
                <a:gd name="T7" fmla="*/ 288 h 1792"/>
                <a:gd name="T8" fmla="*/ 818 w 1606"/>
                <a:gd name="T9" fmla="*/ 332 h 1792"/>
                <a:gd name="T10" fmla="*/ 773 w 1606"/>
                <a:gd name="T11" fmla="*/ 382 h 1792"/>
                <a:gd name="T12" fmla="*/ 747 w 1606"/>
                <a:gd name="T13" fmla="*/ 472 h 1792"/>
                <a:gd name="T14" fmla="*/ 660 w 1606"/>
                <a:gd name="T15" fmla="*/ 678 h 1792"/>
                <a:gd name="T16" fmla="*/ 590 w 1606"/>
                <a:gd name="T17" fmla="*/ 924 h 1792"/>
                <a:gd name="T18" fmla="*/ 558 w 1606"/>
                <a:gd name="T19" fmla="*/ 1088 h 1792"/>
                <a:gd name="T20" fmla="*/ 243 w 1606"/>
                <a:gd name="T21" fmla="*/ 1094 h 1792"/>
                <a:gd name="T22" fmla="*/ 192 w 1606"/>
                <a:gd name="T23" fmla="*/ 1125 h 1792"/>
                <a:gd name="T24" fmla="*/ 47 w 1606"/>
                <a:gd name="T25" fmla="*/ 1125 h 1792"/>
                <a:gd name="T26" fmla="*/ 7 w 1606"/>
                <a:gd name="T27" fmla="*/ 1189 h 1792"/>
                <a:gd name="T28" fmla="*/ 0 w 1606"/>
                <a:gd name="T29" fmla="*/ 1264 h 1792"/>
                <a:gd name="T30" fmla="*/ 15 w 1606"/>
                <a:gd name="T31" fmla="*/ 1332 h 1792"/>
                <a:gd name="T32" fmla="*/ 148 w 1606"/>
                <a:gd name="T33" fmla="*/ 1358 h 1792"/>
                <a:gd name="T34" fmla="*/ 211 w 1606"/>
                <a:gd name="T35" fmla="*/ 1452 h 1792"/>
                <a:gd name="T36" fmla="*/ 337 w 1606"/>
                <a:gd name="T37" fmla="*/ 1484 h 1792"/>
                <a:gd name="T38" fmla="*/ 430 w 1606"/>
                <a:gd name="T39" fmla="*/ 1484 h 1792"/>
                <a:gd name="T40" fmla="*/ 538 w 1606"/>
                <a:gd name="T41" fmla="*/ 1503 h 1792"/>
                <a:gd name="T42" fmla="*/ 544 w 1606"/>
                <a:gd name="T43" fmla="*/ 1548 h 1792"/>
                <a:gd name="T44" fmla="*/ 538 w 1606"/>
                <a:gd name="T45" fmla="*/ 1642 h 1792"/>
                <a:gd name="T46" fmla="*/ 550 w 1606"/>
                <a:gd name="T47" fmla="*/ 1705 h 1792"/>
                <a:gd name="T48" fmla="*/ 608 w 1606"/>
                <a:gd name="T49" fmla="*/ 1712 h 1792"/>
                <a:gd name="T50" fmla="*/ 677 w 1606"/>
                <a:gd name="T51" fmla="*/ 1724 h 1792"/>
                <a:gd name="T52" fmla="*/ 747 w 1606"/>
                <a:gd name="T53" fmla="*/ 1786 h 1792"/>
                <a:gd name="T54" fmla="*/ 830 w 1606"/>
                <a:gd name="T55" fmla="*/ 1786 h 1792"/>
                <a:gd name="T56" fmla="*/ 905 w 1606"/>
                <a:gd name="T57" fmla="*/ 1779 h 1792"/>
                <a:gd name="T58" fmla="*/ 1019 w 1606"/>
                <a:gd name="T59" fmla="*/ 1744 h 1792"/>
                <a:gd name="T60" fmla="*/ 1145 w 1606"/>
                <a:gd name="T61" fmla="*/ 1756 h 1792"/>
                <a:gd name="T62" fmla="*/ 1273 w 1606"/>
                <a:gd name="T63" fmla="*/ 1792 h 1792"/>
                <a:gd name="T64" fmla="*/ 1392 w 1606"/>
                <a:gd name="T65" fmla="*/ 1766 h 1792"/>
                <a:gd name="T66" fmla="*/ 1473 w 1606"/>
                <a:gd name="T67" fmla="*/ 1674 h 1792"/>
                <a:gd name="T68" fmla="*/ 1467 w 1606"/>
                <a:gd name="T69" fmla="*/ 1571 h 1792"/>
                <a:gd name="T70" fmla="*/ 1497 w 1606"/>
                <a:gd name="T71" fmla="*/ 1446 h 1792"/>
                <a:gd name="T72" fmla="*/ 1516 w 1606"/>
                <a:gd name="T73" fmla="*/ 1282 h 1792"/>
                <a:gd name="T74" fmla="*/ 1554 w 1606"/>
                <a:gd name="T75" fmla="*/ 1131 h 1792"/>
                <a:gd name="T76" fmla="*/ 1606 w 1606"/>
                <a:gd name="T77" fmla="*/ 906 h 1792"/>
                <a:gd name="T78" fmla="*/ 1598 w 1606"/>
                <a:gd name="T79" fmla="*/ 678 h 1792"/>
                <a:gd name="T80" fmla="*/ 1598 w 1606"/>
                <a:gd name="T81" fmla="*/ 478 h 1792"/>
                <a:gd name="T82" fmla="*/ 1586 w 1606"/>
                <a:gd name="T83" fmla="*/ 338 h 1792"/>
                <a:gd name="T84" fmla="*/ 1554 w 1606"/>
                <a:gd name="T85" fmla="*/ 276 h 1792"/>
                <a:gd name="T86" fmla="*/ 1484 w 1606"/>
                <a:gd name="T87" fmla="*/ 225 h 1792"/>
                <a:gd name="T88" fmla="*/ 1403 w 1606"/>
                <a:gd name="T89" fmla="*/ 142 h 1792"/>
                <a:gd name="T90" fmla="*/ 1309 w 1606"/>
                <a:gd name="T91" fmla="*/ 94 h 17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606" h="1792">
                  <a:moveTo>
                    <a:pt x="1309" y="94"/>
                  </a:moveTo>
                  <a:lnTo>
                    <a:pt x="1258" y="0"/>
                  </a:lnTo>
                  <a:lnTo>
                    <a:pt x="867" y="163"/>
                  </a:lnTo>
                  <a:lnTo>
                    <a:pt x="850" y="288"/>
                  </a:lnTo>
                  <a:lnTo>
                    <a:pt x="818" y="332"/>
                  </a:lnTo>
                  <a:lnTo>
                    <a:pt x="773" y="382"/>
                  </a:lnTo>
                  <a:lnTo>
                    <a:pt x="747" y="472"/>
                  </a:lnTo>
                  <a:lnTo>
                    <a:pt x="660" y="678"/>
                  </a:lnTo>
                  <a:lnTo>
                    <a:pt x="590" y="924"/>
                  </a:lnTo>
                  <a:lnTo>
                    <a:pt x="558" y="1088"/>
                  </a:lnTo>
                  <a:lnTo>
                    <a:pt x="243" y="1094"/>
                  </a:lnTo>
                  <a:lnTo>
                    <a:pt x="192" y="1125"/>
                  </a:lnTo>
                  <a:lnTo>
                    <a:pt x="47" y="1125"/>
                  </a:lnTo>
                  <a:lnTo>
                    <a:pt x="7" y="1189"/>
                  </a:lnTo>
                  <a:lnTo>
                    <a:pt x="0" y="1264"/>
                  </a:lnTo>
                  <a:lnTo>
                    <a:pt x="15" y="1332"/>
                  </a:lnTo>
                  <a:lnTo>
                    <a:pt x="148" y="1358"/>
                  </a:lnTo>
                  <a:lnTo>
                    <a:pt x="211" y="1452"/>
                  </a:lnTo>
                  <a:lnTo>
                    <a:pt x="337" y="1484"/>
                  </a:lnTo>
                  <a:lnTo>
                    <a:pt x="430" y="1484"/>
                  </a:lnTo>
                  <a:lnTo>
                    <a:pt x="538" y="1503"/>
                  </a:lnTo>
                  <a:lnTo>
                    <a:pt x="544" y="1548"/>
                  </a:lnTo>
                  <a:lnTo>
                    <a:pt x="538" y="1642"/>
                  </a:lnTo>
                  <a:lnTo>
                    <a:pt x="550" y="1705"/>
                  </a:lnTo>
                  <a:lnTo>
                    <a:pt x="608" y="1712"/>
                  </a:lnTo>
                  <a:lnTo>
                    <a:pt x="677" y="1724"/>
                  </a:lnTo>
                  <a:lnTo>
                    <a:pt x="747" y="1786"/>
                  </a:lnTo>
                  <a:lnTo>
                    <a:pt x="830" y="1786"/>
                  </a:lnTo>
                  <a:lnTo>
                    <a:pt x="905" y="1779"/>
                  </a:lnTo>
                  <a:lnTo>
                    <a:pt x="1019" y="1744"/>
                  </a:lnTo>
                  <a:lnTo>
                    <a:pt x="1145" y="1756"/>
                  </a:lnTo>
                  <a:lnTo>
                    <a:pt x="1273" y="1792"/>
                  </a:lnTo>
                  <a:lnTo>
                    <a:pt x="1392" y="1766"/>
                  </a:lnTo>
                  <a:lnTo>
                    <a:pt x="1473" y="1674"/>
                  </a:lnTo>
                  <a:lnTo>
                    <a:pt x="1467" y="1571"/>
                  </a:lnTo>
                  <a:lnTo>
                    <a:pt x="1497" y="1446"/>
                  </a:lnTo>
                  <a:lnTo>
                    <a:pt x="1516" y="1282"/>
                  </a:lnTo>
                  <a:lnTo>
                    <a:pt x="1554" y="1131"/>
                  </a:lnTo>
                  <a:lnTo>
                    <a:pt x="1606" y="906"/>
                  </a:lnTo>
                  <a:lnTo>
                    <a:pt x="1598" y="678"/>
                  </a:lnTo>
                  <a:lnTo>
                    <a:pt x="1598" y="478"/>
                  </a:lnTo>
                  <a:lnTo>
                    <a:pt x="1586" y="338"/>
                  </a:lnTo>
                  <a:lnTo>
                    <a:pt x="1554" y="276"/>
                  </a:lnTo>
                  <a:lnTo>
                    <a:pt x="1484" y="225"/>
                  </a:lnTo>
                  <a:lnTo>
                    <a:pt x="1403" y="142"/>
                  </a:lnTo>
                  <a:lnTo>
                    <a:pt x="1309" y="94"/>
                  </a:lnTo>
                  <a:close/>
                </a:path>
              </a:pathLst>
            </a:custGeom>
            <a:solidFill>
              <a:srgbClr val="C0C0C0"/>
            </a:solidFill>
            <a:ln w="1588">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1826088" name="Freeform 295"/>
            <p:cNvSpPr>
              <a:spLocks noChangeArrowheads="1"/>
            </p:cNvSpPr>
            <p:nvPr/>
          </p:nvSpPr>
          <p:spPr bwMode="auto">
            <a:xfrm>
              <a:off x="5456" y="1772"/>
              <a:ext cx="169" cy="278"/>
            </a:xfrm>
            <a:custGeom>
              <a:avLst/>
              <a:gdLst>
                <a:gd name="T0" fmla="*/ 132 w 1014"/>
                <a:gd name="T1" fmla="*/ 1382 h 1671"/>
                <a:gd name="T2" fmla="*/ 370 w 1014"/>
                <a:gd name="T3" fmla="*/ 1363 h 1671"/>
                <a:gd name="T4" fmla="*/ 573 w 1014"/>
                <a:gd name="T5" fmla="*/ 1301 h 1671"/>
                <a:gd name="T6" fmla="*/ 656 w 1014"/>
                <a:gd name="T7" fmla="*/ 1149 h 1671"/>
                <a:gd name="T8" fmla="*/ 630 w 1014"/>
                <a:gd name="T9" fmla="*/ 1050 h 1671"/>
                <a:gd name="T10" fmla="*/ 787 w 1014"/>
                <a:gd name="T11" fmla="*/ 837 h 1671"/>
                <a:gd name="T12" fmla="*/ 642 w 1014"/>
                <a:gd name="T13" fmla="*/ 931 h 1671"/>
                <a:gd name="T14" fmla="*/ 718 w 1014"/>
                <a:gd name="T15" fmla="*/ 741 h 1671"/>
                <a:gd name="T16" fmla="*/ 845 w 1014"/>
                <a:gd name="T17" fmla="*/ 497 h 1671"/>
                <a:gd name="T18" fmla="*/ 656 w 1014"/>
                <a:gd name="T19" fmla="*/ 703 h 1671"/>
                <a:gd name="T20" fmla="*/ 630 w 1014"/>
                <a:gd name="T21" fmla="*/ 378 h 1671"/>
                <a:gd name="T22" fmla="*/ 535 w 1014"/>
                <a:gd name="T23" fmla="*/ 264 h 1671"/>
                <a:gd name="T24" fmla="*/ 402 w 1014"/>
                <a:gd name="T25" fmla="*/ 214 h 1671"/>
                <a:gd name="T26" fmla="*/ 661 w 1014"/>
                <a:gd name="T27" fmla="*/ 126 h 1671"/>
                <a:gd name="T28" fmla="*/ 781 w 1014"/>
                <a:gd name="T29" fmla="*/ 226 h 1671"/>
                <a:gd name="T30" fmla="*/ 705 w 1014"/>
                <a:gd name="T31" fmla="*/ 126 h 1671"/>
                <a:gd name="T32" fmla="*/ 560 w 1014"/>
                <a:gd name="T33" fmla="*/ 82 h 1671"/>
                <a:gd name="T34" fmla="*/ 661 w 1014"/>
                <a:gd name="T35" fmla="*/ 44 h 1671"/>
                <a:gd name="T36" fmla="*/ 750 w 1014"/>
                <a:gd name="T37" fmla="*/ 0 h 1671"/>
                <a:gd name="T38" fmla="*/ 868 w 1014"/>
                <a:gd name="T39" fmla="*/ 94 h 1671"/>
                <a:gd name="T40" fmla="*/ 976 w 1014"/>
                <a:gd name="T41" fmla="*/ 182 h 1671"/>
                <a:gd name="T42" fmla="*/ 1014 w 1014"/>
                <a:gd name="T43" fmla="*/ 334 h 1671"/>
                <a:gd name="T44" fmla="*/ 1008 w 1014"/>
                <a:gd name="T45" fmla="*/ 628 h 1671"/>
                <a:gd name="T46" fmla="*/ 970 w 1014"/>
                <a:gd name="T47" fmla="*/ 975 h 1671"/>
                <a:gd name="T48" fmla="*/ 913 w 1014"/>
                <a:gd name="T49" fmla="*/ 1314 h 1671"/>
                <a:gd name="T50" fmla="*/ 888 w 1014"/>
                <a:gd name="T51" fmla="*/ 1527 h 1671"/>
                <a:gd name="T52" fmla="*/ 830 w 1014"/>
                <a:gd name="T53" fmla="*/ 1627 h 1671"/>
                <a:gd name="T54" fmla="*/ 699 w 1014"/>
                <a:gd name="T55" fmla="*/ 1671 h 1671"/>
                <a:gd name="T56" fmla="*/ 612 w 1014"/>
                <a:gd name="T57" fmla="*/ 1648 h 1671"/>
                <a:gd name="T58" fmla="*/ 541 w 1014"/>
                <a:gd name="T59" fmla="*/ 1559 h 1671"/>
                <a:gd name="T60" fmla="*/ 516 w 1014"/>
                <a:gd name="T61" fmla="*/ 1534 h 1671"/>
                <a:gd name="T62" fmla="*/ 407 w 1014"/>
                <a:gd name="T63" fmla="*/ 1622 h 1671"/>
                <a:gd name="T64" fmla="*/ 276 w 1014"/>
                <a:gd name="T65" fmla="*/ 1652 h 1671"/>
                <a:gd name="T66" fmla="*/ 170 w 1014"/>
                <a:gd name="T67" fmla="*/ 1636 h 1671"/>
                <a:gd name="T68" fmla="*/ 240 w 1014"/>
                <a:gd name="T69" fmla="*/ 1565 h 1671"/>
                <a:gd name="T70" fmla="*/ 352 w 1014"/>
                <a:gd name="T71" fmla="*/ 1446 h 1671"/>
                <a:gd name="T72" fmla="*/ 176 w 1014"/>
                <a:gd name="T73" fmla="*/ 1546 h 1671"/>
                <a:gd name="T74" fmla="*/ 32 w 1014"/>
                <a:gd name="T75" fmla="*/ 1590 h 1671"/>
                <a:gd name="T76" fmla="*/ 0 w 1014"/>
                <a:gd name="T77" fmla="*/ 1527 h 16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014" h="1671">
                  <a:moveTo>
                    <a:pt x="0" y="1402"/>
                  </a:moveTo>
                  <a:lnTo>
                    <a:pt x="132" y="1382"/>
                  </a:lnTo>
                  <a:lnTo>
                    <a:pt x="245" y="1376"/>
                  </a:lnTo>
                  <a:lnTo>
                    <a:pt x="370" y="1363"/>
                  </a:lnTo>
                  <a:lnTo>
                    <a:pt x="509" y="1344"/>
                  </a:lnTo>
                  <a:lnTo>
                    <a:pt x="573" y="1301"/>
                  </a:lnTo>
                  <a:lnTo>
                    <a:pt x="744" y="1088"/>
                  </a:lnTo>
                  <a:lnTo>
                    <a:pt x="656" y="1149"/>
                  </a:lnTo>
                  <a:lnTo>
                    <a:pt x="598" y="1201"/>
                  </a:lnTo>
                  <a:lnTo>
                    <a:pt x="630" y="1050"/>
                  </a:lnTo>
                  <a:lnTo>
                    <a:pt x="693" y="992"/>
                  </a:lnTo>
                  <a:lnTo>
                    <a:pt x="787" y="837"/>
                  </a:lnTo>
                  <a:lnTo>
                    <a:pt x="699" y="911"/>
                  </a:lnTo>
                  <a:lnTo>
                    <a:pt x="642" y="931"/>
                  </a:lnTo>
                  <a:lnTo>
                    <a:pt x="656" y="823"/>
                  </a:lnTo>
                  <a:lnTo>
                    <a:pt x="718" y="741"/>
                  </a:lnTo>
                  <a:lnTo>
                    <a:pt x="781" y="679"/>
                  </a:lnTo>
                  <a:lnTo>
                    <a:pt x="845" y="497"/>
                  </a:lnTo>
                  <a:lnTo>
                    <a:pt x="724" y="647"/>
                  </a:lnTo>
                  <a:lnTo>
                    <a:pt x="656" y="703"/>
                  </a:lnTo>
                  <a:lnTo>
                    <a:pt x="648" y="471"/>
                  </a:lnTo>
                  <a:lnTo>
                    <a:pt x="630" y="378"/>
                  </a:lnTo>
                  <a:lnTo>
                    <a:pt x="592" y="334"/>
                  </a:lnTo>
                  <a:lnTo>
                    <a:pt x="535" y="264"/>
                  </a:lnTo>
                  <a:lnTo>
                    <a:pt x="445" y="232"/>
                  </a:lnTo>
                  <a:lnTo>
                    <a:pt x="402" y="214"/>
                  </a:lnTo>
                  <a:lnTo>
                    <a:pt x="528" y="94"/>
                  </a:lnTo>
                  <a:lnTo>
                    <a:pt x="661" y="126"/>
                  </a:lnTo>
                  <a:lnTo>
                    <a:pt x="750" y="176"/>
                  </a:lnTo>
                  <a:lnTo>
                    <a:pt x="781" y="226"/>
                  </a:lnTo>
                  <a:lnTo>
                    <a:pt x="756" y="150"/>
                  </a:lnTo>
                  <a:lnTo>
                    <a:pt x="705" y="126"/>
                  </a:lnTo>
                  <a:lnTo>
                    <a:pt x="624" y="94"/>
                  </a:lnTo>
                  <a:lnTo>
                    <a:pt x="560" y="82"/>
                  </a:lnTo>
                  <a:lnTo>
                    <a:pt x="598" y="62"/>
                  </a:lnTo>
                  <a:lnTo>
                    <a:pt x="661" y="44"/>
                  </a:lnTo>
                  <a:lnTo>
                    <a:pt x="718" y="25"/>
                  </a:lnTo>
                  <a:lnTo>
                    <a:pt x="750" y="0"/>
                  </a:lnTo>
                  <a:lnTo>
                    <a:pt x="825" y="50"/>
                  </a:lnTo>
                  <a:lnTo>
                    <a:pt x="868" y="94"/>
                  </a:lnTo>
                  <a:lnTo>
                    <a:pt x="913" y="150"/>
                  </a:lnTo>
                  <a:lnTo>
                    <a:pt x="976" y="182"/>
                  </a:lnTo>
                  <a:lnTo>
                    <a:pt x="988" y="240"/>
                  </a:lnTo>
                  <a:lnTo>
                    <a:pt x="1014" y="334"/>
                  </a:lnTo>
                  <a:lnTo>
                    <a:pt x="1014" y="478"/>
                  </a:lnTo>
                  <a:lnTo>
                    <a:pt x="1008" y="628"/>
                  </a:lnTo>
                  <a:lnTo>
                    <a:pt x="1002" y="799"/>
                  </a:lnTo>
                  <a:lnTo>
                    <a:pt x="970" y="975"/>
                  </a:lnTo>
                  <a:lnTo>
                    <a:pt x="931" y="1157"/>
                  </a:lnTo>
                  <a:lnTo>
                    <a:pt x="913" y="1314"/>
                  </a:lnTo>
                  <a:lnTo>
                    <a:pt x="882" y="1426"/>
                  </a:lnTo>
                  <a:lnTo>
                    <a:pt x="888" y="1527"/>
                  </a:lnTo>
                  <a:lnTo>
                    <a:pt x="875" y="1584"/>
                  </a:lnTo>
                  <a:lnTo>
                    <a:pt x="830" y="1627"/>
                  </a:lnTo>
                  <a:lnTo>
                    <a:pt x="775" y="1664"/>
                  </a:lnTo>
                  <a:lnTo>
                    <a:pt x="699" y="1671"/>
                  </a:lnTo>
                  <a:lnTo>
                    <a:pt x="661" y="1652"/>
                  </a:lnTo>
                  <a:lnTo>
                    <a:pt x="612" y="1648"/>
                  </a:lnTo>
                  <a:lnTo>
                    <a:pt x="490" y="1622"/>
                  </a:lnTo>
                  <a:lnTo>
                    <a:pt x="541" y="1559"/>
                  </a:lnTo>
                  <a:lnTo>
                    <a:pt x="598" y="1470"/>
                  </a:lnTo>
                  <a:lnTo>
                    <a:pt x="516" y="1534"/>
                  </a:lnTo>
                  <a:lnTo>
                    <a:pt x="452" y="1590"/>
                  </a:lnTo>
                  <a:lnTo>
                    <a:pt x="407" y="1622"/>
                  </a:lnTo>
                  <a:lnTo>
                    <a:pt x="345" y="1652"/>
                  </a:lnTo>
                  <a:lnTo>
                    <a:pt x="276" y="1652"/>
                  </a:lnTo>
                  <a:lnTo>
                    <a:pt x="208" y="1652"/>
                  </a:lnTo>
                  <a:lnTo>
                    <a:pt x="170" y="1636"/>
                  </a:lnTo>
                  <a:lnTo>
                    <a:pt x="151" y="1616"/>
                  </a:lnTo>
                  <a:lnTo>
                    <a:pt x="240" y="1565"/>
                  </a:lnTo>
                  <a:lnTo>
                    <a:pt x="327" y="1484"/>
                  </a:lnTo>
                  <a:lnTo>
                    <a:pt x="352" y="1446"/>
                  </a:lnTo>
                  <a:lnTo>
                    <a:pt x="282" y="1463"/>
                  </a:lnTo>
                  <a:lnTo>
                    <a:pt x="176" y="1546"/>
                  </a:lnTo>
                  <a:lnTo>
                    <a:pt x="132" y="1584"/>
                  </a:lnTo>
                  <a:lnTo>
                    <a:pt x="32" y="1590"/>
                  </a:lnTo>
                  <a:lnTo>
                    <a:pt x="0" y="1572"/>
                  </a:lnTo>
                  <a:lnTo>
                    <a:pt x="0" y="1527"/>
                  </a:lnTo>
                  <a:lnTo>
                    <a:pt x="0" y="1402"/>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826089" name="Freeform 296"/>
            <p:cNvSpPr>
              <a:spLocks noChangeArrowheads="1"/>
            </p:cNvSpPr>
            <p:nvPr/>
          </p:nvSpPr>
          <p:spPr bwMode="auto">
            <a:xfrm>
              <a:off x="5563" y="1910"/>
              <a:ext cx="50" cy="129"/>
            </a:xfrm>
            <a:custGeom>
              <a:avLst/>
              <a:gdLst>
                <a:gd name="T0" fmla="*/ 0 w 295"/>
                <a:gd name="T1" fmla="*/ 774 h 774"/>
                <a:gd name="T2" fmla="*/ 51 w 295"/>
                <a:gd name="T3" fmla="*/ 748 h 774"/>
                <a:gd name="T4" fmla="*/ 107 w 295"/>
                <a:gd name="T5" fmla="*/ 686 h 774"/>
                <a:gd name="T6" fmla="*/ 156 w 295"/>
                <a:gd name="T7" fmla="*/ 573 h 774"/>
                <a:gd name="T8" fmla="*/ 183 w 295"/>
                <a:gd name="T9" fmla="*/ 477 h 774"/>
                <a:gd name="T10" fmla="*/ 220 w 295"/>
                <a:gd name="T11" fmla="*/ 371 h 774"/>
                <a:gd name="T12" fmla="*/ 239 w 295"/>
                <a:gd name="T13" fmla="*/ 270 h 774"/>
                <a:gd name="T14" fmla="*/ 270 w 295"/>
                <a:gd name="T15" fmla="*/ 114 h 774"/>
                <a:gd name="T16" fmla="*/ 295 w 295"/>
                <a:gd name="T17" fmla="*/ 0 h 774"/>
                <a:gd name="T18" fmla="*/ 232 w 295"/>
                <a:gd name="T19" fmla="*/ 226 h 774"/>
                <a:gd name="T20" fmla="*/ 183 w 295"/>
                <a:gd name="T21" fmla="*/ 402 h 774"/>
                <a:gd name="T22" fmla="*/ 126 w 295"/>
                <a:gd name="T23" fmla="*/ 521 h 774"/>
                <a:gd name="T24" fmla="*/ 38 w 295"/>
                <a:gd name="T25" fmla="*/ 648 h 774"/>
                <a:gd name="T26" fmla="*/ 0 w 295"/>
                <a:gd name="T27" fmla="*/ 774 h 7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5" h="774">
                  <a:moveTo>
                    <a:pt x="0" y="774"/>
                  </a:moveTo>
                  <a:lnTo>
                    <a:pt x="51" y="748"/>
                  </a:lnTo>
                  <a:lnTo>
                    <a:pt x="107" y="686"/>
                  </a:lnTo>
                  <a:lnTo>
                    <a:pt x="156" y="573"/>
                  </a:lnTo>
                  <a:lnTo>
                    <a:pt x="183" y="477"/>
                  </a:lnTo>
                  <a:lnTo>
                    <a:pt x="220" y="371"/>
                  </a:lnTo>
                  <a:lnTo>
                    <a:pt x="239" y="270"/>
                  </a:lnTo>
                  <a:lnTo>
                    <a:pt x="270" y="114"/>
                  </a:lnTo>
                  <a:lnTo>
                    <a:pt x="295" y="0"/>
                  </a:lnTo>
                  <a:lnTo>
                    <a:pt x="232" y="226"/>
                  </a:lnTo>
                  <a:lnTo>
                    <a:pt x="183" y="402"/>
                  </a:lnTo>
                  <a:lnTo>
                    <a:pt x="126" y="521"/>
                  </a:lnTo>
                  <a:lnTo>
                    <a:pt x="38" y="648"/>
                  </a:lnTo>
                  <a:lnTo>
                    <a:pt x="0" y="774"/>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826090" name="Freeform 297"/>
            <p:cNvSpPr>
              <a:spLocks noChangeArrowheads="1"/>
            </p:cNvSpPr>
            <p:nvPr/>
          </p:nvSpPr>
          <p:spPr bwMode="auto">
            <a:xfrm>
              <a:off x="5367" y="1806"/>
              <a:ext cx="195" cy="194"/>
            </a:xfrm>
            <a:custGeom>
              <a:avLst/>
              <a:gdLst>
                <a:gd name="T0" fmla="*/ 820 w 1172"/>
                <a:gd name="T1" fmla="*/ 43 h 1162"/>
                <a:gd name="T2" fmla="*/ 719 w 1172"/>
                <a:gd name="T3" fmla="*/ 213 h 1162"/>
                <a:gd name="T4" fmla="*/ 739 w 1172"/>
                <a:gd name="T5" fmla="*/ 381 h 1162"/>
                <a:gd name="T6" fmla="*/ 727 w 1172"/>
                <a:gd name="T7" fmla="*/ 571 h 1162"/>
                <a:gd name="T8" fmla="*/ 727 w 1172"/>
                <a:gd name="T9" fmla="*/ 621 h 1162"/>
                <a:gd name="T10" fmla="*/ 739 w 1172"/>
                <a:gd name="T11" fmla="*/ 684 h 1162"/>
                <a:gd name="T12" fmla="*/ 688 w 1172"/>
                <a:gd name="T13" fmla="*/ 729 h 1162"/>
                <a:gd name="T14" fmla="*/ 644 w 1172"/>
                <a:gd name="T15" fmla="*/ 779 h 1162"/>
                <a:gd name="T16" fmla="*/ 569 w 1172"/>
                <a:gd name="T17" fmla="*/ 779 h 1162"/>
                <a:gd name="T18" fmla="*/ 304 w 1172"/>
                <a:gd name="T19" fmla="*/ 793 h 1162"/>
                <a:gd name="T20" fmla="*/ 170 w 1172"/>
                <a:gd name="T21" fmla="*/ 831 h 1162"/>
                <a:gd name="T22" fmla="*/ 0 w 1172"/>
                <a:gd name="T23" fmla="*/ 873 h 1162"/>
                <a:gd name="T24" fmla="*/ 6 w 1172"/>
                <a:gd name="T25" fmla="*/ 1004 h 1162"/>
                <a:gd name="T26" fmla="*/ 109 w 1172"/>
                <a:gd name="T27" fmla="*/ 978 h 1162"/>
                <a:gd name="T28" fmla="*/ 133 w 1172"/>
                <a:gd name="T29" fmla="*/ 916 h 1162"/>
                <a:gd name="T30" fmla="*/ 147 w 1172"/>
                <a:gd name="T31" fmla="*/ 1030 h 1162"/>
                <a:gd name="T32" fmla="*/ 215 w 1172"/>
                <a:gd name="T33" fmla="*/ 1118 h 1162"/>
                <a:gd name="T34" fmla="*/ 403 w 1172"/>
                <a:gd name="T35" fmla="*/ 1155 h 1162"/>
                <a:gd name="T36" fmla="*/ 379 w 1172"/>
                <a:gd name="T37" fmla="*/ 1093 h 1162"/>
                <a:gd name="T38" fmla="*/ 279 w 1172"/>
                <a:gd name="T39" fmla="*/ 978 h 1162"/>
                <a:gd name="T40" fmla="*/ 358 w 1172"/>
                <a:gd name="T41" fmla="*/ 929 h 1162"/>
                <a:gd name="T42" fmla="*/ 403 w 1172"/>
                <a:gd name="T43" fmla="*/ 1036 h 1162"/>
                <a:gd name="T44" fmla="*/ 537 w 1172"/>
                <a:gd name="T45" fmla="*/ 1149 h 1162"/>
                <a:gd name="T46" fmla="*/ 713 w 1172"/>
                <a:gd name="T47" fmla="*/ 1149 h 1162"/>
                <a:gd name="T48" fmla="*/ 517 w 1172"/>
                <a:gd name="T49" fmla="*/ 1016 h 1162"/>
                <a:gd name="T50" fmla="*/ 435 w 1172"/>
                <a:gd name="T51" fmla="*/ 929 h 1162"/>
                <a:gd name="T52" fmla="*/ 479 w 1172"/>
                <a:gd name="T53" fmla="*/ 885 h 1162"/>
                <a:gd name="T54" fmla="*/ 549 w 1172"/>
                <a:gd name="T55" fmla="*/ 972 h 1162"/>
                <a:gd name="T56" fmla="*/ 675 w 1172"/>
                <a:gd name="T57" fmla="*/ 1068 h 1162"/>
                <a:gd name="T58" fmla="*/ 782 w 1172"/>
                <a:gd name="T59" fmla="*/ 1123 h 1162"/>
                <a:gd name="T60" fmla="*/ 921 w 1172"/>
                <a:gd name="T61" fmla="*/ 1136 h 1162"/>
                <a:gd name="T62" fmla="*/ 833 w 1172"/>
                <a:gd name="T63" fmla="*/ 1068 h 1162"/>
                <a:gd name="T64" fmla="*/ 727 w 1172"/>
                <a:gd name="T65" fmla="*/ 978 h 1162"/>
                <a:gd name="T66" fmla="*/ 756 w 1172"/>
                <a:gd name="T67" fmla="*/ 929 h 1162"/>
                <a:gd name="T68" fmla="*/ 808 w 1172"/>
                <a:gd name="T69" fmla="*/ 1010 h 1162"/>
                <a:gd name="T70" fmla="*/ 914 w 1172"/>
                <a:gd name="T71" fmla="*/ 1087 h 1162"/>
                <a:gd name="T72" fmla="*/ 1046 w 1172"/>
                <a:gd name="T73" fmla="*/ 1098 h 1162"/>
                <a:gd name="T74" fmla="*/ 1117 w 1172"/>
                <a:gd name="T75" fmla="*/ 991 h 1162"/>
                <a:gd name="T76" fmla="*/ 878 w 1172"/>
                <a:gd name="T77" fmla="*/ 954 h 1162"/>
                <a:gd name="T78" fmla="*/ 733 w 1172"/>
                <a:gd name="T79" fmla="*/ 868 h 1162"/>
                <a:gd name="T80" fmla="*/ 707 w 1172"/>
                <a:gd name="T81" fmla="*/ 793 h 1162"/>
                <a:gd name="T82" fmla="*/ 765 w 1172"/>
                <a:gd name="T83" fmla="*/ 831 h 1162"/>
                <a:gd name="T84" fmla="*/ 927 w 1172"/>
                <a:gd name="T85" fmla="*/ 935 h 1162"/>
                <a:gd name="T86" fmla="*/ 1117 w 1172"/>
                <a:gd name="T87" fmla="*/ 991 h 1162"/>
                <a:gd name="T88" fmla="*/ 1155 w 1172"/>
                <a:gd name="T89" fmla="*/ 767 h 1162"/>
                <a:gd name="T90" fmla="*/ 1046 w 1172"/>
                <a:gd name="T91" fmla="*/ 741 h 1162"/>
                <a:gd name="T92" fmla="*/ 820 w 1172"/>
                <a:gd name="T93" fmla="*/ 761 h 1162"/>
                <a:gd name="T94" fmla="*/ 782 w 1172"/>
                <a:gd name="T95" fmla="*/ 716 h 1162"/>
                <a:gd name="T96" fmla="*/ 901 w 1172"/>
                <a:gd name="T97" fmla="*/ 735 h 1162"/>
                <a:gd name="T98" fmla="*/ 1155 w 1172"/>
                <a:gd name="T99" fmla="*/ 684 h 1162"/>
                <a:gd name="T100" fmla="*/ 1167 w 1172"/>
                <a:gd name="T101" fmla="*/ 483 h 1162"/>
                <a:gd name="T102" fmla="*/ 1161 w 1172"/>
                <a:gd name="T103" fmla="*/ 264 h 1162"/>
                <a:gd name="T104" fmla="*/ 1034 w 1172"/>
                <a:gd name="T105" fmla="*/ 152 h 1162"/>
                <a:gd name="T106" fmla="*/ 1161 w 1172"/>
                <a:gd name="T107" fmla="*/ 201 h 1162"/>
                <a:gd name="T108" fmla="*/ 1091 w 1172"/>
                <a:gd name="T109" fmla="*/ 68 h 1162"/>
                <a:gd name="T110" fmla="*/ 959 w 1172"/>
                <a:gd name="T111" fmla="*/ 0 h 1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72" h="1162">
                  <a:moveTo>
                    <a:pt x="959" y="0"/>
                  </a:moveTo>
                  <a:lnTo>
                    <a:pt x="820" y="43"/>
                  </a:lnTo>
                  <a:lnTo>
                    <a:pt x="756" y="100"/>
                  </a:lnTo>
                  <a:lnTo>
                    <a:pt x="719" y="213"/>
                  </a:lnTo>
                  <a:lnTo>
                    <a:pt x="719" y="321"/>
                  </a:lnTo>
                  <a:lnTo>
                    <a:pt x="739" y="381"/>
                  </a:lnTo>
                  <a:lnTo>
                    <a:pt x="727" y="489"/>
                  </a:lnTo>
                  <a:lnTo>
                    <a:pt x="727" y="571"/>
                  </a:lnTo>
                  <a:lnTo>
                    <a:pt x="745" y="591"/>
                  </a:lnTo>
                  <a:lnTo>
                    <a:pt x="727" y="621"/>
                  </a:lnTo>
                  <a:lnTo>
                    <a:pt x="713" y="652"/>
                  </a:lnTo>
                  <a:lnTo>
                    <a:pt x="739" y="684"/>
                  </a:lnTo>
                  <a:lnTo>
                    <a:pt x="739" y="716"/>
                  </a:lnTo>
                  <a:lnTo>
                    <a:pt x="688" y="729"/>
                  </a:lnTo>
                  <a:lnTo>
                    <a:pt x="695" y="761"/>
                  </a:lnTo>
                  <a:lnTo>
                    <a:pt x="644" y="779"/>
                  </a:lnTo>
                  <a:lnTo>
                    <a:pt x="599" y="767"/>
                  </a:lnTo>
                  <a:lnTo>
                    <a:pt x="569" y="779"/>
                  </a:lnTo>
                  <a:lnTo>
                    <a:pt x="428" y="799"/>
                  </a:lnTo>
                  <a:lnTo>
                    <a:pt x="304" y="793"/>
                  </a:lnTo>
                  <a:lnTo>
                    <a:pt x="222" y="799"/>
                  </a:lnTo>
                  <a:lnTo>
                    <a:pt x="170" y="831"/>
                  </a:lnTo>
                  <a:lnTo>
                    <a:pt x="45" y="831"/>
                  </a:lnTo>
                  <a:lnTo>
                    <a:pt x="0" y="873"/>
                  </a:lnTo>
                  <a:lnTo>
                    <a:pt x="0" y="923"/>
                  </a:lnTo>
                  <a:lnTo>
                    <a:pt x="6" y="1004"/>
                  </a:lnTo>
                  <a:lnTo>
                    <a:pt x="109" y="1030"/>
                  </a:lnTo>
                  <a:lnTo>
                    <a:pt x="109" y="978"/>
                  </a:lnTo>
                  <a:lnTo>
                    <a:pt x="115" y="935"/>
                  </a:lnTo>
                  <a:lnTo>
                    <a:pt x="133" y="916"/>
                  </a:lnTo>
                  <a:lnTo>
                    <a:pt x="141" y="966"/>
                  </a:lnTo>
                  <a:lnTo>
                    <a:pt x="147" y="1030"/>
                  </a:lnTo>
                  <a:lnTo>
                    <a:pt x="170" y="1068"/>
                  </a:lnTo>
                  <a:lnTo>
                    <a:pt x="215" y="1118"/>
                  </a:lnTo>
                  <a:lnTo>
                    <a:pt x="321" y="1142"/>
                  </a:lnTo>
                  <a:lnTo>
                    <a:pt x="403" y="1155"/>
                  </a:lnTo>
                  <a:lnTo>
                    <a:pt x="499" y="1162"/>
                  </a:lnTo>
                  <a:lnTo>
                    <a:pt x="379" y="1093"/>
                  </a:lnTo>
                  <a:lnTo>
                    <a:pt x="297" y="1030"/>
                  </a:lnTo>
                  <a:lnTo>
                    <a:pt x="279" y="978"/>
                  </a:lnTo>
                  <a:lnTo>
                    <a:pt x="291" y="935"/>
                  </a:lnTo>
                  <a:lnTo>
                    <a:pt x="358" y="929"/>
                  </a:lnTo>
                  <a:lnTo>
                    <a:pt x="385" y="978"/>
                  </a:lnTo>
                  <a:lnTo>
                    <a:pt x="403" y="1036"/>
                  </a:lnTo>
                  <a:lnTo>
                    <a:pt x="467" y="1098"/>
                  </a:lnTo>
                  <a:lnTo>
                    <a:pt x="537" y="1149"/>
                  </a:lnTo>
                  <a:lnTo>
                    <a:pt x="607" y="1155"/>
                  </a:lnTo>
                  <a:lnTo>
                    <a:pt x="713" y="1149"/>
                  </a:lnTo>
                  <a:lnTo>
                    <a:pt x="599" y="1061"/>
                  </a:lnTo>
                  <a:lnTo>
                    <a:pt x="517" y="1016"/>
                  </a:lnTo>
                  <a:lnTo>
                    <a:pt x="454" y="966"/>
                  </a:lnTo>
                  <a:lnTo>
                    <a:pt x="435" y="929"/>
                  </a:lnTo>
                  <a:lnTo>
                    <a:pt x="441" y="891"/>
                  </a:lnTo>
                  <a:lnTo>
                    <a:pt x="479" y="885"/>
                  </a:lnTo>
                  <a:lnTo>
                    <a:pt x="523" y="923"/>
                  </a:lnTo>
                  <a:lnTo>
                    <a:pt x="549" y="972"/>
                  </a:lnTo>
                  <a:lnTo>
                    <a:pt x="607" y="1036"/>
                  </a:lnTo>
                  <a:lnTo>
                    <a:pt x="675" y="1068"/>
                  </a:lnTo>
                  <a:lnTo>
                    <a:pt x="727" y="1098"/>
                  </a:lnTo>
                  <a:lnTo>
                    <a:pt x="782" y="1123"/>
                  </a:lnTo>
                  <a:lnTo>
                    <a:pt x="846" y="1136"/>
                  </a:lnTo>
                  <a:lnTo>
                    <a:pt x="921" y="1136"/>
                  </a:lnTo>
                  <a:lnTo>
                    <a:pt x="994" y="1122"/>
                  </a:lnTo>
                  <a:lnTo>
                    <a:pt x="833" y="1068"/>
                  </a:lnTo>
                  <a:lnTo>
                    <a:pt x="771" y="1036"/>
                  </a:lnTo>
                  <a:lnTo>
                    <a:pt x="727" y="978"/>
                  </a:lnTo>
                  <a:lnTo>
                    <a:pt x="719" y="929"/>
                  </a:lnTo>
                  <a:lnTo>
                    <a:pt x="756" y="929"/>
                  </a:lnTo>
                  <a:lnTo>
                    <a:pt x="777" y="972"/>
                  </a:lnTo>
                  <a:lnTo>
                    <a:pt x="808" y="1010"/>
                  </a:lnTo>
                  <a:lnTo>
                    <a:pt x="859" y="1049"/>
                  </a:lnTo>
                  <a:lnTo>
                    <a:pt x="914" y="1087"/>
                  </a:lnTo>
                  <a:lnTo>
                    <a:pt x="989" y="1119"/>
                  </a:lnTo>
                  <a:lnTo>
                    <a:pt x="1046" y="1098"/>
                  </a:lnTo>
                  <a:lnTo>
                    <a:pt x="1072" y="1068"/>
                  </a:lnTo>
                  <a:lnTo>
                    <a:pt x="1117" y="991"/>
                  </a:lnTo>
                  <a:lnTo>
                    <a:pt x="1034" y="972"/>
                  </a:lnTo>
                  <a:lnTo>
                    <a:pt x="878" y="954"/>
                  </a:lnTo>
                  <a:lnTo>
                    <a:pt x="782" y="910"/>
                  </a:lnTo>
                  <a:lnTo>
                    <a:pt x="733" y="868"/>
                  </a:lnTo>
                  <a:lnTo>
                    <a:pt x="713" y="816"/>
                  </a:lnTo>
                  <a:lnTo>
                    <a:pt x="707" y="793"/>
                  </a:lnTo>
                  <a:lnTo>
                    <a:pt x="733" y="793"/>
                  </a:lnTo>
                  <a:lnTo>
                    <a:pt x="765" y="831"/>
                  </a:lnTo>
                  <a:lnTo>
                    <a:pt x="814" y="897"/>
                  </a:lnTo>
                  <a:lnTo>
                    <a:pt x="927" y="935"/>
                  </a:lnTo>
                  <a:lnTo>
                    <a:pt x="1034" y="968"/>
                  </a:lnTo>
                  <a:lnTo>
                    <a:pt x="1117" y="991"/>
                  </a:lnTo>
                  <a:lnTo>
                    <a:pt x="1149" y="861"/>
                  </a:lnTo>
                  <a:lnTo>
                    <a:pt x="1155" y="767"/>
                  </a:lnTo>
                  <a:lnTo>
                    <a:pt x="1155" y="683"/>
                  </a:lnTo>
                  <a:lnTo>
                    <a:pt x="1046" y="741"/>
                  </a:lnTo>
                  <a:lnTo>
                    <a:pt x="921" y="767"/>
                  </a:lnTo>
                  <a:lnTo>
                    <a:pt x="820" y="761"/>
                  </a:lnTo>
                  <a:lnTo>
                    <a:pt x="795" y="748"/>
                  </a:lnTo>
                  <a:lnTo>
                    <a:pt x="782" y="716"/>
                  </a:lnTo>
                  <a:lnTo>
                    <a:pt x="840" y="716"/>
                  </a:lnTo>
                  <a:lnTo>
                    <a:pt x="901" y="735"/>
                  </a:lnTo>
                  <a:lnTo>
                    <a:pt x="1049" y="741"/>
                  </a:lnTo>
                  <a:lnTo>
                    <a:pt x="1155" y="684"/>
                  </a:lnTo>
                  <a:lnTo>
                    <a:pt x="1161" y="565"/>
                  </a:lnTo>
                  <a:lnTo>
                    <a:pt x="1167" y="483"/>
                  </a:lnTo>
                  <a:lnTo>
                    <a:pt x="1172" y="401"/>
                  </a:lnTo>
                  <a:lnTo>
                    <a:pt x="1161" y="264"/>
                  </a:lnTo>
                  <a:lnTo>
                    <a:pt x="1129" y="213"/>
                  </a:lnTo>
                  <a:lnTo>
                    <a:pt x="1034" y="152"/>
                  </a:lnTo>
                  <a:lnTo>
                    <a:pt x="1065" y="158"/>
                  </a:lnTo>
                  <a:lnTo>
                    <a:pt x="1161" y="201"/>
                  </a:lnTo>
                  <a:lnTo>
                    <a:pt x="1123" y="113"/>
                  </a:lnTo>
                  <a:lnTo>
                    <a:pt x="1091" y="68"/>
                  </a:lnTo>
                  <a:lnTo>
                    <a:pt x="1065" y="38"/>
                  </a:lnTo>
                  <a:lnTo>
                    <a:pt x="959"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826091" name="Freeform 298"/>
            <p:cNvSpPr>
              <a:spLocks noChangeArrowheads="1"/>
            </p:cNvSpPr>
            <p:nvPr/>
          </p:nvSpPr>
          <p:spPr bwMode="auto">
            <a:xfrm>
              <a:off x="5500" y="1878"/>
              <a:ext cx="49" cy="44"/>
            </a:xfrm>
            <a:custGeom>
              <a:avLst/>
              <a:gdLst>
                <a:gd name="T0" fmla="*/ 0 w 295"/>
                <a:gd name="T1" fmla="*/ 0 h 263"/>
                <a:gd name="T2" fmla="*/ 0 w 295"/>
                <a:gd name="T3" fmla="*/ 21 h 263"/>
                <a:gd name="T4" fmla="*/ 38 w 295"/>
                <a:gd name="T5" fmla="*/ 71 h 263"/>
                <a:gd name="T6" fmla="*/ 75 w 295"/>
                <a:gd name="T7" fmla="*/ 99 h 263"/>
                <a:gd name="T8" fmla="*/ 152 w 295"/>
                <a:gd name="T9" fmla="*/ 158 h 263"/>
                <a:gd name="T10" fmla="*/ 184 w 295"/>
                <a:gd name="T11" fmla="*/ 182 h 263"/>
                <a:gd name="T12" fmla="*/ 260 w 295"/>
                <a:gd name="T13" fmla="*/ 239 h 263"/>
                <a:gd name="T14" fmla="*/ 178 w 295"/>
                <a:gd name="T15" fmla="*/ 213 h 263"/>
                <a:gd name="T16" fmla="*/ 97 w 295"/>
                <a:gd name="T17" fmla="*/ 188 h 263"/>
                <a:gd name="T18" fmla="*/ 16 w 295"/>
                <a:gd name="T19" fmla="*/ 182 h 263"/>
                <a:gd name="T20" fmla="*/ 22 w 295"/>
                <a:gd name="T21" fmla="*/ 207 h 263"/>
                <a:gd name="T22" fmla="*/ 152 w 295"/>
                <a:gd name="T23" fmla="*/ 231 h 263"/>
                <a:gd name="T24" fmla="*/ 222 w 295"/>
                <a:gd name="T25" fmla="*/ 257 h 263"/>
                <a:gd name="T26" fmla="*/ 260 w 295"/>
                <a:gd name="T27" fmla="*/ 263 h 263"/>
                <a:gd name="T28" fmla="*/ 292 w 295"/>
                <a:gd name="T29" fmla="*/ 252 h 263"/>
                <a:gd name="T30" fmla="*/ 295 w 295"/>
                <a:gd name="T31" fmla="*/ 222 h 263"/>
                <a:gd name="T32" fmla="*/ 269 w 295"/>
                <a:gd name="T33" fmla="*/ 199 h 263"/>
                <a:gd name="T34" fmla="*/ 232 w 295"/>
                <a:gd name="T35" fmla="*/ 162 h 263"/>
                <a:gd name="T36" fmla="*/ 188 w 295"/>
                <a:gd name="T37" fmla="*/ 112 h 263"/>
                <a:gd name="T38" fmla="*/ 144 w 295"/>
                <a:gd name="T39" fmla="*/ 56 h 263"/>
                <a:gd name="T40" fmla="*/ 91 w 295"/>
                <a:gd name="T41" fmla="*/ 17 h 263"/>
                <a:gd name="T42" fmla="*/ 35 w 295"/>
                <a:gd name="T43" fmla="*/ 3 h 263"/>
                <a:gd name="T44" fmla="*/ 0 w 295"/>
                <a:gd name="T45" fmla="*/ 0 h 2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95" h="263">
                  <a:moveTo>
                    <a:pt x="0" y="0"/>
                  </a:moveTo>
                  <a:lnTo>
                    <a:pt x="0" y="21"/>
                  </a:lnTo>
                  <a:lnTo>
                    <a:pt x="38" y="71"/>
                  </a:lnTo>
                  <a:lnTo>
                    <a:pt x="75" y="99"/>
                  </a:lnTo>
                  <a:lnTo>
                    <a:pt x="152" y="158"/>
                  </a:lnTo>
                  <a:lnTo>
                    <a:pt x="184" y="182"/>
                  </a:lnTo>
                  <a:lnTo>
                    <a:pt x="260" y="239"/>
                  </a:lnTo>
                  <a:lnTo>
                    <a:pt x="178" y="213"/>
                  </a:lnTo>
                  <a:lnTo>
                    <a:pt x="97" y="188"/>
                  </a:lnTo>
                  <a:lnTo>
                    <a:pt x="16" y="182"/>
                  </a:lnTo>
                  <a:lnTo>
                    <a:pt x="22" y="207"/>
                  </a:lnTo>
                  <a:lnTo>
                    <a:pt x="152" y="231"/>
                  </a:lnTo>
                  <a:lnTo>
                    <a:pt x="222" y="257"/>
                  </a:lnTo>
                  <a:lnTo>
                    <a:pt x="260" y="263"/>
                  </a:lnTo>
                  <a:lnTo>
                    <a:pt x="292" y="252"/>
                  </a:lnTo>
                  <a:lnTo>
                    <a:pt x="295" y="222"/>
                  </a:lnTo>
                  <a:lnTo>
                    <a:pt x="269" y="199"/>
                  </a:lnTo>
                  <a:lnTo>
                    <a:pt x="232" y="162"/>
                  </a:lnTo>
                  <a:lnTo>
                    <a:pt x="188" y="112"/>
                  </a:lnTo>
                  <a:lnTo>
                    <a:pt x="144" y="56"/>
                  </a:lnTo>
                  <a:lnTo>
                    <a:pt x="91" y="17"/>
                  </a:lnTo>
                  <a:lnTo>
                    <a:pt x="35" y="3"/>
                  </a:lnTo>
                  <a:lnTo>
                    <a:pt x="0" y="0"/>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826092" name="Freeform 299"/>
            <p:cNvSpPr>
              <a:spLocks noChangeArrowheads="1"/>
            </p:cNvSpPr>
            <p:nvPr/>
          </p:nvSpPr>
          <p:spPr bwMode="auto">
            <a:xfrm>
              <a:off x="5503" y="1842"/>
              <a:ext cx="44" cy="57"/>
            </a:xfrm>
            <a:custGeom>
              <a:avLst/>
              <a:gdLst>
                <a:gd name="T0" fmla="*/ 51 w 270"/>
                <a:gd name="T1" fmla="*/ 0 h 345"/>
                <a:gd name="T2" fmla="*/ 13 w 270"/>
                <a:gd name="T3" fmla="*/ 7 h 345"/>
                <a:gd name="T4" fmla="*/ 0 w 270"/>
                <a:gd name="T5" fmla="*/ 39 h 345"/>
                <a:gd name="T6" fmla="*/ 3 w 270"/>
                <a:gd name="T7" fmla="*/ 65 h 345"/>
                <a:gd name="T8" fmla="*/ 26 w 270"/>
                <a:gd name="T9" fmla="*/ 101 h 345"/>
                <a:gd name="T10" fmla="*/ 57 w 270"/>
                <a:gd name="T11" fmla="*/ 112 h 345"/>
                <a:gd name="T12" fmla="*/ 116 w 270"/>
                <a:gd name="T13" fmla="*/ 149 h 345"/>
                <a:gd name="T14" fmla="*/ 172 w 270"/>
                <a:gd name="T15" fmla="*/ 195 h 345"/>
                <a:gd name="T16" fmla="*/ 212 w 270"/>
                <a:gd name="T17" fmla="*/ 259 h 345"/>
                <a:gd name="T18" fmla="*/ 257 w 270"/>
                <a:gd name="T19" fmla="*/ 325 h 345"/>
                <a:gd name="T20" fmla="*/ 270 w 270"/>
                <a:gd name="T21" fmla="*/ 345 h 345"/>
                <a:gd name="T22" fmla="*/ 257 w 270"/>
                <a:gd name="T23" fmla="*/ 267 h 345"/>
                <a:gd name="T24" fmla="*/ 247 w 270"/>
                <a:gd name="T25" fmla="*/ 198 h 345"/>
                <a:gd name="T26" fmla="*/ 225 w 270"/>
                <a:gd name="T27" fmla="*/ 140 h 345"/>
                <a:gd name="T28" fmla="*/ 188 w 270"/>
                <a:gd name="T29" fmla="*/ 86 h 345"/>
                <a:gd name="T30" fmla="*/ 90 w 270"/>
                <a:gd name="T31" fmla="*/ 10 h 345"/>
                <a:gd name="T32" fmla="*/ 51 w 270"/>
                <a:gd name="T33" fmla="*/ 0 h 3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70" h="345">
                  <a:moveTo>
                    <a:pt x="51" y="0"/>
                  </a:moveTo>
                  <a:lnTo>
                    <a:pt x="13" y="7"/>
                  </a:lnTo>
                  <a:lnTo>
                    <a:pt x="0" y="39"/>
                  </a:lnTo>
                  <a:lnTo>
                    <a:pt x="3" y="65"/>
                  </a:lnTo>
                  <a:lnTo>
                    <a:pt x="26" y="101"/>
                  </a:lnTo>
                  <a:lnTo>
                    <a:pt x="57" y="112"/>
                  </a:lnTo>
                  <a:lnTo>
                    <a:pt x="116" y="149"/>
                  </a:lnTo>
                  <a:lnTo>
                    <a:pt x="172" y="195"/>
                  </a:lnTo>
                  <a:lnTo>
                    <a:pt x="212" y="259"/>
                  </a:lnTo>
                  <a:lnTo>
                    <a:pt x="257" y="325"/>
                  </a:lnTo>
                  <a:lnTo>
                    <a:pt x="270" y="345"/>
                  </a:lnTo>
                  <a:lnTo>
                    <a:pt x="257" y="267"/>
                  </a:lnTo>
                  <a:lnTo>
                    <a:pt x="247" y="198"/>
                  </a:lnTo>
                  <a:lnTo>
                    <a:pt x="225" y="140"/>
                  </a:lnTo>
                  <a:lnTo>
                    <a:pt x="188" y="86"/>
                  </a:lnTo>
                  <a:lnTo>
                    <a:pt x="90" y="10"/>
                  </a:lnTo>
                  <a:lnTo>
                    <a:pt x="51" y="0"/>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826093" name="Freeform 300"/>
            <p:cNvSpPr>
              <a:spLocks noChangeArrowheads="1"/>
            </p:cNvSpPr>
            <p:nvPr/>
          </p:nvSpPr>
          <p:spPr bwMode="auto">
            <a:xfrm>
              <a:off x="5494" y="1785"/>
              <a:ext cx="48" cy="34"/>
            </a:xfrm>
            <a:custGeom>
              <a:avLst/>
              <a:gdLst>
                <a:gd name="T0" fmla="*/ 0 w 287"/>
                <a:gd name="T1" fmla="*/ 199 h 199"/>
                <a:gd name="T2" fmla="*/ 49 w 287"/>
                <a:gd name="T3" fmla="*/ 156 h 199"/>
                <a:gd name="T4" fmla="*/ 130 w 287"/>
                <a:gd name="T5" fmla="*/ 125 h 199"/>
                <a:gd name="T6" fmla="*/ 185 w 287"/>
                <a:gd name="T7" fmla="*/ 111 h 199"/>
                <a:gd name="T8" fmla="*/ 287 w 287"/>
                <a:gd name="T9" fmla="*/ 0 h 199"/>
                <a:gd name="T10" fmla="*/ 211 w 287"/>
                <a:gd name="T11" fmla="*/ 44 h 199"/>
                <a:gd name="T12" fmla="*/ 142 w 287"/>
                <a:gd name="T13" fmla="*/ 74 h 199"/>
                <a:gd name="T14" fmla="*/ 93 w 287"/>
                <a:gd name="T15" fmla="*/ 99 h 199"/>
                <a:gd name="T16" fmla="*/ 68 w 287"/>
                <a:gd name="T17" fmla="*/ 125 h 199"/>
                <a:gd name="T18" fmla="*/ 0 w 287"/>
                <a:gd name="T19" fmla="*/ 199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87" h="199">
                  <a:moveTo>
                    <a:pt x="0" y="199"/>
                  </a:moveTo>
                  <a:lnTo>
                    <a:pt x="49" y="156"/>
                  </a:lnTo>
                  <a:lnTo>
                    <a:pt x="130" y="125"/>
                  </a:lnTo>
                  <a:lnTo>
                    <a:pt x="185" y="111"/>
                  </a:lnTo>
                  <a:lnTo>
                    <a:pt x="287" y="0"/>
                  </a:lnTo>
                  <a:lnTo>
                    <a:pt x="211" y="44"/>
                  </a:lnTo>
                  <a:lnTo>
                    <a:pt x="142" y="74"/>
                  </a:lnTo>
                  <a:lnTo>
                    <a:pt x="93" y="99"/>
                  </a:lnTo>
                  <a:lnTo>
                    <a:pt x="68" y="125"/>
                  </a:lnTo>
                  <a:lnTo>
                    <a:pt x="0" y="199"/>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826094" name="Freeform 301"/>
            <p:cNvSpPr>
              <a:spLocks noChangeArrowheads="1"/>
            </p:cNvSpPr>
            <p:nvPr/>
          </p:nvSpPr>
          <p:spPr bwMode="auto">
            <a:xfrm>
              <a:off x="5458" y="1846"/>
              <a:ext cx="27" cy="86"/>
            </a:xfrm>
            <a:custGeom>
              <a:avLst/>
              <a:gdLst>
                <a:gd name="T0" fmla="*/ 0 w 162"/>
                <a:gd name="T1" fmla="*/ 514 h 514"/>
                <a:gd name="T2" fmla="*/ 81 w 162"/>
                <a:gd name="T3" fmla="*/ 514 h 514"/>
                <a:gd name="T4" fmla="*/ 106 w 162"/>
                <a:gd name="T5" fmla="*/ 508 h 514"/>
                <a:gd name="T6" fmla="*/ 106 w 162"/>
                <a:gd name="T7" fmla="*/ 489 h 514"/>
                <a:gd name="T8" fmla="*/ 124 w 162"/>
                <a:gd name="T9" fmla="*/ 470 h 514"/>
                <a:gd name="T10" fmla="*/ 150 w 162"/>
                <a:gd name="T11" fmla="*/ 451 h 514"/>
                <a:gd name="T12" fmla="*/ 137 w 162"/>
                <a:gd name="T13" fmla="*/ 433 h 514"/>
                <a:gd name="T14" fmla="*/ 137 w 162"/>
                <a:gd name="T15" fmla="*/ 407 h 514"/>
                <a:gd name="T16" fmla="*/ 156 w 162"/>
                <a:gd name="T17" fmla="*/ 376 h 514"/>
                <a:gd name="T18" fmla="*/ 156 w 162"/>
                <a:gd name="T19" fmla="*/ 344 h 514"/>
                <a:gd name="T20" fmla="*/ 144 w 162"/>
                <a:gd name="T21" fmla="*/ 306 h 514"/>
                <a:gd name="T22" fmla="*/ 144 w 162"/>
                <a:gd name="T23" fmla="*/ 224 h 514"/>
                <a:gd name="T24" fmla="*/ 162 w 162"/>
                <a:gd name="T25" fmla="*/ 150 h 514"/>
                <a:gd name="T26" fmla="*/ 156 w 162"/>
                <a:gd name="T27" fmla="*/ 94 h 514"/>
                <a:gd name="T28" fmla="*/ 156 w 162"/>
                <a:gd name="T29" fmla="*/ 0 h 514"/>
                <a:gd name="T30" fmla="*/ 106 w 162"/>
                <a:gd name="T31" fmla="*/ 142 h 514"/>
                <a:gd name="T32" fmla="*/ 62 w 162"/>
                <a:gd name="T33" fmla="*/ 275 h 514"/>
                <a:gd name="T34" fmla="*/ 32 w 162"/>
                <a:gd name="T35" fmla="*/ 419 h 514"/>
                <a:gd name="T36" fmla="*/ 0 w 162"/>
                <a:gd name="T37" fmla="*/ 514 h 5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62" h="514">
                  <a:moveTo>
                    <a:pt x="0" y="514"/>
                  </a:moveTo>
                  <a:lnTo>
                    <a:pt x="81" y="514"/>
                  </a:lnTo>
                  <a:lnTo>
                    <a:pt x="106" y="508"/>
                  </a:lnTo>
                  <a:lnTo>
                    <a:pt x="106" y="489"/>
                  </a:lnTo>
                  <a:lnTo>
                    <a:pt x="124" y="470"/>
                  </a:lnTo>
                  <a:lnTo>
                    <a:pt x="150" y="451"/>
                  </a:lnTo>
                  <a:lnTo>
                    <a:pt x="137" y="433"/>
                  </a:lnTo>
                  <a:lnTo>
                    <a:pt x="137" y="407"/>
                  </a:lnTo>
                  <a:lnTo>
                    <a:pt x="156" y="376"/>
                  </a:lnTo>
                  <a:lnTo>
                    <a:pt x="156" y="344"/>
                  </a:lnTo>
                  <a:lnTo>
                    <a:pt x="144" y="306"/>
                  </a:lnTo>
                  <a:lnTo>
                    <a:pt x="144" y="224"/>
                  </a:lnTo>
                  <a:lnTo>
                    <a:pt x="162" y="150"/>
                  </a:lnTo>
                  <a:lnTo>
                    <a:pt x="156" y="94"/>
                  </a:lnTo>
                  <a:lnTo>
                    <a:pt x="156" y="0"/>
                  </a:lnTo>
                  <a:lnTo>
                    <a:pt x="106" y="142"/>
                  </a:lnTo>
                  <a:lnTo>
                    <a:pt x="62" y="275"/>
                  </a:lnTo>
                  <a:lnTo>
                    <a:pt x="32" y="419"/>
                  </a:lnTo>
                  <a:lnTo>
                    <a:pt x="0" y="514"/>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826095" name="Freeform 302"/>
            <p:cNvSpPr>
              <a:spLocks noChangeArrowheads="1"/>
            </p:cNvSpPr>
            <p:nvPr/>
          </p:nvSpPr>
          <p:spPr bwMode="auto">
            <a:xfrm>
              <a:off x="5498" y="1939"/>
              <a:ext cx="48" cy="16"/>
            </a:xfrm>
            <a:custGeom>
              <a:avLst/>
              <a:gdLst>
                <a:gd name="T0" fmla="*/ 232 w 289"/>
                <a:gd name="T1" fmla="*/ 47 h 97"/>
                <a:gd name="T2" fmla="*/ 168 w 289"/>
                <a:gd name="T3" fmla="*/ 19 h 97"/>
                <a:gd name="T4" fmla="*/ 110 w 289"/>
                <a:gd name="T5" fmla="*/ 4 h 97"/>
                <a:gd name="T6" fmla="*/ 32 w 289"/>
                <a:gd name="T7" fmla="*/ 0 h 97"/>
                <a:gd name="T8" fmla="*/ 0 w 289"/>
                <a:gd name="T9" fmla="*/ 6 h 97"/>
                <a:gd name="T10" fmla="*/ 15 w 289"/>
                <a:gd name="T11" fmla="*/ 37 h 97"/>
                <a:gd name="T12" fmla="*/ 45 w 289"/>
                <a:gd name="T13" fmla="*/ 61 h 97"/>
                <a:gd name="T14" fmla="*/ 113 w 289"/>
                <a:gd name="T15" fmla="*/ 79 h 97"/>
                <a:gd name="T16" fmla="*/ 219 w 289"/>
                <a:gd name="T17" fmla="*/ 97 h 97"/>
                <a:gd name="T18" fmla="*/ 289 w 289"/>
                <a:gd name="T19" fmla="*/ 91 h 97"/>
                <a:gd name="T20" fmla="*/ 232 w 289"/>
                <a:gd name="T21" fmla="*/ 47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9" h="97">
                  <a:moveTo>
                    <a:pt x="232" y="47"/>
                  </a:moveTo>
                  <a:lnTo>
                    <a:pt x="168" y="19"/>
                  </a:lnTo>
                  <a:lnTo>
                    <a:pt x="110" y="4"/>
                  </a:lnTo>
                  <a:lnTo>
                    <a:pt x="32" y="0"/>
                  </a:lnTo>
                  <a:lnTo>
                    <a:pt x="0" y="6"/>
                  </a:lnTo>
                  <a:lnTo>
                    <a:pt x="15" y="37"/>
                  </a:lnTo>
                  <a:lnTo>
                    <a:pt x="45" y="61"/>
                  </a:lnTo>
                  <a:lnTo>
                    <a:pt x="113" y="79"/>
                  </a:lnTo>
                  <a:lnTo>
                    <a:pt x="219" y="97"/>
                  </a:lnTo>
                  <a:lnTo>
                    <a:pt x="289" y="91"/>
                  </a:lnTo>
                  <a:lnTo>
                    <a:pt x="232" y="47"/>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826096" name="Freeform 303"/>
            <p:cNvSpPr>
              <a:spLocks noChangeArrowheads="1"/>
            </p:cNvSpPr>
            <p:nvPr/>
          </p:nvSpPr>
          <p:spPr bwMode="auto">
            <a:xfrm>
              <a:off x="5458" y="1947"/>
              <a:ext cx="30" cy="36"/>
            </a:xfrm>
            <a:custGeom>
              <a:avLst/>
              <a:gdLst>
                <a:gd name="T0" fmla="*/ 81 w 176"/>
                <a:gd name="T1" fmla="*/ 59 h 216"/>
                <a:gd name="T2" fmla="*/ 59 w 176"/>
                <a:gd name="T3" fmla="*/ 14 h 216"/>
                <a:gd name="T4" fmla="*/ 26 w 176"/>
                <a:gd name="T5" fmla="*/ 0 h 216"/>
                <a:gd name="T6" fmla="*/ 3 w 176"/>
                <a:gd name="T7" fmla="*/ 11 h 216"/>
                <a:gd name="T8" fmla="*/ 0 w 176"/>
                <a:gd name="T9" fmla="*/ 35 h 216"/>
                <a:gd name="T10" fmla="*/ 15 w 176"/>
                <a:gd name="T11" fmla="*/ 76 h 216"/>
                <a:gd name="T12" fmla="*/ 40 w 176"/>
                <a:gd name="T13" fmla="*/ 115 h 216"/>
                <a:gd name="T14" fmla="*/ 71 w 176"/>
                <a:gd name="T15" fmla="*/ 150 h 216"/>
                <a:gd name="T16" fmla="*/ 113 w 176"/>
                <a:gd name="T17" fmla="*/ 185 h 216"/>
                <a:gd name="T18" fmla="*/ 176 w 176"/>
                <a:gd name="T19" fmla="*/ 216 h 216"/>
                <a:gd name="T20" fmla="*/ 119 w 176"/>
                <a:gd name="T21" fmla="*/ 153 h 216"/>
                <a:gd name="T22" fmla="*/ 100 w 176"/>
                <a:gd name="T23" fmla="*/ 108 h 216"/>
                <a:gd name="T24" fmla="*/ 81 w 176"/>
                <a:gd name="T25" fmla="*/ 59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6" h="216">
                  <a:moveTo>
                    <a:pt x="81" y="59"/>
                  </a:moveTo>
                  <a:lnTo>
                    <a:pt x="59" y="14"/>
                  </a:lnTo>
                  <a:lnTo>
                    <a:pt x="26" y="0"/>
                  </a:lnTo>
                  <a:lnTo>
                    <a:pt x="3" y="11"/>
                  </a:lnTo>
                  <a:lnTo>
                    <a:pt x="0" y="35"/>
                  </a:lnTo>
                  <a:lnTo>
                    <a:pt x="15" y="76"/>
                  </a:lnTo>
                  <a:lnTo>
                    <a:pt x="40" y="115"/>
                  </a:lnTo>
                  <a:lnTo>
                    <a:pt x="71" y="150"/>
                  </a:lnTo>
                  <a:lnTo>
                    <a:pt x="113" y="185"/>
                  </a:lnTo>
                  <a:lnTo>
                    <a:pt x="176" y="216"/>
                  </a:lnTo>
                  <a:lnTo>
                    <a:pt x="119" y="153"/>
                  </a:lnTo>
                  <a:lnTo>
                    <a:pt x="100" y="108"/>
                  </a:lnTo>
                  <a:lnTo>
                    <a:pt x="81" y="59"/>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826097" name="Freeform 304"/>
            <p:cNvSpPr>
              <a:spLocks noChangeArrowheads="1"/>
            </p:cNvSpPr>
            <p:nvPr/>
          </p:nvSpPr>
          <p:spPr bwMode="auto">
            <a:xfrm>
              <a:off x="5506" y="1757"/>
              <a:ext cx="70" cy="44"/>
            </a:xfrm>
            <a:custGeom>
              <a:avLst/>
              <a:gdLst>
                <a:gd name="T0" fmla="*/ 0 w 418"/>
                <a:gd name="T1" fmla="*/ 260 h 260"/>
                <a:gd name="T2" fmla="*/ 13 w 418"/>
                <a:gd name="T3" fmla="*/ 153 h 260"/>
                <a:gd name="T4" fmla="*/ 101 w 418"/>
                <a:gd name="T5" fmla="*/ 116 h 260"/>
                <a:gd name="T6" fmla="*/ 220 w 418"/>
                <a:gd name="T7" fmla="*/ 69 h 260"/>
                <a:gd name="T8" fmla="*/ 304 w 418"/>
                <a:gd name="T9" fmla="*/ 35 h 260"/>
                <a:gd name="T10" fmla="*/ 386 w 418"/>
                <a:gd name="T11" fmla="*/ 0 h 260"/>
                <a:gd name="T12" fmla="*/ 418 w 418"/>
                <a:gd name="T13" fmla="*/ 76 h 260"/>
                <a:gd name="T14" fmla="*/ 341 w 418"/>
                <a:gd name="T15" fmla="*/ 119 h 260"/>
                <a:gd name="T16" fmla="*/ 252 w 418"/>
                <a:gd name="T17" fmla="*/ 150 h 260"/>
                <a:gd name="T18" fmla="*/ 182 w 418"/>
                <a:gd name="T19" fmla="*/ 170 h 260"/>
                <a:gd name="T20" fmla="*/ 98 w 418"/>
                <a:gd name="T21" fmla="*/ 216 h 260"/>
                <a:gd name="T22" fmla="*/ 0 w 418"/>
                <a:gd name="T23" fmla="*/ 260 h 2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18" h="260">
                  <a:moveTo>
                    <a:pt x="0" y="260"/>
                  </a:moveTo>
                  <a:lnTo>
                    <a:pt x="13" y="153"/>
                  </a:lnTo>
                  <a:lnTo>
                    <a:pt x="101" y="116"/>
                  </a:lnTo>
                  <a:lnTo>
                    <a:pt x="220" y="69"/>
                  </a:lnTo>
                  <a:lnTo>
                    <a:pt x="304" y="35"/>
                  </a:lnTo>
                  <a:lnTo>
                    <a:pt x="386" y="0"/>
                  </a:lnTo>
                  <a:lnTo>
                    <a:pt x="418" y="76"/>
                  </a:lnTo>
                  <a:lnTo>
                    <a:pt x="341" y="119"/>
                  </a:lnTo>
                  <a:lnTo>
                    <a:pt x="252" y="150"/>
                  </a:lnTo>
                  <a:lnTo>
                    <a:pt x="182" y="170"/>
                  </a:lnTo>
                  <a:lnTo>
                    <a:pt x="98" y="216"/>
                  </a:lnTo>
                  <a:lnTo>
                    <a:pt x="0" y="26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1826098" name="Group 305"/>
          <p:cNvGrpSpPr>
            <a:grpSpLocks/>
          </p:cNvGrpSpPr>
          <p:nvPr/>
        </p:nvGrpSpPr>
        <p:grpSpPr bwMode="auto">
          <a:xfrm>
            <a:off x="9583738" y="4873625"/>
            <a:ext cx="247650" cy="307975"/>
            <a:chOff x="5511" y="1960"/>
            <a:chExt cx="144" cy="194"/>
          </a:xfrm>
        </p:grpSpPr>
        <p:sp>
          <p:nvSpPr>
            <p:cNvPr id="1826099" name="Freeform 306"/>
            <p:cNvSpPr>
              <a:spLocks noChangeArrowheads="1"/>
            </p:cNvSpPr>
            <p:nvPr/>
          </p:nvSpPr>
          <p:spPr bwMode="auto">
            <a:xfrm>
              <a:off x="5511" y="1960"/>
              <a:ext cx="144" cy="194"/>
            </a:xfrm>
            <a:custGeom>
              <a:avLst/>
              <a:gdLst>
                <a:gd name="T0" fmla="*/ 385 w 863"/>
                <a:gd name="T1" fmla="*/ 172 h 1164"/>
                <a:gd name="T2" fmla="*/ 543 w 863"/>
                <a:gd name="T3" fmla="*/ 158 h 1164"/>
                <a:gd name="T4" fmla="*/ 637 w 863"/>
                <a:gd name="T5" fmla="*/ 133 h 1164"/>
                <a:gd name="T6" fmla="*/ 667 w 863"/>
                <a:gd name="T7" fmla="*/ 90 h 1164"/>
                <a:gd name="T8" fmla="*/ 667 w 863"/>
                <a:gd name="T9" fmla="*/ 52 h 1164"/>
                <a:gd name="T10" fmla="*/ 694 w 863"/>
                <a:gd name="T11" fmla="*/ 20 h 1164"/>
                <a:gd name="T12" fmla="*/ 782 w 863"/>
                <a:gd name="T13" fmla="*/ 0 h 1164"/>
                <a:gd name="T14" fmla="*/ 863 w 863"/>
                <a:gd name="T15" fmla="*/ 7 h 1164"/>
                <a:gd name="T16" fmla="*/ 763 w 863"/>
                <a:gd name="T17" fmla="*/ 907 h 1164"/>
                <a:gd name="T18" fmla="*/ 694 w 863"/>
                <a:gd name="T19" fmla="*/ 990 h 1164"/>
                <a:gd name="T20" fmla="*/ 605 w 863"/>
                <a:gd name="T21" fmla="*/ 1071 h 1164"/>
                <a:gd name="T22" fmla="*/ 481 w 863"/>
                <a:gd name="T23" fmla="*/ 1134 h 1164"/>
                <a:gd name="T24" fmla="*/ 334 w 863"/>
                <a:gd name="T25" fmla="*/ 1153 h 1164"/>
                <a:gd name="T26" fmla="*/ 138 w 863"/>
                <a:gd name="T27" fmla="*/ 1164 h 1164"/>
                <a:gd name="T28" fmla="*/ 25 w 863"/>
                <a:gd name="T29" fmla="*/ 1147 h 1164"/>
                <a:gd name="T30" fmla="*/ 0 w 863"/>
                <a:gd name="T31" fmla="*/ 1083 h 1164"/>
                <a:gd name="T32" fmla="*/ 13 w 863"/>
                <a:gd name="T33" fmla="*/ 1001 h 1164"/>
                <a:gd name="T34" fmla="*/ 95 w 863"/>
                <a:gd name="T35" fmla="*/ 750 h 1164"/>
                <a:gd name="T36" fmla="*/ 163 w 863"/>
                <a:gd name="T37" fmla="*/ 499 h 1164"/>
                <a:gd name="T38" fmla="*/ 195 w 863"/>
                <a:gd name="T39" fmla="*/ 310 h 1164"/>
                <a:gd name="T40" fmla="*/ 195 w 863"/>
                <a:gd name="T41" fmla="*/ 259 h 1164"/>
                <a:gd name="T42" fmla="*/ 239 w 863"/>
                <a:gd name="T43" fmla="*/ 190 h 1164"/>
                <a:gd name="T44" fmla="*/ 291 w 863"/>
                <a:gd name="T45" fmla="*/ 172 h 1164"/>
                <a:gd name="T46" fmla="*/ 385 w 863"/>
                <a:gd name="T47" fmla="*/ 172 h 1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863" h="1164">
                  <a:moveTo>
                    <a:pt x="385" y="172"/>
                  </a:moveTo>
                  <a:lnTo>
                    <a:pt x="543" y="158"/>
                  </a:lnTo>
                  <a:lnTo>
                    <a:pt x="637" y="133"/>
                  </a:lnTo>
                  <a:lnTo>
                    <a:pt x="667" y="90"/>
                  </a:lnTo>
                  <a:lnTo>
                    <a:pt x="667" y="52"/>
                  </a:lnTo>
                  <a:lnTo>
                    <a:pt x="694" y="20"/>
                  </a:lnTo>
                  <a:lnTo>
                    <a:pt x="782" y="0"/>
                  </a:lnTo>
                  <a:lnTo>
                    <a:pt x="863" y="7"/>
                  </a:lnTo>
                  <a:lnTo>
                    <a:pt x="763" y="907"/>
                  </a:lnTo>
                  <a:lnTo>
                    <a:pt x="694" y="990"/>
                  </a:lnTo>
                  <a:lnTo>
                    <a:pt x="605" y="1071"/>
                  </a:lnTo>
                  <a:lnTo>
                    <a:pt x="481" y="1134"/>
                  </a:lnTo>
                  <a:lnTo>
                    <a:pt x="334" y="1153"/>
                  </a:lnTo>
                  <a:lnTo>
                    <a:pt x="138" y="1164"/>
                  </a:lnTo>
                  <a:lnTo>
                    <a:pt x="25" y="1147"/>
                  </a:lnTo>
                  <a:lnTo>
                    <a:pt x="0" y="1083"/>
                  </a:lnTo>
                  <a:lnTo>
                    <a:pt x="13" y="1001"/>
                  </a:lnTo>
                  <a:lnTo>
                    <a:pt x="95" y="750"/>
                  </a:lnTo>
                  <a:lnTo>
                    <a:pt x="163" y="499"/>
                  </a:lnTo>
                  <a:lnTo>
                    <a:pt x="195" y="310"/>
                  </a:lnTo>
                  <a:lnTo>
                    <a:pt x="195" y="259"/>
                  </a:lnTo>
                  <a:lnTo>
                    <a:pt x="239" y="190"/>
                  </a:lnTo>
                  <a:lnTo>
                    <a:pt x="291" y="172"/>
                  </a:lnTo>
                  <a:lnTo>
                    <a:pt x="385" y="172"/>
                  </a:lnTo>
                  <a:close/>
                </a:path>
              </a:pathLst>
            </a:custGeom>
            <a:solidFill>
              <a:srgbClr val="404040"/>
            </a:solidFill>
            <a:ln w="1588">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1826100" name="Freeform 307"/>
            <p:cNvSpPr>
              <a:spLocks noChangeArrowheads="1"/>
            </p:cNvSpPr>
            <p:nvPr/>
          </p:nvSpPr>
          <p:spPr bwMode="auto">
            <a:xfrm>
              <a:off x="5528" y="1970"/>
              <a:ext cx="124" cy="177"/>
            </a:xfrm>
            <a:custGeom>
              <a:avLst/>
              <a:gdLst>
                <a:gd name="T0" fmla="*/ 257 w 743"/>
                <a:gd name="T1" fmla="*/ 214 h 1068"/>
                <a:gd name="T2" fmla="*/ 397 w 743"/>
                <a:gd name="T3" fmla="*/ 207 h 1068"/>
                <a:gd name="T4" fmla="*/ 542 w 743"/>
                <a:gd name="T5" fmla="*/ 182 h 1068"/>
                <a:gd name="T6" fmla="*/ 628 w 743"/>
                <a:gd name="T7" fmla="*/ 138 h 1068"/>
                <a:gd name="T8" fmla="*/ 679 w 743"/>
                <a:gd name="T9" fmla="*/ 100 h 1068"/>
                <a:gd name="T10" fmla="*/ 743 w 743"/>
                <a:gd name="T11" fmla="*/ 0 h 1068"/>
                <a:gd name="T12" fmla="*/ 648 w 743"/>
                <a:gd name="T13" fmla="*/ 822 h 1068"/>
                <a:gd name="T14" fmla="*/ 585 w 743"/>
                <a:gd name="T15" fmla="*/ 898 h 1068"/>
                <a:gd name="T16" fmla="*/ 516 w 743"/>
                <a:gd name="T17" fmla="*/ 967 h 1068"/>
                <a:gd name="T18" fmla="*/ 428 w 743"/>
                <a:gd name="T19" fmla="*/ 1016 h 1068"/>
                <a:gd name="T20" fmla="*/ 353 w 743"/>
                <a:gd name="T21" fmla="*/ 1042 h 1068"/>
                <a:gd name="T22" fmla="*/ 257 w 743"/>
                <a:gd name="T23" fmla="*/ 1055 h 1068"/>
                <a:gd name="T24" fmla="*/ 170 w 743"/>
                <a:gd name="T25" fmla="*/ 1068 h 1068"/>
                <a:gd name="T26" fmla="*/ 69 w 743"/>
                <a:gd name="T27" fmla="*/ 1068 h 1068"/>
                <a:gd name="T28" fmla="*/ 24 w 743"/>
                <a:gd name="T29" fmla="*/ 1055 h 1068"/>
                <a:gd name="T30" fmla="*/ 0 w 743"/>
                <a:gd name="T31" fmla="*/ 1016 h 1068"/>
                <a:gd name="T32" fmla="*/ 11 w 743"/>
                <a:gd name="T33" fmla="*/ 956 h 1068"/>
                <a:gd name="T34" fmla="*/ 75 w 743"/>
                <a:gd name="T35" fmla="*/ 809 h 1068"/>
                <a:gd name="T36" fmla="*/ 184 w 743"/>
                <a:gd name="T37" fmla="*/ 321 h 1068"/>
                <a:gd name="T38" fmla="*/ 201 w 743"/>
                <a:gd name="T39" fmla="*/ 252 h 1068"/>
                <a:gd name="T40" fmla="*/ 257 w 743"/>
                <a:gd name="T41" fmla="*/ 214 h 10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743" h="1068">
                  <a:moveTo>
                    <a:pt x="257" y="214"/>
                  </a:moveTo>
                  <a:lnTo>
                    <a:pt x="397" y="207"/>
                  </a:lnTo>
                  <a:lnTo>
                    <a:pt x="542" y="182"/>
                  </a:lnTo>
                  <a:lnTo>
                    <a:pt x="628" y="138"/>
                  </a:lnTo>
                  <a:lnTo>
                    <a:pt x="679" y="100"/>
                  </a:lnTo>
                  <a:lnTo>
                    <a:pt x="743" y="0"/>
                  </a:lnTo>
                  <a:lnTo>
                    <a:pt x="648" y="822"/>
                  </a:lnTo>
                  <a:lnTo>
                    <a:pt x="585" y="898"/>
                  </a:lnTo>
                  <a:lnTo>
                    <a:pt x="516" y="967"/>
                  </a:lnTo>
                  <a:lnTo>
                    <a:pt x="428" y="1016"/>
                  </a:lnTo>
                  <a:lnTo>
                    <a:pt x="353" y="1042"/>
                  </a:lnTo>
                  <a:lnTo>
                    <a:pt x="257" y="1055"/>
                  </a:lnTo>
                  <a:lnTo>
                    <a:pt x="170" y="1068"/>
                  </a:lnTo>
                  <a:lnTo>
                    <a:pt x="69" y="1068"/>
                  </a:lnTo>
                  <a:lnTo>
                    <a:pt x="24" y="1055"/>
                  </a:lnTo>
                  <a:lnTo>
                    <a:pt x="0" y="1016"/>
                  </a:lnTo>
                  <a:lnTo>
                    <a:pt x="11" y="956"/>
                  </a:lnTo>
                  <a:lnTo>
                    <a:pt x="75" y="809"/>
                  </a:lnTo>
                  <a:lnTo>
                    <a:pt x="184" y="321"/>
                  </a:lnTo>
                  <a:lnTo>
                    <a:pt x="201" y="252"/>
                  </a:lnTo>
                  <a:lnTo>
                    <a:pt x="257" y="214"/>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sp>
        <p:nvSpPr>
          <p:cNvPr id="1826101" name="Oval 308"/>
          <p:cNvSpPr>
            <a:spLocks noChangeArrowheads="1"/>
          </p:cNvSpPr>
          <p:nvPr/>
        </p:nvSpPr>
        <p:spPr bwMode="auto">
          <a:xfrm>
            <a:off x="8780463" y="4624388"/>
            <a:ext cx="323850" cy="161925"/>
          </a:xfrm>
          <a:prstGeom prst="ellipse">
            <a:avLst/>
          </a:prstGeom>
          <a:solidFill>
            <a:schemeClr val="bg1"/>
          </a:solidFill>
          <a:ln w="9525">
            <a:solidFill>
              <a:schemeClr val="tx1"/>
            </a:solidFill>
            <a:round/>
            <a:headEnd/>
            <a:tailEnd/>
          </a:ln>
        </p:spPr>
        <p:txBody>
          <a:bodyPr wrap="none" anchor="ctr"/>
          <a:lstStyle/>
          <a:p>
            <a:endParaRPr lang="zh-CN" altLang="en-US" b="1">
              <a:solidFill>
                <a:srgbClr val="000099"/>
              </a:solidFill>
              <a:ea typeface="宋体" panose="02010600030101010101" pitchFamily="2" charset="-122"/>
            </a:endParaRPr>
          </a:p>
        </p:txBody>
      </p:sp>
      <p:sp>
        <p:nvSpPr>
          <p:cNvPr id="1826102" name="Oval 309"/>
          <p:cNvSpPr>
            <a:spLocks noChangeArrowheads="1"/>
          </p:cNvSpPr>
          <p:nvPr/>
        </p:nvSpPr>
        <p:spPr bwMode="auto">
          <a:xfrm>
            <a:off x="2005013" y="4352925"/>
            <a:ext cx="1404937" cy="1296988"/>
          </a:xfrm>
          <a:prstGeom prst="ellipse">
            <a:avLst/>
          </a:prstGeom>
          <a:solidFill>
            <a:srgbClr val="66FF66"/>
          </a:solidFill>
          <a:ln w="19050">
            <a:solidFill>
              <a:schemeClr val="folHlink"/>
            </a:solidFill>
            <a:round/>
            <a:headEnd/>
            <a:tailEnd/>
          </a:ln>
          <a:effectLst>
            <a:outerShdw dist="35921" dir="2700000" algn="ctr" rotWithShape="0">
              <a:schemeClr val="bg2"/>
            </a:outerShdw>
          </a:effectLst>
        </p:spPr>
        <p:txBody>
          <a:bodyPr wrap="none" anchor="ctr"/>
          <a:lstStyle/>
          <a:p>
            <a:endParaRPr lang="zh-CN" altLang="en-US" b="1">
              <a:solidFill>
                <a:srgbClr val="000099"/>
              </a:solidFill>
              <a:ea typeface="宋体" panose="02010600030101010101" pitchFamily="2" charset="-122"/>
            </a:endParaRPr>
          </a:p>
        </p:txBody>
      </p:sp>
      <p:grpSp>
        <p:nvGrpSpPr>
          <p:cNvPr id="1826103" name="Group 310"/>
          <p:cNvGrpSpPr>
            <a:grpSpLocks/>
          </p:cNvGrpSpPr>
          <p:nvPr/>
        </p:nvGrpSpPr>
        <p:grpSpPr bwMode="auto">
          <a:xfrm>
            <a:off x="2419350" y="4462463"/>
            <a:ext cx="495300" cy="457200"/>
            <a:chOff x="2351" y="2975"/>
            <a:chExt cx="481" cy="433"/>
          </a:xfrm>
        </p:grpSpPr>
        <p:sp>
          <p:nvSpPr>
            <p:cNvPr id="1826104" name="Rectangle 311"/>
            <p:cNvSpPr>
              <a:spLocks noChangeArrowheads="1"/>
            </p:cNvSpPr>
            <p:nvPr/>
          </p:nvSpPr>
          <p:spPr bwMode="auto">
            <a:xfrm rot="-5400000">
              <a:off x="2376" y="2952"/>
              <a:ext cx="432" cy="480"/>
            </a:xfrm>
            <a:prstGeom prst="rect">
              <a:avLst/>
            </a:prstGeom>
            <a:solidFill>
              <a:srgbClr val="CCECFF"/>
            </a:solidFill>
            <a:ln w="19050">
              <a:solidFill>
                <a:schemeClr val="tx1"/>
              </a:solidFill>
              <a:miter lim="800000"/>
              <a:headEnd/>
              <a:tailEnd/>
            </a:ln>
            <a:effectLst>
              <a:outerShdw dist="35921" dir="2700000" algn="ctr" rotWithShape="0">
                <a:schemeClr val="bg2"/>
              </a:outerShdw>
            </a:effectLst>
          </p:spPr>
          <p:txBody>
            <a:bodyPr wrap="none" anchor="ctr"/>
            <a:lstStyle/>
            <a:p>
              <a:endParaRPr lang="zh-CN" altLang="en-US" b="1">
                <a:solidFill>
                  <a:srgbClr val="000099"/>
                </a:solidFill>
                <a:ea typeface="宋体" panose="02010600030101010101" pitchFamily="2" charset="-122"/>
              </a:endParaRPr>
            </a:p>
          </p:txBody>
        </p:sp>
        <p:sp>
          <p:nvSpPr>
            <p:cNvPr id="1826105" name="Line 312"/>
            <p:cNvSpPr>
              <a:spLocks noChangeShapeType="1"/>
            </p:cNvSpPr>
            <p:nvPr/>
          </p:nvSpPr>
          <p:spPr bwMode="auto">
            <a:xfrm rot="10800000">
              <a:off x="2351" y="3321"/>
              <a:ext cx="48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826106" name="Line 313"/>
            <p:cNvSpPr>
              <a:spLocks noChangeShapeType="1"/>
            </p:cNvSpPr>
            <p:nvPr/>
          </p:nvSpPr>
          <p:spPr bwMode="auto">
            <a:xfrm rot="10800000">
              <a:off x="2351" y="3234"/>
              <a:ext cx="48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826107" name="Line 314"/>
            <p:cNvSpPr>
              <a:spLocks noChangeShapeType="1"/>
            </p:cNvSpPr>
            <p:nvPr/>
          </p:nvSpPr>
          <p:spPr bwMode="auto">
            <a:xfrm rot="10800000">
              <a:off x="2351" y="3148"/>
              <a:ext cx="48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826108" name="Line 315"/>
            <p:cNvSpPr>
              <a:spLocks noChangeShapeType="1"/>
            </p:cNvSpPr>
            <p:nvPr/>
          </p:nvSpPr>
          <p:spPr bwMode="auto">
            <a:xfrm rot="10800000">
              <a:off x="2351" y="3061"/>
              <a:ext cx="48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826109" name="Line 316"/>
            <p:cNvSpPr>
              <a:spLocks noChangeShapeType="1"/>
            </p:cNvSpPr>
            <p:nvPr/>
          </p:nvSpPr>
          <p:spPr bwMode="auto">
            <a:xfrm rot="5400000">
              <a:off x="2519" y="3191"/>
              <a:ext cx="43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826110" name="Line 317"/>
            <p:cNvSpPr>
              <a:spLocks noChangeShapeType="1"/>
            </p:cNvSpPr>
            <p:nvPr/>
          </p:nvSpPr>
          <p:spPr bwMode="auto">
            <a:xfrm rot="5400000">
              <a:off x="2423" y="3191"/>
              <a:ext cx="43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826111" name="Line 318"/>
            <p:cNvSpPr>
              <a:spLocks noChangeShapeType="1"/>
            </p:cNvSpPr>
            <p:nvPr/>
          </p:nvSpPr>
          <p:spPr bwMode="auto">
            <a:xfrm rot="5400000">
              <a:off x="2327" y="3191"/>
              <a:ext cx="43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826112" name="Line 319"/>
            <p:cNvSpPr>
              <a:spLocks noChangeShapeType="1"/>
            </p:cNvSpPr>
            <p:nvPr/>
          </p:nvSpPr>
          <p:spPr bwMode="auto">
            <a:xfrm rot="5400000">
              <a:off x="2231" y="3191"/>
              <a:ext cx="43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grpSp>
      <p:grpSp>
        <p:nvGrpSpPr>
          <p:cNvPr id="1826113" name="Group 320"/>
          <p:cNvGrpSpPr>
            <a:grpSpLocks/>
          </p:cNvGrpSpPr>
          <p:nvPr/>
        </p:nvGrpSpPr>
        <p:grpSpPr bwMode="auto">
          <a:xfrm>
            <a:off x="2305050" y="5014913"/>
            <a:ext cx="792163" cy="457200"/>
            <a:chOff x="1296" y="768"/>
            <a:chExt cx="556" cy="336"/>
          </a:xfrm>
        </p:grpSpPr>
        <p:sp>
          <p:nvSpPr>
            <p:cNvPr id="1826114" name="Rectangle 321"/>
            <p:cNvSpPr>
              <a:spLocks noChangeArrowheads="1"/>
            </p:cNvSpPr>
            <p:nvPr/>
          </p:nvSpPr>
          <p:spPr bwMode="auto">
            <a:xfrm>
              <a:off x="1296" y="768"/>
              <a:ext cx="556" cy="336"/>
            </a:xfrm>
            <a:prstGeom prst="rect">
              <a:avLst/>
            </a:prstGeom>
            <a:solidFill>
              <a:srgbClr val="FFFF99"/>
            </a:solidFill>
            <a:ln w="12700">
              <a:solidFill>
                <a:schemeClr val="tx1"/>
              </a:solidFill>
              <a:miter lim="800000"/>
              <a:headEnd/>
              <a:tailEnd/>
            </a:ln>
            <a:effectLst>
              <a:outerShdw dist="35921" dir="2700000" algn="ctr" rotWithShape="0">
                <a:schemeClr val="bg2"/>
              </a:outerShdw>
            </a:effectLst>
          </p:spPr>
          <p:txBody>
            <a:bodyPr wrap="none" anchor="ctr"/>
            <a:lstStyle/>
            <a:p>
              <a:pPr algn="ctr"/>
              <a:endParaRPr lang="zh-CN" altLang="zh-CN" b="1">
                <a:solidFill>
                  <a:srgbClr val="000099"/>
                </a:solidFill>
                <a:ea typeface="黑体" panose="02010609060101010101" pitchFamily="49" charset="-122"/>
              </a:endParaRPr>
            </a:p>
          </p:txBody>
        </p:sp>
        <p:grpSp>
          <p:nvGrpSpPr>
            <p:cNvPr id="1826115" name="Group 322"/>
            <p:cNvGrpSpPr>
              <a:grpSpLocks/>
            </p:cNvGrpSpPr>
            <p:nvPr/>
          </p:nvGrpSpPr>
          <p:grpSpPr bwMode="auto">
            <a:xfrm>
              <a:off x="1367" y="829"/>
              <a:ext cx="393" cy="214"/>
              <a:chOff x="2928" y="3744"/>
              <a:chExt cx="528" cy="336"/>
            </a:xfrm>
          </p:grpSpPr>
          <p:grpSp>
            <p:nvGrpSpPr>
              <p:cNvPr id="1826116" name="Group 323"/>
              <p:cNvGrpSpPr>
                <a:grpSpLocks/>
              </p:cNvGrpSpPr>
              <p:nvPr/>
            </p:nvGrpSpPr>
            <p:grpSpPr bwMode="auto">
              <a:xfrm>
                <a:off x="3024" y="3744"/>
                <a:ext cx="432" cy="240"/>
                <a:chOff x="2736" y="3648"/>
                <a:chExt cx="432" cy="240"/>
              </a:xfrm>
            </p:grpSpPr>
            <p:grpSp>
              <p:nvGrpSpPr>
                <p:cNvPr id="1826117" name="Group 324"/>
                <p:cNvGrpSpPr>
                  <a:grpSpLocks/>
                </p:cNvGrpSpPr>
                <p:nvPr/>
              </p:nvGrpSpPr>
              <p:grpSpPr bwMode="auto">
                <a:xfrm>
                  <a:off x="2736" y="3648"/>
                  <a:ext cx="432" cy="240"/>
                  <a:chOff x="2592" y="3504"/>
                  <a:chExt cx="576" cy="384"/>
                </a:xfrm>
              </p:grpSpPr>
              <p:sp>
                <p:nvSpPr>
                  <p:cNvPr id="1826118" name="Rectangle 325"/>
                  <p:cNvSpPr>
                    <a:spLocks noChangeArrowheads="1"/>
                  </p:cNvSpPr>
                  <p:nvPr/>
                </p:nvSpPr>
                <p:spPr bwMode="auto">
                  <a:xfrm>
                    <a:off x="2592" y="3504"/>
                    <a:ext cx="576" cy="384"/>
                  </a:xfrm>
                  <a:prstGeom prst="rect">
                    <a:avLst/>
                  </a:prstGeom>
                  <a:solidFill>
                    <a:srgbClr val="FFFF99"/>
                  </a:solidFill>
                  <a:ln w="9525">
                    <a:solidFill>
                      <a:schemeClr val="tx1"/>
                    </a:solidFill>
                    <a:miter lim="800000"/>
                    <a:headEnd/>
                    <a:tailEnd/>
                  </a:ln>
                </p:spPr>
                <p:txBody>
                  <a:bodyPr wrap="none" anchor="ctr"/>
                  <a:lstStyle/>
                  <a:p>
                    <a:endParaRPr lang="zh-CN" altLang="en-US" b="1">
                      <a:solidFill>
                        <a:srgbClr val="000099"/>
                      </a:solidFill>
                      <a:ea typeface="宋体" panose="02010600030101010101" pitchFamily="2" charset="-122"/>
                    </a:endParaRPr>
                  </a:p>
                </p:txBody>
              </p:sp>
              <p:sp>
                <p:nvSpPr>
                  <p:cNvPr id="1826119" name="Freeform 326"/>
                  <p:cNvSpPr>
                    <a:spLocks noChangeArrowheads="1"/>
                  </p:cNvSpPr>
                  <p:nvPr/>
                </p:nvSpPr>
                <p:spPr bwMode="auto">
                  <a:xfrm>
                    <a:off x="2592" y="3504"/>
                    <a:ext cx="576" cy="240"/>
                  </a:xfrm>
                  <a:custGeom>
                    <a:avLst/>
                    <a:gdLst>
                      <a:gd name="T0" fmla="*/ 0 w 576"/>
                      <a:gd name="T1" fmla="*/ 0 h 240"/>
                      <a:gd name="T2" fmla="*/ 288 w 576"/>
                      <a:gd name="T3" fmla="*/ 240 h 240"/>
                      <a:gd name="T4" fmla="*/ 576 w 576"/>
                      <a:gd name="T5" fmla="*/ 0 h 240"/>
                    </a:gdLst>
                    <a:ahLst/>
                    <a:cxnLst>
                      <a:cxn ang="0">
                        <a:pos x="T0" y="T1"/>
                      </a:cxn>
                      <a:cxn ang="0">
                        <a:pos x="T2" y="T3"/>
                      </a:cxn>
                      <a:cxn ang="0">
                        <a:pos x="T4" y="T5"/>
                      </a:cxn>
                    </a:cxnLst>
                    <a:rect l="0" t="0" r="r" b="b"/>
                    <a:pathLst>
                      <a:path w="576" h="240">
                        <a:moveTo>
                          <a:pt x="0" y="0"/>
                        </a:moveTo>
                        <a:lnTo>
                          <a:pt x="288" y="240"/>
                        </a:lnTo>
                        <a:lnTo>
                          <a:pt x="576" y="0"/>
                        </a:lnTo>
                      </a:path>
                    </a:pathLst>
                  </a:custGeom>
                  <a:solidFill>
                    <a:srgbClr val="FFFF99"/>
                  </a:solidFill>
                  <a:ln w="9525">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1826120" name="Line 327"/>
                  <p:cNvSpPr>
                    <a:spLocks noChangeShapeType="1"/>
                  </p:cNvSpPr>
                  <p:nvPr/>
                </p:nvSpPr>
                <p:spPr bwMode="auto">
                  <a:xfrm flipV="1">
                    <a:off x="2592" y="3704"/>
                    <a:ext cx="232" cy="18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826121" name="Line 328"/>
                  <p:cNvSpPr>
                    <a:spLocks noChangeShapeType="1"/>
                  </p:cNvSpPr>
                  <p:nvPr/>
                </p:nvSpPr>
                <p:spPr bwMode="auto">
                  <a:xfrm flipH="1" flipV="1">
                    <a:off x="2936" y="3704"/>
                    <a:ext cx="232" cy="18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grpSp>
            <p:sp>
              <p:nvSpPr>
                <p:cNvPr id="1826122" name="Line 329"/>
                <p:cNvSpPr>
                  <a:spLocks noChangeShapeType="1"/>
                </p:cNvSpPr>
                <p:nvPr/>
              </p:nvSpPr>
              <p:spPr bwMode="auto">
                <a:xfrm>
                  <a:off x="2736" y="3648"/>
                  <a:ext cx="4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grpSp>
          <p:grpSp>
            <p:nvGrpSpPr>
              <p:cNvPr id="1826123" name="Group 330"/>
              <p:cNvGrpSpPr>
                <a:grpSpLocks/>
              </p:cNvGrpSpPr>
              <p:nvPr/>
            </p:nvGrpSpPr>
            <p:grpSpPr bwMode="auto">
              <a:xfrm>
                <a:off x="2976" y="3792"/>
                <a:ext cx="432" cy="240"/>
                <a:chOff x="2736" y="3648"/>
                <a:chExt cx="432" cy="240"/>
              </a:xfrm>
            </p:grpSpPr>
            <p:grpSp>
              <p:nvGrpSpPr>
                <p:cNvPr id="1826124" name="Group 331"/>
                <p:cNvGrpSpPr>
                  <a:grpSpLocks/>
                </p:cNvGrpSpPr>
                <p:nvPr/>
              </p:nvGrpSpPr>
              <p:grpSpPr bwMode="auto">
                <a:xfrm>
                  <a:off x="2736" y="3648"/>
                  <a:ext cx="432" cy="240"/>
                  <a:chOff x="2592" y="3504"/>
                  <a:chExt cx="576" cy="384"/>
                </a:xfrm>
              </p:grpSpPr>
              <p:sp>
                <p:nvSpPr>
                  <p:cNvPr id="1826125" name="Rectangle 332"/>
                  <p:cNvSpPr>
                    <a:spLocks noChangeArrowheads="1"/>
                  </p:cNvSpPr>
                  <p:nvPr/>
                </p:nvSpPr>
                <p:spPr bwMode="auto">
                  <a:xfrm>
                    <a:off x="2592" y="3504"/>
                    <a:ext cx="576" cy="384"/>
                  </a:xfrm>
                  <a:prstGeom prst="rect">
                    <a:avLst/>
                  </a:prstGeom>
                  <a:solidFill>
                    <a:srgbClr val="FFFF99"/>
                  </a:solidFill>
                  <a:ln w="9525">
                    <a:solidFill>
                      <a:schemeClr val="tx1"/>
                    </a:solidFill>
                    <a:miter lim="800000"/>
                    <a:headEnd/>
                    <a:tailEnd/>
                  </a:ln>
                </p:spPr>
                <p:txBody>
                  <a:bodyPr wrap="none" anchor="ctr"/>
                  <a:lstStyle/>
                  <a:p>
                    <a:endParaRPr lang="zh-CN" altLang="en-US" b="1">
                      <a:solidFill>
                        <a:srgbClr val="000099"/>
                      </a:solidFill>
                      <a:ea typeface="宋体" panose="02010600030101010101" pitchFamily="2" charset="-122"/>
                    </a:endParaRPr>
                  </a:p>
                </p:txBody>
              </p:sp>
              <p:sp>
                <p:nvSpPr>
                  <p:cNvPr id="1826126" name="Freeform 333"/>
                  <p:cNvSpPr>
                    <a:spLocks noChangeArrowheads="1"/>
                  </p:cNvSpPr>
                  <p:nvPr/>
                </p:nvSpPr>
                <p:spPr bwMode="auto">
                  <a:xfrm>
                    <a:off x="2592" y="3504"/>
                    <a:ext cx="576" cy="240"/>
                  </a:xfrm>
                  <a:custGeom>
                    <a:avLst/>
                    <a:gdLst>
                      <a:gd name="T0" fmla="*/ 0 w 576"/>
                      <a:gd name="T1" fmla="*/ 0 h 240"/>
                      <a:gd name="T2" fmla="*/ 288 w 576"/>
                      <a:gd name="T3" fmla="*/ 240 h 240"/>
                      <a:gd name="T4" fmla="*/ 576 w 576"/>
                      <a:gd name="T5" fmla="*/ 0 h 240"/>
                    </a:gdLst>
                    <a:ahLst/>
                    <a:cxnLst>
                      <a:cxn ang="0">
                        <a:pos x="T0" y="T1"/>
                      </a:cxn>
                      <a:cxn ang="0">
                        <a:pos x="T2" y="T3"/>
                      </a:cxn>
                      <a:cxn ang="0">
                        <a:pos x="T4" y="T5"/>
                      </a:cxn>
                    </a:cxnLst>
                    <a:rect l="0" t="0" r="r" b="b"/>
                    <a:pathLst>
                      <a:path w="576" h="240">
                        <a:moveTo>
                          <a:pt x="0" y="0"/>
                        </a:moveTo>
                        <a:lnTo>
                          <a:pt x="288" y="240"/>
                        </a:lnTo>
                        <a:lnTo>
                          <a:pt x="576" y="0"/>
                        </a:lnTo>
                      </a:path>
                    </a:pathLst>
                  </a:custGeom>
                  <a:solidFill>
                    <a:srgbClr val="FFFF99"/>
                  </a:solidFill>
                  <a:ln w="9525">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1826127" name="Line 334"/>
                  <p:cNvSpPr>
                    <a:spLocks noChangeShapeType="1"/>
                  </p:cNvSpPr>
                  <p:nvPr/>
                </p:nvSpPr>
                <p:spPr bwMode="auto">
                  <a:xfrm flipV="1">
                    <a:off x="2592" y="3704"/>
                    <a:ext cx="232" cy="18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826128" name="Line 335"/>
                  <p:cNvSpPr>
                    <a:spLocks noChangeShapeType="1"/>
                  </p:cNvSpPr>
                  <p:nvPr/>
                </p:nvSpPr>
                <p:spPr bwMode="auto">
                  <a:xfrm flipH="1" flipV="1">
                    <a:off x="2936" y="3704"/>
                    <a:ext cx="232" cy="18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grpSp>
            <p:sp>
              <p:nvSpPr>
                <p:cNvPr id="1826129" name="Line 336"/>
                <p:cNvSpPr>
                  <a:spLocks noChangeShapeType="1"/>
                </p:cNvSpPr>
                <p:nvPr/>
              </p:nvSpPr>
              <p:spPr bwMode="auto">
                <a:xfrm>
                  <a:off x="2736" y="3648"/>
                  <a:ext cx="4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grpSp>
          <p:grpSp>
            <p:nvGrpSpPr>
              <p:cNvPr id="1826130" name="Group 337"/>
              <p:cNvGrpSpPr>
                <a:grpSpLocks/>
              </p:cNvGrpSpPr>
              <p:nvPr/>
            </p:nvGrpSpPr>
            <p:grpSpPr bwMode="auto">
              <a:xfrm>
                <a:off x="2928" y="3840"/>
                <a:ext cx="432" cy="240"/>
                <a:chOff x="2736" y="3648"/>
                <a:chExt cx="432" cy="240"/>
              </a:xfrm>
            </p:grpSpPr>
            <p:grpSp>
              <p:nvGrpSpPr>
                <p:cNvPr id="1826131" name="Group 338"/>
                <p:cNvGrpSpPr>
                  <a:grpSpLocks/>
                </p:cNvGrpSpPr>
                <p:nvPr/>
              </p:nvGrpSpPr>
              <p:grpSpPr bwMode="auto">
                <a:xfrm>
                  <a:off x="2736" y="3648"/>
                  <a:ext cx="432" cy="240"/>
                  <a:chOff x="2592" y="3504"/>
                  <a:chExt cx="576" cy="384"/>
                </a:xfrm>
              </p:grpSpPr>
              <p:sp>
                <p:nvSpPr>
                  <p:cNvPr id="1826132" name="Rectangle 339"/>
                  <p:cNvSpPr>
                    <a:spLocks noChangeArrowheads="1"/>
                  </p:cNvSpPr>
                  <p:nvPr/>
                </p:nvSpPr>
                <p:spPr bwMode="auto">
                  <a:xfrm>
                    <a:off x="2592" y="3504"/>
                    <a:ext cx="576" cy="384"/>
                  </a:xfrm>
                  <a:prstGeom prst="rect">
                    <a:avLst/>
                  </a:prstGeom>
                  <a:solidFill>
                    <a:srgbClr val="FFFF99"/>
                  </a:solidFill>
                  <a:ln w="9525">
                    <a:solidFill>
                      <a:schemeClr val="tx1"/>
                    </a:solidFill>
                    <a:miter lim="800000"/>
                    <a:headEnd/>
                    <a:tailEnd/>
                  </a:ln>
                </p:spPr>
                <p:txBody>
                  <a:bodyPr wrap="none" anchor="ctr"/>
                  <a:lstStyle/>
                  <a:p>
                    <a:endParaRPr lang="zh-CN" altLang="en-US" b="1">
                      <a:solidFill>
                        <a:srgbClr val="000099"/>
                      </a:solidFill>
                      <a:ea typeface="宋体" panose="02010600030101010101" pitchFamily="2" charset="-122"/>
                    </a:endParaRPr>
                  </a:p>
                </p:txBody>
              </p:sp>
              <p:sp>
                <p:nvSpPr>
                  <p:cNvPr id="1826133" name="Freeform 340"/>
                  <p:cNvSpPr>
                    <a:spLocks noChangeArrowheads="1"/>
                  </p:cNvSpPr>
                  <p:nvPr/>
                </p:nvSpPr>
                <p:spPr bwMode="auto">
                  <a:xfrm>
                    <a:off x="2592" y="3504"/>
                    <a:ext cx="576" cy="240"/>
                  </a:xfrm>
                  <a:custGeom>
                    <a:avLst/>
                    <a:gdLst>
                      <a:gd name="T0" fmla="*/ 0 w 576"/>
                      <a:gd name="T1" fmla="*/ 0 h 240"/>
                      <a:gd name="T2" fmla="*/ 288 w 576"/>
                      <a:gd name="T3" fmla="*/ 240 h 240"/>
                      <a:gd name="T4" fmla="*/ 576 w 576"/>
                      <a:gd name="T5" fmla="*/ 0 h 240"/>
                    </a:gdLst>
                    <a:ahLst/>
                    <a:cxnLst>
                      <a:cxn ang="0">
                        <a:pos x="T0" y="T1"/>
                      </a:cxn>
                      <a:cxn ang="0">
                        <a:pos x="T2" y="T3"/>
                      </a:cxn>
                      <a:cxn ang="0">
                        <a:pos x="T4" y="T5"/>
                      </a:cxn>
                    </a:cxnLst>
                    <a:rect l="0" t="0" r="r" b="b"/>
                    <a:pathLst>
                      <a:path w="576" h="240">
                        <a:moveTo>
                          <a:pt x="0" y="0"/>
                        </a:moveTo>
                        <a:lnTo>
                          <a:pt x="288" y="240"/>
                        </a:lnTo>
                        <a:lnTo>
                          <a:pt x="576" y="0"/>
                        </a:lnTo>
                      </a:path>
                    </a:pathLst>
                  </a:custGeom>
                  <a:solidFill>
                    <a:srgbClr val="FFFF99"/>
                  </a:solidFill>
                  <a:ln w="9525">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1826134" name="Line 341"/>
                  <p:cNvSpPr>
                    <a:spLocks noChangeShapeType="1"/>
                  </p:cNvSpPr>
                  <p:nvPr/>
                </p:nvSpPr>
                <p:spPr bwMode="auto">
                  <a:xfrm flipV="1">
                    <a:off x="2592" y="3704"/>
                    <a:ext cx="232" cy="18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826135" name="Line 342"/>
                  <p:cNvSpPr>
                    <a:spLocks noChangeShapeType="1"/>
                  </p:cNvSpPr>
                  <p:nvPr/>
                </p:nvSpPr>
                <p:spPr bwMode="auto">
                  <a:xfrm flipH="1" flipV="1">
                    <a:off x="2936" y="3704"/>
                    <a:ext cx="232" cy="18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grpSp>
            <p:sp>
              <p:nvSpPr>
                <p:cNvPr id="1826136" name="Line 343"/>
                <p:cNvSpPr>
                  <a:spLocks noChangeShapeType="1"/>
                </p:cNvSpPr>
                <p:nvPr/>
              </p:nvSpPr>
              <p:spPr bwMode="auto">
                <a:xfrm>
                  <a:off x="2736" y="3648"/>
                  <a:ext cx="4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grpSp>
        </p:grpSp>
      </p:grpSp>
      <p:sp>
        <p:nvSpPr>
          <p:cNvPr id="1826137" name="Freeform 344"/>
          <p:cNvSpPr>
            <a:spLocks noChangeArrowheads="1"/>
          </p:cNvSpPr>
          <p:nvPr/>
        </p:nvSpPr>
        <p:spPr bwMode="auto">
          <a:xfrm>
            <a:off x="1076325" y="4694238"/>
            <a:ext cx="1341438" cy="496887"/>
          </a:xfrm>
          <a:custGeom>
            <a:avLst/>
            <a:gdLst>
              <a:gd name="T0" fmla="*/ 0 w 780"/>
              <a:gd name="T1" fmla="*/ 99 h 313"/>
              <a:gd name="T2" fmla="*/ 228 w 780"/>
              <a:gd name="T3" fmla="*/ 13 h 313"/>
              <a:gd name="T4" fmla="*/ 444 w 780"/>
              <a:gd name="T5" fmla="*/ 19 h 313"/>
              <a:gd name="T6" fmla="*/ 582 w 780"/>
              <a:gd name="T7" fmla="*/ 67 h 313"/>
              <a:gd name="T8" fmla="*/ 732 w 780"/>
              <a:gd name="T9" fmla="*/ 217 h 313"/>
              <a:gd name="T10" fmla="*/ 780 w 780"/>
              <a:gd name="T11" fmla="*/ 313 h 313"/>
            </a:gdLst>
            <a:ahLst/>
            <a:cxnLst>
              <a:cxn ang="0">
                <a:pos x="T0" y="T1"/>
              </a:cxn>
              <a:cxn ang="0">
                <a:pos x="T2" y="T3"/>
              </a:cxn>
              <a:cxn ang="0">
                <a:pos x="T4" y="T5"/>
              </a:cxn>
              <a:cxn ang="0">
                <a:pos x="T6" y="T7"/>
              </a:cxn>
              <a:cxn ang="0">
                <a:pos x="T8" y="T9"/>
              </a:cxn>
              <a:cxn ang="0">
                <a:pos x="T10" y="T11"/>
              </a:cxn>
            </a:cxnLst>
            <a:rect l="0" t="0" r="r" b="b"/>
            <a:pathLst>
              <a:path w="780" h="313">
                <a:moveTo>
                  <a:pt x="0" y="99"/>
                </a:moveTo>
                <a:cubicBezTo>
                  <a:pt x="38" y="85"/>
                  <a:pt x="154" y="26"/>
                  <a:pt x="228" y="13"/>
                </a:cubicBezTo>
                <a:cubicBezTo>
                  <a:pt x="302" y="0"/>
                  <a:pt x="385" y="10"/>
                  <a:pt x="444" y="19"/>
                </a:cubicBezTo>
                <a:cubicBezTo>
                  <a:pt x="503" y="28"/>
                  <a:pt x="534" y="34"/>
                  <a:pt x="582" y="67"/>
                </a:cubicBezTo>
                <a:cubicBezTo>
                  <a:pt x="630" y="100"/>
                  <a:pt x="699" y="176"/>
                  <a:pt x="732" y="217"/>
                </a:cubicBezTo>
                <a:cubicBezTo>
                  <a:pt x="765" y="258"/>
                  <a:pt x="768" y="289"/>
                  <a:pt x="780" y="313"/>
                </a:cubicBezTo>
              </a:path>
            </a:pathLst>
          </a:custGeom>
          <a:noFill/>
          <a:ln w="76200">
            <a:solidFill>
              <a:schemeClr val="hlink"/>
            </a:solidFill>
            <a:round/>
            <a:headEnd/>
            <a:tailEnd type="triangle" w="med"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826138" name="Freeform 345"/>
          <p:cNvSpPr>
            <a:spLocks noChangeArrowheads="1"/>
          </p:cNvSpPr>
          <p:nvPr/>
        </p:nvSpPr>
        <p:spPr bwMode="auto">
          <a:xfrm>
            <a:off x="2747963" y="4092575"/>
            <a:ext cx="4833937" cy="1022350"/>
          </a:xfrm>
          <a:custGeom>
            <a:avLst/>
            <a:gdLst>
              <a:gd name="T0" fmla="*/ 0 w 2811"/>
              <a:gd name="T1" fmla="*/ 644 h 644"/>
              <a:gd name="T2" fmla="*/ 488 w 2811"/>
              <a:gd name="T3" fmla="*/ 292 h 644"/>
              <a:gd name="T4" fmla="*/ 807 w 2811"/>
              <a:gd name="T5" fmla="*/ 137 h 644"/>
              <a:gd name="T6" fmla="*/ 1200 w 2811"/>
              <a:gd name="T7" fmla="*/ 28 h 644"/>
              <a:gd name="T8" fmla="*/ 1704 w 2811"/>
              <a:gd name="T9" fmla="*/ 12 h 644"/>
              <a:gd name="T10" fmla="*/ 2226 w 2811"/>
              <a:gd name="T11" fmla="*/ 98 h 644"/>
              <a:gd name="T12" fmla="*/ 2811 w 2811"/>
              <a:gd name="T13" fmla="*/ 329 h 644"/>
            </a:gdLst>
            <a:ahLst/>
            <a:cxnLst>
              <a:cxn ang="0">
                <a:pos x="T0" y="T1"/>
              </a:cxn>
              <a:cxn ang="0">
                <a:pos x="T2" y="T3"/>
              </a:cxn>
              <a:cxn ang="0">
                <a:pos x="T4" y="T5"/>
              </a:cxn>
              <a:cxn ang="0">
                <a:pos x="T6" y="T7"/>
              </a:cxn>
              <a:cxn ang="0">
                <a:pos x="T8" y="T9"/>
              </a:cxn>
              <a:cxn ang="0">
                <a:pos x="T10" y="T11"/>
              </a:cxn>
              <a:cxn ang="0">
                <a:pos x="T12" y="T13"/>
              </a:cxn>
            </a:cxnLst>
            <a:rect l="0" t="0" r="r" b="b"/>
            <a:pathLst>
              <a:path w="2811" h="644">
                <a:moveTo>
                  <a:pt x="0" y="644"/>
                </a:moveTo>
                <a:cubicBezTo>
                  <a:pt x="81" y="585"/>
                  <a:pt x="354" y="376"/>
                  <a:pt x="488" y="292"/>
                </a:cubicBezTo>
                <a:cubicBezTo>
                  <a:pt x="622" y="208"/>
                  <a:pt x="688" y="181"/>
                  <a:pt x="807" y="137"/>
                </a:cubicBezTo>
                <a:cubicBezTo>
                  <a:pt x="926" y="93"/>
                  <a:pt x="1051" y="49"/>
                  <a:pt x="1200" y="28"/>
                </a:cubicBezTo>
                <a:cubicBezTo>
                  <a:pt x="1349" y="7"/>
                  <a:pt x="1533" y="0"/>
                  <a:pt x="1704" y="12"/>
                </a:cubicBezTo>
                <a:cubicBezTo>
                  <a:pt x="1875" y="24"/>
                  <a:pt x="2042" y="45"/>
                  <a:pt x="2226" y="98"/>
                </a:cubicBezTo>
                <a:cubicBezTo>
                  <a:pt x="2410" y="151"/>
                  <a:pt x="2689" y="281"/>
                  <a:pt x="2811" y="329"/>
                </a:cubicBezTo>
              </a:path>
            </a:pathLst>
          </a:custGeom>
          <a:noFill/>
          <a:ln w="76200">
            <a:solidFill>
              <a:schemeClr val="hlink"/>
            </a:solidFill>
            <a:round/>
            <a:headEnd/>
            <a:tailEnd type="triangle" w="med"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826139" name="Freeform 346"/>
          <p:cNvSpPr>
            <a:spLocks noChangeArrowheads="1"/>
          </p:cNvSpPr>
          <p:nvPr/>
        </p:nvSpPr>
        <p:spPr bwMode="auto">
          <a:xfrm>
            <a:off x="7688263" y="4386263"/>
            <a:ext cx="1250950" cy="347662"/>
          </a:xfrm>
          <a:custGeom>
            <a:avLst/>
            <a:gdLst>
              <a:gd name="T0" fmla="*/ 0 w 727"/>
              <a:gd name="T1" fmla="*/ 129 h 219"/>
              <a:gd name="T2" fmla="*/ 145 w 727"/>
              <a:gd name="T3" fmla="*/ 38 h 219"/>
              <a:gd name="T4" fmla="*/ 229 w 727"/>
              <a:gd name="T5" fmla="*/ 9 h 219"/>
              <a:gd name="T6" fmla="*/ 307 w 727"/>
              <a:gd name="T7" fmla="*/ 3 h 219"/>
              <a:gd name="T8" fmla="*/ 382 w 727"/>
              <a:gd name="T9" fmla="*/ 6 h 219"/>
              <a:gd name="T10" fmla="*/ 481 w 727"/>
              <a:gd name="T11" fmla="*/ 39 h 219"/>
              <a:gd name="T12" fmla="*/ 727 w 727"/>
              <a:gd name="T13" fmla="*/ 219 h 219"/>
            </a:gdLst>
            <a:ahLst/>
            <a:cxnLst>
              <a:cxn ang="0">
                <a:pos x="T0" y="T1"/>
              </a:cxn>
              <a:cxn ang="0">
                <a:pos x="T2" y="T3"/>
              </a:cxn>
              <a:cxn ang="0">
                <a:pos x="T4" y="T5"/>
              </a:cxn>
              <a:cxn ang="0">
                <a:pos x="T6" y="T7"/>
              </a:cxn>
              <a:cxn ang="0">
                <a:pos x="T8" y="T9"/>
              </a:cxn>
              <a:cxn ang="0">
                <a:pos x="T10" y="T11"/>
              </a:cxn>
              <a:cxn ang="0">
                <a:pos x="T12" y="T13"/>
              </a:cxn>
            </a:cxnLst>
            <a:rect l="0" t="0" r="r" b="b"/>
            <a:pathLst>
              <a:path w="727" h="219">
                <a:moveTo>
                  <a:pt x="0" y="129"/>
                </a:moveTo>
                <a:cubicBezTo>
                  <a:pt x="24" y="114"/>
                  <a:pt x="107" y="58"/>
                  <a:pt x="145" y="38"/>
                </a:cubicBezTo>
                <a:cubicBezTo>
                  <a:pt x="183" y="18"/>
                  <a:pt x="202" y="15"/>
                  <a:pt x="229" y="9"/>
                </a:cubicBezTo>
                <a:cubicBezTo>
                  <a:pt x="256" y="3"/>
                  <a:pt x="282" y="3"/>
                  <a:pt x="307" y="3"/>
                </a:cubicBezTo>
                <a:cubicBezTo>
                  <a:pt x="332" y="3"/>
                  <a:pt x="353" y="0"/>
                  <a:pt x="382" y="6"/>
                </a:cubicBezTo>
                <a:cubicBezTo>
                  <a:pt x="411" y="12"/>
                  <a:pt x="423" y="3"/>
                  <a:pt x="481" y="39"/>
                </a:cubicBezTo>
                <a:cubicBezTo>
                  <a:pt x="539" y="75"/>
                  <a:pt x="676" y="182"/>
                  <a:pt x="727" y="219"/>
                </a:cubicBezTo>
              </a:path>
            </a:pathLst>
          </a:custGeom>
          <a:noFill/>
          <a:ln w="76200">
            <a:solidFill>
              <a:schemeClr val="hlink"/>
            </a:solidFill>
            <a:round/>
            <a:headEnd/>
            <a:tailEnd type="triangle" w="med"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826140" name="Text Box 347"/>
          <p:cNvSpPr txBox="1">
            <a:spLocks noChangeArrowheads="1"/>
          </p:cNvSpPr>
          <p:nvPr/>
        </p:nvSpPr>
        <p:spPr bwMode="auto">
          <a:xfrm>
            <a:off x="4906963" y="3771900"/>
            <a:ext cx="82708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b="1">
                <a:solidFill>
                  <a:srgbClr val="000099"/>
                </a:solidFill>
                <a:ea typeface="黑体" panose="02010609060101010101" pitchFamily="49" charset="-122"/>
              </a:rPr>
              <a:t>SMTP</a:t>
            </a:r>
          </a:p>
        </p:txBody>
      </p:sp>
      <p:sp>
        <p:nvSpPr>
          <p:cNvPr id="1826141" name="Text Box 348"/>
          <p:cNvSpPr txBox="1">
            <a:spLocks noChangeArrowheads="1"/>
          </p:cNvSpPr>
          <p:nvPr/>
        </p:nvSpPr>
        <p:spPr bwMode="auto">
          <a:xfrm>
            <a:off x="1289050" y="4340225"/>
            <a:ext cx="8255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b="1">
                <a:solidFill>
                  <a:srgbClr val="000099"/>
                </a:solidFill>
                <a:ea typeface="黑体" panose="02010609060101010101" pitchFamily="49" charset="-122"/>
              </a:rPr>
              <a:t>SMTP</a:t>
            </a:r>
          </a:p>
        </p:txBody>
      </p:sp>
      <p:sp>
        <p:nvSpPr>
          <p:cNvPr id="1826142" name="Text Box 349"/>
          <p:cNvSpPr txBox="1">
            <a:spLocks noChangeArrowheads="1"/>
          </p:cNvSpPr>
          <p:nvPr/>
        </p:nvSpPr>
        <p:spPr bwMode="auto">
          <a:xfrm>
            <a:off x="7870825" y="4057650"/>
            <a:ext cx="8001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b="1">
                <a:solidFill>
                  <a:srgbClr val="000099"/>
                </a:solidFill>
                <a:ea typeface="黑体" panose="02010609060101010101" pitchFamily="49" charset="-122"/>
              </a:rPr>
              <a:t>POP3</a:t>
            </a:r>
          </a:p>
        </p:txBody>
      </p:sp>
      <p:sp>
        <p:nvSpPr>
          <p:cNvPr id="1826143" name="Text Box 350"/>
          <p:cNvSpPr txBox="1">
            <a:spLocks noChangeArrowheads="1"/>
          </p:cNvSpPr>
          <p:nvPr/>
        </p:nvSpPr>
        <p:spPr bwMode="auto">
          <a:xfrm>
            <a:off x="2830513" y="5956300"/>
            <a:ext cx="1338262"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b="1">
                <a:solidFill>
                  <a:srgbClr val="000099"/>
                </a:solidFill>
                <a:ea typeface="黑体" panose="02010609060101010101" pitchFamily="49" charset="-122"/>
              </a:rPr>
              <a:t>   </a:t>
            </a:r>
            <a:r>
              <a:rPr lang="zh-CN" altLang="en-US" b="1">
                <a:solidFill>
                  <a:srgbClr val="000099"/>
                </a:solidFill>
                <a:ea typeface="黑体" panose="02010609060101010101" pitchFamily="49" charset="-122"/>
              </a:rPr>
              <a:t>发送方</a:t>
            </a:r>
          </a:p>
          <a:p>
            <a:r>
              <a:rPr lang="zh-CN" altLang="en-US" b="1">
                <a:solidFill>
                  <a:srgbClr val="000099"/>
                </a:solidFill>
                <a:ea typeface="黑体" panose="02010609060101010101" pitchFamily="49" charset="-122"/>
              </a:rPr>
              <a:t>邮件服务器</a:t>
            </a:r>
          </a:p>
        </p:txBody>
      </p:sp>
      <p:sp>
        <p:nvSpPr>
          <p:cNvPr id="1826144" name="Line 351"/>
          <p:cNvSpPr>
            <a:spLocks noChangeShapeType="1"/>
          </p:cNvSpPr>
          <p:nvPr/>
        </p:nvSpPr>
        <p:spPr bwMode="auto">
          <a:xfrm flipV="1">
            <a:off x="8856663" y="4678363"/>
            <a:ext cx="128587" cy="741362"/>
          </a:xfrm>
          <a:prstGeom prst="line">
            <a:avLst/>
          </a:prstGeom>
          <a:noFill/>
          <a:ln w="28575">
            <a:solidFill>
              <a:srgbClr val="333399"/>
            </a:solidFill>
            <a:round/>
            <a:headEnd/>
            <a:tailEnd type="triangle" w="med" len="lg"/>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826145" name="Line 352"/>
          <p:cNvSpPr>
            <a:spLocks noChangeShapeType="1"/>
          </p:cNvSpPr>
          <p:nvPr/>
        </p:nvSpPr>
        <p:spPr bwMode="auto">
          <a:xfrm flipV="1">
            <a:off x="1922463" y="5343525"/>
            <a:ext cx="660400" cy="609600"/>
          </a:xfrm>
          <a:prstGeom prst="line">
            <a:avLst/>
          </a:prstGeom>
          <a:noFill/>
          <a:ln w="12700">
            <a:solidFill>
              <a:schemeClr val="tx1"/>
            </a:solidFill>
            <a:round/>
            <a:headEnd/>
            <a:tailEnd type="triangle" w="med" len="lg"/>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826146" name="Line 353"/>
          <p:cNvSpPr>
            <a:spLocks noChangeShapeType="1"/>
          </p:cNvSpPr>
          <p:nvPr/>
        </p:nvSpPr>
        <p:spPr bwMode="auto">
          <a:xfrm flipV="1">
            <a:off x="903288" y="4868863"/>
            <a:ext cx="187325" cy="876300"/>
          </a:xfrm>
          <a:prstGeom prst="line">
            <a:avLst/>
          </a:prstGeom>
          <a:noFill/>
          <a:ln w="28575">
            <a:solidFill>
              <a:srgbClr val="333399"/>
            </a:solidFill>
            <a:round/>
            <a:headEnd/>
            <a:tailEnd type="triangle" w="med" len="lg"/>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826147" name="Text Box 354"/>
          <p:cNvSpPr txBox="1">
            <a:spLocks noChangeArrowheads="1"/>
          </p:cNvSpPr>
          <p:nvPr/>
        </p:nvSpPr>
        <p:spPr bwMode="auto">
          <a:xfrm>
            <a:off x="354013" y="5688013"/>
            <a:ext cx="110807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b="1">
                <a:solidFill>
                  <a:srgbClr val="000099"/>
                </a:solidFill>
                <a:ea typeface="黑体" panose="02010609060101010101" pitchFamily="49" charset="-122"/>
              </a:rPr>
              <a:t>用户代理</a:t>
            </a:r>
          </a:p>
        </p:txBody>
      </p:sp>
      <p:sp>
        <p:nvSpPr>
          <p:cNvPr id="1826148" name="Text Box 355"/>
          <p:cNvSpPr txBox="1">
            <a:spLocks noChangeArrowheads="1"/>
          </p:cNvSpPr>
          <p:nvPr/>
        </p:nvSpPr>
        <p:spPr bwMode="auto">
          <a:xfrm>
            <a:off x="6545263" y="3640138"/>
            <a:ext cx="110807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b="1">
                <a:solidFill>
                  <a:srgbClr val="000099"/>
                </a:solidFill>
                <a:ea typeface="黑体" panose="02010609060101010101" pitchFamily="49" charset="-122"/>
              </a:rPr>
              <a:t>用户邮箱</a:t>
            </a:r>
          </a:p>
        </p:txBody>
      </p:sp>
      <p:sp>
        <p:nvSpPr>
          <p:cNvPr id="1826149" name="Line 356"/>
          <p:cNvSpPr>
            <a:spLocks noChangeShapeType="1"/>
          </p:cNvSpPr>
          <p:nvPr/>
        </p:nvSpPr>
        <p:spPr bwMode="auto">
          <a:xfrm rot="10800000" flipH="1" flipV="1">
            <a:off x="7123113" y="3971925"/>
            <a:ext cx="476250" cy="444500"/>
          </a:xfrm>
          <a:prstGeom prst="line">
            <a:avLst/>
          </a:prstGeom>
          <a:noFill/>
          <a:ln w="28575">
            <a:solidFill>
              <a:srgbClr val="333399"/>
            </a:solidFill>
            <a:round/>
            <a:headEnd/>
            <a:tailEnd type="triangle" w="med" len="lg"/>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826150" name="Text Box 357"/>
          <p:cNvSpPr txBox="1">
            <a:spLocks noChangeArrowheads="1"/>
          </p:cNvSpPr>
          <p:nvPr/>
        </p:nvSpPr>
        <p:spPr bwMode="auto">
          <a:xfrm>
            <a:off x="9069388" y="3944938"/>
            <a:ext cx="87788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b="1">
                <a:solidFill>
                  <a:srgbClr val="000099"/>
                </a:solidFill>
                <a:ea typeface="黑体" panose="02010609060101010101" pitchFamily="49" charset="-122"/>
              </a:rPr>
              <a:t>接收方</a:t>
            </a:r>
          </a:p>
        </p:txBody>
      </p:sp>
      <p:sp>
        <p:nvSpPr>
          <p:cNvPr id="1826151" name="Line 358"/>
          <p:cNvSpPr>
            <a:spLocks noChangeShapeType="1"/>
          </p:cNvSpPr>
          <p:nvPr/>
        </p:nvSpPr>
        <p:spPr bwMode="auto">
          <a:xfrm flipV="1">
            <a:off x="6710363" y="5605463"/>
            <a:ext cx="644525" cy="403225"/>
          </a:xfrm>
          <a:prstGeom prst="line">
            <a:avLst/>
          </a:prstGeom>
          <a:noFill/>
          <a:ln w="28575">
            <a:solidFill>
              <a:srgbClr val="333399"/>
            </a:solidFill>
            <a:round/>
            <a:headEnd/>
            <a:tailEnd type="triangle" w="med" len="lg"/>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826152" name="Line 359"/>
          <p:cNvSpPr>
            <a:spLocks noChangeShapeType="1"/>
          </p:cNvSpPr>
          <p:nvPr/>
        </p:nvSpPr>
        <p:spPr bwMode="auto">
          <a:xfrm flipH="1" flipV="1">
            <a:off x="2913063" y="5648325"/>
            <a:ext cx="474662" cy="371475"/>
          </a:xfrm>
          <a:prstGeom prst="line">
            <a:avLst/>
          </a:prstGeom>
          <a:noFill/>
          <a:ln w="28575">
            <a:solidFill>
              <a:srgbClr val="333399"/>
            </a:solidFill>
            <a:round/>
            <a:headEnd/>
            <a:tailEnd type="triangle" w="med" len="lg"/>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826153" name="Text Box 375"/>
          <p:cNvSpPr txBox="1">
            <a:spLocks noChangeArrowheads="1"/>
          </p:cNvSpPr>
          <p:nvPr/>
        </p:nvSpPr>
        <p:spPr bwMode="auto">
          <a:xfrm>
            <a:off x="1106488" y="4071938"/>
            <a:ext cx="126206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b="1">
                <a:solidFill>
                  <a:srgbClr val="000099"/>
                </a:solidFill>
                <a:ea typeface="黑体" panose="02010609060101010101" pitchFamily="49" charset="-122"/>
              </a:rPr>
              <a:t>(</a:t>
            </a:r>
            <a:r>
              <a:rPr lang="zh-CN" altLang="en-US" b="1">
                <a:solidFill>
                  <a:srgbClr val="000099"/>
                </a:solidFill>
                <a:ea typeface="黑体" panose="02010609060101010101" pitchFamily="49" charset="-122"/>
              </a:rPr>
              <a:t>发送邮件</a:t>
            </a:r>
            <a:r>
              <a:rPr lang="en-US" altLang="zh-CN" b="1">
                <a:solidFill>
                  <a:srgbClr val="000099"/>
                </a:solidFill>
                <a:ea typeface="黑体" panose="02010609060101010101" pitchFamily="49" charset="-122"/>
              </a:rPr>
              <a:t>)</a:t>
            </a:r>
          </a:p>
        </p:txBody>
      </p:sp>
      <p:sp>
        <p:nvSpPr>
          <p:cNvPr id="1826154" name="Text Box 376"/>
          <p:cNvSpPr txBox="1">
            <a:spLocks noChangeArrowheads="1"/>
          </p:cNvSpPr>
          <p:nvPr/>
        </p:nvSpPr>
        <p:spPr bwMode="auto">
          <a:xfrm>
            <a:off x="4529138" y="3455988"/>
            <a:ext cx="15700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b="1">
                <a:solidFill>
                  <a:srgbClr val="000099"/>
                </a:solidFill>
                <a:ea typeface="黑体" panose="02010609060101010101" pitchFamily="49" charset="-122"/>
              </a:rPr>
              <a:t>（发送邮件）</a:t>
            </a:r>
          </a:p>
        </p:txBody>
      </p:sp>
      <p:sp>
        <p:nvSpPr>
          <p:cNvPr id="1826155" name="Text Box 379"/>
          <p:cNvSpPr txBox="1">
            <a:spLocks noChangeArrowheads="1"/>
          </p:cNvSpPr>
          <p:nvPr/>
        </p:nvSpPr>
        <p:spPr bwMode="auto">
          <a:xfrm>
            <a:off x="7677150" y="3748088"/>
            <a:ext cx="126047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b="1">
                <a:solidFill>
                  <a:srgbClr val="000099"/>
                </a:solidFill>
                <a:ea typeface="黑体" panose="02010609060101010101" pitchFamily="49" charset="-122"/>
              </a:rPr>
              <a:t>(</a:t>
            </a:r>
            <a:r>
              <a:rPr lang="zh-CN" altLang="en-US" b="1">
                <a:solidFill>
                  <a:srgbClr val="000099"/>
                </a:solidFill>
                <a:ea typeface="黑体" panose="02010609060101010101" pitchFamily="49" charset="-122"/>
              </a:rPr>
              <a:t>读取邮件</a:t>
            </a:r>
            <a:r>
              <a:rPr lang="en-US" altLang="zh-CN" b="1">
                <a:solidFill>
                  <a:srgbClr val="000099"/>
                </a:solidFill>
                <a:ea typeface="黑体" panose="02010609060101010101" pitchFamily="49" charset="-122"/>
              </a:rPr>
              <a:t>)</a:t>
            </a:r>
          </a:p>
        </p:txBody>
      </p:sp>
      <p:sp>
        <p:nvSpPr>
          <p:cNvPr id="1826156" name="Text Box 384"/>
          <p:cNvSpPr txBox="1">
            <a:spLocks noChangeArrowheads="1"/>
          </p:cNvSpPr>
          <p:nvPr/>
        </p:nvSpPr>
        <p:spPr bwMode="auto">
          <a:xfrm>
            <a:off x="4789488" y="4806950"/>
            <a:ext cx="8763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b="1">
                <a:solidFill>
                  <a:srgbClr val="000099"/>
                </a:solidFill>
                <a:ea typeface="黑体" panose="02010609060101010101" pitchFamily="49" charset="-122"/>
              </a:rPr>
              <a:t>互联网</a:t>
            </a:r>
          </a:p>
        </p:txBody>
      </p:sp>
      <p:sp>
        <p:nvSpPr>
          <p:cNvPr id="1826157" name="Rectangle 385"/>
          <p:cNvSpPr>
            <a:spLocks noChangeArrowheads="1"/>
          </p:cNvSpPr>
          <p:nvPr/>
        </p:nvSpPr>
        <p:spPr bwMode="auto">
          <a:xfrm>
            <a:off x="8924925" y="1484313"/>
            <a:ext cx="935038" cy="1728787"/>
          </a:xfrm>
          <a:prstGeom prst="rect">
            <a:avLst/>
          </a:prstGeom>
          <a:solidFill>
            <a:srgbClr val="CCECFF"/>
          </a:solidFill>
          <a:ln w="9525">
            <a:solidFill>
              <a:schemeClr val="folHlink"/>
            </a:solidFill>
            <a:miter lim="800000"/>
            <a:headEnd/>
            <a:tailEnd/>
          </a:ln>
          <a:effectLst>
            <a:outerShdw dist="35921" dir="2700000" algn="ctr" rotWithShape="0">
              <a:schemeClr val="bg2"/>
            </a:outerShdw>
          </a:effectLst>
        </p:spPr>
        <p:txBody>
          <a:bodyPr wrap="none" anchor="ctr"/>
          <a:lstStyle/>
          <a:p>
            <a:endParaRPr lang="zh-CN" altLang="en-US" b="1">
              <a:solidFill>
                <a:srgbClr val="000099"/>
              </a:solidFill>
              <a:ea typeface="宋体" panose="02010600030101010101" pitchFamily="2" charset="-122"/>
            </a:endParaRPr>
          </a:p>
        </p:txBody>
      </p:sp>
      <p:sp>
        <p:nvSpPr>
          <p:cNvPr id="1826158" name="Rectangle 386"/>
          <p:cNvSpPr>
            <a:spLocks noChangeArrowheads="1"/>
          </p:cNvSpPr>
          <p:nvPr/>
        </p:nvSpPr>
        <p:spPr bwMode="auto">
          <a:xfrm>
            <a:off x="2138363" y="1473200"/>
            <a:ext cx="936625" cy="1739900"/>
          </a:xfrm>
          <a:prstGeom prst="rect">
            <a:avLst/>
          </a:prstGeom>
          <a:solidFill>
            <a:srgbClr val="66FF66"/>
          </a:solidFill>
          <a:ln w="19050">
            <a:solidFill>
              <a:schemeClr val="folHlink"/>
            </a:solidFill>
            <a:miter lim="800000"/>
            <a:headEnd/>
            <a:tailEnd/>
          </a:ln>
          <a:effectLst>
            <a:outerShdw dist="35921" dir="2700000" algn="ctr" rotWithShape="0">
              <a:schemeClr val="bg2"/>
            </a:outerShdw>
          </a:effectLst>
        </p:spPr>
        <p:txBody>
          <a:bodyPr wrap="none" anchor="ctr"/>
          <a:lstStyle/>
          <a:p>
            <a:endParaRPr lang="zh-CN" altLang="en-US" b="1">
              <a:solidFill>
                <a:srgbClr val="000099"/>
              </a:solidFill>
              <a:ea typeface="宋体" panose="02010600030101010101" pitchFamily="2" charset="-122"/>
            </a:endParaRPr>
          </a:p>
        </p:txBody>
      </p:sp>
      <p:sp>
        <p:nvSpPr>
          <p:cNvPr id="1826159" name="Rectangle 387"/>
          <p:cNvSpPr>
            <a:spLocks noChangeArrowheads="1"/>
          </p:cNvSpPr>
          <p:nvPr/>
        </p:nvSpPr>
        <p:spPr bwMode="auto">
          <a:xfrm>
            <a:off x="265113" y="1473200"/>
            <a:ext cx="936625" cy="1739900"/>
          </a:xfrm>
          <a:prstGeom prst="rect">
            <a:avLst/>
          </a:prstGeom>
          <a:solidFill>
            <a:srgbClr val="CCECFF"/>
          </a:solidFill>
          <a:ln w="9525">
            <a:solidFill>
              <a:schemeClr val="folHlink"/>
            </a:solidFill>
            <a:miter lim="800000"/>
            <a:headEnd/>
            <a:tailEnd/>
          </a:ln>
          <a:effectLst>
            <a:outerShdw dist="35921" dir="2700000" algn="ctr" rotWithShape="0">
              <a:schemeClr val="bg2"/>
            </a:outerShdw>
          </a:effectLst>
        </p:spPr>
        <p:txBody>
          <a:bodyPr wrap="none" anchor="ctr"/>
          <a:lstStyle/>
          <a:p>
            <a:endParaRPr lang="zh-CN" altLang="en-US" b="1">
              <a:solidFill>
                <a:srgbClr val="000099"/>
              </a:solidFill>
              <a:ea typeface="宋体" panose="02010600030101010101" pitchFamily="2" charset="-122"/>
            </a:endParaRPr>
          </a:p>
        </p:txBody>
      </p:sp>
      <p:sp>
        <p:nvSpPr>
          <p:cNvPr id="1826160" name="Line 388"/>
          <p:cNvSpPr>
            <a:spLocks noChangeShapeType="1"/>
          </p:cNvSpPr>
          <p:nvPr/>
        </p:nvSpPr>
        <p:spPr bwMode="auto">
          <a:xfrm>
            <a:off x="920750" y="1916113"/>
            <a:ext cx="1295400" cy="0"/>
          </a:xfrm>
          <a:prstGeom prst="line">
            <a:avLst/>
          </a:prstGeom>
          <a:noFill/>
          <a:ln w="76200">
            <a:solidFill>
              <a:schemeClr val="hlink"/>
            </a:solidFill>
            <a:round/>
            <a:headEnd/>
            <a:tailEnd type="triangle" w="med" len="lg"/>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826161" name="Text Box 389"/>
          <p:cNvSpPr txBox="1">
            <a:spLocks noChangeArrowheads="1"/>
          </p:cNvSpPr>
          <p:nvPr/>
        </p:nvSpPr>
        <p:spPr bwMode="auto">
          <a:xfrm>
            <a:off x="1185863" y="1592263"/>
            <a:ext cx="754062"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1600" b="1" dirty="0">
                <a:solidFill>
                  <a:srgbClr val="FF0000"/>
                </a:solidFill>
                <a:ea typeface="黑体" panose="02010609060101010101" pitchFamily="49" charset="-122"/>
              </a:rPr>
              <a:t>SMTP</a:t>
            </a:r>
          </a:p>
        </p:txBody>
      </p:sp>
      <p:sp>
        <p:nvSpPr>
          <p:cNvPr id="1826162" name="Text Box 390"/>
          <p:cNvSpPr txBox="1">
            <a:spLocks noChangeArrowheads="1"/>
          </p:cNvSpPr>
          <p:nvPr/>
        </p:nvSpPr>
        <p:spPr bwMode="auto">
          <a:xfrm>
            <a:off x="8135938" y="1577975"/>
            <a:ext cx="73025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1600" b="1" dirty="0">
                <a:solidFill>
                  <a:srgbClr val="FF0000"/>
                </a:solidFill>
                <a:ea typeface="黑体" panose="02010609060101010101" pitchFamily="49" charset="-122"/>
              </a:rPr>
              <a:t>POP3</a:t>
            </a:r>
          </a:p>
        </p:txBody>
      </p:sp>
      <p:sp>
        <p:nvSpPr>
          <p:cNvPr id="1826163" name="Text Box 391"/>
          <p:cNvSpPr txBox="1">
            <a:spLocks noChangeArrowheads="1"/>
          </p:cNvSpPr>
          <p:nvPr/>
        </p:nvSpPr>
        <p:spPr bwMode="auto">
          <a:xfrm>
            <a:off x="1303338" y="1123950"/>
            <a:ext cx="595312"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zh-CN" altLang="en-US" sz="1600" b="1">
                <a:solidFill>
                  <a:srgbClr val="000099"/>
                </a:solidFill>
                <a:ea typeface="黑体" panose="02010609060101010101" pitchFamily="49" charset="-122"/>
              </a:rPr>
              <a:t>发送</a:t>
            </a:r>
          </a:p>
          <a:p>
            <a:pPr algn="ctr"/>
            <a:r>
              <a:rPr lang="zh-CN" altLang="en-US" sz="1600" b="1">
                <a:solidFill>
                  <a:srgbClr val="000099"/>
                </a:solidFill>
                <a:ea typeface="黑体" panose="02010609060101010101" pitchFamily="49" charset="-122"/>
              </a:rPr>
              <a:t>邮件</a:t>
            </a:r>
          </a:p>
        </p:txBody>
      </p:sp>
      <p:sp>
        <p:nvSpPr>
          <p:cNvPr id="1826164" name="Text Box 392"/>
          <p:cNvSpPr txBox="1">
            <a:spLocks noChangeArrowheads="1"/>
          </p:cNvSpPr>
          <p:nvPr/>
        </p:nvSpPr>
        <p:spPr bwMode="auto">
          <a:xfrm>
            <a:off x="4165600" y="2346325"/>
            <a:ext cx="1633538"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1600" b="1" dirty="0">
                <a:solidFill>
                  <a:srgbClr val="000099"/>
                </a:solidFill>
                <a:ea typeface="黑体" panose="02010609060101010101" pitchFamily="49" charset="-122"/>
              </a:rPr>
              <a:t>发送邮件 </a:t>
            </a:r>
            <a:r>
              <a:rPr lang="en-US" altLang="zh-CN" sz="1600" b="1" dirty="0">
                <a:solidFill>
                  <a:srgbClr val="FF0000"/>
                </a:solidFill>
                <a:ea typeface="黑体" panose="02010609060101010101" pitchFamily="49" charset="-122"/>
              </a:rPr>
              <a:t>SMTP</a:t>
            </a:r>
          </a:p>
        </p:txBody>
      </p:sp>
      <p:sp>
        <p:nvSpPr>
          <p:cNvPr id="1826165" name="Text Box 393"/>
          <p:cNvSpPr txBox="1">
            <a:spLocks noChangeArrowheads="1"/>
          </p:cNvSpPr>
          <p:nvPr/>
        </p:nvSpPr>
        <p:spPr bwMode="auto">
          <a:xfrm>
            <a:off x="8143875" y="1052513"/>
            <a:ext cx="595313"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1600" b="1">
                <a:solidFill>
                  <a:srgbClr val="000099"/>
                </a:solidFill>
                <a:ea typeface="黑体" panose="02010609060101010101" pitchFamily="49" charset="-122"/>
              </a:rPr>
              <a:t>读取</a:t>
            </a:r>
          </a:p>
          <a:p>
            <a:r>
              <a:rPr lang="zh-CN" altLang="en-US" sz="1600" b="1">
                <a:solidFill>
                  <a:srgbClr val="000099"/>
                </a:solidFill>
                <a:ea typeface="黑体" panose="02010609060101010101" pitchFamily="49" charset="-122"/>
              </a:rPr>
              <a:t>邮件</a:t>
            </a:r>
          </a:p>
        </p:txBody>
      </p:sp>
      <p:sp>
        <p:nvSpPr>
          <p:cNvPr id="1826166" name="Text Box 394"/>
          <p:cNvSpPr txBox="1">
            <a:spLocks noChangeArrowheads="1"/>
          </p:cNvSpPr>
          <p:nvPr/>
        </p:nvSpPr>
        <p:spPr bwMode="auto">
          <a:xfrm>
            <a:off x="1281113" y="1914525"/>
            <a:ext cx="5937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1600" b="1">
                <a:solidFill>
                  <a:srgbClr val="000099"/>
                </a:solidFill>
                <a:ea typeface="黑体" panose="02010609060101010101" pitchFamily="49" charset="-122"/>
              </a:rPr>
              <a:t>TCP</a:t>
            </a:r>
          </a:p>
          <a:p>
            <a:r>
              <a:rPr lang="zh-CN" altLang="en-US" sz="1600" b="1">
                <a:solidFill>
                  <a:srgbClr val="000099"/>
                </a:solidFill>
                <a:ea typeface="黑体" panose="02010609060101010101" pitchFamily="49" charset="-122"/>
              </a:rPr>
              <a:t>连接</a:t>
            </a:r>
          </a:p>
        </p:txBody>
      </p:sp>
      <p:sp>
        <p:nvSpPr>
          <p:cNvPr id="1826167" name="Text Box 395"/>
          <p:cNvSpPr txBox="1">
            <a:spLocks noChangeArrowheads="1"/>
          </p:cNvSpPr>
          <p:nvPr/>
        </p:nvSpPr>
        <p:spPr bwMode="auto">
          <a:xfrm>
            <a:off x="8128000" y="1984375"/>
            <a:ext cx="595313"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1600" b="1">
                <a:solidFill>
                  <a:srgbClr val="000099"/>
                </a:solidFill>
                <a:ea typeface="黑体" panose="02010609060101010101" pitchFamily="49" charset="-122"/>
              </a:rPr>
              <a:t>TCP</a:t>
            </a:r>
          </a:p>
          <a:p>
            <a:r>
              <a:rPr lang="zh-CN" altLang="en-US" sz="1600" b="1">
                <a:solidFill>
                  <a:srgbClr val="000099"/>
                </a:solidFill>
                <a:ea typeface="黑体" panose="02010609060101010101" pitchFamily="49" charset="-122"/>
              </a:rPr>
              <a:t>连接</a:t>
            </a:r>
          </a:p>
        </p:txBody>
      </p:sp>
      <p:sp>
        <p:nvSpPr>
          <p:cNvPr id="1826168" name="Text Box 396"/>
          <p:cNvSpPr txBox="1">
            <a:spLocks noChangeArrowheads="1"/>
          </p:cNvSpPr>
          <p:nvPr/>
        </p:nvSpPr>
        <p:spPr bwMode="auto">
          <a:xfrm>
            <a:off x="1960563" y="863600"/>
            <a:ext cx="120967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zh-CN" altLang="en-US" sz="1600" b="1" dirty="0">
                <a:solidFill>
                  <a:srgbClr val="000099"/>
                </a:solidFill>
                <a:ea typeface="黑体" panose="02010609060101010101" pitchFamily="49" charset="-122"/>
              </a:rPr>
              <a:t>发送方</a:t>
            </a:r>
          </a:p>
          <a:p>
            <a:pPr algn="ctr"/>
            <a:r>
              <a:rPr lang="zh-CN" altLang="en-US" sz="1600" b="1" dirty="0">
                <a:solidFill>
                  <a:srgbClr val="FF0000"/>
                </a:solidFill>
                <a:ea typeface="黑体" panose="02010609060101010101" pitchFamily="49" charset="-122"/>
              </a:rPr>
              <a:t>邮件服务器</a:t>
            </a:r>
          </a:p>
        </p:txBody>
      </p:sp>
      <p:sp>
        <p:nvSpPr>
          <p:cNvPr id="1826169" name="Oval 397"/>
          <p:cNvSpPr>
            <a:spLocks noChangeArrowheads="1"/>
          </p:cNvSpPr>
          <p:nvPr/>
        </p:nvSpPr>
        <p:spPr bwMode="auto">
          <a:xfrm>
            <a:off x="342900" y="1555750"/>
            <a:ext cx="779463" cy="719138"/>
          </a:xfrm>
          <a:prstGeom prst="ellipse">
            <a:avLst/>
          </a:prstGeom>
          <a:solidFill>
            <a:srgbClr val="FFFF99"/>
          </a:solidFill>
          <a:ln w="9525">
            <a:solidFill>
              <a:schemeClr val="folHlink"/>
            </a:solidFill>
            <a:round/>
            <a:headEnd/>
            <a:tailEnd/>
          </a:ln>
        </p:spPr>
        <p:txBody>
          <a:bodyPr wrap="none" anchor="ctr"/>
          <a:lstStyle/>
          <a:p>
            <a:pPr algn="ctr"/>
            <a:r>
              <a:rPr lang="en-US" altLang="zh-CN" sz="1600" b="1">
                <a:solidFill>
                  <a:srgbClr val="000099"/>
                </a:solidFill>
                <a:ea typeface="黑体" panose="02010609060101010101" pitchFamily="49" charset="-122"/>
              </a:rPr>
              <a:t>SMTP</a:t>
            </a:r>
          </a:p>
          <a:p>
            <a:pPr algn="ctr"/>
            <a:r>
              <a:rPr lang="zh-CN" altLang="en-US" sz="1600" b="1">
                <a:solidFill>
                  <a:srgbClr val="000099"/>
                </a:solidFill>
                <a:ea typeface="黑体" panose="02010609060101010101" pitchFamily="49" charset="-122"/>
              </a:rPr>
              <a:t>客户</a:t>
            </a:r>
          </a:p>
        </p:txBody>
      </p:sp>
      <p:sp>
        <p:nvSpPr>
          <p:cNvPr id="1826170" name="Oval 398"/>
          <p:cNvSpPr>
            <a:spLocks noChangeArrowheads="1"/>
          </p:cNvSpPr>
          <p:nvPr/>
        </p:nvSpPr>
        <p:spPr bwMode="auto">
          <a:xfrm>
            <a:off x="9002713" y="1555750"/>
            <a:ext cx="779462" cy="719138"/>
          </a:xfrm>
          <a:prstGeom prst="ellipse">
            <a:avLst/>
          </a:prstGeom>
          <a:solidFill>
            <a:srgbClr val="CCCC00"/>
          </a:solidFill>
          <a:ln w="9525">
            <a:solidFill>
              <a:schemeClr val="tx1"/>
            </a:solidFill>
            <a:round/>
            <a:headEnd/>
            <a:tailEnd/>
          </a:ln>
        </p:spPr>
        <p:txBody>
          <a:bodyPr wrap="none" anchor="ctr"/>
          <a:lstStyle/>
          <a:p>
            <a:pPr algn="ctr"/>
            <a:r>
              <a:rPr lang="en-US" altLang="zh-CN" sz="1600" b="1">
                <a:solidFill>
                  <a:srgbClr val="000099"/>
                </a:solidFill>
                <a:ea typeface="黑体" panose="02010609060101010101" pitchFamily="49" charset="-122"/>
              </a:rPr>
              <a:t>POP3</a:t>
            </a:r>
          </a:p>
          <a:p>
            <a:pPr algn="ctr"/>
            <a:r>
              <a:rPr lang="zh-CN" altLang="en-US" sz="1600" b="1">
                <a:solidFill>
                  <a:srgbClr val="000099"/>
                </a:solidFill>
                <a:ea typeface="黑体" panose="02010609060101010101" pitchFamily="49" charset="-122"/>
              </a:rPr>
              <a:t>客户</a:t>
            </a:r>
          </a:p>
        </p:txBody>
      </p:sp>
      <p:sp>
        <p:nvSpPr>
          <p:cNvPr id="1826171" name="Text Box 399"/>
          <p:cNvSpPr txBox="1">
            <a:spLocks noChangeArrowheads="1"/>
          </p:cNvSpPr>
          <p:nvPr/>
        </p:nvSpPr>
        <p:spPr bwMode="auto">
          <a:xfrm>
            <a:off x="193675" y="863600"/>
            <a:ext cx="100488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zh-CN" altLang="en-US" sz="1600" b="1" dirty="0">
                <a:solidFill>
                  <a:srgbClr val="000099"/>
                </a:solidFill>
                <a:ea typeface="黑体" panose="02010609060101010101" pitchFamily="49" charset="-122"/>
              </a:rPr>
              <a:t>发件人</a:t>
            </a:r>
          </a:p>
          <a:p>
            <a:pPr algn="ctr"/>
            <a:r>
              <a:rPr lang="zh-CN" altLang="en-US" sz="1600" b="1" dirty="0">
                <a:solidFill>
                  <a:srgbClr val="FF0000"/>
                </a:solidFill>
                <a:ea typeface="黑体" panose="02010609060101010101" pitchFamily="49" charset="-122"/>
              </a:rPr>
              <a:t>用户代理</a:t>
            </a:r>
          </a:p>
        </p:txBody>
      </p:sp>
      <p:sp>
        <p:nvSpPr>
          <p:cNvPr id="1826172" name="Text Box 400"/>
          <p:cNvSpPr txBox="1">
            <a:spLocks noChangeArrowheads="1"/>
          </p:cNvSpPr>
          <p:nvPr/>
        </p:nvSpPr>
        <p:spPr bwMode="auto">
          <a:xfrm>
            <a:off x="6888163" y="863600"/>
            <a:ext cx="1211262"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zh-CN" altLang="en-US" sz="1600" b="1" dirty="0">
                <a:solidFill>
                  <a:srgbClr val="000099"/>
                </a:solidFill>
                <a:ea typeface="黑体" panose="02010609060101010101" pitchFamily="49" charset="-122"/>
              </a:rPr>
              <a:t>接收方</a:t>
            </a:r>
          </a:p>
          <a:p>
            <a:pPr algn="ctr"/>
            <a:r>
              <a:rPr lang="zh-CN" altLang="en-US" sz="1600" b="1" dirty="0">
                <a:solidFill>
                  <a:srgbClr val="FF0000"/>
                </a:solidFill>
                <a:ea typeface="黑体" panose="02010609060101010101" pitchFamily="49" charset="-122"/>
              </a:rPr>
              <a:t>邮件服务器</a:t>
            </a:r>
          </a:p>
        </p:txBody>
      </p:sp>
      <p:sp>
        <p:nvSpPr>
          <p:cNvPr id="1826173" name="Rectangle 401"/>
          <p:cNvSpPr>
            <a:spLocks noChangeArrowheads="1"/>
          </p:cNvSpPr>
          <p:nvPr/>
        </p:nvSpPr>
        <p:spPr bwMode="auto">
          <a:xfrm>
            <a:off x="7053263" y="1484313"/>
            <a:ext cx="936625" cy="1728787"/>
          </a:xfrm>
          <a:prstGeom prst="rect">
            <a:avLst/>
          </a:prstGeom>
          <a:solidFill>
            <a:srgbClr val="66FF66"/>
          </a:solidFill>
          <a:ln w="19050">
            <a:solidFill>
              <a:schemeClr val="folHlink"/>
            </a:solidFill>
            <a:miter lim="800000"/>
            <a:headEnd/>
            <a:tailEnd/>
          </a:ln>
          <a:effectLst>
            <a:outerShdw dist="35921" dir="2700000" algn="ctr" rotWithShape="0">
              <a:schemeClr val="bg2"/>
            </a:outerShdw>
          </a:effectLst>
        </p:spPr>
        <p:txBody>
          <a:bodyPr wrap="none" anchor="ctr"/>
          <a:lstStyle/>
          <a:p>
            <a:endParaRPr lang="zh-CN" altLang="en-US" b="1">
              <a:solidFill>
                <a:srgbClr val="000099"/>
              </a:solidFill>
              <a:ea typeface="宋体" panose="02010600030101010101" pitchFamily="2" charset="-122"/>
            </a:endParaRPr>
          </a:p>
        </p:txBody>
      </p:sp>
      <p:sp>
        <p:nvSpPr>
          <p:cNvPr id="1826174" name="Oval 402"/>
          <p:cNvSpPr>
            <a:spLocks noChangeArrowheads="1"/>
          </p:cNvSpPr>
          <p:nvPr/>
        </p:nvSpPr>
        <p:spPr bwMode="auto">
          <a:xfrm>
            <a:off x="7131050" y="2347913"/>
            <a:ext cx="779463" cy="719137"/>
          </a:xfrm>
          <a:prstGeom prst="ellipse">
            <a:avLst/>
          </a:prstGeom>
          <a:solidFill>
            <a:srgbClr val="FFCCFF"/>
          </a:solidFill>
          <a:ln w="9525">
            <a:solidFill>
              <a:schemeClr val="folHlink"/>
            </a:solidFill>
            <a:round/>
            <a:headEnd/>
            <a:tailEnd/>
          </a:ln>
        </p:spPr>
        <p:txBody>
          <a:bodyPr wrap="none" anchor="ctr"/>
          <a:lstStyle/>
          <a:p>
            <a:pPr algn="ctr"/>
            <a:r>
              <a:rPr lang="en-US" altLang="zh-CN" sz="1600" b="1">
                <a:solidFill>
                  <a:srgbClr val="000099"/>
                </a:solidFill>
                <a:ea typeface="黑体" panose="02010609060101010101" pitchFamily="49" charset="-122"/>
              </a:rPr>
              <a:t>SMTP</a:t>
            </a:r>
          </a:p>
          <a:p>
            <a:pPr algn="ctr"/>
            <a:r>
              <a:rPr lang="zh-CN" altLang="en-US" sz="1600" b="1">
                <a:solidFill>
                  <a:srgbClr val="000099"/>
                </a:solidFill>
                <a:ea typeface="黑体" panose="02010609060101010101" pitchFamily="49" charset="-122"/>
              </a:rPr>
              <a:t>服务器</a:t>
            </a:r>
          </a:p>
        </p:txBody>
      </p:sp>
      <p:sp>
        <p:nvSpPr>
          <p:cNvPr id="1826175" name="Oval 403"/>
          <p:cNvSpPr>
            <a:spLocks noChangeArrowheads="1"/>
          </p:cNvSpPr>
          <p:nvPr/>
        </p:nvSpPr>
        <p:spPr bwMode="auto">
          <a:xfrm>
            <a:off x="7131050" y="1555750"/>
            <a:ext cx="779463" cy="719138"/>
          </a:xfrm>
          <a:prstGeom prst="ellipse">
            <a:avLst/>
          </a:prstGeom>
          <a:solidFill>
            <a:srgbClr val="FF99FF"/>
          </a:solidFill>
          <a:ln w="9525">
            <a:solidFill>
              <a:schemeClr val="tx1"/>
            </a:solidFill>
            <a:round/>
            <a:headEnd/>
            <a:tailEnd/>
          </a:ln>
        </p:spPr>
        <p:txBody>
          <a:bodyPr wrap="none" anchor="ctr"/>
          <a:lstStyle/>
          <a:p>
            <a:pPr algn="ctr"/>
            <a:r>
              <a:rPr lang="en-US" altLang="zh-CN" sz="1600" b="1">
                <a:solidFill>
                  <a:srgbClr val="000099"/>
                </a:solidFill>
                <a:ea typeface="黑体" panose="02010609060101010101" pitchFamily="49" charset="-122"/>
              </a:rPr>
              <a:t>POP3</a:t>
            </a:r>
          </a:p>
          <a:p>
            <a:pPr algn="ctr"/>
            <a:r>
              <a:rPr lang="zh-CN" altLang="en-US" sz="1600" b="1">
                <a:solidFill>
                  <a:srgbClr val="000099"/>
                </a:solidFill>
                <a:ea typeface="黑体" panose="02010609060101010101" pitchFamily="49" charset="-122"/>
              </a:rPr>
              <a:t>服务器</a:t>
            </a:r>
          </a:p>
        </p:txBody>
      </p:sp>
      <p:sp>
        <p:nvSpPr>
          <p:cNvPr id="1826176" name="Line 404"/>
          <p:cNvSpPr>
            <a:spLocks noChangeShapeType="1"/>
          </p:cNvSpPr>
          <p:nvPr/>
        </p:nvSpPr>
        <p:spPr bwMode="auto">
          <a:xfrm flipV="1">
            <a:off x="2917825" y="2708275"/>
            <a:ext cx="4211638" cy="0"/>
          </a:xfrm>
          <a:prstGeom prst="line">
            <a:avLst/>
          </a:prstGeom>
          <a:noFill/>
          <a:ln w="76200">
            <a:solidFill>
              <a:schemeClr val="hlink"/>
            </a:solidFill>
            <a:round/>
            <a:headEnd/>
            <a:tailEnd type="triangle" w="med" len="lg"/>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826177" name="Oval 405"/>
          <p:cNvSpPr>
            <a:spLocks noChangeArrowheads="1"/>
          </p:cNvSpPr>
          <p:nvPr/>
        </p:nvSpPr>
        <p:spPr bwMode="auto">
          <a:xfrm>
            <a:off x="2217738" y="1555750"/>
            <a:ext cx="779462" cy="719138"/>
          </a:xfrm>
          <a:prstGeom prst="ellipse">
            <a:avLst/>
          </a:prstGeom>
          <a:solidFill>
            <a:srgbClr val="FFCCFF"/>
          </a:solidFill>
          <a:ln w="9525">
            <a:solidFill>
              <a:schemeClr val="folHlink"/>
            </a:solidFill>
            <a:round/>
            <a:headEnd/>
            <a:tailEnd/>
          </a:ln>
        </p:spPr>
        <p:txBody>
          <a:bodyPr wrap="none" anchor="ctr"/>
          <a:lstStyle/>
          <a:p>
            <a:pPr algn="ctr"/>
            <a:r>
              <a:rPr lang="en-US" altLang="zh-CN" sz="1600" b="1">
                <a:solidFill>
                  <a:srgbClr val="000099"/>
                </a:solidFill>
                <a:ea typeface="黑体" panose="02010609060101010101" pitchFamily="49" charset="-122"/>
              </a:rPr>
              <a:t>SMTP</a:t>
            </a:r>
          </a:p>
          <a:p>
            <a:pPr algn="ctr"/>
            <a:r>
              <a:rPr lang="zh-CN" altLang="en-US" sz="1600" b="1">
                <a:solidFill>
                  <a:srgbClr val="000099"/>
                </a:solidFill>
                <a:ea typeface="黑体" panose="02010609060101010101" pitchFamily="49" charset="-122"/>
              </a:rPr>
              <a:t>服务器</a:t>
            </a:r>
          </a:p>
        </p:txBody>
      </p:sp>
      <p:sp>
        <p:nvSpPr>
          <p:cNvPr id="1826178" name="Oval 406"/>
          <p:cNvSpPr>
            <a:spLocks noChangeArrowheads="1"/>
          </p:cNvSpPr>
          <p:nvPr/>
        </p:nvSpPr>
        <p:spPr bwMode="auto">
          <a:xfrm>
            <a:off x="2217738" y="2347913"/>
            <a:ext cx="779462" cy="719137"/>
          </a:xfrm>
          <a:prstGeom prst="ellipse">
            <a:avLst/>
          </a:prstGeom>
          <a:solidFill>
            <a:srgbClr val="FFFF99"/>
          </a:solidFill>
          <a:ln w="9525">
            <a:solidFill>
              <a:schemeClr val="folHlink"/>
            </a:solidFill>
            <a:round/>
            <a:headEnd/>
            <a:tailEnd/>
          </a:ln>
        </p:spPr>
        <p:txBody>
          <a:bodyPr wrap="none" anchor="ctr"/>
          <a:lstStyle/>
          <a:p>
            <a:pPr algn="ctr"/>
            <a:r>
              <a:rPr lang="en-US" altLang="zh-CN" sz="1600" b="1">
                <a:solidFill>
                  <a:srgbClr val="000099"/>
                </a:solidFill>
                <a:ea typeface="黑体" panose="02010609060101010101" pitchFamily="49" charset="-122"/>
              </a:rPr>
              <a:t>SMTP</a:t>
            </a:r>
          </a:p>
          <a:p>
            <a:pPr algn="ctr"/>
            <a:r>
              <a:rPr lang="zh-CN" altLang="en-US" sz="1600" b="1">
                <a:solidFill>
                  <a:srgbClr val="000099"/>
                </a:solidFill>
                <a:ea typeface="黑体" panose="02010609060101010101" pitchFamily="49" charset="-122"/>
              </a:rPr>
              <a:t>客户</a:t>
            </a:r>
          </a:p>
        </p:txBody>
      </p:sp>
      <p:sp>
        <p:nvSpPr>
          <p:cNvPr id="1826179" name="Text Box 407"/>
          <p:cNvSpPr txBox="1">
            <a:spLocks noChangeArrowheads="1"/>
          </p:cNvSpPr>
          <p:nvPr/>
        </p:nvSpPr>
        <p:spPr bwMode="auto">
          <a:xfrm>
            <a:off x="8934450" y="863600"/>
            <a:ext cx="100647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zh-CN" altLang="en-US" sz="1600" b="1" dirty="0">
                <a:solidFill>
                  <a:srgbClr val="000099"/>
                </a:solidFill>
                <a:ea typeface="黑体" panose="02010609060101010101" pitchFamily="49" charset="-122"/>
              </a:rPr>
              <a:t>收件人</a:t>
            </a:r>
          </a:p>
          <a:p>
            <a:pPr algn="ctr"/>
            <a:r>
              <a:rPr lang="zh-CN" altLang="en-US" sz="1600" b="1" dirty="0">
                <a:solidFill>
                  <a:srgbClr val="FF0000"/>
                </a:solidFill>
                <a:ea typeface="黑体" panose="02010609060101010101" pitchFamily="49" charset="-122"/>
              </a:rPr>
              <a:t>用户代理</a:t>
            </a:r>
          </a:p>
        </p:txBody>
      </p:sp>
      <p:sp>
        <p:nvSpPr>
          <p:cNvPr id="1826180" name="Line 408"/>
          <p:cNvSpPr>
            <a:spLocks noChangeShapeType="1"/>
          </p:cNvSpPr>
          <p:nvPr/>
        </p:nvSpPr>
        <p:spPr bwMode="auto">
          <a:xfrm flipV="1">
            <a:off x="7910513" y="1916113"/>
            <a:ext cx="1092200" cy="0"/>
          </a:xfrm>
          <a:prstGeom prst="line">
            <a:avLst/>
          </a:prstGeom>
          <a:noFill/>
          <a:ln w="76200">
            <a:solidFill>
              <a:schemeClr val="hlink"/>
            </a:solidFill>
            <a:round/>
            <a:headEnd/>
            <a:tailEnd type="triangle" w="med" len="lg"/>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826181" name="Text Box 409"/>
          <p:cNvSpPr txBox="1">
            <a:spLocks noChangeArrowheads="1"/>
          </p:cNvSpPr>
          <p:nvPr/>
        </p:nvSpPr>
        <p:spPr bwMode="auto">
          <a:xfrm>
            <a:off x="4478338" y="2730500"/>
            <a:ext cx="105727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1600" b="1">
                <a:solidFill>
                  <a:srgbClr val="000099"/>
                </a:solidFill>
                <a:ea typeface="黑体" panose="02010609060101010101" pitchFamily="49" charset="-122"/>
              </a:rPr>
              <a:t>TCP </a:t>
            </a:r>
            <a:r>
              <a:rPr lang="zh-CN" altLang="en-US" sz="1600" b="1">
                <a:solidFill>
                  <a:srgbClr val="000099"/>
                </a:solidFill>
                <a:ea typeface="黑体" panose="02010609060101010101" pitchFamily="49" charset="-122"/>
              </a:rPr>
              <a:t>连接</a:t>
            </a:r>
          </a:p>
        </p:txBody>
      </p:sp>
      <p:sp>
        <p:nvSpPr>
          <p:cNvPr id="1826182"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2D59E0C4-9755-4EDE-BA80-98386CCF4A21}" type="slidenum">
              <a:rPr lang="zh-CN" altLang="en-US" smtClean="0"/>
              <a:pPr/>
              <a:t>5</a:t>
            </a:fld>
            <a:endParaRPr lang="en-US" altLang="zh-CN" smtClean="0"/>
          </a:p>
        </p:txBody>
      </p:sp>
      <p:sp>
        <p:nvSpPr>
          <p:cNvPr id="1826183"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en-US" altLang="zh-CN" smtClean="0"/>
              <a:t>ppt课件</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7841" name="Rectangle 2"/>
          <p:cNvSpPr>
            <a:spLocks noGrp="1" noChangeArrowheads="1"/>
          </p:cNvSpPr>
          <p:nvPr>
            <p:ph type="title"/>
          </p:nvPr>
        </p:nvSpPr>
        <p:spPr>
          <a:xfrm>
            <a:off x="495300" y="188913"/>
            <a:ext cx="9066213" cy="792162"/>
          </a:xfrm>
        </p:spPr>
        <p:txBody>
          <a:bodyPr/>
          <a:lstStyle/>
          <a:p>
            <a:pPr algn="ctr"/>
            <a:r>
              <a:rPr lang="zh-CN" altLang="en-US" u="sng" dirty="0" smtClean="0">
                <a:solidFill>
                  <a:srgbClr val="FF0000"/>
                </a:solidFill>
                <a:ea typeface="黑体" panose="02010609060101010101" pitchFamily="49" charset="-122"/>
              </a:rPr>
              <a:t>用户代理 </a:t>
            </a:r>
            <a:r>
              <a:rPr lang="en-US" altLang="zh-CN" u="sng" dirty="0" smtClean="0">
                <a:solidFill>
                  <a:srgbClr val="FF0000"/>
                </a:solidFill>
                <a:ea typeface="黑体" panose="02010609060101010101" pitchFamily="49" charset="-122"/>
              </a:rPr>
              <a:t>UA (User Agent)</a:t>
            </a:r>
          </a:p>
        </p:txBody>
      </p:sp>
      <p:sp>
        <p:nvSpPr>
          <p:cNvPr id="1138691" name="Rectangle 3"/>
          <p:cNvSpPr>
            <a:spLocks noGrp="1" noChangeArrowheads="1"/>
          </p:cNvSpPr>
          <p:nvPr>
            <p:ph idx="1"/>
          </p:nvPr>
        </p:nvSpPr>
        <p:spPr>
          <a:xfrm>
            <a:off x="495300" y="1196975"/>
            <a:ext cx="9066213" cy="4933950"/>
          </a:xfrm>
        </p:spPr>
        <p:txBody>
          <a:bodyPr/>
          <a:lstStyle/>
          <a:p>
            <a:r>
              <a:rPr lang="zh-CN" altLang="en-US" dirty="0" smtClean="0">
                <a:solidFill>
                  <a:srgbClr val="0000FF"/>
                </a:solidFill>
                <a:ea typeface="黑体" panose="02010609060101010101" pitchFamily="49" charset="-122"/>
              </a:rPr>
              <a:t>用户代理 </a:t>
            </a:r>
            <a:r>
              <a:rPr lang="en-US" altLang="zh-CN" dirty="0" smtClean="0">
                <a:solidFill>
                  <a:srgbClr val="0000FF"/>
                </a:solidFill>
                <a:ea typeface="黑体" panose="02010609060101010101" pitchFamily="49" charset="-122"/>
              </a:rPr>
              <a:t>UA </a:t>
            </a:r>
            <a:r>
              <a:rPr lang="zh-CN" altLang="en-US" dirty="0" smtClean="0">
                <a:ea typeface="黑体" panose="02010609060101010101" pitchFamily="49" charset="-122"/>
              </a:rPr>
              <a:t>就是用户与电子邮件系统的接口，是</a:t>
            </a:r>
            <a:r>
              <a:rPr lang="zh-CN" altLang="en-US" dirty="0" smtClean="0">
                <a:solidFill>
                  <a:srgbClr val="0000FF"/>
                </a:solidFill>
                <a:ea typeface="黑体" panose="02010609060101010101" pitchFamily="49" charset="-122"/>
              </a:rPr>
              <a:t>电子邮件客户端软件</a:t>
            </a:r>
            <a:r>
              <a:rPr lang="zh-CN" altLang="en-US" dirty="0" smtClean="0">
                <a:ea typeface="黑体" panose="02010609060101010101" pitchFamily="49" charset="-122"/>
              </a:rPr>
              <a:t>。</a:t>
            </a:r>
          </a:p>
          <a:p>
            <a:r>
              <a:rPr lang="zh-CN" altLang="en-US" dirty="0" smtClean="0">
                <a:ea typeface="黑体" panose="02010609060101010101" pitchFamily="49" charset="-122"/>
              </a:rPr>
              <a:t>用户代理的</a:t>
            </a:r>
            <a:r>
              <a:rPr lang="zh-CN" altLang="en-US" dirty="0" smtClean="0">
                <a:solidFill>
                  <a:srgbClr val="FF0000"/>
                </a:solidFill>
                <a:ea typeface="黑体" panose="02010609060101010101" pitchFamily="49" charset="-122"/>
              </a:rPr>
              <a:t>功能：</a:t>
            </a:r>
            <a:r>
              <a:rPr lang="zh-CN" altLang="en-US" dirty="0" smtClean="0">
                <a:ea typeface="黑体" panose="02010609060101010101" pitchFamily="49" charset="-122"/>
              </a:rPr>
              <a:t>撰写、显示、处理和通信。</a:t>
            </a:r>
          </a:p>
          <a:p>
            <a:r>
              <a:rPr lang="zh-CN" altLang="en-US" dirty="0" smtClean="0">
                <a:solidFill>
                  <a:srgbClr val="FF0000"/>
                </a:solidFill>
                <a:ea typeface="黑体" panose="02010609060101010101" pitchFamily="49" charset="-122"/>
              </a:rPr>
              <a:t>邮件服务器</a:t>
            </a:r>
            <a:r>
              <a:rPr lang="zh-CN" altLang="en-US" dirty="0" smtClean="0">
                <a:ea typeface="黑体" panose="02010609060101010101" pitchFamily="49" charset="-122"/>
              </a:rPr>
              <a:t>的功能是发送和接收邮件，同时还要向发信人报告邮件传送的情况（已交付、被拒绝、丢失等）。</a:t>
            </a:r>
          </a:p>
          <a:p>
            <a:r>
              <a:rPr lang="zh-CN" altLang="en-US" dirty="0" smtClean="0">
                <a:ea typeface="黑体" panose="02010609060101010101" pitchFamily="49" charset="-122"/>
              </a:rPr>
              <a:t>邮件服务器按照</a:t>
            </a:r>
            <a:r>
              <a:rPr lang="zh-CN" altLang="en-US" dirty="0" smtClean="0">
                <a:solidFill>
                  <a:srgbClr val="FF0000"/>
                </a:solidFill>
                <a:ea typeface="黑体" panose="02010609060101010101" pitchFamily="49" charset="-122"/>
              </a:rPr>
              <a:t>客户</a:t>
            </a:r>
            <a:r>
              <a:rPr lang="zh-CN" altLang="en-US" dirty="0" smtClean="0">
                <a:solidFill>
                  <a:srgbClr val="FF0000"/>
                </a:solidFill>
                <a:ea typeface="黑体" panose="02010609060101010101" pitchFamily="49" charset="-122"/>
                <a:sym typeface="Symbol" panose="05050102010706020507" pitchFamily="18" charset="2"/>
              </a:rPr>
              <a:t></a:t>
            </a:r>
            <a:r>
              <a:rPr lang="zh-CN" altLang="en-US" dirty="0" smtClean="0">
                <a:solidFill>
                  <a:srgbClr val="FF0000"/>
                </a:solidFill>
                <a:ea typeface="黑体" panose="02010609060101010101" pitchFamily="49" charset="-122"/>
              </a:rPr>
              <a:t>服务器</a:t>
            </a:r>
            <a:r>
              <a:rPr lang="zh-CN" altLang="en-US" dirty="0" smtClean="0">
                <a:ea typeface="黑体" panose="02010609060101010101" pitchFamily="49" charset="-122"/>
              </a:rPr>
              <a:t>方式工作。邮件服务器需要使用</a:t>
            </a:r>
            <a:r>
              <a:rPr lang="zh-CN" altLang="en-US" dirty="0" smtClean="0">
                <a:solidFill>
                  <a:srgbClr val="0000FF"/>
                </a:solidFill>
                <a:ea typeface="黑体" panose="02010609060101010101" pitchFamily="49" charset="-122"/>
              </a:rPr>
              <a:t>发送</a:t>
            </a:r>
            <a:r>
              <a:rPr lang="zh-CN" altLang="en-US" dirty="0" smtClean="0">
                <a:ea typeface="黑体" panose="02010609060101010101" pitchFamily="49" charset="-122"/>
              </a:rPr>
              <a:t>和</a:t>
            </a:r>
            <a:r>
              <a:rPr lang="zh-CN" altLang="en-US" dirty="0" smtClean="0">
                <a:solidFill>
                  <a:srgbClr val="0000FF"/>
                </a:solidFill>
                <a:ea typeface="黑体" panose="02010609060101010101" pitchFamily="49" charset="-122"/>
              </a:rPr>
              <a:t>读取</a:t>
            </a:r>
            <a:r>
              <a:rPr lang="zh-CN" altLang="en-US" dirty="0" smtClean="0">
                <a:ea typeface="黑体" panose="02010609060101010101" pitchFamily="49" charset="-122"/>
              </a:rPr>
              <a:t>两个不同的协议。</a:t>
            </a:r>
          </a:p>
        </p:txBody>
      </p:sp>
      <p:sp>
        <p:nvSpPr>
          <p:cNvPr id="1827843"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3C48AAE-55B9-49EA-9E91-210CCEB3CCB5}" type="slidenum">
              <a:rPr lang="zh-CN" altLang="en-US" smtClean="0"/>
              <a:pPr eaLnBrk="1" hangingPunct="1"/>
              <a:t>6</a:t>
            </a:fld>
            <a:endParaRPr lang="en-US" altLang="zh-CN" smtClean="0"/>
          </a:p>
        </p:txBody>
      </p:sp>
      <p:sp>
        <p:nvSpPr>
          <p:cNvPr id="1827844"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38691">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38691">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3869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8691"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9889"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应当注意</a:t>
            </a:r>
          </a:p>
        </p:txBody>
      </p:sp>
      <p:sp>
        <p:nvSpPr>
          <p:cNvPr id="1829890" name="Rectangle 3"/>
          <p:cNvSpPr>
            <a:spLocks noGrp="1" noChangeArrowheads="1"/>
          </p:cNvSpPr>
          <p:nvPr>
            <p:ph idx="1"/>
          </p:nvPr>
        </p:nvSpPr>
        <p:spPr>
          <a:xfrm>
            <a:off x="495300" y="1196975"/>
            <a:ext cx="9066213" cy="4933950"/>
          </a:xfrm>
        </p:spPr>
        <p:txBody>
          <a:bodyPr/>
          <a:lstStyle/>
          <a:p>
            <a:r>
              <a:rPr lang="zh-CN" altLang="en-US" dirty="0" smtClean="0">
                <a:ea typeface="黑体" panose="02010609060101010101" pitchFamily="49" charset="-122"/>
              </a:rPr>
              <a:t>一个</a:t>
            </a:r>
            <a:r>
              <a:rPr lang="zh-CN" altLang="en-US" dirty="0" smtClean="0">
                <a:solidFill>
                  <a:srgbClr val="FF0000"/>
                </a:solidFill>
                <a:ea typeface="黑体" panose="02010609060101010101" pitchFamily="49" charset="-122"/>
              </a:rPr>
              <a:t>邮件服务器</a:t>
            </a:r>
            <a:r>
              <a:rPr lang="zh-CN" altLang="en-US" dirty="0" smtClean="0">
                <a:ea typeface="黑体" panose="02010609060101010101" pitchFamily="49" charset="-122"/>
              </a:rPr>
              <a:t>既可以作为</a:t>
            </a:r>
            <a:r>
              <a:rPr lang="zh-CN" altLang="en-US" dirty="0" smtClean="0">
                <a:solidFill>
                  <a:srgbClr val="0000FF"/>
                </a:solidFill>
                <a:ea typeface="黑体" panose="02010609060101010101" pitchFamily="49" charset="-122"/>
              </a:rPr>
              <a:t>客户</a:t>
            </a:r>
            <a:r>
              <a:rPr lang="zh-CN" altLang="en-US" dirty="0" smtClean="0">
                <a:ea typeface="黑体" panose="02010609060101010101" pitchFamily="49" charset="-122"/>
              </a:rPr>
              <a:t>，也可以作为</a:t>
            </a:r>
            <a:r>
              <a:rPr lang="zh-CN" altLang="en-US" dirty="0" smtClean="0">
                <a:solidFill>
                  <a:srgbClr val="0000FF"/>
                </a:solidFill>
                <a:ea typeface="黑体" panose="02010609060101010101" pitchFamily="49" charset="-122"/>
              </a:rPr>
              <a:t>服务器</a:t>
            </a:r>
            <a:r>
              <a:rPr lang="zh-CN" altLang="en-US" dirty="0" smtClean="0">
                <a:ea typeface="黑体" panose="02010609060101010101" pitchFamily="49" charset="-122"/>
              </a:rPr>
              <a:t>。</a:t>
            </a:r>
          </a:p>
          <a:p>
            <a:r>
              <a:rPr lang="zh-CN" altLang="en-US" dirty="0" smtClean="0">
                <a:ea typeface="黑体" panose="02010609060101010101" pitchFamily="49" charset="-122"/>
              </a:rPr>
              <a:t>例如，当邮件服务器 </a:t>
            </a:r>
            <a:r>
              <a:rPr lang="en-US" altLang="zh-CN" dirty="0" smtClean="0">
                <a:ea typeface="黑体" panose="02010609060101010101" pitchFamily="49" charset="-122"/>
              </a:rPr>
              <a:t>A </a:t>
            </a:r>
            <a:r>
              <a:rPr lang="zh-CN" altLang="en-US" dirty="0" smtClean="0">
                <a:ea typeface="黑体" panose="02010609060101010101" pitchFamily="49" charset="-122"/>
              </a:rPr>
              <a:t>向另一个邮件服务器 </a:t>
            </a:r>
            <a:r>
              <a:rPr lang="en-US" altLang="zh-CN" dirty="0" smtClean="0">
                <a:ea typeface="黑体" panose="02010609060101010101" pitchFamily="49" charset="-122"/>
              </a:rPr>
              <a:t>B </a:t>
            </a:r>
            <a:r>
              <a:rPr lang="zh-CN" altLang="en-US" dirty="0" smtClean="0">
                <a:ea typeface="黑体" panose="02010609060101010101" pitchFamily="49" charset="-122"/>
              </a:rPr>
              <a:t>发送邮件时，邮件服务器 </a:t>
            </a:r>
            <a:r>
              <a:rPr lang="en-US" altLang="zh-CN" dirty="0" smtClean="0">
                <a:ea typeface="黑体" panose="02010609060101010101" pitchFamily="49" charset="-122"/>
              </a:rPr>
              <a:t>A </a:t>
            </a:r>
            <a:r>
              <a:rPr lang="zh-CN" altLang="en-US" dirty="0" smtClean="0">
                <a:ea typeface="黑体" panose="02010609060101010101" pitchFamily="49" charset="-122"/>
              </a:rPr>
              <a:t>就作为 </a:t>
            </a:r>
            <a:r>
              <a:rPr lang="en-US" altLang="zh-CN" dirty="0" smtClean="0">
                <a:ea typeface="黑体" panose="02010609060101010101" pitchFamily="49" charset="-122"/>
              </a:rPr>
              <a:t>SMTP </a:t>
            </a:r>
            <a:r>
              <a:rPr lang="zh-CN" altLang="en-US" dirty="0" smtClean="0">
                <a:ea typeface="黑体" panose="02010609060101010101" pitchFamily="49" charset="-122"/>
              </a:rPr>
              <a:t>客户，而 </a:t>
            </a:r>
            <a:r>
              <a:rPr lang="en-US" altLang="zh-CN" dirty="0" smtClean="0">
                <a:ea typeface="黑体" panose="02010609060101010101" pitchFamily="49" charset="-122"/>
              </a:rPr>
              <a:t>B </a:t>
            </a:r>
            <a:r>
              <a:rPr lang="zh-CN" altLang="en-US" dirty="0" smtClean="0">
                <a:ea typeface="黑体" panose="02010609060101010101" pitchFamily="49" charset="-122"/>
              </a:rPr>
              <a:t>是 </a:t>
            </a:r>
            <a:r>
              <a:rPr lang="en-US" altLang="zh-CN" dirty="0" smtClean="0">
                <a:ea typeface="黑体" panose="02010609060101010101" pitchFamily="49" charset="-122"/>
              </a:rPr>
              <a:t>SMTP </a:t>
            </a:r>
            <a:r>
              <a:rPr lang="zh-CN" altLang="en-US" dirty="0" smtClean="0">
                <a:ea typeface="黑体" panose="02010609060101010101" pitchFamily="49" charset="-122"/>
              </a:rPr>
              <a:t>服务器。</a:t>
            </a:r>
          </a:p>
          <a:p>
            <a:r>
              <a:rPr lang="zh-CN" altLang="en-US" dirty="0" smtClean="0">
                <a:ea typeface="黑体" panose="02010609060101010101" pitchFamily="49" charset="-122"/>
              </a:rPr>
              <a:t>当邮件服务器 </a:t>
            </a:r>
            <a:r>
              <a:rPr lang="en-US" altLang="zh-CN" dirty="0" smtClean="0">
                <a:ea typeface="黑体" panose="02010609060101010101" pitchFamily="49" charset="-122"/>
              </a:rPr>
              <a:t>A </a:t>
            </a:r>
            <a:r>
              <a:rPr lang="zh-CN" altLang="en-US" dirty="0" smtClean="0">
                <a:ea typeface="黑体" panose="02010609060101010101" pitchFamily="49" charset="-122"/>
              </a:rPr>
              <a:t>从另一个邮件服务器 </a:t>
            </a:r>
            <a:r>
              <a:rPr lang="en-US" altLang="zh-CN" dirty="0" smtClean="0">
                <a:ea typeface="黑体" panose="02010609060101010101" pitchFamily="49" charset="-122"/>
              </a:rPr>
              <a:t>B </a:t>
            </a:r>
            <a:r>
              <a:rPr lang="zh-CN" altLang="en-US" dirty="0" smtClean="0">
                <a:ea typeface="黑体" panose="02010609060101010101" pitchFamily="49" charset="-122"/>
              </a:rPr>
              <a:t>接收邮件时，邮件服务器 </a:t>
            </a:r>
            <a:r>
              <a:rPr lang="en-US" altLang="zh-CN" dirty="0" smtClean="0">
                <a:ea typeface="黑体" panose="02010609060101010101" pitchFamily="49" charset="-122"/>
              </a:rPr>
              <a:t>A </a:t>
            </a:r>
            <a:r>
              <a:rPr lang="zh-CN" altLang="en-US" dirty="0" smtClean="0">
                <a:ea typeface="黑体" panose="02010609060101010101" pitchFamily="49" charset="-122"/>
              </a:rPr>
              <a:t>就作为 </a:t>
            </a:r>
            <a:r>
              <a:rPr lang="en-US" altLang="zh-CN" dirty="0" smtClean="0">
                <a:ea typeface="黑体" panose="02010609060101010101" pitchFamily="49" charset="-122"/>
              </a:rPr>
              <a:t>SMTP </a:t>
            </a:r>
            <a:r>
              <a:rPr lang="zh-CN" altLang="en-US" dirty="0" smtClean="0">
                <a:ea typeface="黑体" panose="02010609060101010101" pitchFamily="49" charset="-122"/>
              </a:rPr>
              <a:t>服务器，而 </a:t>
            </a:r>
            <a:r>
              <a:rPr lang="en-US" altLang="zh-CN" dirty="0" smtClean="0">
                <a:ea typeface="黑体" panose="02010609060101010101" pitchFamily="49" charset="-122"/>
              </a:rPr>
              <a:t>B </a:t>
            </a:r>
            <a:r>
              <a:rPr lang="zh-CN" altLang="en-US" dirty="0" smtClean="0">
                <a:ea typeface="黑体" panose="02010609060101010101" pitchFamily="49" charset="-122"/>
              </a:rPr>
              <a:t>是 </a:t>
            </a:r>
            <a:r>
              <a:rPr lang="en-US" altLang="zh-CN" dirty="0" smtClean="0">
                <a:ea typeface="黑体" panose="02010609060101010101" pitchFamily="49" charset="-122"/>
              </a:rPr>
              <a:t>SMTP </a:t>
            </a:r>
            <a:r>
              <a:rPr lang="zh-CN" altLang="en-US" dirty="0" smtClean="0">
                <a:ea typeface="黑体" panose="02010609060101010101" pitchFamily="49" charset="-122"/>
              </a:rPr>
              <a:t>客户。</a:t>
            </a:r>
          </a:p>
        </p:txBody>
      </p:sp>
      <p:sp>
        <p:nvSpPr>
          <p:cNvPr id="1829891"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B3F27A58-ECDC-4526-B9BD-EA3F37F80436}" type="slidenum">
              <a:rPr lang="zh-CN" altLang="en-US" smtClean="0"/>
              <a:pPr eaLnBrk="1" hangingPunct="1"/>
              <a:t>7</a:t>
            </a:fld>
            <a:endParaRPr lang="en-US" altLang="zh-CN" smtClean="0"/>
          </a:p>
        </p:txBody>
      </p:sp>
      <p:sp>
        <p:nvSpPr>
          <p:cNvPr id="1829892"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1937" name="Rectangle 2"/>
          <p:cNvSpPr>
            <a:spLocks noGrp="1" noChangeArrowheads="1"/>
          </p:cNvSpPr>
          <p:nvPr>
            <p:ph type="title"/>
          </p:nvPr>
        </p:nvSpPr>
        <p:spPr>
          <a:xfrm>
            <a:off x="496888" y="188913"/>
            <a:ext cx="8559800" cy="792162"/>
          </a:xfrm>
        </p:spPr>
        <p:txBody>
          <a:bodyPr/>
          <a:lstStyle/>
          <a:p>
            <a:pPr algn="ctr"/>
            <a:r>
              <a:rPr lang="zh-CN" altLang="en-US" sz="4000" smtClean="0">
                <a:ea typeface="黑体" panose="02010609060101010101" pitchFamily="49" charset="-122"/>
              </a:rPr>
              <a:t>发送和接收电子邮件的几个重要步骤</a:t>
            </a:r>
          </a:p>
        </p:txBody>
      </p:sp>
      <p:sp>
        <p:nvSpPr>
          <p:cNvPr id="1831938" name="Rectangle 3"/>
          <p:cNvSpPr>
            <a:spLocks noGrp="1" noChangeArrowheads="1"/>
          </p:cNvSpPr>
          <p:nvPr>
            <p:ph idx="1"/>
          </p:nvPr>
        </p:nvSpPr>
        <p:spPr>
          <a:xfrm>
            <a:off x="495300" y="1196975"/>
            <a:ext cx="9066213" cy="4933950"/>
          </a:xfrm>
        </p:spPr>
        <p:txBody>
          <a:bodyPr/>
          <a:lstStyle/>
          <a:p>
            <a:pPr>
              <a:buFont typeface="Wingdings" panose="05000000000000000000" pitchFamily="2" charset="2"/>
              <a:buNone/>
            </a:pPr>
            <a:r>
              <a:rPr lang="en-US" altLang="zh-CN" dirty="0" smtClean="0">
                <a:ea typeface="黑体" panose="02010609060101010101" pitchFamily="49" charset="-122"/>
                <a:sym typeface="Wingdings" panose="05000000000000000000" pitchFamily="2" charset="2"/>
              </a:rPr>
              <a:t></a:t>
            </a:r>
            <a:r>
              <a:rPr lang="en-US" altLang="zh-CN" dirty="0" smtClean="0">
                <a:ea typeface="黑体" panose="02010609060101010101" pitchFamily="49" charset="-122"/>
              </a:rPr>
              <a:t> </a:t>
            </a:r>
            <a:r>
              <a:rPr lang="zh-CN" altLang="en-US" dirty="0" smtClean="0">
                <a:ea typeface="黑体" panose="02010609060101010101" pitchFamily="49" charset="-122"/>
              </a:rPr>
              <a:t>发件人调用 </a:t>
            </a:r>
            <a:r>
              <a:rPr lang="en-US" altLang="zh-CN" dirty="0" smtClean="0">
                <a:ea typeface="黑体" panose="02010609060101010101" pitchFamily="49" charset="-122"/>
              </a:rPr>
              <a:t>PC </a:t>
            </a:r>
            <a:r>
              <a:rPr lang="zh-CN" altLang="en-US" dirty="0" smtClean="0">
                <a:ea typeface="黑体" panose="02010609060101010101" pitchFamily="49" charset="-122"/>
              </a:rPr>
              <a:t>中的用户代理撰写和编辑要发送的邮件。</a:t>
            </a:r>
          </a:p>
          <a:p>
            <a:pPr>
              <a:buFont typeface="Wingdings" panose="05000000000000000000" pitchFamily="2" charset="2"/>
              <a:buNone/>
            </a:pPr>
            <a:r>
              <a:rPr lang="zh-CN" altLang="en-US" dirty="0" smtClean="0">
                <a:ea typeface="黑体" panose="02010609060101010101" pitchFamily="49" charset="-122"/>
                <a:sym typeface="Wingdings" panose="05000000000000000000" pitchFamily="2" charset="2"/>
              </a:rPr>
              <a:t></a:t>
            </a:r>
            <a:r>
              <a:rPr lang="zh-CN" altLang="en-US" dirty="0" smtClean="0">
                <a:ea typeface="黑体" panose="02010609060101010101" pitchFamily="49" charset="-122"/>
              </a:rPr>
              <a:t> 发件人的用户代理把邮件用 </a:t>
            </a:r>
            <a:r>
              <a:rPr lang="en-US" altLang="zh-CN" dirty="0" smtClean="0">
                <a:ea typeface="黑体" panose="02010609060101010101" pitchFamily="49" charset="-122"/>
              </a:rPr>
              <a:t>SMTP </a:t>
            </a:r>
            <a:r>
              <a:rPr lang="zh-CN" altLang="en-US" dirty="0" smtClean="0">
                <a:ea typeface="黑体" panose="02010609060101010101" pitchFamily="49" charset="-122"/>
              </a:rPr>
              <a:t>协议发给发送方邮件服务器，“</a:t>
            </a:r>
            <a:r>
              <a:rPr lang="zh-CN" altLang="en-US" dirty="0" smtClean="0">
                <a:solidFill>
                  <a:srgbClr val="FF0000"/>
                </a:solidFill>
                <a:ea typeface="黑体" panose="02010609060101010101" pitchFamily="49" charset="-122"/>
              </a:rPr>
              <a:t>推</a:t>
            </a:r>
            <a:r>
              <a:rPr lang="zh-CN" altLang="en-US" dirty="0" smtClean="0">
                <a:ea typeface="黑体" panose="02010609060101010101" pitchFamily="49" charset="-122"/>
              </a:rPr>
              <a:t>”</a:t>
            </a:r>
          </a:p>
          <a:p>
            <a:pPr>
              <a:buFont typeface="Wingdings" panose="05000000000000000000" pitchFamily="2" charset="2"/>
              <a:buNone/>
            </a:pPr>
            <a:r>
              <a:rPr lang="zh-CN" altLang="en-US" dirty="0" smtClean="0">
                <a:ea typeface="黑体" panose="02010609060101010101" pitchFamily="49" charset="-122"/>
                <a:sym typeface="Wingdings" panose="05000000000000000000" pitchFamily="2" charset="2"/>
              </a:rPr>
              <a:t></a:t>
            </a:r>
            <a:r>
              <a:rPr lang="zh-CN" altLang="en-US" dirty="0" smtClean="0">
                <a:ea typeface="黑体" panose="02010609060101010101" pitchFamily="49" charset="-122"/>
              </a:rPr>
              <a:t> </a:t>
            </a:r>
            <a:r>
              <a:rPr lang="en-US" altLang="zh-CN" dirty="0" smtClean="0">
                <a:ea typeface="黑体" panose="02010609060101010101" pitchFamily="49" charset="-122"/>
              </a:rPr>
              <a:t>SMTP </a:t>
            </a:r>
            <a:r>
              <a:rPr lang="zh-CN" altLang="en-US" dirty="0" smtClean="0">
                <a:ea typeface="黑体" panose="02010609060101010101" pitchFamily="49" charset="-122"/>
              </a:rPr>
              <a:t>服务器把邮件临时存放在邮件缓存队列中，等待发送。</a:t>
            </a:r>
          </a:p>
          <a:p>
            <a:pPr>
              <a:buFont typeface="Wingdings" panose="05000000000000000000" pitchFamily="2" charset="2"/>
              <a:buNone/>
            </a:pPr>
            <a:r>
              <a:rPr lang="zh-CN" altLang="en-US" dirty="0" smtClean="0">
                <a:ea typeface="黑体" panose="02010609060101010101" pitchFamily="49" charset="-122"/>
                <a:sym typeface="Wingdings" panose="05000000000000000000" pitchFamily="2" charset="2"/>
              </a:rPr>
              <a:t></a:t>
            </a:r>
            <a:r>
              <a:rPr lang="zh-CN" altLang="en-US" dirty="0" smtClean="0">
                <a:ea typeface="黑体" panose="02010609060101010101" pitchFamily="49" charset="-122"/>
              </a:rPr>
              <a:t> 发送方邮件服务器的 </a:t>
            </a:r>
            <a:r>
              <a:rPr lang="en-US" altLang="zh-CN" dirty="0" smtClean="0">
                <a:ea typeface="黑体" panose="02010609060101010101" pitchFamily="49" charset="-122"/>
              </a:rPr>
              <a:t>SMTP </a:t>
            </a:r>
            <a:r>
              <a:rPr lang="zh-CN" altLang="en-US" dirty="0" smtClean="0">
                <a:ea typeface="黑体" panose="02010609060101010101" pitchFamily="49" charset="-122"/>
              </a:rPr>
              <a:t>客户与接收方邮件服务器的 </a:t>
            </a:r>
            <a:r>
              <a:rPr lang="en-US" altLang="zh-CN" dirty="0" smtClean="0">
                <a:ea typeface="黑体" panose="02010609060101010101" pitchFamily="49" charset="-122"/>
              </a:rPr>
              <a:t>SMTP </a:t>
            </a:r>
            <a:r>
              <a:rPr lang="zh-CN" altLang="en-US" dirty="0" smtClean="0">
                <a:ea typeface="黑体" panose="02010609060101010101" pitchFamily="49" charset="-122"/>
              </a:rPr>
              <a:t>服务器建立 </a:t>
            </a:r>
            <a:r>
              <a:rPr lang="en-US" altLang="zh-CN" dirty="0" smtClean="0">
                <a:solidFill>
                  <a:srgbClr val="0000FF"/>
                </a:solidFill>
                <a:ea typeface="黑体" panose="02010609060101010101" pitchFamily="49" charset="-122"/>
              </a:rPr>
              <a:t>TCP </a:t>
            </a:r>
            <a:r>
              <a:rPr lang="zh-CN" altLang="en-US" dirty="0" smtClean="0">
                <a:ea typeface="黑体" panose="02010609060101010101" pitchFamily="49" charset="-122"/>
              </a:rPr>
              <a:t>连接，然后就把邮件缓存队列中的邮件依次发送出去。（</a:t>
            </a:r>
            <a:r>
              <a:rPr lang="zh-CN" altLang="en-US" dirty="0" smtClean="0">
                <a:solidFill>
                  <a:srgbClr val="0000FF"/>
                </a:solidFill>
                <a:ea typeface="黑体" panose="02010609060101010101" pitchFamily="49" charset="-122"/>
              </a:rPr>
              <a:t>不经由中间邮件服务器</a:t>
            </a:r>
            <a:r>
              <a:rPr lang="zh-CN" altLang="en-US" dirty="0" smtClean="0">
                <a:ea typeface="黑体" panose="02010609060101010101" pitchFamily="49" charset="-122"/>
              </a:rPr>
              <a:t>）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61" name="Rectangle 2"/>
          <p:cNvSpPr>
            <a:spLocks noGrp="1" noChangeArrowheads="1"/>
          </p:cNvSpPr>
          <p:nvPr>
            <p:ph type="title"/>
          </p:nvPr>
        </p:nvSpPr>
        <p:spPr>
          <a:xfrm>
            <a:off x="496888" y="188913"/>
            <a:ext cx="8559800" cy="792162"/>
          </a:xfrm>
        </p:spPr>
        <p:txBody>
          <a:bodyPr/>
          <a:lstStyle/>
          <a:p>
            <a:pPr algn="ctr"/>
            <a:r>
              <a:rPr lang="zh-CN" altLang="en-US" sz="4000" smtClean="0">
                <a:ea typeface="黑体" panose="02010609060101010101" pitchFamily="49" charset="-122"/>
              </a:rPr>
              <a:t>发送和接收电子邮件的几个重要步骤</a:t>
            </a:r>
          </a:p>
        </p:txBody>
      </p:sp>
      <p:sp>
        <p:nvSpPr>
          <p:cNvPr id="1832962" name="Rectangle 3"/>
          <p:cNvSpPr>
            <a:spLocks noGrp="1" noChangeArrowheads="1"/>
          </p:cNvSpPr>
          <p:nvPr>
            <p:ph idx="1"/>
          </p:nvPr>
        </p:nvSpPr>
        <p:spPr>
          <a:xfrm>
            <a:off x="495300" y="1196975"/>
            <a:ext cx="9066213" cy="4933950"/>
          </a:xfrm>
        </p:spPr>
        <p:txBody>
          <a:bodyPr/>
          <a:lstStyle/>
          <a:p>
            <a:pPr>
              <a:buFont typeface="Wingdings" panose="05000000000000000000" pitchFamily="2" charset="2"/>
              <a:buNone/>
            </a:pPr>
            <a:r>
              <a:rPr lang="en-US" altLang="zh-CN" dirty="0" smtClean="0">
                <a:ea typeface="黑体" panose="02010609060101010101" pitchFamily="49" charset="-122"/>
                <a:sym typeface="Wingdings" panose="05000000000000000000" pitchFamily="2" charset="2"/>
              </a:rPr>
              <a:t> </a:t>
            </a:r>
            <a:r>
              <a:rPr lang="zh-CN" altLang="en-US" dirty="0" smtClean="0">
                <a:ea typeface="黑体" panose="02010609060101010101" pitchFamily="49" charset="-122"/>
              </a:rPr>
              <a:t>运行在接收方邮件服务器中的</a:t>
            </a:r>
            <a:r>
              <a:rPr lang="en-US" altLang="zh-CN" dirty="0" smtClean="0">
                <a:ea typeface="黑体" panose="02010609060101010101" pitchFamily="49" charset="-122"/>
              </a:rPr>
              <a:t>SMTP</a:t>
            </a:r>
            <a:r>
              <a:rPr lang="zh-CN" altLang="en-US" dirty="0" smtClean="0">
                <a:ea typeface="黑体" panose="02010609060101010101" pitchFamily="49" charset="-122"/>
              </a:rPr>
              <a:t>服务器进 程收到邮件后，把邮件放入收件人的用户邮箱中，等待收件人进行读取。 </a:t>
            </a:r>
          </a:p>
          <a:p>
            <a:pPr>
              <a:buFont typeface="Wingdings" panose="05000000000000000000" pitchFamily="2" charset="2"/>
              <a:buNone/>
            </a:pPr>
            <a:r>
              <a:rPr lang="zh-CN" altLang="en-US" dirty="0" smtClean="0">
                <a:ea typeface="黑体" panose="02010609060101010101" pitchFamily="49" charset="-122"/>
                <a:sym typeface="Wingdings" panose="05000000000000000000" pitchFamily="2" charset="2"/>
              </a:rPr>
              <a:t> </a:t>
            </a:r>
            <a:r>
              <a:rPr lang="zh-CN" altLang="en-US" dirty="0" smtClean="0">
                <a:ea typeface="黑体" panose="02010609060101010101" pitchFamily="49" charset="-122"/>
              </a:rPr>
              <a:t>收件人在打算收信时，就运行 </a:t>
            </a:r>
            <a:r>
              <a:rPr lang="en-US" altLang="zh-CN" dirty="0" smtClean="0">
                <a:ea typeface="黑体" panose="02010609060101010101" pitchFamily="49" charset="-122"/>
              </a:rPr>
              <a:t>PC </a:t>
            </a:r>
            <a:r>
              <a:rPr lang="zh-CN" altLang="en-US" dirty="0" smtClean="0">
                <a:ea typeface="黑体" panose="02010609060101010101" pitchFamily="49" charset="-122"/>
              </a:rPr>
              <a:t>机中的用户代理，使用 </a:t>
            </a:r>
            <a:r>
              <a:rPr lang="en-US" altLang="zh-CN" dirty="0" smtClean="0">
                <a:solidFill>
                  <a:srgbClr val="0000FF"/>
                </a:solidFill>
                <a:ea typeface="黑体" panose="02010609060101010101" pitchFamily="49" charset="-122"/>
              </a:rPr>
              <a:t>POP3</a:t>
            </a:r>
            <a:r>
              <a:rPr lang="zh-CN" altLang="en-US" dirty="0" smtClean="0">
                <a:ea typeface="黑体" panose="02010609060101010101" pitchFamily="49" charset="-122"/>
              </a:rPr>
              <a:t>（或 </a:t>
            </a:r>
            <a:r>
              <a:rPr lang="en-US" altLang="zh-CN" dirty="0" smtClean="0">
                <a:solidFill>
                  <a:srgbClr val="0000FF"/>
                </a:solidFill>
                <a:ea typeface="黑体" panose="02010609060101010101" pitchFamily="49" charset="-122"/>
              </a:rPr>
              <a:t>IMAP</a:t>
            </a:r>
            <a:r>
              <a:rPr lang="zh-CN" altLang="en-US" dirty="0" smtClean="0">
                <a:ea typeface="黑体" panose="02010609060101010101" pitchFamily="49" charset="-122"/>
              </a:rPr>
              <a:t>）协议读取发送给自己的邮件。 “</a:t>
            </a:r>
            <a:r>
              <a:rPr lang="zh-CN" altLang="en-US" dirty="0" smtClean="0">
                <a:solidFill>
                  <a:srgbClr val="FF0000"/>
                </a:solidFill>
                <a:ea typeface="黑体" panose="02010609060101010101" pitchFamily="49" charset="-122"/>
              </a:rPr>
              <a:t>拉</a:t>
            </a:r>
            <a:r>
              <a:rPr lang="zh-CN" altLang="en-US" dirty="0" smtClean="0">
                <a:ea typeface="黑体" panose="02010609060101010101" pitchFamily="49" charset="-122"/>
              </a:rPr>
              <a:t>”</a:t>
            </a:r>
          </a:p>
        </p:txBody>
      </p:sp>
      <p:sp>
        <p:nvSpPr>
          <p:cNvPr id="1832963" name="矩形 1"/>
          <p:cNvSpPr>
            <a:spLocks noChangeArrowheads="1"/>
          </p:cNvSpPr>
          <p:nvPr/>
        </p:nvSpPr>
        <p:spPr bwMode="auto">
          <a:xfrm>
            <a:off x="992188" y="4656138"/>
            <a:ext cx="8281987" cy="1076325"/>
          </a:xfrm>
          <a:prstGeom prst="rect">
            <a:avLst/>
          </a:prstGeom>
          <a:solidFill>
            <a:srgbClr val="FFFF66"/>
          </a:solidFill>
          <a:ln w="9525">
            <a:solidFill>
              <a:srgbClr val="000066"/>
            </a:solidFill>
            <a:round/>
            <a:headEnd/>
            <a:tailEnd/>
          </a:ln>
        </p:spPr>
        <p:txBody>
          <a:bodyPr>
            <a:spAutoFit/>
          </a:bodyPr>
          <a:lstStyle/>
          <a:p>
            <a:pPr eaLnBrk="0" hangingPunct="0"/>
            <a:r>
              <a:rPr lang="zh-CN" altLang="en-US" sz="3200" b="1" dirty="0">
                <a:solidFill>
                  <a:srgbClr val="000066"/>
                </a:solidFill>
                <a:ea typeface="宋体" panose="02010600030101010101" pitchFamily="2" charset="-122"/>
              </a:rPr>
              <a:t>请注意，</a:t>
            </a:r>
            <a:r>
              <a:rPr lang="en-US" altLang="zh-CN" sz="3200" b="1" dirty="0">
                <a:solidFill>
                  <a:srgbClr val="000066"/>
                </a:solidFill>
                <a:ea typeface="宋体" panose="02010600030101010101" pitchFamily="2" charset="-122"/>
              </a:rPr>
              <a:t>POP3 </a:t>
            </a:r>
            <a:r>
              <a:rPr lang="zh-CN" altLang="en-US" sz="3200" b="1" dirty="0">
                <a:solidFill>
                  <a:srgbClr val="000066"/>
                </a:solidFill>
                <a:ea typeface="宋体" panose="02010600030101010101" pitchFamily="2" charset="-122"/>
              </a:rPr>
              <a:t>服务器和 </a:t>
            </a:r>
            <a:r>
              <a:rPr lang="en-US" altLang="zh-CN" sz="3200" b="1" dirty="0">
                <a:solidFill>
                  <a:srgbClr val="000066"/>
                </a:solidFill>
                <a:ea typeface="宋体" panose="02010600030101010101" pitchFamily="2" charset="-122"/>
              </a:rPr>
              <a:t>POP3 </a:t>
            </a:r>
            <a:r>
              <a:rPr lang="zh-CN" altLang="en-US" sz="3200" b="1" dirty="0">
                <a:solidFill>
                  <a:srgbClr val="000066"/>
                </a:solidFill>
                <a:ea typeface="宋体" panose="02010600030101010101" pitchFamily="2" charset="-122"/>
              </a:rPr>
              <a:t>客户之间的通信是由 </a:t>
            </a:r>
            <a:r>
              <a:rPr lang="en-US" altLang="zh-CN" sz="3200" b="1" dirty="0">
                <a:solidFill>
                  <a:srgbClr val="000066"/>
                </a:solidFill>
                <a:ea typeface="宋体" panose="02010600030101010101" pitchFamily="2" charset="-122"/>
              </a:rPr>
              <a:t>POP3 </a:t>
            </a:r>
            <a:r>
              <a:rPr lang="zh-CN" altLang="en-US" sz="3200" b="1" dirty="0">
                <a:solidFill>
                  <a:srgbClr val="000066"/>
                </a:solidFill>
                <a:ea typeface="宋体" panose="02010600030101010101" pitchFamily="2" charset="-122"/>
              </a:rPr>
              <a:t>客户发起的。</a:t>
            </a:r>
          </a:p>
        </p:txBody>
      </p:sp>
      <p:sp>
        <p:nvSpPr>
          <p:cNvPr id="1832964"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2D2E99D7-F230-4964-B056-4A452770AEF2}" type="slidenum">
              <a:rPr lang="zh-CN" altLang="en-US" smtClean="0"/>
              <a:pPr eaLnBrk="1" hangingPunct="1"/>
              <a:t>9</a:t>
            </a:fld>
            <a:endParaRPr lang="en-US" altLang="zh-CN" smtClean="0"/>
          </a:p>
        </p:txBody>
      </p:sp>
      <p:sp>
        <p:nvSpPr>
          <p:cNvPr id="1832965"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3985"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电子邮件的组成</a:t>
            </a:r>
          </a:p>
        </p:txBody>
      </p:sp>
      <p:sp>
        <p:nvSpPr>
          <p:cNvPr id="1155075" name="Rectangle 3"/>
          <p:cNvSpPr>
            <a:spLocks noGrp="1" noChangeArrowheads="1"/>
          </p:cNvSpPr>
          <p:nvPr>
            <p:ph idx="1"/>
          </p:nvPr>
        </p:nvSpPr>
        <p:spPr>
          <a:xfrm>
            <a:off x="495300" y="1196975"/>
            <a:ext cx="9066213" cy="4933950"/>
          </a:xfrm>
        </p:spPr>
        <p:txBody>
          <a:bodyPr/>
          <a:lstStyle/>
          <a:p>
            <a:r>
              <a:rPr lang="zh-CN" altLang="en-US" dirty="0" smtClean="0">
                <a:ea typeface="黑体" panose="02010609060101010101" pitchFamily="49" charset="-122"/>
              </a:rPr>
              <a:t>电子邮件由</a:t>
            </a:r>
            <a:r>
              <a:rPr lang="zh-CN" altLang="en-US" dirty="0" smtClean="0">
                <a:solidFill>
                  <a:srgbClr val="FF0000"/>
                </a:solidFill>
                <a:ea typeface="黑体" panose="02010609060101010101" pitchFamily="49" charset="-122"/>
              </a:rPr>
              <a:t>信封 </a:t>
            </a:r>
            <a:r>
              <a:rPr lang="en-US" altLang="zh-CN" dirty="0" smtClean="0">
                <a:ea typeface="黑体" panose="02010609060101010101" pitchFamily="49" charset="-122"/>
              </a:rPr>
              <a:t>(envelope) </a:t>
            </a:r>
            <a:r>
              <a:rPr lang="zh-CN" altLang="en-US" dirty="0" smtClean="0">
                <a:ea typeface="黑体" panose="02010609060101010101" pitchFamily="49" charset="-122"/>
              </a:rPr>
              <a:t>和</a:t>
            </a:r>
            <a:r>
              <a:rPr lang="zh-CN" altLang="en-US" dirty="0" smtClean="0">
                <a:solidFill>
                  <a:srgbClr val="FF0000"/>
                </a:solidFill>
                <a:ea typeface="黑体" panose="02010609060101010101" pitchFamily="49" charset="-122"/>
              </a:rPr>
              <a:t>内容 </a:t>
            </a:r>
            <a:r>
              <a:rPr lang="en-US" altLang="zh-CN" dirty="0" smtClean="0">
                <a:ea typeface="黑体" panose="02010609060101010101" pitchFamily="49" charset="-122"/>
              </a:rPr>
              <a:t>(content) </a:t>
            </a:r>
            <a:r>
              <a:rPr lang="zh-CN" altLang="en-US" dirty="0" smtClean="0">
                <a:ea typeface="黑体" panose="02010609060101010101" pitchFamily="49" charset="-122"/>
              </a:rPr>
              <a:t>两部分组成。</a:t>
            </a:r>
          </a:p>
          <a:p>
            <a:r>
              <a:rPr lang="zh-CN" altLang="en-US" dirty="0" smtClean="0">
                <a:ea typeface="黑体" panose="02010609060101010101" pitchFamily="49" charset="-122"/>
              </a:rPr>
              <a:t>电子邮件的传输程序</a:t>
            </a:r>
            <a:r>
              <a:rPr lang="zh-CN" altLang="en-US" dirty="0" smtClean="0">
                <a:solidFill>
                  <a:srgbClr val="0000FF"/>
                </a:solidFill>
                <a:ea typeface="黑体" panose="02010609060101010101" pitchFamily="49" charset="-122"/>
              </a:rPr>
              <a:t>根据</a:t>
            </a:r>
            <a:r>
              <a:rPr lang="zh-CN" altLang="en-US" dirty="0" smtClean="0">
                <a:ea typeface="黑体" panose="02010609060101010101" pitchFamily="49" charset="-122"/>
              </a:rPr>
              <a:t>邮件</a:t>
            </a:r>
            <a:r>
              <a:rPr lang="zh-CN" altLang="en-US" dirty="0" smtClean="0">
                <a:solidFill>
                  <a:srgbClr val="0000FF"/>
                </a:solidFill>
                <a:ea typeface="黑体" panose="02010609060101010101" pitchFamily="49" charset="-122"/>
              </a:rPr>
              <a:t>信封</a:t>
            </a:r>
            <a:r>
              <a:rPr lang="zh-CN" altLang="en-US" dirty="0" smtClean="0">
                <a:ea typeface="黑体" panose="02010609060101010101" pitchFamily="49" charset="-122"/>
              </a:rPr>
              <a:t>上的信息来</a:t>
            </a:r>
            <a:r>
              <a:rPr lang="zh-CN" altLang="en-US" dirty="0" smtClean="0">
                <a:solidFill>
                  <a:srgbClr val="0000FF"/>
                </a:solidFill>
                <a:ea typeface="黑体" panose="02010609060101010101" pitchFamily="49" charset="-122"/>
              </a:rPr>
              <a:t>传送邮件</a:t>
            </a:r>
            <a:r>
              <a:rPr lang="zh-CN" altLang="en-US" dirty="0" smtClean="0">
                <a:ea typeface="黑体" panose="02010609060101010101" pitchFamily="49" charset="-122"/>
              </a:rPr>
              <a:t>。</a:t>
            </a:r>
            <a:r>
              <a:rPr lang="zh-CN" altLang="en-US" dirty="0" smtClean="0">
                <a:solidFill>
                  <a:srgbClr val="0000FF"/>
                </a:solidFill>
                <a:ea typeface="黑体" panose="02010609060101010101" pitchFamily="49" charset="-122"/>
              </a:rPr>
              <a:t>用户</a:t>
            </a:r>
            <a:r>
              <a:rPr lang="zh-CN" altLang="en-US" dirty="0" smtClean="0">
                <a:ea typeface="黑体" panose="02010609060101010101" pitchFamily="49" charset="-122"/>
              </a:rPr>
              <a:t>在从自己的邮箱中</a:t>
            </a:r>
            <a:r>
              <a:rPr lang="zh-CN" altLang="en-US" dirty="0" smtClean="0">
                <a:solidFill>
                  <a:srgbClr val="0000FF"/>
                </a:solidFill>
                <a:ea typeface="黑体" panose="02010609060101010101" pitchFamily="49" charset="-122"/>
              </a:rPr>
              <a:t>读取</a:t>
            </a:r>
            <a:r>
              <a:rPr lang="zh-CN" altLang="en-US" dirty="0" smtClean="0">
                <a:ea typeface="黑体" panose="02010609060101010101" pitchFamily="49" charset="-122"/>
              </a:rPr>
              <a:t>邮件时才能见到邮件的</a:t>
            </a:r>
            <a:r>
              <a:rPr lang="zh-CN" altLang="en-US" dirty="0" smtClean="0">
                <a:solidFill>
                  <a:srgbClr val="0000FF"/>
                </a:solidFill>
                <a:ea typeface="黑体" panose="02010609060101010101" pitchFamily="49" charset="-122"/>
              </a:rPr>
              <a:t>内容</a:t>
            </a:r>
            <a:r>
              <a:rPr lang="zh-CN" altLang="en-US" dirty="0" smtClean="0">
                <a:ea typeface="黑体" panose="02010609060101010101" pitchFamily="49" charset="-122"/>
              </a:rPr>
              <a:t>。</a:t>
            </a:r>
          </a:p>
          <a:p>
            <a:r>
              <a:rPr lang="zh-CN" altLang="en-US" dirty="0" smtClean="0">
                <a:ea typeface="黑体" panose="02010609060101010101" pitchFamily="49" charset="-122"/>
              </a:rPr>
              <a:t>在邮件的</a:t>
            </a:r>
            <a:r>
              <a:rPr lang="zh-CN" altLang="en-US" dirty="0" smtClean="0">
                <a:solidFill>
                  <a:srgbClr val="0000FF"/>
                </a:solidFill>
                <a:ea typeface="黑体" panose="02010609060101010101" pitchFamily="49" charset="-122"/>
              </a:rPr>
              <a:t>信封上</a:t>
            </a:r>
            <a:r>
              <a:rPr lang="zh-CN" altLang="en-US" dirty="0" smtClean="0">
                <a:ea typeface="黑体" panose="02010609060101010101" pitchFamily="49" charset="-122"/>
              </a:rPr>
              <a:t>，</a:t>
            </a:r>
            <a:r>
              <a:rPr lang="zh-CN" altLang="en-US" dirty="0" smtClean="0">
                <a:solidFill>
                  <a:srgbClr val="0000FF"/>
                </a:solidFill>
                <a:ea typeface="黑体" panose="02010609060101010101" pitchFamily="49" charset="-122"/>
              </a:rPr>
              <a:t>最重要的就是收件人的地址</a:t>
            </a:r>
            <a:r>
              <a:rPr lang="zh-CN" altLang="en-US" dirty="0" smtClean="0">
                <a:ea typeface="黑体" panose="02010609060101010101" pitchFamily="49" charset="-122"/>
              </a:rPr>
              <a:t>。  </a:t>
            </a:r>
          </a:p>
        </p:txBody>
      </p:sp>
      <p:sp>
        <p:nvSpPr>
          <p:cNvPr id="1833987"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2E63422-0F9D-4AF8-9019-BA192BADB0ED}" type="slidenum">
              <a:rPr lang="zh-CN" altLang="en-US" smtClean="0"/>
              <a:pPr eaLnBrk="1" hangingPunct="1"/>
              <a:t>10</a:t>
            </a:fld>
            <a:endParaRPr lang="en-US" altLang="zh-CN" smtClean="0"/>
          </a:p>
        </p:txBody>
      </p:sp>
      <p:sp>
        <p:nvSpPr>
          <p:cNvPr id="1833988"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55075">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5507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55075"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6033" name="Rectangle 2"/>
          <p:cNvSpPr>
            <a:spLocks noChangeArrowheads="1"/>
          </p:cNvSpPr>
          <p:nvPr/>
        </p:nvSpPr>
        <p:spPr bwMode="auto">
          <a:xfrm>
            <a:off x="776288" y="2371725"/>
            <a:ext cx="8724900" cy="769938"/>
          </a:xfrm>
          <a:prstGeom prst="rect">
            <a:avLst/>
          </a:prstGeom>
          <a:solidFill>
            <a:srgbClr val="FFFF66"/>
          </a:solidFill>
          <a:ln w="9525">
            <a:solidFill>
              <a:schemeClr val="tx1"/>
            </a:solidFill>
            <a:miter lim="800000"/>
            <a:headEnd/>
            <a:tailEnd/>
          </a:ln>
        </p:spPr>
        <p:txBody>
          <a:bodyPr wrap="none" anchor="ctr"/>
          <a:lstStyle/>
          <a:p>
            <a:endParaRPr lang="zh-CN" altLang="en-US">
              <a:ea typeface="宋体" panose="02010600030101010101" pitchFamily="2" charset="-122"/>
            </a:endParaRPr>
          </a:p>
        </p:txBody>
      </p:sp>
      <p:sp>
        <p:nvSpPr>
          <p:cNvPr id="1836034" name="Rectangle 3"/>
          <p:cNvSpPr>
            <a:spLocks noGrp="1" noChangeArrowheads="1"/>
          </p:cNvSpPr>
          <p:nvPr>
            <p:ph type="title"/>
          </p:nvPr>
        </p:nvSpPr>
        <p:spPr>
          <a:xfrm>
            <a:off x="495300" y="188913"/>
            <a:ext cx="9066213" cy="792162"/>
          </a:xfrm>
        </p:spPr>
        <p:txBody>
          <a:bodyPr/>
          <a:lstStyle/>
          <a:p>
            <a:pPr algn="ctr"/>
            <a:r>
              <a:rPr lang="zh-CN" altLang="zh-CN" smtClean="0">
                <a:ea typeface="黑体" panose="02010609060101010101" pitchFamily="49" charset="-122"/>
              </a:rPr>
              <a:t>电子邮件地址的格式</a:t>
            </a:r>
          </a:p>
        </p:txBody>
      </p:sp>
      <p:sp>
        <p:nvSpPr>
          <p:cNvPr id="1157124" name="Rectangle 4"/>
          <p:cNvSpPr>
            <a:spLocks noGrp="1" noChangeArrowheads="1"/>
          </p:cNvSpPr>
          <p:nvPr>
            <p:ph idx="1"/>
          </p:nvPr>
        </p:nvSpPr>
        <p:spPr>
          <a:xfrm>
            <a:off x="495300" y="1196975"/>
            <a:ext cx="9066213" cy="4933950"/>
          </a:xfrm>
        </p:spPr>
        <p:txBody>
          <a:bodyPr/>
          <a:lstStyle/>
          <a:p>
            <a:pPr marL="315913" indent="-315913">
              <a:spcBef>
                <a:spcPts val="550"/>
              </a:spcBef>
            </a:pPr>
            <a:r>
              <a:rPr lang="en-US" altLang="zh-CN" dirty="0" smtClean="0">
                <a:ea typeface="黑体" panose="02010609060101010101" pitchFamily="49" charset="-122"/>
              </a:rPr>
              <a:t>TCP/IP </a:t>
            </a:r>
            <a:r>
              <a:rPr lang="zh-CN" altLang="en-US" dirty="0" smtClean="0">
                <a:ea typeface="黑体" panose="02010609060101010101" pitchFamily="49" charset="-122"/>
              </a:rPr>
              <a:t>体系的电子邮件系统规定</a:t>
            </a:r>
            <a:r>
              <a:rPr lang="zh-CN" altLang="en-US" dirty="0" smtClean="0">
                <a:solidFill>
                  <a:srgbClr val="0000FF"/>
                </a:solidFill>
                <a:ea typeface="黑体" panose="02010609060101010101" pitchFamily="49" charset="-122"/>
              </a:rPr>
              <a:t>电子邮件地址</a:t>
            </a:r>
            <a:r>
              <a:rPr lang="zh-CN" altLang="en-US" dirty="0" smtClean="0">
                <a:ea typeface="黑体" panose="02010609060101010101" pitchFamily="49" charset="-122"/>
              </a:rPr>
              <a:t>的格式如下：</a:t>
            </a:r>
          </a:p>
          <a:p>
            <a:pPr marL="315913" indent="-315913">
              <a:spcBef>
                <a:spcPct val="45000"/>
              </a:spcBef>
              <a:spcAft>
                <a:spcPct val="45000"/>
              </a:spcAft>
              <a:buFont typeface="Wingdings" panose="05000000000000000000" pitchFamily="2" charset="2"/>
              <a:buNone/>
            </a:pPr>
            <a:r>
              <a:rPr lang="zh-CN" altLang="en-US" dirty="0" smtClean="0">
                <a:ea typeface="黑体" panose="02010609060101010101" pitchFamily="49" charset="-122"/>
              </a:rPr>
              <a:t> </a:t>
            </a:r>
            <a:r>
              <a:rPr lang="en-US" altLang="zh-CN" dirty="0" smtClean="0">
                <a:ea typeface="黑体" panose="02010609060101010101" pitchFamily="49" charset="-122"/>
              </a:rPr>
              <a:t>	 </a:t>
            </a:r>
            <a:r>
              <a:rPr lang="zh-CN" altLang="en-US" dirty="0" smtClean="0">
                <a:ea typeface="黑体" panose="02010609060101010101" pitchFamily="49" charset="-122"/>
              </a:rPr>
              <a:t>收件人邮箱名</a:t>
            </a:r>
            <a:r>
              <a:rPr lang="en-US" altLang="zh-CN" dirty="0" smtClean="0">
                <a:ea typeface="黑体" panose="02010609060101010101" pitchFamily="49" charset="-122"/>
              </a:rPr>
              <a:t>@</a:t>
            </a:r>
            <a:r>
              <a:rPr lang="zh-CN" altLang="en-US" dirty="0" smtClean="0">
                <a:ea typeface="黑体" panose="02010609060101010101" pitchFamily="49" charset="-122"/>
              </a:rPr>
              <a:t>邮箱所在主机的域名      </a:t>
            </a:r>
            <a:r>
              <a:rPr lang="en-US" altLang="zh-CN" dirty="0" smtClean="0">
                <a:ea typeface="黑体" panose="02010609060101010101" pitchFamily="49" charset="-122"/>
              </a:rPr>
              <a:t>(6-1)</a:t>
            </a:r>
          </a:p>
          <a:p>
            <a:pPr marL="315913" indent="-315913">
              <a:spcBef>
                <a:spcPct val="0"/>
              </a:spcBef>
              <a:spcAft>
                <a:spcPct val="25000"/>
              </a:spcAft>
            </a:pPr>
            <a:r>
              <a:rPr lang="zh-CN" altLang="en-US" dirty="0" smtClean="0">
                <a:ea typeface="黑体" panose="02010609060101010101" pitchFamily="49" charset="-122"/>
              </a:rPr>
              <a:t>符号“</a:t>
            </a:r>
            <a:r>
              <a:rPr lang="en-US" altLang="zh-CN" dirty="0" smtClean="0">
                <a:ea typeface="黑体" panose="02010609060101010101" pitchFamily="49" charset="-122"/>
              </a:rPr>
              <a:t>@”</a:t>
            </a:r>
            <a:r>
              <a:rPr lang="zh-CN" altLang="en-US" dirty="0" smtClean="0">
                <a:ea typeface="黑体" panose="02010609060101010101" pitchFamily="49" charset="-122"/>
              </a:rPr>
              <a:t>读作“</a:t>
            </a:r>
            <a:r>
              <a:rPr lang="en-US" altLang="zh-CN" dirty="0" smtClean="0">
                <a:ea typeface="黑体" panose="02010609060101010101" pitchFamily="49" charset="-122"/>
              </a:rPr>
              <a:t>at”</a:t>
            </a:r>
            <a:r>
              <a:rPr lang="zh-CN" altLang="en-US" dirty="0" smtClean="0">
                <a:ea typeface="黑体" panose="02010609060101010101" pitchFamily="49" charset="-122"/>
              </a:rPr>
              <a:t>，表示“在”的意思。 </a:t>
            </a:r>
          </a:p>
          <a:p>
            <a:pPr marL="315913" indent="-315913">
              <a:spcBef>
                <a:spcPct val="0"/>
              </a:spcBef>
              <a:spcAft>
                <a:spcPct val="45000"/>
              </a:spcAft>
            </a:pPr>
            <a:r>
              <a:rPr lang="zh-CN" altLang="en-US" dirty="0" smtClean="0">
                <a:ea typeface="黑体" panose="02010609060101010101" pitchFamily="49" charset="-122"/>
              </a:rPr>
              <a:t>例如电子邮件地址 </a:t>
            </a:r>
            <a:r>
              <a:rPr lang="en-US" altLang="zh-CN" dirty="0" smtClean="0">
                <a:ea typeface="黑体" panose="02010609060101010101" pitchFamily="49" charset="-122"/>
              </a:rPr>
              <a:t>xiexiren@tsinghua.org.cn</a:t>
            </a:r>
          </a:p>
        </p:txBody>
      </p:sp>
      <p:grpSp>
        <p:nvGrpSpPr>
          <p:cNvPr id="1157125" name="Group 5"/>
          <p:cNvGrpSpPr>
            <a:grpSpLocks/>
          </p:cNvGrpSpPr>
          <p:nvPr/>
        </p:nvGrpSpPr>
        <p:grpSpPr bwMode="auto">
          <a:xfrm>
            <a:off x="5267325" y="4437063"/>
            <a:ext cx="4133850" cy="1728787"/>
            <a:chOff x="3152" y="2931"/>
            <a:chExt cx="2404" cy="1089"/>
          </a:xfrm>
        </p:grpSpPr>
        <p:sp>
          <p:nvSpPr>
            <p:cNvPr id="1836037" name="Line 6"/>
            <p:cNvSpPr>
              <a:spLocks noChangeShapeType="1"/>
            </p:cNvSpPr>
            <p:nvPr/>
          </p:nvSpPr>
          <p:spPr bwMode="auto">
            <a:xfrm>
              <a:off x="3696" y="2931"/>
              <a:ext cx="1702" cy="0"/>
            </a:xfrm>
            <a:prstGeom prst="line">
              <a:avLst/>
            </a:prstGeom>
            <a:noFill/>
            <a:ln w="38100">
              <a:solidFill>
                <a:schemeClr val="hlink"/>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grpSp>
          <p:nvGrpSpPr>
            <p:cNvPr id="1836038" name="Group 7"/>
            <p:cNvGrpSpPr>
              <a:grpSpLocks/>
            </p:cNvGrpSpPr>
            <p:nvPr/>
          </p:nvGrpSpPr>
          <p:grpSpPr bwMode="auto">
            <a:xfrm>
              <a:off x="3152" y="3339"/>
              <a:ext cx="2404" cy="681"/>
              <a:chOff x="3152" y="3339"/>
              <a:chExt cx="2404" cy="681"/>
            </a:xfrm>
          </p:grpSpPr>
          <p:sp>
            <p:nvSpPr>
              <p:cNvPr id="1836039" name="AutoShape 8"/>
              <p:cNvSpPr>
                <a:spLocks noChangeArrowheads="1"/>
              </p:cNvSpPr>
              <p:nvPr/>
            </p:nvSpPr>
            <p:spPr bwMode="auto">
              <a:xfrm>
                <a:off x="3152" y="3339"/>
                <a:ext cx="2404" cy="681"/>
              </a:xfrm>
              <a:prstGeom prst="wedgeRoundRectCallout">
                <a:avLst>
                  <a:gd name="adj1" fmla="val 167"/>
                  <a:gd name="adj2" fmla="val -108148"/>
                  <a:gd name="adj3" fmla="val 16667"/>
                </a:avLst>
              </a:prstGeom>
              <a:solidFill>
                <a:srgbClr val="FFFF99"/>
              </a:solidFill>
              <a:ln w="9525">
                <a:solidFill>
                  <a:schemeClr val="tx1"/>
                </a:solidFill>
                <a:miter lim="800000"/>
                <a:headEnd/>
                <a:tailEnd/>
              </a:ln>
            </p:spPr>
            <p:txBody>
              <a:bodyPr/>
              <a:lstStyle/>
              <a:p>
                <a:pPr algn="ctr"/>
                <a:endParaRPr lang="zh-CN" altLang="zh-CN" sz="2800" b="1">
                  <a:solidFill>
                    <a:srgbClr val="000099"/>
                  </a:solidFill>
                  <a:ea typeface="宋体" panose="02010600030101010101" pitchFamily="2" charset="-122"/>
                </a:endParaRPr>
              </a:p>
            </p:txBody>
          </p:sp>
          <p:sp>
            <p:nvSpPr>
              <p:cNvPr id="1836040" name="Text Box 9"/>
              <p:cNvSpPr txBox="1">
                <a:spLocks noChangeArrowheads="1"/>
              </p:cNvSpPr>
              <p:nvPr/>
            </p:nvSpPr>
            <p:spPr bwMode="auto">
              <a:xfrm>
                <a:off x="3179" y="3386"/>
                <a:ext cx="2300" cy="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800" b="1" dirty="0">
                    <a:solidFill>
                      <a:srgbClr val="000099"/>
                    </a:solidFill>
                    <a:latin typeface="黑体" panose="02010609060101010101" pitchFamily="49" charset="-122"/>
                    <a:ea typeface="黑体" panose="02010609060101010101" pitchFamily="49" charset="-122"/>
                  </a:rPr>
                  <a:t>邮箱所在的主机的域名</a:t>
                </a:r>
              </a:p>
              <a:p>
                <a:r>
                  <a:rPr lang="zh-CN" altLang="en-US" sz="2800" b="1" dirty="0">
                    <a:solidFill>
                      <a:srgbClr val="000099"/>
                    </a:solidFill>
                    <a:latin typeface="黑体" panose="02010609060101010101" pitchFamily="49" charset="-122"/>
                    <a:ea typeface="黑体" panose="02010609060101010101" pitchFamily="49" charset="-122"/>
                  </a:rPr>
                  <a:t>在全世界必须是唯一的 </a:t>
                </a:r>
              </a:p>
            </p:txBody>
          </p:sp>
        </p:grpSp>
      </p:grpSp>
      <p:grpSp>
        <p:nvGrpSpPr>
          <p:cNvPr id="1157130" name="Group 10"/>
          <p:cNvGrpSpPr>
            <a:grpSpLocks/>
          </p:cNvGrpSpPr>
          <p:nvPr/>
        </p:nvGrpSpPr>
        <p:grpSpPr bwMode="auto">
          <a:xfrm>
            <a:off x="704850" y="4437063"/>
            <a:ext cx="5030788" cy="1728787"/>
            <a:chOff x="545" y="2931"/>
            <a:chExt cx="2925" cy="1089"/>
          </a:xfrm>
        </p:grpSpPr>
        <p:sp>
          <p:nvSpPr>
            <p:cNvPr id="1836042" name="Line 11"/>
            <p:cNvSpPr>
              <a:spLocks noChangeShapeType="1"/>
            </p:cNvSpPr>
            <p:nvPr/>
          </p:nvSpPr>
          <p:spPr bwMode="auto">
            <a:xfrm>
              <a:off x="2597" y="2931"/>
              <a:ext cx="873" cy="0"/>
            </a:xfrm>
            <a:prstGeom prst="line">
              <a:avLst/>
            </a:prstGeom>
            <a:noFill/>
            <a:ln w="38100">
              <a:solidFill>
                <a:schemeClr val="hlink"/>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grpSp>
          <p:nvGrpSpPr>
            <p:cNvPr id="1836043" name="Group 12"/>
            <p:cNvGrpSpPr>
              <a:grpSpLocks/>
            </p:cNvGrpSpPr>
            <p:nvPr/>
          </p:nvGrpSpPr>
          <p:grpSpPr bwMode="auto">
            <a:xfrm>
              <a:off x="545" y="3339"/>
              <a:ext cx="2223" cy="681"/>
              <a:chOff x="545" y="3339"/>
              <a:chExt cx="2223" cy="681"/>
            </a:xfrm>
          </p:grpSpPr>
          <p:sp>
            <p:nvSpPr>
              <p:cNvPr id="1836044" name="AutoShape 13"/>
              <p:cNvSpPr>
                <a:spLocks noChangeArrowheads="1"/>
              </p:cNvSpPr>
              <p:nvPr/>
            </p:nvSpPr>
            <p:spPr bwMode="auto">
              <a:xfrm>
                <a:off x="545" y="3339"/>
                <a:ext cx="2223" cy="681"/>
              </a:xfrm>
              <a:prstGeom prst="wedgeRoundRectCallout">
                <a:avLst>
                  <a:gd name="adj1" fmla="val 63764"/>
                  <a:gd name="adj2" fmla="val -108148"/>
                  <a:gd name="adj3" fmla="val 16667"/>
                </a:avLst>
              </a:prstGeom>
              <a:solidFill>
                <a:srgbClr val="FFFF99"/>
              </a:solidFill>
              <a:ln w="9525">
                <a:solidFill>
                  <a:schemeClr val="tx1"/>
                </a:solidFill>
                <a:miter lim="800000"/>
                <a:headEnd/>
                <a:tailEnd/>
              </a:ln>
            </p:spPr>
            <p:txBody>
              <a:bodyPr/>
              <a:lstStyle/>
              <a:p>
                <a:pPr algn="ctr"/>
                <a:endParaRPr lang="zh-CN" altLang="zh-CN" sz="2800" b="1">
                  <a:solidFill>
                    <a:srgbClr val="000099"/>
                  </a:solidFill>
                  <a:ea typeface="宋体" panose="02010600030101010101" pitchFamily="2" charset="-122"/>
                </a:endParaRPr>
              </a:p>
            </p:txBody>
          </p:sp>
          <p:sp>
            <p:nvSpPr>
              <p:cNvPr id="1836045" name="Text Box 14"/>
              <p:cNvSpPr txBox="1">
                <a:spLocks noChangeArrowheads="1"/>
              </p:cNvSpPr>
              <p:nvPr/>
            </p:nvSpPr>
            <p:spPr bwMode="auto">
              <a:xfrm>
                <a:off x="591" y="3385"/>
                <a:ext cx="2091" cy="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800" b="1" dirty="0">
                    <a:solidFill>
                      <a:srgbClr val="000099"/>
                    </a:solidFill>
                    <a:latin typeface="黑体" panose="02010609060101010101" pitchFamily="49" charset="-122"/>
                    <a:ea typeface="黑体" panose="02010609060101010101" pitchFamily="49" charset="-122"/>
                  </a:rPr>
                  <a:t>这个用户名在该域名</a:t>
                </a:r>
              </a:p>
              <a:p>
                <a:r>
                  <a:rPr lang="zh-CN" altLang="en-US" sz="2800" b="1" dirty="0">
                    <a:solidFill>
                      <a:srgbClr val="000099"/>
                    </a:solidFill>
                    <a:latin typeface="黑体" panose="02010609060101010101" pitchFamily="49" charset="-122"/>
                    <a:ea typeface="黑体" panose="02010609060101010101" pitchFamily="49" charset="-122"/>
                  </a:rPr>
                  <a:t>的范围内是唯一的。 </a:t>
                </a:r>
              </a:p>
            </p:txBody>
          </p:sp>
        </p:grpSp>
      </p:grpSp>
      <p:sp>
        <p:nvSpPr>
          <p:cNvPr id="1836046"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40DD961-3AEA-42BB-9036-06428F870629}" type="slidenum">
              <a:rPr lang="zh-CN" altLang="en-US" smtClean="0"/>
              <a:pPr eaLnBrk="1" hangingPunct="1"/>
              <a:t>11</a:t>
            </a:fld>
            <a:endParaRPr lang="en-US" altLang="zh-CN" smtClean="0"/>
          </a:p>
        </p:txBody>
      </p:sp>
      <p:sp>
        <p:nvSpPr>
          <p:cNvPr id="1836047"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157124">
                                            <p:txEl>
                                              <p:pRg st="3" end="3"/>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157125"/>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1571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8081" name="Rectangle 2"/>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6.5.2  </a:t>
            </a:r>
            <a:r>
              <a:rPr lang="zh-CN" altLang="en-US" smtClean="0">
                <a:ea typeface="黑体" panose="02010609060101010101" pitchFamily="49" charset="-122"/>
              </a:rPr>
              <a:t>简单邮件传送协议 </a:t>
            </a:r>
            <a:r>
              <a:rPr lang="en-US" altLang="zh-CN" smtClean="0">
                <a:ea typeface="黑体" panose="02010609060101010101" pitchFamily="49" charset="-122"/>
              </a:rPr>
              <a:t>SMTP </a:t>
            </a:r>
          </a:p>
        </p:txBody>
      </p:sp>
      <p:sp>
        <p:nvSpPr>
          <p:cNvPr id="1159171" name="Rectangle 3"/>
          <p:cNvSpPr>
            <a:spLocks noGrp="1" noChangeArrowheads="1"/>
          </p:cNvSpPr>
          <p:nvPr>
            <p:ph idx="1"/>
          </p:nvPr>
        </p:nvSpPr>
        <p:spPr>
          <a:xfrm>
            <a:off x="495300" y="1196975"/>
            <a:ext cx="9066213" cy="4933950"/>
          </a:xfrm>
        </p:spPr>
        <p:txBody>
          <a:bodyPr/>
          <a:lstStyle/>
          <a:p>
            <a:r>
              <a:rPr lang="en-US" altLang="zh-CN" dirty="0" smtClean="0">
                <a:ea typeface="黑体" panose="02010609060101010101" pitchFamily="49" charset="-122"/>
              </a:rPr>
              <a:t>SMTP </a:t>
            </a:r>
            <a:r>
              <a:rPr lang="zh-CN" altLang="en-US" dirty="0" smtClean="0">
                <a:ea typeface="黑体" panose="02010609060101010101" pitchFamily="49" charset="-122"/>
              </a:rPr>
              <a:t>所</a:t>
            </a:r>
            <a:r>
              <a:rPr lang="zh-CN" altLang="en-US" dirty="0" smtClean="0">
                <a:solidFill>
                  <a:srgbClr val="0000FF"/>
                </a:solidFill>
                <a:ea typeface="黑体" panose="02010609060101010101" pitchFamily="49" charset="-122"/>
              </a:rPr>
              <a:t>规定</a:t>
            </a:r>
            <a:r>
              <a:rPr lang="zh-CN" altLang="en-US" dirty="0" smtClean="0">
                <a:ea typeface="黑体" panose="02010609060101010101" pitchFamily="49" charset="-122"/>
              </a:rPr>
              <a:t>的就是在两个相互通信的 </a:t>
            </a:r>
            <a:r>
              <a:rPr lang="en-US" altLang="zh-CN" dirty="0" smtClean="0">
                <a:ea typeface="黑体" panose="02010609060101010101" pitchFamily="49" charset="-122"/>
              </a:rPr>
              <a:t>SMTP </a:t>
            </a:r>
            <a:r>
              <a:rPr lang="zh-CN" altLang="en-US" dirty="0" smtClean="0">
                <a:ea typeface="黑体" panose="02010609060101010101" pitchFamily="49" charset="-122"/>
              </a:rPr>
              <a:t>进程之间应如何交换信息。</a:t>
            </a:r>
          </a:p>
          <a:p>
            <a:r>
              <a:rPr lang="zh-CN" altLang="en-US" dirty="0" smtClean="0">
                <a:ea typeface="黑体" panose="02010609060101010101" pitchFamily="49" charset="-122"/>
              </a:rPr>
              <a:t>由于 </a:t>
            </a:r>
            <a:r>
              <a:rPr lang="en-US" altLang="zh-CN" dirty="0" smtClean="0">
                <a:ea typeface="黑体" panose="02010609060101010101" pitchFamily="49" charset="-122"/>
              </a:rPr>
              <a:t>SMTP </a:t>
            </a:r>
            <a:r>
              <a:rPr lang="zh-CN" altLang="en-US" dirty="0" smtClean="0">
                <a:ea typeface="黑体" panose="02010609060101010101" pitchFamily="49" charset="-122"/>
              </a:rPr>
              <a:t>使用</a:t>
            </a:r>
            <a:r>
              <a:rPr lang="zh-CN" altLang="en-US" dirty="0" smtClean="0">
                <a:solidFill>
                  <a:srgbClr val="FF0000"/>
                </a:solidFill>
                <a:ea typeface="黑体" panose="02010609060101010101" pitchFamily="49" charset="-122"/>
              </a:rPr>
              <a:t>客户服务器</a:t>
            </a:r>
            <a:r>
              <a:rPr lang="zh-CN" altLang="en-US" dirty="0" smtClean="0">
                <a:ea typeface="黑体" panose="02010609060101010101" pitchFamily="49" charset="-122"/>
              </a:rPr>
              <a:t>方式，因此负责</a:t>
            </a:r>
            <a:r>
              <a:rPr lang="zh-CN" altLang="en-US" dirty="0" smtClean="0">
                <a:solidFill>
                  <a:srgbClr val="0000FF"/>
                </a:solidFill>
                <a:ea typeface="黑体" panose="02010609060101010101" pitchFamily="49" charset="-122"/>
              </a:rPr>
              <a:t>发送邮件</a:t>
            </a:r>
            <a:r>
              <a:rPr lang="zh-CN" altLang="en-US" dirty="0" smtClean="0">
                <a:ea typeface="黑体" panose="02010609060101010101" pitchFamily="49" charset="-122"/>
              </a:rPr>
              <a:t>的 </a:t>
            </a:r>
            <a:r>
              <a:rPr lang="en-US" altLang="zh-CN" dirty="0" smtClean="0">
                <a:ea typeface="黑体" panose="02010609060101010101" pitchFamily="49" charset="-122"/>
              </a:rPr>
              <a:t>SMTP </a:t>
            </a:r>
            <a:r>
              <a:rPr lang="zh-CN" altLang="en-US" dirty="0" smtClean="0">
                <a:ea typeface="黑体" panose="02010609060101010101" pitchFamily="49" charset="-122"/>
              </a:rPr>
              <a:t>进程就是 </a:t>
            </a:r>
            <a:r>
              <a:rPr lang="en-US" altLang="zh-CN" dirty="0" smtClean="0">
                <a:ea typeface="黑体" panose="02010609060101010101" pitchFamily="49" charset="-122"/>
              </a:rPr>
              <a:t>SMTP </a:t>
            </a:r>
            <a:r>
              <a:rPr lang="zh-CN" altLang="en-US" dirty="0" smtClean="0">
                <a:solidFill>
                  <a:srgbClr val="0000FF"/>
                </a:solidFill>
                <a:ea typeface="黑体" panose="02010609060101010101" pitchFamily="49" charset="-122"/>
              </a:rPr>
              <a:t>客户</a:t>
            </a:r>
            <a:r>
              <a:rPr lang="zh-CN" altLang="en-US" dirty="0" smtClean="0">
                <a:ea typeface="黑体" panose="02010609060101010101" pitchFamily="49" charset="-122"/>
              </a:rPr>
              <a:t>，而负责</a:t>
            </a:r>
            <a:r>
              <a:rPr lang="zh-CN" altLang="en-US" dirty="0" smtClean="0">
                <a:solidFill>
                  <a:srgbClr val="0000FF"/>
                </a:solidFill>
                <a:ea typeface="黑体" panose="02010609060101010101" pitchFamily="49" charset="-122"/>
              </a:rPr>
              <a:t>接收邮件</a:t>
            </a:r>
            <a:r>
              <a:rPr lang="zh-CN" altLang="en-US" dirty="0" smtClean="0">
                <a:ea typeface="黑体" panose="02010609060101010101" pitchFamily="49" charset="-122"/>
              </a:rPr>
              <a:t>的 </a:t>
            </a:r>
            <a:r>
              <a:rPr lang="en-US" altLang="zh-CN" dirty="0" smtClean="0">
                <a:ea typeface="黑体" panose="02010609060101010101" pitchFamily="49" charset="-122"/>
              </a:rPr>
              <a:t>SMTP </a:t>
            </a:r>
            <a:r>
              <a:rPr lang="zh-CN" altLang="en-US" dirty="0" smtClean="0">
                <a:ea typeface="黑体" panose="02010609060101010101" pitchFamily="49" charset="-122"/>
              </a:rPr>
              <a:t>进程就是 </a:t>
            </a:r>
            <a:r>
              <a:rPr lang="en-US" altLang="zh-CN" dirty="0" smtClean="0">
                <a:ea typeface="黑体" panose="02010609060101010101" pitchFamily="49" charset="-122"/>
              </a:rPr>
              <a:t>SMTP </a:t>
            </a:r>
            <a:r>
              <a:rPr lang="zh-CN" altLang="en-US" dirty="0" smtClean="0">
                <a:solidFill>
                  <a:srgbClr val="0000FF"/>
                </a:solidFill>
                <a:ea typeface="黑体" panose="02010609060101010101" pitchFamily="49" charset="-122"/>
              </a:rPr>
              <a:t>服务器</a:t>
            </a:r>
            <a:r>
              <a:rPr lang="zh-CN" altLang="en-US" dirty="0" smtClean="0">
                <a:ea typeface="黑体" panose="02010609060101010101" pitchFamily="49" charset="-122"/>
              </a:rPr>
              <a:t>。</a:t>
            </a:r>
          </a:p>
          <a:p>
            <a:r>
              <a:rPr lang="en-US" altLang="zh-CN" dirty="0" smtClean="0">
                <a:ea typeface="黑体" panose="02010609060101010101" pitchFamily="49" charset="-122"/>
              </a:rPr>
              <a:t>SMTP </a:t>
            </a:r>
            <a:r>
              <a:rPr lang="zh-CN" altLang="en-US" dirty="0" smtClean="0">
                <a:ea typeface="黑体" panose="02010609060101010101" pitchFamily="49" charset="-122"/>
              </a:rPr>
              <a:t>规定了 </a:t>
            </a:r>
            <a:r>
              <a:rPr lang="en-US" altLang="zh-CN" dirty="0" smtClean="0">
                <a:solidFill>
                  <a:srgbClr val="0000FF"/>
                </a:solidFill>
                <a:ea typeface="黑体" panose="02010609060101010101" pitchFamily="49" charset="-122"/>
              </a:rPr>
              <a:t>14 </a:t>
            </a:r>
            <a:r>
              <a:rPr lang="zh-CN" altLang="en-US" dirty="0" smtClean="0">
                <a:solidFill>
                  <a:srgbClr val="0000FF"/>
                </a:solidFill>
                <a:ea typeface="黑体" panose="02010609060101010101" pitchFamily="49" charset="-122"/>
              </a:rPr>
              <a:t>条命令</a:t>
            </a:r>
            <a:r>
              <a:rPr lang="zh-CN" altLang="en-US" dirty="0" smtClean="0">
                <a:ea typeface="黑体" panose="02010609060101010101" pitchFamily="49" charset="-122"/>
              </a:rPr>
              <a:t>和 </a:t>
            </a:r>
            <a:r>
              <a:rPr lang="en-US" altLang="zh-CN" dirty="0" smtClean="0">
                <a:solidFill>
                  <a:srgbClr val="0000FF"/>
                </a:solidFill>
                <a:ea typeface="黑体" panose="02010609060101010101" pitchFamily="49" charset="-122"/>
              </a:rPr>
              <a:t>21 </a:t>
            </a:r>
            <a:r>
              <a:rPr lang="zh-CN" altLang="en-US" dirty="0" smtClean="0">
                <a:solidFill>
                  <a:srgbClr val="0000FF"/>
                </a:solidFill>
                <a:ea typeface="黑体" panose="02010609060101010101" pitchFamily="49" charset="-122"/>
              </a:rPr>
              <a:t>种应答</a:t>
            </a:r>
            <a:r>
              <a:rPr lang="zh-CN" altLang="en-US" dirty="0" smtClean="0">
                <a:ea typeface="黑体" panose="02010609060101010101" pitchFamily="49" charset="-122"/>
              </a:rPr>
              <a:t>信息。每条命令用 </a:t>
            </a:r>
            <a:r>
              <a:rPr lang="en-US" altLang="zh-CN" dirty="0" smtClean="0">
                <a:solidFill>
                  <a:srgbClr val="0000FF"/>
                </a:solidFill>
                <a:ea typeface="黑体" panose="02010609060101010101" pitchFamily="49" charset="-122"/>
              </a:rPr>
              <a:t>4 </a:t>
            </a:r>
            <a:r>
              <a:rPr lang="zh-CN" altLang="en-US" dirty="0" smtClean="0">
                <a:solidFill>
                  <a:srgbClr val="0000FF"/>
                </a:solidFill>
                <a:ea typeface="黑体" panose="02010609060101010101" pitchFamily="49" charset="-122"/>
              </a:rPr>
              <a:t>个字母</a:t>
            </a:r>
            <a:r>
              <a:rPr lang="zh-CN" altLang="en-US" dirty="0" smtClean="0">
                <a:ea typeface="黑体" panose="02010609060101010101" pitchFamily="49" charset="-122"/>
              </a:rPr>
              <a:t>组成，而每一种应答信息一般只有一行信息，由一个 </a:t>
            </a:r>
            <a:r>
              <a:rPr lang="en-US" altLang="zh-CN" dirty="0" smtClean="0">
                <a:solidFill>
                  <a:srgbClr val="0000FF"/>
                </a:solidFill>
                <a:ea typeface="黑体" panose="02010609060101010101" pitchFamily="49" charset="-122"/>
              </a:rPr>
              <a:t>3 </a:t>
            </a:r>
            <a:r>
              <a:rPr lang="zh-CN" altLang="en-US" dirty="0" smtClean="0">
                <a:solidFill>
                  <a:srgbClr val="0000FF"/>
                </a:solidFill>
                <a:ea typeface="黑体" panose="02010609060101010101" pitchFamily="49" charset="-122"/>
              </a:rPr>
              <a:t>位数字</a:t>
            </a:r>
            <a:r>
              <a:rPr lang="zh-CN" altLang="en-US" dirty="0" smtClean="0">
                <a:ea typeface="黑体" panose="02010609060101010101" pitchFamily="49" charset="-122"/>
              </a:rPr>
              <a:t>的代码开始，后面附上（也可不附上）很简单的文字说明。  </a:t>
            </a:r>
          </a:p>
        </p:txBody>
      </p:sp>
      <p:sp>
        <p:nvSpPr>
          <p:cNvPr id="1838083"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3B59E61D-DB7C-46A4-9BC5-EE86BD173465}" type="slidenum">
              <a:rPr lang="zh-CN" altLang="en-US" smtClean="0"/>
              <a:pPr eaLnBrk="1" hangingPunct="1"/>
              <a:t>12</a:t>
            </a:fld>
            <a:endParaRPr lang="en-US" altLang="zh-CN" smtClean="0"/>
          </a:p>
        </p:txBody>
      </p:sp>
      <p:sp>
        <p:nvSpPr>
          <p:cNvPr id="1838084"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159171">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15917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0129" name="Rectangle 2"/>
          <p:cNvSpPr>
            <a:spLocks noGrp="1" noChangeArrowheads="1"/>
          </p:cNvSpPr>
          <p:nvPr>
            <p:ph type="title"/>
          </p:nvPr>
        </p:nvSpPr>
        <p:spPr>
          <a:xfrm>
            <a:off x="495300" y="188913"/>
            <a:ext cx="9066213" cy="792162"/>
          </a:xfrm>
        </p:spPr>
        <p:txBody>
          <a:bodyPr/>
          <a:lstStyle/>
          <a:p>
            <a:pPr algn="ctr"/>
            <a:r>
              <a:rPr lang="en-US" altLang="zh-CN" dirty="0" smtClean="0">
                <a:ea typeface="黑体" panose="02010609060101010101" pitchFamily="49" charset="-122"/>
              </a:rPr>
              <a:t>SMTP </a:t>
            </a:r>
            <a:r>
              <a:rPr lang="zh-CN" altLang="en-US" dirty="0" smtClean="0">
                <a:ea typeface="黑体" panose="02010609060101010101" pitchFamily="49" charset="-122"/>
              </a:rPr>
              <a:t>通信的三个阶段 </a:t>
            </a:r>
          </a:p>
        </p:txBody>
      </p:sp>
      <p:sp>
        <p:nvSpPr>
          <p:cNvPr id="1840130" name="Rectangle 3"/>
          <p:cNvSpPr>
            <a:spLocks noGrp="1" noChangeArrowheads="1"/>
          </p:cNvSpPr>
          <p:nvPr>
            <p:ph idx="1"/>
          </p:nvPr>
        </p:nvSpPr>
        <p:spPr>
          <a:xfrm>
            <a:off x="495300" y="1196975"/>
            <a:ext cx="9066213" cy="4933950"/>
          </a:xfrm>
        </p:spPr>
        <p:txBody>
          <a:bodyPr/>
          <a:lstStyle/>
          <a:p>
            <a:pPr>
              <a:buFont typeface="Wingdings" panose="05000000000000000000" pitchFamily="2" charset="2"/>
              <a:buNone/>
            </a:pPr>
            <a:r>
              <a:rPr lang="en-US" altLang="zh-CN" dirty="0" smtClean="0">
                <a:solidFill>
                  <a:srgbClr val="FF0000"/>
                </a:solidFill>
                <a:ea typeface="黑体" panose="02010609060101010101" pitchFamily="49" charset="-122"/>
              </a:rPr>
              <a:t>1. </a:t>
            </a:r>
            <a:r>
              <a:rPr lang="zh-CN" altLang="en-US" dirty="0" smtClean="0">
                <a:solidFill>
                  <a:srgbClr val="FF0000"/>
                </a:solidFill>
                <a:ea typeface="黑体" panose="02010609060101010101" pitchFamily="49" charset="-122"/>
              </a:rPr>
              <a:t>连接建立：</a:t>
            </a:r>
            <a:r>
              <a:rPr lang="zh-CN" altLang="en-US" dirty="0" smtClean="0">
                <a:ea typeface="黑体" panose="02010609060101010101" pitchFamily="49" charset="-122"/>
              </a:rPr>
              <a:t>连接是在发送主机的 </a:t>
            </a:r>
            <a:r>
              <a:rPr lang="en-US" altLang="zh-CN" dirty="0" smtClean="0">
                <a:ea typeface="黑体" panose="02010609060101010101" pitchFamily="49" charset="-122"/>
              </a:rPr>
              <a:t>SMTP </a:t>
            </a:r>
            <a:r>
              <a:rPr lang="zh-CN" altLang="en-US" dirty="0" smtClean="0">
                <a:ea typeface="黑体" panose="02010609060101010101" pitchFamily="49" charset="-122"/>
              </a:rPr>
              <a:t>客户和接收主机的 </a:t>
            </a:r>
            <a:r>
              <a:rPr lang="en-US" altLang="zh-CN" dirty="0" smtClean="0">
                <a:ea typeface="黑体" panose="02010609060101010101" pitchFamily="49" charset="-122"/>
              </a:rPr>
              <a:t>SMTP </a:t>
            </a:r>
            <a:r>
              <a:rPr lang="zh-CN" altLang="en-US" dirty="0" smtClean="0">
                <a:ea typeface="黑体" panose="02010609060101010101" pitchFamily="49" charset="-122"/>
              </a:rPr>
              <a:t>服务器之间建立的</a:t>
            </a:r>
            <a:r>
              <a:rPr lang="en-US" altLang="zh-CN" dirty="0" smtClean="0">
                <a:ea typeface="黑体" panose="02010609060101010101" pitchFamily="49" charset="-122"/>
              </a:rPr>
              <a:t>TCP</a:t>
            </a:r>
            <a:r>
              <a:rPr lang="zh-CN" altLang="en-US" smtClean="0">
                <a:ea typeface="黑体" panose="02010609060101010101" pitchFamily="49" charset="-122"/>
              </a:rPr>
              <a:t>连接。</a:t>
            </a:r>
            <a:r>
              <a:rPr lang="en-US" altLang="zh-CN" dirty="0" smtClean="0">
                <a:solidFill>
                  <a:srgbClr val="0000FF"/>
                </a:solidFill>
                <a:ea typeface="黑体" panose="02010609060101010101" pitchFamily="49" charset="-122"/>
              </a:rPr>
              <a:t>SMTP</a:t>
            </a:r>
            <a:r>
              <a:rPr lang="zh-CN" altLang="en-US" dirty="0" smtClean="0">
                <a:solidFill>
                  <a:srgbClr val="0000FF"/>
                </a:solidFill>
                <a:ea typeface="黑体" panose="02010609060101010101" pitchFamily="49" charset="-122"/>
              </a:rPr>
              <a:t>不使用中间的邮件服务器。</a:t>
            </a:r>
            <a:r>
              <a:rPr lang="zh-CN" altLang="en-US" sz="3600" dirty="0" smtClean="0">
                <a:ea typeface="黑体" panose="02010609060101010101" pitchFamily="49" charset="-122"/>
              </a:rPr>
              <a:t> </a:t>
            </a:r>
            <a:r>
              <a:rPr lang="zh-CN" altLang="en-US" dirty="0" smtClean="0">
                <a:ea typeface="黑体" panose="02010609060101010101" pitchFamily="49" charset="-122"/>
              </a:rPr>
              <a:t>  </a:t>
            </a:r>
          </a:p>
          <a:p>
            <a:pPr>
              <a:buFont typeface="Wingdings" panose="05000000000000000000" pitchFamily="2" charset="2"/>
              <a:buNone/>
            </a:pPr>
            <a:r>
              <a:rPr lang="en-US" altLang="zh-CN" dirty="0" smtClean="0">
                <a:solidFill>
                  <a:srgbClr val="FF0000"/>
                </a:solidFill>
                <a:ea typeface="黑体" panose="02010609060101010101" pitchFamily="49" charset="-122"/>
              </a:rPr>
              <a:t>2. </a:t>
            </a:r>
            <a:r>
              <a:rPr lang="zh-CN" altLang="en-US" dirty="0" smtClean="0">
                <a:solidFill>
                  <a:srgbClr val="FF0000"/>
                </a:solidFill>
                <a:ea typeface="黑体" panose="02010609060101010101" pitchFamily="49" charset="-122"/>
              </a:rPr>
              <a:t>邮件传送</a:t>
            </a:r>
          </a:p>
          <a:p>
            <a:pPr>
              <a:buFont typeface="Wingdings" panose="05000000000000000000" pitchFamily="2" charset="2"/>
              <a:buNone/>
            </a:pPr>
            <a:r>
              <a:rPr lang="en-US" altLang="zh-CN" dirty="0" smtClean="0">
                <a:solidFill>
                  <a:srgbClr val="FF0000"/>
                </a:solidFill>
                <a:ea typeface="黑体" panose="02010609060101010101" pitchFamily="49" charset="-122"/>
              </a:rPr>
              <a:t>3. </a:t>
            </a:r>
            <a:r>
              <a:rPr lang="zh-CN" altLang="en-US" dirty="0" smtClean="0">
                <a:solidFill>
                  <a:srgbClr val="FF0000"/>
                </a:solidFill>
                <a:ea typeface="黑体" panose="02010609060101010101" pitchFamily="49" charset="-122"/>
              </a:rPr>
              <a:t>连接释放：</a:t>
            </a:r>
            <a:r>
              <a:rPr lang="zh-CN" altLang="en-US" dirty="0" smtClean="0">
                <a:ea typeface="黑体" panose="02010609060101010101" pitchFamily="49" charset="-122"/>
              </a:rPr>
              <a:t>邮件发送完毕后，</a:t>
            </a:r>
            <a:r>
              <a:rPr lang="en-US" altLang="zh-CN" dirty="0" smtClean="0">
                <a:ea typeface="黑体" panose="02010609060101010101" pitchFamily="49" charset="-122"/>
              </a:rPr>
              <a:t>SMTP </a:t>
            </a:r>
            <a:r>
              <a:rPr lang="zh-CN" altLang="en-US" dirty="0" smtClean="0">
                <a:ea typeface="黑体" panose="02010609060101010101" pitchFamily="49" charset="-122"/>
              </a:rPr>
              <a:t>应释放 </a:t>
            </a:r>
            <a:r>
              <a:rPr lang="en-US" altLang="zh-CN" dirty="0" smtClean="0">
                <a:ea typeface="黑体" panose="02010609060101010101" pitchFamily="49" charset="-122"/>
              </a:rPr>
              <a:t>TCP </a:t>
            </a:r>
            <a:r>
              <a:rPr lang="zh-CN" altLang="en-US" dirty="0" smtClean="0">
                <a:ea typeface="黑体" panose="02010609060101010101" pitchFamily="49" charset="-122"/>
              </a:rPr>
              <a:t>连接。 </a:t>
            </a:r>
          </a:p>
        </p:txBody>
      </p:sp>
      <p:sp>
        <p:nvSpPr>
          <p:cNvPr id="1840131"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27E0D1E-5691-459B-89D6-6EBA1DCD1950}" type="slidenum">
              <a:rPr lang="zh-CN" altLang="en-US" smtClean="0"/>
              <a:pPr eaLnBrk="1" hangingPunct="1"/>
              <a:t>13</a:t>
            </a:fld>
            <a:endParaRPr lang="en-US" altLang="zh-CN" smtClean="0"/>
          </a:p>
        </p:txBody>
      </p:sp>
      <p:sp>
        <p:nvSpPr>
          <p:cNvPr id="1840132"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连接建立</a:t>
            </a:r>
            <a:endParaRPr lang="zh-CN" altLang="en-US" dirty="0"/>
          </a:p>
        </p:txBody>
      </p:sp>
      <p:sp>
        <p:nvSpPr>
          <p:cNvPr id="3" name="内容占位符 2"/>
          <p:cNvSpPr>
            <a:spLocks noGrp="1"/>
          </p:cNvSpPr>
          <p:nvPr>
            <p:ph idx="1"/>
          </p:nvPr>
        </p:nvSpPr>
        <p:spPr/>
        <p:txBody>
          <a:bodyPr/>
          <a:lstStyle/>
          <a:p>
            <a:pPr marL="0" indent="0">
              <a:buNone/>
            </a:pPr>
            <a:r>
              <a:rPr lang="zh-CN" altLang="en-US" sz="2400" dirty="0"/>
              <a:t>       </a:t>
            </a:r>
            <a:r>
              <a:rPr lang="en-US" altLang="zh-CN" sz="2400" dirty="0"/>
              <a:t>1.</a:t>
            </a:r>
            <a:r>
              <a:rPr lang="zh-CN" altLang="en-US" sz="2400" dirty="0"/>
              <a:t>当</a:t>
            </a:r>
            <a:r>
              <a:rPr lang="en-US" altLang="zh-CN" sz="2400" dirty="0"/>
              <a:t>SMTP</a:t>
            </a:r>
            <a:r>
              <a:rPr lang="zh-CN" altLang="en-US" sz="2400" dirty="0"/>
              <a:t>客户端每隔一定时间对邮件缓存扫描一次，如发现有邮件，就使用</a:t>
            </a:r>
            <a:r>
              <a:rPr lang="en-US" altLang="zh-CN" sz="2400" dirty="0"/>
              <a:t>SMTP</a:t>
            </a:r>
            <a:r>
              <a:rPr lang="zh-CN" altLang="en-US" sz="2400" dirty="0"/>
              <a:t>的熟知端口号</a:t>
            </a:r>
            <a:r>
              <a:rPr lang="en-US" altLang="zh-CN" sz="2400" dirty="0">
                <a:solidFill>
                  <a:srgbClr val="0000FF"/>
                </a:solidFill>
              </a:rPr>
              <a:t>25</a:t>
            </a:r>
            <a:r>
              <a:rPr lang="zh-CN" altLang="en-US" sz="2400" dirty="0"/>
              <a:t>与接收方的邮件服务器的</a:t>
            </a:r>
            <a:r>
              <a:rPr lang="en-US" altLang="zh-CN" sz="2400" dirty="0"/>
              <a:t>SMTP</a:t>
            </a:r>
            <a:r>
              <a:rPr lang="zh-CN" altLang="en-US" sz="2400" dirty="0"/>
              <a:t>服务器建立</a:t>
            </a:r>
            <a:r>
              <a:rPr lang="en-US" altLang="zh-CN" sz="2400" dirty="0"/>
              <a:t>TCP</a:t>
            </a:r>
            <a:r>
              <a:rPr lang="zh-CN" altLang="en-US" sz="2400" dirty="0"/>
              <a:t>连接。</a:t>
            </a:r>
          </a:p>
          <a:p>
            <a:pPr marL="0" indent="0">
              <a:buNone/>
            </a:pPr>
            <a:r>
              <a:rPr lang="zh-CN" altLang="en-US" sz="2400" dirty="0"/>
              <a:t>       </a:t>
            </a:r>
            <a:r>
              <a:rPr lang="en-US" altLang="zh-CN" sz="2400" dirty="0"/>
              <a:t>2.</a:t>
            </a:r>
            <a:r>
              <a:rPr lang="zh-CN" altLang="en-US" sz="2400" dirty="0"/>
              <a:t>接收方</a:t>
            </a:r>
            <a:r>
              <a:rPr lang="en-US" altLang="zh-CN" sz="2400" dirty="0"/>
              <a:t>SMTP</a:t>
            </a:r>
            <a:r>
              <a:rPr lang="zh-CN" altLang="en-US" sz="2400" dirty="0"/>
              <a:t>服务器发出“</a:t>
            </a:r>
            <a:r>
              <a:rPr lang="en-US" altLang="zh-CN" sz="2400" dirty="0">
                <a:solidFill>
                  <a:srgbClr val="0000FF"/>
                </a:solidFill>
              </a:rPr>
              <a:t>220</a:t>
            </a:r>
            <a:r>
              <a:rPr lang="en-US" altLang="zh-CN" sz="2400" dirty="0"/>
              <a:t> Service ready"</a:t>
            </a:r>
            <a:r>
              <a:rPr lang="zh-CN" altLang="en-US" sz="2400" dirty="0"/>
              <a:t>告诉客户端它已经准备好接收邮件。若服务器未就绪，它就发送代码</a:t>
            </a:r>
            <a:r>
              <a:rPr lang="en-US" altLang="zh-CN" sz="2400" dirty="0">
                <a:solidFill>
                  <a:srgbClr val="0000FF"/>
                </a:solidFill>
              </a:rPr>
              <a:t>421</a:t>
            </a:r>
            <a:r>
              <a:rPr lang="zh-CN" altLang="en-US" sz="2400" dirty="0"/>
              <a:t>（服务器不可用）。</a:t>
            </a:r>
          </a:p>
          <a:p>
            <a:pPr marL="0" indent="0">
              <a:buNone/>
            </a:pPr>
            <a:r>
              <a:rPr lang="zh-CN" altLang="en-US" sz="2400" dirty="0"/>
              <a:t>       </a:t>
            </a:r>
            <a:r>
              <a:rPr lang="en-US" altLang="zh-CN" sz="2400" dirty="0"/>
              <a:t>3.</a:t>
            </a:r>
            <a:r>
              <a:rPr lang="zh-CN" altLang="en-US" sz="2400" dirty="0"/>
              <a:t>客户发送</a:t>
            </a:r>
            <a:r>
              <a:rPr lang="en-US" altLang="zh-CN" sz="2400" dirty="0">
                <a:solidFill>
                  <a:srgbClr val="0000FF"/>
                </a:solidFill>
              </a:rPr>
              <a:t>HELO</a:t>
            </a:r>
            <a:r>
              <a:rPr lang="zh-CN" altLang="en-US" sz="2400" dirty="0"/>
              <a:t>报文，并使用它的域名地址标志自己。目的是：用来把客户的域名通知服务器，值得注意的是， 在</a:t>
            </a:r>
            <a:r>
              <a:rPr lang="en-US" altLang="zh-CN" sz="2400" dirty="0"/>
              <a:t>TCP</a:t>
            </a:r>
            <a:r>
              <a:rPr lang="zh-CN" altLang="en-US" sz="2400" dirty="0"/>
              <a:t>的连接建立阶段，发送方和接收方都是通过它们的</a:t>
            </a:r>
            <a:r>
              <a:rPr lang="en-US" altLang="zh-CN" sz="2400" dirty="0"/>
              <a:t>IP</a:t>
            </a:r>
            <a:r>
              <a:rPr lang="zh-CN" altLang="en-US" sz="2400" dirty="0"/>
              <a:t>地址来告诉对方的 。（</a:t>
            </a:r>
            <a:r>
              <a:rPr lang="en-US" altLang="zh-CN" sz="2400" dirty="0"/>
              <a:t>HELO</a:t>
            </a:r>
            <a:r>
              <a:rPr lang="zh-CN" altLang="en-US" sz="2400" dirty="0"/>
              <a:t>报文是最初的，用户名和密码都不加密。现在改为</a:t>
            </a:r>
            <a:r>
              <a:rPr lang="en-US" altLang="zh-CN" sz="2400" dirty="0"/>
              <a:t>EHLO</a:t>
            </a:r>
            <a:r>
              <a:rPr lang="zh-CN" altLang="en-US" sz="2400" dirty="0"/>
              <a:t>，用户名和密码都进行</a:t>
            </a:r>
            <a:r>
              <a:rPr lang="en-US" altLang="zh-CN" sz="2400" dirty="0"/>
              <a:t>base64</a:t>
            </a:r>
            <a:r>
              <a:rPr lang="zh-CN" altLang="en-US" sz="2400" dirty="0"/>
              <a:t>编码发送）</a:t>
            </a:r>
          </a:p>
          <a:p>
            <a:pPr marL="0" indent="0">
              <a:buNone/>
            </a:pPr>
            <a:r>
              <a:rPr lang="zh-CN" altLang="en-US" sz="2400" dirty="0"/>
              <a:t>       </a:t>
            </a:r>
            <a:r>
              <a:rPr lang="en-US" altLang="zh-CN" sz="2400" dirty="0"/>
              <a:t>4.</a:t>
            </a:r>
            <a:r>
              <a:rPr lang="zh-CN" altLang="en-US" sz="2400" dirty="0"/>
              <a:t>服务器响应代码</a:t>
            </a:r>
            <a:r>
              <a:rPr lang="en-US" altLang="zh-CN" sz="2400" dirty="0">
                <a:solidFill>
                  <a:srgbClr val="0000FF"/>
                </a:solidFill>
              </a:rPr>
              <a:t>250</a:t>
            </a:r>
            <a:r>
              <a:rPr lang="zh-CN" altLang="en-US" sz="2400" dirty="0"/>
              <a:t>（请求命令完成）或根据情况的其他一些代码。</a:t>
            </a:r>
          </a:p>
          <a:p>
            <a:pPr marL="0" indent="0">
              <a:buNone/>
            </a:pPr>
            <a:endParaRPr lang="zh-CN" altLang="en-US" sz="2400" dirty="0"/>
          </a:p>
        </p:txBody>
      </p:sp>
    </p:spTree>
    <p:extLst>
      <p:ext uri="{BB962C8B-B14F-4D97-AF65-F5344CB8AC3E}">
        <p14:creationId xmlns:p14="http://schemas.microsoft.com/office/powerpoint/2010/main" val="5179413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邮件传送</a:t>
            </a:r>
            <a:endParaRPr lang="zh-CN" altLang="en-US" dirty="0"/>
          </a:p>
        </p:txBody>
      </p:sp>
      <p:sp>
        <p:nvSpPr>
          <p:cNvPr id="3" name="内容占位符 2"/>
          <p:cNvSpPr>
            <a:spLocks noGrp="1"/>
          </p:cNvSpPr>
          <p:nvPr>
            <p:ph idx="1"/>
          </p:nvPr>
        </p:nvSpPr>
        <p:spPr/>
        <p:txBody>
          <a:bodyPr/>
          <a:lstStyle/>
          <a:p>
            <a:pPr marL="0" indent="0">
              <a:buNone/>
            </a:pPr>
            <a:r>
              <a:rPr lang="zh-CN" altLang="en-US" sz="2600" dirty="0"/>
              <a:t> </a:t>
            </a:r>
            <a:r>
              <a:rPr lang="zh-CN" altLang="en-US" sz="2600" dirty="0" smtClean="0"/>
              <a:t>      </a:t>
            </a:r>
            <a:r>
              <a:rPr lang="en-US" altLang="zh-CN" sz="2600" dirty="0" smtClean="0"/>
              <a:t>1</a:t>
            </a:r>
            <a:r>
              <a:rPr lang="en-US" altLang="zh-CN" sz="2600" dirty="0"/>
              <a:t>.</a:t>
            </a:r>
            <a:r>
              <a:rPr lang="zh-CN" altLang="en-US" sz="2600" dirty="0"/>
              <a:t>客户发送</a:t>
            </a:r>
            <a:r>
              <a:rPr lang="en-US" altLang="zh-CN" sz="2600" dirty="0">
                <a:solidFill>
                  <a:srgbClr val="0000FF"/>
                </a:solidFill>
              </a:rPr>
              <a:t>MAIL FROM</a:t>
            </a:r>
            <a:r>
              <a:rPr lang="zh-CN" altLang="en-US" sz="2600" dirty="0"/>
              <a:t>报文介绍报文的发送者。它包括发送人的邮件地址（邮箱名和域名，如</a:t>
            </a:r>
            <a:r>
              <a:rPr lang="en-US" altLang="zh-CN" sz="2600" dirty="0" err="1"/>
              <a:t>house@qq</a:t>
            </a:r>
            <a:r>
              <a:rPr lang="zh-CN" altLang="en-US" sz="2600" dirty="0"/>
              <a:t>）。这个步骤是必要的：因为可以给服务器在返回差错或报文时的返回邮件地址 。</a:t>
            </a:r>
          </a:p>
          <a:p>
            <a:pPr marL="0" indent="0">
              <a:buNone/>
            </a:pPr>
            <a:r>
              <a:rPr lang="zh-CN" altLang="en-US" sz="2600" dirty="0"/>
              <a:t>        </a:t>
            </a:r>
            <a:r>
              <a:rPr lang="en-US" altLang="zh-CN" sz="2600" dirty="0"/>
              <a:t>2.</a:t>
            </a:r>
            <a:r>
              <a:rPr lang="zh-CN" altLang="en-US" sz="2600" dirty="0"/>
              <a:t>服务器响应代码</a:t>
            </a:r>
            <a:r>
              <a:rPr lang="en-US" altLang="zh-CN" sz="2600" dirty="0">
                <a:solidFill>
                  <a:srgbClr val="0000FF"/>
                </a:solidFill>
              </a:rPr>
              <a:t>250</a:t>
            </a:r>
            <a:r>
              <a:rPr lang="zh-CN" altLang="en-US" sz="2600" dirty="0"/>
              <a:t>（请求命令完成）或其他适当的代码。</a:t>
            </a:r>
          </a:p>
          <a:p>
            <a:pPr marL="0" indent="0">
              <a:buNone/>
            </a:pPr>
            <a:r>
              <a:rPr lang="zh-CN" altLang="en-US" sz="2600" dirty="0"/>
              <a:t>        </a:t>
            </a:r>
            <a:r>
              <a:rPr lang="en-US" altLang="zh-CN" sz="2600" dirty="0"/>
              <a:t>3.</a:t>
            </a:r>
            <a:r>
              <a:rPr lang="zh-CN" altLang="en-US" sz="2600" dirty="0"/>
              <a:t>客户发送</a:t>
            </a:r>
            <a:r>
              <a:rPr lang="en-US" altLang="zh-CN" sz="2600" dirty="0">
                <a:solidFill>
                  <a:srgbClr val="0000FF"/>
                </a:solidFill>
              </a:rPr>
              <a:t>RCPT</a:t>
            </a:r>
            <a:r>
              <a:rPr lang="zh-CN" altLang="en-US" sz="2600" dirty="0"/>
              <a:t>（收件人）报文，包括收件人的邮件地址，</a:t>
            </a:r>
            <a:r>
              <a:rPr lang="en-US" altLang="zh-CN" sz="2600" dirty="0"/>
              <a:t>RCPT</a:t>
            </a:r>
            <a:r>
              <a:rPr lang="zh-CN" altLang="en-US" sz="2600" dirty="0"/>
              <a:t>命令的作用是 ： 先</a:t>
            </a:r>
            <a:r>
              <a:rPr lang="zh-CN" altLang="en-US" sz="2600" dirty="0">
                <a:solidFill>
                  <a:srgbClr val="0000FF"/>
                </a:solidFill>
              </a:rPr>
              <a:t>弄清</a:t>
            </a:r>
            <a:r>
              <a:rPr lang="zh-CN" altLang="en-US" sz="2600" dirty="0"/>
              <a:t>接收方系统是否</a:t>
            </a:r>
            <a:r>
              <a:rPr lang="zh-CN" altLang="en-US" sz="2600" dirty="0">
                <a:solidFill>
                  <a:srgbClr val="0000FF"/>
                </a:solidFill>
              </a:rPr>
              <a:t>已经准备好</a:t>
            </a:r>
            <a:r>
              <a:rPr lang="zh-CN" altLang="en-US" sz="2600" dirty="0"/>
              <a:t>接收邮件的准备，然后才发送邮件，这样做视为了避免浪费通信资源，不至于发送了很长的邮件以后才知道是因地址错误 。</a:t>
            </a:r>
          </a:p>
          <a:p>
            <a:pPr marL="0" indent="0">
              <a:buNone/>
            </a:pPr>
            <a:r>
              <a:rPr lang="zh-CN" altLang="en-US" sz="2600" dirty="0"/>
              <a:t>     </a:t>
            </a:r>
          </a:p>
        </p:txBody>
      </p:sp>
      <p:sp>
        <p:nvSpPr>
          <p:cNvPr id="4" name="日期占位符 3"/>
          <p:cNvSpPr>
            <a:spLocks noGrp="1"/>
          </p:cNvSpPr>
          <p:nvPr>
            <p:ph type="dt" sz="half" idx="10"/>
          </p:nvPr>
        </p:nvSpPr>
        <p:spPr/>
        <p:txBody>
          <a:bodyPr/>
          <a:lstStyle/>
          <a:p>
            <a:endParaRPr lang="en-US" altLang="zh-CN"/>
          </a:p>
        </p:txBody>
      </p:sp>
      <p:sp>
        <p:nvSpPr>
          <p:cNvPr id="5" name="页脚占位符 4"/>
          <p:cNvSpPr>
            <a:spLocks noGrp="1"/>
          </p:cNvSpPr>
          <p:nvPr>
            <p:ph type="ftr" sz="quarter" idx="11"/>
          </p:nvPr>
        </p:nvSpPr>
        <p:spPr/>
        <p:txBody>
          <a:bodyPr/>
          <a:lstStyle/>
          <a:p>
            <a:r>
              <a:rPr lang="en-US" altLang="zh-CN" smtClean="0"/>
              <a:t>ppt课件</a:t>
            </a:r>
            <a:endParaRPr lang="en-US" altLang="zh-CN"/>
          </a:p>
        </p:txBody>
      </p:sp>
      <p:sp>
        <p:nvSpPr>
          <p:cNvPr id="6" name="灯片编号占位符 5"/>
          <p:cNvSpPr>
            <a:spLocks noGrp="1"/>
          </p:cNvSpPr>
          <p:nvPr>
            <p:ph type="sldNum" sz="quarter" idx="12"/>
          </p:nvPr>
        </p:nvSpPr>
        <p:spPr/>
        <p:txBody>
          <a:bodyPr/>
          <a:lstStyle/>
          <a:p>
            <a:fld id="{EB7CA65C-4566-4F22-82C0-F7928AFB6C2C}" type="slidenum">
              <a:rPr lang="zh-CN" altLang="en-US" smtClean="0"/>
              <a:pPr/>
              <a:t>15</a:t>
            </a:fld>
            <a:endParaRPr lang="en-US" altLang="zh-CN"/>
          </a:p>
        </p:txBody>
      </p:sp>
    </p:spTree>
    <p:extLst>
      <p:ext uri="{BB962C8B-B14F-4D97-AF65-F5344CB8AC3E}">
        <p14:creationId xmlns:p14="http://schemas.microsoft.com/office/powerpoint/2010/main" val="12910831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邮件传送</a:t>
            </a:r>
            <a:endParaRPr lang="zh-CN" altLang="en-US" dirty="0"/>
          </a:p>
        </p:txBody>
      </p:sp>
      <p:sp>
        <p:nvSpPr>
          <p:cNvPr id="3" name="内容占位符 2"/>
          <p:cNvSpPr>
            <a:spLocks noGrp="1"/>
          </p:cNvSpPr>
          <p:nvPr>
            <p:ph idx="1"/>
          </p:nvPr>
        </p:nvSpPr>
        <p:spPr/>
        <p:txBody>
          <a:bodyPr/>
          <a:lstStyle/>
          <a:p>
            <a:pPr marL="0" indent="0">
              <a:buNone/>
            </a:pPr>
            <a:r>
              <a:rPr lang="zh-CN" altLang="en-US" sz="2600" dirty="0"/>
              <a:t>        </a:t>
            </a:r>
            <a:r>
              <a:rPr lang="en-US" altLang="zh-CN" sz="2600" dirty="0"/>
              <a:t>4.</a:t>
            </a:r>
            <a:r>
              <a:rPr lang="zh-CN" altLang="en-US" sz="2600" dirty="0"/>
              <a:t>服务器响应代码</a:t>
            </a:r>
            <a:r>
              <a:rPr lang="en-US" altLang="zh-CN" sz="2600" dirty="0">
                <a:solidFill>
                  <a:srgbClr val="0000FF"/>
                </a:solidFill>
              </a:rPr>
              <a:t>250</a:t>
            </a:r>
            <a:r>
              <a:rPr lang="zh-CN" altLang="en-US" sz="2600" dirty="0"/>
              <a:t>或其他适当的代码。</a:t>
            </a:r>
          </a:p>
          <a:p>
            <a:pPr marL="0" indent="0">
              <a:buNone/>
            </a:pPr>
            <a:r>
              <a:rPr lang="zh-CN" altLang="en-US" sz="2600" dirty="0"/>
              <a:t>        </a:t>
            </a:r>
            <a:r>
              <a:rPr lang="en-US" altLang="zh-CN" sz="2600" dirty="0"/>
              <a:t>5.</a:t>
            </a:r>
            <a:r>
              <a:rPr lang="zh-CN" altLang="en-US" sz="2600" dirty="0"/>
              <a:t>客户发送</a:t>
            </a:r>
            <a:r>
              <a:rPr lang="en-US" altLang="zh-CN" sz="2600" dirty="0">
                <a:solidFill>
                  <a:srgbClr val="0000FF"/>
                </a:solidFill>
              </a:rPr>
              <a:t>DATA</a:t>
            </a:r>
            <a:r>
              <a:rPr lang="zh-CN" altLang="en-US" sz="2600" dirty="0"/>
              <a:t>报文对报文的传送进行</a:t>
            </a:r>
            <a:r>
              <a:rPr lang="zh-CN" altLang="en-US" sz="2600" dirty="0">
                <a:solidFill>
                  <a:srgbClr val="0000FF"/>
                </a:solidFill>
              </a:rPr>
              <a:t>初始化</a:t>
            </a:r>
            <a:r>
              <a:rPr lang="zh-CN" altLang="en-US" sz="2600" dirty="0"/>
              <a:t>，</a:t>
            </a:r>
            <a:r>
              <a:rPr lang="en-US" altLang="zh-CN" sz="2600" dirty="0"/>
              <a:t>DATA</a:t>
            </a:r>
            <a:r>
              <a:rPr lang="zh-CN" altLang="en-US" sz="2600" dirty="0"/>
              <a:t>命令表示要开始传送邮件的内容了。</a:t>
            </a:r>
          </a:p>
          <a:p>
            <a:pPr marL="0" indent="0">
              <a:buNone/>
            </a:pPr>
            <a:r>
              <a:rPr lang="zh-CN" altLang="en-US" sz="2600" dirty="0"/>
              <a:t>        </a:t>
            </a:r>
            <a:r>
              <a:rPr lang="en-US" altLang="zh-CN" sz="2600" dirty="0"/>
              <a:t>6.</a:t>
            </a:r>
            <a:r>
              <a:rPr lang="zh-CN" altLang="en-US" sz="2600" dirty="0"/>
              <a:t>服务器响应代码</a:t>
            </a:r>
            <a:r>
              <a:rPr lang="en-US" altLang="zh-CN" sz="2600" dirty="0"/>
              <a:t>"</a:t>
            </a:r>
            <a:r>
              <a:rPr lang="en-US" altLang="zh-CN" sz="2600" dirty="0">
                <a:solidFill>
                  <a:srgbClr val="0000FF"/>
                </a:solidFill>
              </a:rPr>
              <a:t>354</a:t>
            </a:r>
            <a:r>
              <a:rPr lang="en-US" altLang="zh-CN" sz="2600" dirty="0"/>
              <a:t> Start mail input: end with &lt;CRLF&gt;.&lt;CRLF&gt;"</a:t>
            </a:r>
            <a:r>
              <a:rPr lang="zh-CN" altLang="en-US" sz="2600" dirty="0"/>
              <a:t>或其他适当的报文（如</a:t>
            </a:r>
            <a:r>
              <a:rPr lang="en-US" altLang="zh-CN" sz="2600" dirty="0"/>
              <a:t>421 </a:t>
            </a:r>
            <a:r>
              <a:rPr lang="zh-CN" altLang="en-US" sz="2600" dirty="0"/>
              <a:t>服务器不可用，</a:t>
            </a:r>
            <a:r>
              <a:rPr lang="en-US" altLang="zh-CN" sz="2600" dirty="0"/>
              <a:t>500 </a:t>
            </a:r>
            <a:r>
              <a:rPr lang="zh-CN" altLang="en-US" sz="2600" dirty="0"/>
              <a:t>命令无法识别）。</a:t>
            </a:r>
          </a:p>
          <a:p>
            <a:pPr marL="0" indent="0">
              <a:buNone/>
            </a:pPr>
            <a:r>
              <a:rPr lang="zh-CN" altLang="en-US" sz="2600" dirty="0"/>
              <a:t>        </a:t>
            </a:r>
            <a:r>
              <a:rPr lang="en-US" altLang="zh-CN" sz="2600" dirty="0"/>
              <a:t>7.</a:t>
            </a:r>
            <a:r>
              <a:rPr lang="zh-CN" altLang="en-US" sz="2600" dirty="0"/>
              <a:t>客户用连续的行发送报文的内容。每一行的行结束时输入 </a:t>
            </a:r>
            <a:r>
              <a:rPr lang="en-US" altLang="zh-CN" sz="2600" dirty="0"/>
              <a:t>&lt;CRLF&gt;.&lt;CRLF&gt;</a:t>
            </a:r>
            <a:r>
              <a:rPr lang="zh-CN" altLang="en-US" sz="2600" dirty="0"/>
              <a:t> ，即回车换行</a:t>
            </a:r>
            <a:r>
              <a:rPr lang="en-US" altLang="zh-CN" sz="2600" dirty="0"/>
              <a:t>.</a:t>
            </a:r>
            <a:r>
              <a:rPr lang="zh-CN" altLang="en-US" sz="2600" dirty="0"/>
              <a:t>回车换行，表示邮件内容结束。</a:t>
            </a:r>
          </a:p>
          <a:p>
            <a:pPr marL="0" indent="0">
              <a:buNone/>
            </a:pPr>
            <a:r>
              <a:rPr lang="zh-CN" altLang="en-US" sz="2600" dirty="0"/>
              <a:t>        </a:t>
            </a:r>
            <a:r>
              <a:rPr lang="en-US" altLang="zh-CN" sz="2600" dirty="0"/>
              <a:t>8.</a:t>
            </a:r>
            <a:r>
              <a:rPr lang="zh-CN" altLang="en-US" sz="2600" dirty="0"/>
              <a:t>服务器响应代码（</a:t>
            </a:r>
            <a:r>
              <a:rPr lang="en-US" altLang="zh-CN" sz="2600" dirty="0">
                <a:solidFill>
                  <a:srgbClr val="0000FF"/>
                </a:solidFill>
              </a:rPr>
              <a:t>250 </a:t>
            </a:r>
            <a:r>
              <a:rPr lang="zh-CN" altLang="en-US" sz="2600" dirty="0"/>
              <a:t>请求命令完成）或其他适当的代码。</a:t>
            </a:r>
          </a:p>
          <a:p>
            <a:pPr marL="0" indent="0">
              <a:buNone/>
            </a:pPr>
            <a:endParaRPr lang="zh-CN" altLang="en-US" sz="2600" dirty="0"/>
          </a:p>
        </p:txBody>
      </p:sp>
    </p:spTree>
    <p:extLst>
      <p:ext uri="{BB962C8B-B14F-4D97-AF65-F5344CB8AC3E}">
        <p14:creationId xmlns:p14="http://schemas.microsoft.com/office/powerpoint/2010/main" val="21807015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连接释放</a:t>
            </a:r>
            <a:endParaRPr lang="zh-CN" altLang="en-US" dirty="0"/>
          </a:p>
        </p:txBody>
      </p:sp>
      <p:sp>
        <p:nvSpPr>
          <p:cNvPr id="3" name="内容占位符 2"/>
          <p:cNvSpPr>
            <a:spLocks noGrp="1"/>
          </p:cNvSpPr>
          <p:nvPr>
            <p:ph idx="1"/>
          </p:nvPr>
        </p:nvSpPr>
        <p:spPr/>
        <p:txBody>
          <a:bodyPr/>
          <a:lstStyle/>
          <a:p>
            <a:pPr marL="0" indent="0">
              <a:buNone/>
            </a:pPr>
            <a:r>
              <a:rPr lang="zh-CN" altLang="en-US" dirty="0"/>
              <a:t> </a:t>
            </a:r>
            <a:r>
              <a:rPr lang="en-US" altLang="zh-CN" dirty="0"/>
              <a:t>1.</a:t>
            </a:r>
            <a:r>
              <a:rPr lang="zh-CN" altLang="en-US" dirty="0"/>
              <a:t>客户发送</a:t>
            </a:r>
            <a:r>
              <a:rPr lang="en-US" altLang="zh-CN" dirty="0">
                <a:solidFill>
                  <a:srgbClr val="0000FF"/>
                </a:solidFill>
              </a:rPr>
              <a:t>QUIT</a:t>
            </a:r>
            <a:r>
              <a:rPr lang="zh-CN" altLang="en-US" dirty="0"/>
              <a:t>命令。</a:t>
            </a:r>
          </a:p>
          <a:p>
            <a:pPr marL="0" indent="0">
              <a:buNone/>
            </a:pPr>
            <a:r>
              <a:rPr lang="zh-CN" altLang="en-US" dirty="0" smtClean="0"/>
              <a:t> </a:t>
            </a:r>
            <a:r>
              <a:rPr lang="en-US" altLang="zh-CN" dirty="0"/>
              <a:t>2.</a:t>
            </a:r>
            <a:r>
              <a:rPr lang="zh-CN" altLang="en-US" dirty="0"/>
              <a:t>服务器响应</a:t>
            </a:r>
            <a:r>
              <a:rPr lang="en-US" altLang="zh-CN" dirty="0">
                <a:solidFill>
                  <a:srgbClr val="0000FF"/>
                </a:solidFill>
              </a:rPr>
              <a:t>221</a:t>
            </a:r>
            <a:r>
              <a:rPr lang="zh-CN" altLang="en-US" dirty="0"/>
              <a:t>（服务关闭）或其他代码。</a:t>
            </a:r>
          </a:p>
        </p:txBody>
      </p:sp>
      <p:sp>
        <p:nvSpPr>
          <p:cNvPr id="4" name="日期占位符 3"/>
          <p:cNvSpPr>
            <a:spLocks noGrp="1"/>
          </p:cNvSpPr>
          <p:nvPr>
            <p:ph type="dt" sz="half" idx="10"/>
          </p:nvPr>
        </p:nvSpPr>
        <p:spPr/>
        <p:txBody>
          <a:bodyPr/>
          <a:lstStyle/>
          <a:p>
            <a:endParaRPr lang="en-US" altLang="zh-CN"/>
          </a:p>
        </p:txBody>
      </p:sp>
      <p:sp>
        <p:nvSpPr>
          <p:cNvPr id="5" name="页脚占位符 4"/>
          <p:cNvSpPr>
            <a:spLocks noGrp="1"/>
          </p:cNvSpPr>
          <p:nvPr>
            <p:ph type="ftr" sz="quarter" idx="11"/>
          </p:nvPr>
        </p:nvSpPr>
        <p:spPr/>
        <p:txBody>
          <a:bodyPr/>
          <a:lstStyle/>
          <a:p>
            <a:r>
              <a:rPr lang="en-US" altLang="zh-CN" smtClean="0"/>
              <a:t>ppt课件</a:t>
            </a:r>
            <a:endParaRPr lang="en-US" altLang="zh-CN"/>
          </a:p>
        </p:txBody>
      </p:sp>
      <p:sp>
        <p:nvSpPr>
          <p:cNvPr id="6" name="灯片编号占位符 5"/>
          <p:cNvSpPr>
            <a:spLocks noGrp="1"/>
          </p:cNvSpPr>
          <p:nvPr>
            <p:ph type="sldNum" sz="quarter" idx="12"/>
          </p:nvPr>
        </p:nvSpPr>
        <p:spPr/>
        <p:txBody>
          <a:bodyPr/>
          <a:lstStyle/>
          <a:p>
            <a:fld id="{EB7CA65C-4566-4F22-82C0-F7928AFB6C2C}" type="slidenum">
              <a:rPr lang="zh-CN" altLang="en-US" smtClean="0"/>
              <a:pPr/>
              <a:t>17</a:t>
            </a:fld>
            <a:endParaRPr lang="en-US" altLang="zh-CN"/>
          </a:p>
        </p:txBody>
      </p:sp>
    </p:spTree>
    <p:extLst>
      <p:ext uri="{BB962C8B-B14F-4D97-AF65-F5344CB8AC3E}">
        <p14:creationId xmlns:p14="http://schemas.microsoft.com/office/powerpoint/2010/main" val="35460334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2177" name="Rectangle 2"/>
          <p:cNvSpPr>
            <a:spLocks noGrp="1" noChangeArrowheads="1"/>
          </p:cNvSpPr>
          <p:nvPr>
            <p:ph type="title"/>
          </p:nvPr>
        </p:nvSpPr>
        <p:spPr>
          <a:xfrm>
            <a:off x="495300" y="188913"/>
            <a:ext cx="9066213" cy="792162"/>
          </a:xfrm>
        </p:spPr>
        <p:txBody>
          <a:bodyPr/>
          <a:lstStyle/>
          <a:p>
            <a:pPr marL="838200" indent="-838200"/>
            <a:r>
              <a:rPr lang="en-US" altLang="zh-CN" smtClean="0">
                <a:ea typeface="黑体" panose="02010609060101010101" pitchFamily="49" charset="-122"/>
              </a:rPr>
              <a:t>6.5.3  </a:t>
            </a:r>
            <a:r>
              <a:rPr lang="zh-CN" altLang="en-US" smtClean="0">
                <a:ea typeface="黑体" panose="02010609060101010101" pitchFamily="49" charset="-122"/>
              </a:rPr>
              <a:t>电子邮件的信息格式 </a:t>
            </a:r>
          </a:p>
        </p:txBody>
      </p:sp>
      <p:sp>
        <p:nvSpPr>
          <p:cNvPr id="1163267" name="Rectangle 3"/>
          <p:cNvSpPr>
            <a:spLocks noGrp="1" noChangeArrowheads="1"/>
          </p:cNvSpPr>
          <p:nvPr>
            <p:ph idx="1"/>
          </p:nvPr>
        </p:nvSpPr>
        <p:spPr>
          <a:xfrm>
            <a:off x="495300" y="1196975"/>
            <a:ext cx="9066213" cy="4933950"/>
          </a:xfrm>
        </p:spPr>
        <p:txBody>
          <a:bodyPr/>
          <a:lstStyle/>
          <a:p>
            <a:r>
              <a:rPr lang="zh-CN" altLang="en-US" dirty="0" smtClean="0">
                <a:ea typeface="黑体" panose="02010609060101010101" pitchFamily="49" charset="-122"/>
              </a:rPr>
              <a:t>一个电子邮件分为</a:t>
            </a:r>
            <a:r>
              <a:rPr lang="zh-CN" altLang="en-US" dirty="0" smtClean="0">
                <a:solidFill>
                  <a:srgbClr val="FF0000"/>
                </a:solidFill>
                <a:ea typeface="黑体" panose="02010609060101010101" pitchFamily="49" charset="-122"/>
              </a:rPr>
              <a:t>信封</a:t>
            </a:r>
            <a:r>
              <a:rPr lang="zh-CN" altLang="en-US" dirty="0" smtClean="0">
                <a:ea typeface="黑体" panose="02010609060101010101" pitchFamily="49" charset="-122"/>
              </a:rPr>
              <a:t>和</a:t>
            </a:r>
            <a:r>
              <a:rPr lang="zh-CN" altLang="en-US" dirty="0" smtClean="0">
                <a:solidFill>
                  <a:srgbClr val="FF0000"/>
                </a:solidFill>
                <a:ea typeface="黑体" panose="02010609060101010101" pitchFamily="49" charset="-122"/>
              </a:rPr>
              <a:t>内容</a:t>
            </a:r>
            <a:r>
              <a:rPr lang="zh-CN" altLang="en-US" dirty="0" smtClean="0">
                <a:ea typeface="黑体" panose="02010609060101010101" pitchFamily="49" charset="-122"/>
              </a:rPr>
              <a:t>两大部分。</a:t>
            </a:r>
          </a:p>
          <a:p>
            <a:r>
              <a:rPr lang="en-US" altLang="zh-CN" dirty="0" smtClean="0">
                <a:ea typeface="黑体" panose="02010609060101010101" pitchFamily="49" charset="-122"/>
              </a:rPr>
              <a:t>RFC 822 </a:t>
            </a:r>
            <a:r>
              <a:rPr lang="zh-CN" altLang="en-US" dirty="0" smtClean="0">
                <a:ea typeface="黑体" panose="02010609060101010101" pitchFamily="49" charset="-122"/>
              </a:rPr>
              <a:t>只规定了邮件</a:t>
            </a:r>
            <a:r>
              <a:rPr lang="zh-CN" altLang="en-US" dirty="0" smtClean="0">
                <a:solidFill>
                  <a:srgbClr val="FF0000"/>
                </a:solidFill>
                <a:ea typeface="黑体" panose="02010609060101010101" pitchFamily="49" charset="-122"/>
              </a:rPr>
              <a:t>内容</a:t>
            </a:r>
            <a:r>
              <a:rPr lang="zh-CN" altLang="en-US" dirty="0" smtClean="0">
                <a:ea typeface="黑体" panose="02010609060101010101" pitchFamily="49" charset="-122"/>
              </a:rPr>
              <a:t>中的</a:t>
            </a:r>
            <a:r>
              <a:rPr lang="zh-CN" altLang="en-US" dirty="0" smtClean="0">
                <a:solidFill>
                  <a:srgbClr val="FF0000"/>
                </a:solidFill>
                <a:ea typeface="黑体" panose="02010609060101010101" pitchFamily="49" charset="-122"/>
              </a:rPr>
              <a:t>首部 </a:t>
            </a:r>
            <a:r>
              <a:rPr lang="en-US" altLang="zh-CN" dirty="0" smtClean="0">
                <a:ea typeface="黑体" panose="02010609060101010101" pitchFamily="49" charset="-122"/>
              </a:rPr>
              <a:t>(header) </a:t>
            </a:r>
            <a:r>
              <a:rPr lang="zh-CN" altLang="en-US" dirty="0" smtClean="0">
                <a:ea typeface="黑体" panose="02010609060101010101" pitchFamily="49" charset="-122"/>
              </a:rPr>
              <a:t>格式，而对邮件的</a:t>
            </a:r>
            <a:r>
              <a:rPr lang="zh-CN" altLang="en-US" dirty="0" smtClean="0">
                <a:solidFill>
                  <a:srgbClr val="FF0000"/>
                </a:solidFill>
                <a:ea typeface="黑体" panose="02010609060101010101" pitchFamily="49" charset="-122"/>
              </a:rPr>
              <a:t>主体 </a:t>
            </a:r>
            <a:r>
              <a:rPr lang="en-US" altLang="zh-CN" dirty="0" smtClean="0">
                <a:ea typeface="黑体" panose="02010609060101010101" pitchFamily="49" charset="-122"/>
              </a:rPr>
              <a:t>(body )</a:t>
            </a:r>
            <a:r>
              <a:rPr lang="zh-CN" altLang="en-US" dirty="0" smtClean="0">
                <a:ea typeface="黑体" panose="02010609060101010101" pitchFamily="49" charset="-122"/>
              </a:rPr>
              <a:t>部分则让用户自由撰写。</a:t>
            </a:r>
          </a:p>
          <a:p>
            <a:r>
              <a:rPr lang="zh-CN" altLang="en-US" dirty="0" smtClean="0">
                <a:ea typeface="黑体" panose="02010609060101010101" pitchFamily="49" charset="-122"/>
              </a:rPr>
              <a:t>用户写好首部后，邮件</a:t>
            </a:r>
            <a:r>
              <a:rPr lang="zh-CN" altLang="en-US" dirty="0" smtClean="0">
                <a:solidFill>
                  <a:srgbClr val="0000FF"/>
                </a:solidFill>
                <a:ea typeface="黑体" panose="02010609060101010101" pitchFamily="49" charset="-122"/>
              </a:rPr>
              <a:t>系统将自动</a:t>
            </a:r>
            <a:r>
              <a:rPr lang="zh-CN" altLang="en-US" dirty="0" smtClean="0">
                <a:ea typeface="黑体" panose="02010609060101010101" pitchFamily="49" charset="-122"/>
              </a:rPr>
              <a:t>地将</a:t>
            </a:r>
            <a:r>
              <a:rPr lang="zh-CN" altLang="en-US" dirty="0" smtClean="0">
                <a:solidFill>
                  <a:srgbClr val="0000FF"/>
                </a:solidFill>
                <a:ea typeface="黑体" panose="02010609060101010101" pitchFamily="49" charset="-122"/>
              </a:rPr>
              <a:t>信封</a:t>
            </a:r>
            <a:r>
              <a:rPr lang="zh-CN" altLang="en-US" dirty="0" smtClean="0">
                <a:ea typeface="黑体" panose="02010609060101010101" pitchFamily="49" charset="-122"/>
              </a:rPr>
              <a:t>所需的信息提取出来并写在信封上。所以用户不需要填写电子邮件信封上的信息。</a:t>
            </a:r>
          </a:p>
          <a:p>
            <a:r>
              <a:rPr lang="zh-CN" altLang="en-US" dirty="0" smtClean="0">
                <a:ea typeface="黑体" panose="02010609060101010101" pitchFamily="49" charset="-122"/>
              </a:rPr>
              <a:t>邮件内容首部包括一些</a:t>
            </a:r>
            <a:r>
              <a:rPr lang="zh-CN" altLang="en-US" dirty="0" smtClean="0">
                <a:solidFill>
                  <a:srgbClr val="0000FF"/>
                </a:solidFill>
                <a:ea typeface="黑体" panose="02010609060101010101" pitchFamily="49" charset="-122"/>
              </a:rPr>
              <a:t>关键字</a:t>
            </a:r>
            <a:r>
              <a:rPr lang="zh-CN" altLang="en-US" dirty="0" smtClean="0">
                <a:ea typeface="黑体" panose="02010609060101010101" pitchFamily="49" charset="-122"/>
              </a:rPr>
              <a:t>，后面加上冒号。最重要的关键字是：</a:t>
            </a:r>
            <a:r>
              <a:rPr lang="en-US" altLang="zh-CN" dirty="0" smtClean="0">
                <a:ea typeface="黑体" panose="02010609060101010101" pitchFamily="49" charset="-122"/>
              </a:rPr>
              <a:t>To </a:t>
            </a:r>
            <a:r>
              <a:rPr lang="zh-CN" altLang="en-US" dirty="0" smtClean="0">
                <a:ea typeface="黑体" panose="02010609060101010101" pitchFamily="49" charset="-122"/>
              </a:rPr>
              <a:t>和 </a:t>
            </a:r>
            <a:r>
              <a:rPr lang="en-US" altLang="zh-CN" dirty="0" smtClean="0">
                <a:ea typeface="黑体" panose="02010609060101010101" pitchFamily="49" charset="-122"/>
              </a:rPr>
              <a:t>Subject</a:t>
            </a:r>
            <a:r>
              <a:rPr lang="zh-CN" altLang="en-US" dirty="0" smtClean="0">
                <a:ea typeface="黑体" panose="02010609060101010101" pitchFamily="49" charset="-122"/>
              </a:rPr>
              <a:t>。</a:t>
            </a:r>
            <a:r>
              <a:rPr lang="zh-CN" altLang="en-US" sz="3600" dirty="0" smtClean="0">
                <a:ea typeface="黑体" panose="02010609060101010101" pitchFamily="49" charset="-122"/>
              </a:rPr>
              <a:t>  </a:t>
            </a:r>
            <a:r>
              <a:rPr lang="zh-CN" altLang="en-US" dirty="0" smtClean="0">
                <a:ea typeface="黑体" panose="02010609060101010101" pitchFamily="49" charset="-122"/>
              </a:rPr>
              <a:t> </a:t>
            </a:r>
          </a:p>
        </p:txBody>
      </p:sp>
      <p:sp>
        <p:nvSpPr>
          <p:cNvPr id="1842179"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F4465BE-ECB0-4779-9622-56FE65A69E63}" type="slidenum">
              <a:rPr lang="zh-CN" altLang="en-US" smtClean="0"/>
              <a:pPr eaLnBrk="1" hangingPunct="1"/>
              <a:t>18</a:t>
            </a:fld>
            <a:endParaRPr lang="en-US" altLang="zh-CN" smtClean="0"/>
          </a:p>
        </p:txBody>
      </p:sp>
      <p:sp>
        <p:nvSpPr>
          <p:cNvPr id="1842180"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163267">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163267">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16326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4225"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邮件内容的首部 </a:t>
            </a:r>
          </a:p>
        </p:txBody>
      </p:sp>
      <p:sp>
        <p:nvSpPr>
          <p:cNvPr id="1165315" name="Rectangle 3"/>
          <p:cNvSpPr>
            <a:spLocks noGrp="1" noChangeArrowheads="1"/>
          </p:cNvSpPr>
          <p:nvPr>
            <p:ph idx="1"/>
          </p:nvPr>
        </p:nvSpPr>
        <p:spPr>
          <a:xfrm>
            <a:off x="495300" y="1196975"/>
            <a:ext cx="9066213" cy="4933950"/>
          </a:xfrm>
        </p:spPr>
        <p:txBody>
          <a:bodyPr/>
          <a:lstStyle/>
          <a:p>
            <a:r>
              <a:rPr lang="en-US" altLang="zh-CN" sz="3000" dirty="0" smtClean="0">
                <a:solidFill>
                  <a:srgbClr val="FF0000"/>
                </a:solidFill>
                <a:ea typeface="黑体" panose="02010609060101010101" pitchFamily="49" charset="-122"/>
              </a:rPr>
              <a:t>“To:” </a:t>
            </a:r>
            <a:r>
              <a:rPr lang="zh-CN" altLang="en-US" sz="3000" dirty="0" smtClean="0">
                <a:ea typeface="黑体" panose="02010609060101010101" pitchFamily="49" charset="-122"/>
              </a:rPr>
              <a:t>后面填入一个或多个收件人的电子邮件地址。用户只需打开地址簿，点击收件人名字，收件人的电子邮件地址就会自动地填入到合适的位置上。</a:t>
            </a:r>
          </a:p>
          <a:p>
            <a:r>
              <a:rPr lang="en-US" altLang="zh-CN" sz="3000" dirty="0" smtClean="0">
                <a:solidFill>
                  <a:srgbClr val="FF0000"/>
                </a:solidFill>
                <a:ea typeface="黑体" panose="02010609060101010101" pitchFamily="49" charset="-122"/>
              </a:rPr>
              <a:t>“Subject:” </a:t>
            </a:r>
            <a:r>
              <a:rPr lang="zh-CN" altLang="en-US" sz="3000" dirty="0" smtClean="0">
                <a:ea typeface="黑体" panose="02010609060101010101" pitchFamily="49" charset="-122"/>
              </a:rPr>
              <a:t>是邮件的主题。它反映了邮件的主要内容，便于用户查找邮件。</a:t>
            </a:r>
          </a:p>
          <a:p>
            <a:r>
              <a:rPr lang="en-US" altLang="zh-CN" sz="3000" dirty="0" smtClean="0">
                <a:solidFill>
                  <a:srgbClr val="FF0000"/>
                </a:solidFill>
                <a:ea typeface="黑体" panose="02010609060101010101" pitchFamily="49" charset="-122"/>
              </a:rPr>
              <a:t>“Cc:”  </a:t>
            </a:r>
            <a:r>
              <a:rPr lang="zh-CN" altLang="en-US" sz="3000" dirty="0" smtClean="0">
                <a:ea typeface="黑体" panose="02010609060101010101" pitchFamily="49" charset="-122"/>
              </a:rPr>
              <a:t>表示应给某某人发送一个邮件副本。</a:t>
            </a:r>
          </a:p>
          <a:p>
            <a:r>
              <a:rPr lang="en-US" altLang="zh-CN" sz="3000" dirty="0" smtClean="0">
                <a:solidFill>
                  <a:srgbClr val="FF0000"/>
                </a:solidFill>
                <a:ea typeface="黑体" panose="02010609060101010101" pitchFamily="49" charset="-122"/>
              </a:rPr>
              <a:t>“From” </a:t>
            </a:r>
            <a:r>
              <a:rPr lang="zh-CN" altLang="en-US" sz="3000" dirty="0" smtClean="0">
                <a:ea typeface="黑体" panose="02010609060101010101" pitchFamily="49" charset="-122"/>
              </a:rPr>
              <a:t>和 “</a:t>
            </a:r>
            <a:r>
              <a:rPr lang="en-US" altLang="zh-CN" sz="3000" dirty="0" smtClean="0">
                <a:solidFill>
                  <a:srgbClr val="FF0000"/>
                </a:solidFill>
                <a:ea typeface="黑体" panose="02010609060101010101" pitchFamily="49" charset="-122"/>
              </a:rPr>
              <a:t>Date</a:t>
            </a:r>
            <a:r>
              <a:rPr lang="en-US" altLang="zh-CN" sz="3000" dirty="0" smtClean="0">
                <a:ea typeface="黑体" panose="02010609060101010101" pitchFamily="49" charset="-122"/>
              </a:rPr>
              <a:t>” </a:t>
            </a:r>
            <a:r>
              <a:rPr lang="zh-CN" altLang="en-US" sz="3000" dirty="0" smtClean="0">
                <a:ea typeface="黑体" panose="02010609060101010101" pitchFamily="49" charset="-122"/>
              </a:rPr>
              <a:t>表示发信人的电子邮件地址和发信日期。</a:t>
            </a:r>
            <a:endParaRPr lang="en-US" altLang="zh-CN" sz="3000" dirty="0" smtClean="0">
              <a:ea typeface="黑体" panose="02010609060101010101" pitchFamily="49" charset="-122"/>
            </a:endParaRPr>
          </a:p>
          <a:p>
            <a:r>
              <a:rPr lang="en-US" altLang="zh-CN" sz="3000" dirty="0" smtClean="0">
                <a:solidFill>
                  <a:srgbClr val="FF0000"/>
                </a:solidFill>
                <a:ea typeface="黑体" panose="02010609060101010101" pitchFamily="49" charset="-122"/>
              </a:rPr>
              <a:t>“Reply-To” </a:t>
            </a:r>
            <a:r>
              <a:rPr lang="zh-CN" altLang="en-US" sz="3000" dirty="0" smtClean="0">
                <a:ea typeface="黑体" panose="02010609060101010101" pitchFamily="49" charset="-122"/>
              </a:rPr>
              <a:t>是对方回信所用的地址。   </a:t>
            </a:r>
          </a:p>
        </p:txBody>
      </p:sp>
      <p:sp>
        <p:nvSpPr>
          <p:cNvPr id="1844227"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C6908AE8-99AD-44ED-BA39-C186984F341D}" type="slidenum">
              <a:rPr lang="zh-CN" altLang="en-US" smtClean="0"/>
              <a:pPr eaLnBrk="1" hangingPunct="1"/>
              <a:t>19</a:t>
            </a:fld>
            <a:endParaRPr lang="en-US" altLang="zh-CN" smtClean="0"/>
          </a:p>
        </p:txBody>
      </p:sp>
      <p:sp>
        <p:nvSpPr>
          <p:cNvPr id="1844228"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65315">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65315">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65315">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6531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65315"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6273" name="Rectangle 2"/>
          <p:cNvSpPr>
            <a:spLocks noGrp="1" noChangeArrowheads="1"/>
          </p:cNvSpPr>
          <p:nvPr>
            <p:ph type="title"/>
          </p:nvPr>
        </p:nvSpPr>
        <p:spPr>
          <a:xfrm>
            <a:off x="495300" y="188913"/>
            <a:ext cx="9066213" cy="792162"/>
          </a:xfrm>
        </p:spPr>
        <p:txBody>
          <a:bodyPr/>
          <a:lstStyle/>
          <a:p>
            <a:r>
              <a:rPr lang="en-US" altLang="zh-CN" sz="4000" smtClean="0">
                <a:ea typeface="黑体" panose="02010609060101010101" pitchFamily="49" charset="-122"/>
              </a:rPr>
              <a:t>6.5.4  </a:t>
            </a:r>
            <a:r>
              <a:rPr lang="zh-CN" altLang="en-US" sz="4000" smtClean="0">
                <a:ea typeface="黑体" panose="02010609060101010101" pitchFamily="49" charset="-122"/>
              </a:rPr>
              <a:t>邮件读取协议</a:t>
            </a:r>
            <a:r>
              <a:rPr lang="en-US" altLang="zh-CN" sz="4000" smtClean="0">
                <a:ea typeface="黑体" panose="02010609060101010101" pitchFamily="49" charset="-122"/>
              </a:rPr>
              <a:t>POP3 </a:t>
            </a:r>
            <a:r>
              <a:rPr lang="zh-CN" altLang="en-US" sz="4000" smtClean="0">
                <a:ea typeface="黑体" panose="02010609060101010101" pitchFamily="49" charset="-122"/>
              </a:rPr>
              <a:t>和 </a:t>
            </a:r>
            <a:r>
              <a:rPr lang="en-US" altLang="zh-CN" sz="4000" smtClean="0">
                <a:ea typeface="黑体" panose="02010609060101010101" pitchFamily="49" charset="-122"/>
              </a:rPr>
              <a:t>IMAP</a:t>
            </a:r>
          </a:p>
        </p:txBody>
      </p:sp>
      <p:sp>
        <p:nvSpPr>
          <p:cNvPr id="1167363" name="Rectangle 3"/>
          <p:cNvSpPr>
            <a:spLocks noGrp="1" noChangeArrowheads="1"/>
          </p:cNvSpPr>
          <p:nvPr>
            <p:ph idx="1"/>
          </p:nvPr>
        </p:nvSpPr>
        <p:spPr>
          <a:xfrm>
            <a:off x="495300" y="1196975"/>
            <a:ext cx="9066213" cy="4933950"/>
          </a:xfrm>
        </p:spPr>
        <p:txBody>
          <a:bodyPr/>
          <a:lstStyle/>
          <a:p>
            <a:r>
              <a:rPr lang="zh-CN" altLang="en-US" dirty="0" smtClean="0">
                <a:ea typeface="黑体" panose="02010609060101010101" pitchFamily="49" charset="-122"/>
              </a:rPr>
              <a:t>邮局协议 </a:t>
            </a:r>
            <a:r>
              <a:rPr lang="en-US" altLang="zh-CN" dirty="0" smtClean="0">
                <a:ea typeface="黑体" panose="02010609060101010101" pitchFamily="49" charset="-122"/>
              </a:rPr>
              <a:t>POP </a:t>
            </a:r>
            <a:r>
              <a:rPr lang="zh-CN" altLang="en-US" dirty="0" smtClean="0">
                <a:ea typeface="黑体" panose="02010609060101010101" pitchFamily="49" charset="-122"/>
              </a:rPr>
              <a:t>是一个非常简单、但功能有限的邮件读取协议，现在使用的是它的第三个版本 </a:t>
            </a:r>
            <a:r>
              <a:rPr lang="en-US" altLang="zh-CN" dirty="0" smtClean="0">
                <a:solidFill>
                  <a:srgbClr val="FF0000"/>
                </a:solidFill>
                <a:ea typeface="黑体" panose="02010609060101010101" pitchFamily="49" charset="-122"/>
              </a:rPr>
              <a:t>POP3</a:t>
            </a:r>
            <a:r>
              <a:rPr lang="zh-CN" altLang="en-US" dirty="0" smtClean="0">
                <a:solidFill>
                  <a:srgbClr val="FF0000"/>
                </a:solidFill>
                <a:ea typeface="黑体" panose="02010609060101010101" pitchFamily="49" charset="-122"/>
              </a:rPr>
              <a:t>。</a:t>
            </a:r>
          </a:p>
          <a:p>
            <a:r>
              <a:rPr lang="en-US" altLang="zh-CN" dirty="0" smtClean="0">
                <a:ea typeface="黑体" panose="02010609060101010101" pitchFamily="49" charset="-122"/>
              </a:rPr>
              <a:t>POP </a:t>
            </a:r>
            <a:r>
              <a:rPr lang="zh-CN" altLang="en-US" dirty="0" smtClean="0">
                <a:ea typeface="黑体" panose="02010609060101010101" pitchFamily="49" charset="-122"/>
              </a:rPr>
              <a:t>也使用</a:t>
            </a:r>
            <a:r>
              <a:rPr lang="zh-CN" altLang="en-US" dirty="0" smtClean="0">
                <a:solidFill>
                  <a:srgbClr val="FF0000"/>
                </a:solidFill>
                <a:ea typeface="黑体" panose="02010609060101010101" pitchFamily="49" charset="-122"/>
              </a:rPr>
              <a:t>客户</a:t>
            </a:r>
            <a:r>
              <a:rPr lang="en-US" altLang="zh-CN" dirty="0" smtClean="0">
                <a:solidFill>
                  <a:srgbClr val="FF0000"/>
                </a:solidFill>
                <a:ea typeface="黑体" panose="02010609060101010101" pitchFamily="49" charset="-122"/>
              </a:rPr>
              <a:t>-</a:t>
            </a:r>
            <a:r>
              <a:rPr lang="zh-CN" altLang="en-US" dirty="0" smtClean="0">
                <a:solidFill>
                  <a:srgbClr val="FF0000"/>
                </a:solidFill>
                <a:ea typeface="黑体" panose="02010609060101010101" pitchFamily="49" charset="-122"/>
              </a:rPr>
              <a:t>服务器</a:t>
            </a:r>
            <a:r>
              <a:rPr lang="zh-CN" altLang="en-US" dirty="0" smtClean="0">
                <a:ea typeface="黑体" panose="02010609060101010101" pitchFamily="49" charset="-122"/>
              </a:rPr>
              <a:t>的工作方式。</a:t>
            </a:r>
          </a:p>
          <a:p>
            <a:r>
              <a:rPr lang="zh-CN" altLang="en-US" dirty="0" smtClean="0">
                <a:ea typeface="黑体" panose="02010609060101010101" pitchFamily="49" charset="-122"/>
              </a:rPr>
              <a:t>在</a:t>
            </a:r>
            <a:r>
              <a:rPr lang="zh-CN" altLang="en-US" dirty="0" smtClean="0">
                <a:solidFill>
                  <a:srgbClr val="0000FF"/>
                </a:solidFill>
                <a:ea typeface="黑体" panose="02010609060101010101" pitchFamily="49" charset="-122"/>
              </a:rPr>
              <a:t>接收邮件</a:t>
            </a:r>
            <a:r>
              <a:rPr lang="zh-CN" altLang="en-US" dirty="0" smtClean="0">
                <a:ea typeface="黑体" panose="02010609060101010101" pitchFamily="49" charset="-122"/>
              </a:rPr>
              <a:t>的用户 </a:t>
            </a:r>
            <a:r>
              <a:rPr lang="en-US" altLang="zh-CN" dirty="0" smtClean="0">
                <a:ea typeface="黑体" panose="02010609060101010101" pitchFamily="49" charset="-122"/>
              </a:rPr>
              <a:t>PC </a:t>
            </a:r>
            <a:r>
              <a:rPr lang="zh-CN" altLang="en-US" dirty="0" smtClean="0">
                <a:ea typeface="黑体" panose="02010609060101010101" pitchFamily="49" charset="-122"/>
              </a:rPr>
              <a:t>机中必须运行 </a:t>
            </a:r>
            <a:r>
              <a:rPr lang="en-US" altLang="zh-CN" dirty="0" smtClean="0">
                <a:ea typeface="黑体" panose="02010609060101010101" pitchFamily="49" charset="-122"/>
              </a:rPr>
              <a:t>POP </a:t>
            </a:r>
            <a:r>
              <a:rPr lang="zh-CN" altLang="en-US" dirty="0" smtClean="0">
                <a:solidFill>
                  <a:srgbClr val="0000FF"/>
                </a:solidFill>
                <a:ea typeface="黑体" panose="02010609060101010101" pitchFamily="49" charset="-122"/>
              </a:rPr>
              <a:t>客户程序</a:t>
            </a:r>
            <a:r>
              <a:rPr lang="zh-CN" altLang="en-US" dirty="0" smtClean="0">
                <a:ea typeface="黑体" panose="02010609060101010101" pitchFamily="49" charset="-122"/>
              </a:rPr>
              <a:t>，而在用户所连接的 </a:t>
            </a:r>
            <a:r>
              <a:rPr lang="en-US" altLang="zh-CN" dirty="0" smtClean="0">
                <a:ea typeface="黑体" panose="02010609060101010101" pitchFamily="49" charset="-122"/>
              </a:rPr>
              <a:t>ISP </a:t>
            </a:r>
            <a:r>
              <a:rPr lang="zh-CN" altLang="en-US" dirty="0" smtClean="0">
                <a:ea typeface="黑体" panose="02010609060101010101" pitchFamily="49" charset="-122"/>
              </a:rPr>
              <a:t>的</a:t>
            </a:r>
            <a:r>
              <a:rPr lang="zh-CN" altLang="en-US" dirty="0" smtClean="0">
                <a:solidFill>
                  <a:srgbClr val="0000FF"/>
                </a:solidFill>
                <a:ea typeface="黑体" panose="02010609060101010101" pitchFamily="49" charset="-122"/>
              </a:rPr>
              <a:t>邮件服务器</a:t>
            </a:r>
            <a:r>
              <a:rPr lang="zh-CN" altLang="en-US" dirty="0" smtClean="0">
                <a:ea typeface="黑体" panose="02010609060101010101" pitchFamily="49" charset="-122"/>
              </a:rPr>
              <a:t>中则运行 </a:t>
            </a:r>
            <a:r>
              <a:rPr lang="en-US" altLang="zh-CN" dirty="0" smtClean="0">
                <a:ea typeface="黑体" panose="02010609060101010101" pitchFamily="49" charset="-122"/>
              </a:rPr>
              <a:t>POP </a:t>
            </a:r>
            <a:r>
              <a:rPr lang="zh-CN" altLang="en-US" dirty="0" smtClean="0">
                <a:solidFill>
                  <a:srgbClr val="0000FF"/>
                </a:solidFill>
                <a:ea typeface="黑体" panose="02010609060101010101" pitchFamily="49" charset="-122"/>
              </a:rPr>
              <a:t>服务器程序</a:t>
            </a:r>
            <a:r>
              <a:rPr lang="zh-CN" altLang="en-US" dirty="0" smtClean="0">
                <a:ea typeface="黑体" panose="02010609060101010101" pitchFamily="49" charset="-122"/>
              </a:rPr>
              <a:t>。   </a:t>
            </a:r>
          </a:p>
        </p:txBody>
      </p:sp>
      <p:sp>
        <p:nvSpPr>
          <p:cNvPr id="1846275"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C1FBB64-4055-4E55-AD3F-2DDA0859000E}" type="slidenum">
              <a:rPr lang="zh-CN" altLang="en-US" smtClean="0"/>
              <a:pPr eaLnBrk="1" hangingPunct="1"/>
              <a:t>20</a:t>
            </a:fld>
            <a:endParaRPr lang="en-US" altLang="zh-CN" smtClean="0"/>
          </a:p>
        </p:txBody>
      </p:sp>
      <p:sp>
        <p:nvSpPr>
          <p:cNvPr id="1846276"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67363">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6736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67363"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8321" name="Rectangle 2"/>
          <p:cNvSpPr>
            <a:spLocks noGrp="1" noChangeArrowheads="1"/>
          </p:cNvSpPr>
          <p:nvPr>
            <p:ph type="title"/>
          </p:nvPr>
        </p:nvSpPr>
        <p:spPr>
          <a:xfrm>
            <a:off x="495300" y="188913"/>
            <a:ext cx="9066213" cy="792162"/>
          </a:xfrm>
        </p:spPr>
        <p:txBody>
          <a:bodyPr/>
          <a:lstStyle/>
          <a:p>
            <a:pPr algn="ctr"/>
            <a:r>
              <a:rPr lang="en-US" altLang="zh-CN" smtClean="0">
                <a:ea typeface="黑体" panose="02010609060101010101" pitchFamily="49" charset="-122"/>
              </a:rPr>
              <a:t>IMAP </a:t>
            </a:r>
            <a:r>
              <a:rPr lang="zh-CN" altLang="en-US" smtClean="0">
                <a:ea typeface="黑体" panose="02010609060101010101" pitchFamily="49" charset="-122"/>
              </a:rPr>
              <a:t>协议</a:t>
            </a:r>
            <a:endParaRPr lang="en-US" altLang="zh-CN" smtClean="0">
              <a:ea typeface="黑体" panose="02010609060101010101" pitchFamily="49" charset="-122"/>
            </a:endParaRPr>
          </a:p>
        </p:txBody>
      </p:sp>
      <p:sp>
        <p:nvSpPr>
          <p:cNvPr id="1169411" name="Rectangle 3"/>
          <p:cNvSpPr>
            <a:spLocks noGrp="1" noChangeArrowheads="1"/>
          </p:cNvSpPr>
          <p:nvPr>
            <p:ph idx="1"/>
          </p:nvPr>
        </p:nvSpPr>
        <p:spPr>
          <a:xfrm>
            <a:off x="495300" y="1196975"/>
            <a:ext cx="9066213" cy="4933950"/>
          </a:xfrm>
        </p:spPr>
        <p:txBody>
          <a:bodyPr/>
          <a:lstStyle/>
          <a:p>
            <a:r>
              <a:rPr lang="en-US" altLang="zh-CN" sz="2800" smtClean="0">
                <a:ea typeface="黑体" panose="02010609060101010101" pitchFamily="49" charset="-122"/>
              </a:rPr>
              <a:t>IMAP (Internet Message Access Protocol) </a:t>
            </a:r>
            <a:r>
              <a:rPr lang="zh-CN" altLang="en-US" sz="2800" smtClean="0">
                <a:ea typeface="黑体" panose="02010609060101010101" pitchFamily="49" charset="-122"/>
              </a:rPr>
              <a:t>也是按</a:t>
            </a:r>
            <a:r>
              <a:rPr lang="zh-CN" altLang="en-US" sz="2800" smtClean="0">
                <a:solidFill>
                  <a:srgbClr val="FF0000"/>
                </a:solidFill>
                <a:ea typeface="黑体" panose="02010609060101010101" pitchFamily="49" charset="-122"/>
              </a:rPr>
              <a:t>客户服务器</a:t>
            </a:r>
            <a:r>
              <a:rPr lang="zh-CN" altLang="en-US" sz="2800" smtClean="0">
                <a:ea typeface="黑体" panose="02010609060101010101" pitchFamily="49" charset="-122"/>
              </a:rPr>
              <a:t>方式工作，现在较新的是版本 </a:t>
            </a:r>
            <a:r>
              <a:rPr lang="en-US" altLang="zh-CN" sz="2800" smtClean="0">
                <a:ea typeface="黑体" panose="02010609060101010101" pitchFamily="49" charset="-122"/>
              </a:rPr>
              <a:t>4</a:t>
            </a:r>
            <a:r>
              <a:rPr lang="zh-CN" altLang="en-US" sz="2800" smtClean="0">
                <a:ea typeface="黑体" panose="02010609060101010101" pitchFamily="49" charset="-122"/>
              </a:rPr>
              <a:t>，即 </a:t>
            </a:r>
            <a:r>
              <a:rPr lang="en-US" altLang="zh-CN" sz="2800" smtClean="0">
                <a:ea typeface="黑体" panose="02010609060101010101" pitchFamily="49" charset="-122"/>
              </a:rPr>
              <a:t>IMAP4</a:t>
            </a:r>
            <a:r>
              <a:rPr lang="zh-CN" altLang="en-US" sz="2800" smtClean="0">
                <a:ea typeface="黑体" panose="02010609060101010101" pitchFamily="49" charset="-122"/>
              </a:rPr>
              <a:t>。</a:t>
            </a:r>
          </a:p>
          <a:p>
            <a:r>
              <a:rPr lang="zh-CN" altLang="en-US" sz="2800" smtClean="0">
                <a:ea typeface="黑体" panose="02010609060101010101" pitchFamily="49" charset="-122"/>
              </a:rPr>
              <a:t>用户在自己的 </a:t>
            </a:r>
            <a:r>
              <a:rPr lang="en-US" altLang="zh-CN" sz="2800" smtClean="0">
                <a:ea typeface="黑体" panose="02010609060101010101" pitchFamily="49" charset="-122"/>
              </a:rPr>
              <a:t>PC </a:t>
            </a:r>
            <a:r>
              <a:rPr lang="zh-CN" altLang="en-US" sz="2800" smtClean="0">
                <a:ea typeface="黑体" panose="02010609060101010101" pitchFamily="49" charset="-122"/>
              </a:rPr>
              <a:t>机上就可以操纵 </a:t>
            </a:r>
            <a:r>
              <a:rPr lang="en-US" altLang="zh-CN" sz="2800" smtClean="0">
                <a:ea typeface="黑体" panose="02010609060101010101" pitchFamily="49" charset="-122"/>
              </a:rPr>
              <a:t>ISP </a:t>
            </a:r>
            <a:r>
              <a:rPr lang="zh-CN" altLang="en-US" sz="2800" smtClean="0">
                <a:ea typeface="黑体" panose="02010609060101010101" pitchFamily="49" charset="-122"/>
              </a:rPr>
              <a:t>的邮件服务器的邮箱，就像在本地操纵一样。</a:t>
            </a:r>
          </a:p>
          <a:p>
            <a:r>
              <a:rPr lang="zh-CN" altLang="en-US" sz="2800" smtClean="0">
                <a:ea typeface="黑体" panose="02010609060101010101" pitchFamily="49" charset="-122"/>
              </a:rPr>
              <a:t>因此 </a:t>
            </a:r>
            <a:r>
              <a:rPr lang="en-US" altLang="zh-CN" sz="2800" smtClean="0">
                <a:solidFill>
                  <a:srgbClr val="FF0000"/>
                </a:solidFill>
                <a:ea typeface="黑体" panose="02010609060101010101" pitchFamily="49" charset="-122"/>
              </a:rPr>
              <a:t>IMAP </a:t>
            </a:r>
            <a:r>
              <a:rPr lang="zh-CN" altLang="en-US" sz="2800" smtClean="0">
                <a:solidFill>
                  <a:srgbClr val="FF0000"/>
                </a:solidFill>
                <a:ea typeface="黑体" panose="02010609060101010101" pitchFamily="49" charset="-122"/>
              </a:rPr>
              <a:t>是一个联机协议。</a:t>
            </a:r>
            <a:r>
              <a:rPr lang="zh-CN" altLang="en-US" sz="2800" smtClean="0">
                <a:ea typeface="黑体" panose="02010609060101010101" pitchFamily="49" charset="-122"/>
              </a:rPr>
              <a:t>当用户 </a:t>
            </a:r>
            <a:r>
              <a:rPr lang="en-US" altLang="zh-CN" sz="2800" smtClean="0">
                <a:ea typeface="黑体" panose="02010609060101010101" pitchFamily="49" charset="-122"/>
              </a:rPr>
              <a:t>PC </a:t>
            </a:r>
            <a:r>
              <a:rPr lang="zh-CN" altLang="en-US" sz="2800" smtClean="0">
                <a:ea typeface="黑体" panose="02010609060101010101" pitchFamily="49" charset="-122"/>
              </a:rPr>
              <a:t>机上的 </a:t>
            </a:r>
            <a:r>
              <a:rPr lang="en-US" altLang="zh-CN" sz="2800" smtClean="0">
                <a:ea typeface="黑体" panose="02010609060101010101" pitchFamily="49" charset="-122"/>
              </a:rPr>
              <a:t>IMAP </a:t>
            </a:r>
            <a:r>
              <a:rPr lang="zh-CN" altLang="en-US" sz="2800" smtClean="0">
                <a:ea typeface="黑体" panose="02010609060101010101" pitchFamily="49" charset="-122"/>
              </a:rPr>
              <a:t>客户程序打开 </a:t>
            </a:r>
            <a:r>
              <a:rPr lang="en-US" altLang="zh-CN" sz="2800" smtClean="0">
                <a:ea typeface="黑体" panose="02010609060101010101" pitchFamily="49" charset="-122"/>
              </a:rPr>
              <a:t>IMAP </a:t>
            </a:r>
            <a:r>
              <a:rPr lang="zh-CN" altLang="en-US" sz="2800" smtClean="0">
                <a:ea typeface="黑体" panose="02010609060101010101" pitchFamily="49" charset="-122"/>
              </a:rPr>
              <a:t>服务器的邮箱时，用户就可看到邮件的首部。若用户需要打开某个邮件，则该邮件才传到用户的计算机上。</a:t>
            </a:r>
            <a:r>
              <a:rPr lang="zh-CN" altLang="en-US" smtClean="0">
                <a:ea typeface="黑体" panose="02010609060101010101" pitchFamily="49" charset="-122"/>
              </a:rPr>
              <a:t> </a:t>
            </a:r>
          </a:p>
        </p:txBody>
      </p:sp>
      <p:sp>
        <p:nvSpPr>
          <p:cNvPr id="1848323"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E514221-2B2A-4A94-AE3F-CC3ADD0ED800}" type="slidenum">
              <a:rPr lang="zh-CN" altLang="en-US" smtClean="0"/>
              <a:pPr eaLnBrk="1" hangingPunct="1"/>
              <a:t>21</a:t>
            </a:fld>
            <a:endParaRPr lang="en-US" altLang="zh-CN" smtClean="0"/>
          </a:p>
        </p:txBody>
      </p:sp>
      <p:sp>
        <p:nvSpPr>
          <p:cNvPr id="1848324"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169411">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16941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0369" name="Rectangle 2"/>
          <p:cNvSpPr>
            <a:spLocks noGrp="1" noChangeArrowheads="1"/>
          </p:cNvSpPr>
          <p:nvPr>
            <p:ph type="title"/>
          </p:nvPr>
        </p:nvSpPr>
        <p:spPr>
          <a:xfrm>
            <a:off x="495300" y="188913"/>
            <a:ext cx="9066213" cy="792162"/>
          </a:xfrm>
        </p:spPr>
        <p:txBody>
          <a:bodyPr/>
          <a:lstStyle/>
          <a:p>
            <a:pPr algn="ctr"/>
            <a:r>
              <a:rPr lang="en-US" altLang="zh-CN" smtClean="0">
                <a:ea typeface="黑体" panose="02010609060101010101" pitchFamily="49" charset="-122"/>
              </a:rPr>
              <a:t>IMAP </a:t>
            </a:r>
            <a:r>
              <a:rPr lang="zh-CN" altLang="en-US" smtClean="0">
                <a:ea typeface="黑体" panose="02010609060101010101" pitchFamily="49" charset="-122"/>
              </a:rPr>
              <a:t>的特点</a:t>
            </a:r>
          </a:p>
        </p:txBody>
      </p:sp>
      <p:sp>
        <p:nvSpPr>
          <p:cNvPr id="1171459" name="Rectangle 3"/>
          <p:cNvSpPr>
            <a:spLocks noGrp="1" noChangeArrowheads="1"/>
          </p:cNvSpPr>
          <p:nvPr>
            <p:ph idx="1"/>
          </p:nvPr>
        </p:nvSpPr>
        <p:spPr>
          <a:xfrm>
            <a:off x="495300" y="1196975"/>
            <a:ext cx="9066213" cy="4933950"/>
          </a:xfrm>
        </p:spPr>
        <p:txBody>
          <a:bodyPr/>
          <a:lstStyle/>
          <a:p>
            <a:r>
              <a:rPr lang="en-US" altLang="zh-CN" sz="2800" dirty="0" smtClean="0">
                <a:ea typeface="黑体" panose="02010609060101010101" pitchFamily="49" charset="-122"/>
              </a:rPr>
              <a:t>IMAP </a:t>
            </a:r>
            <a:r>
              <a:rPr lang="zh-CN" altLang="en-US" sz="2800" dirty="0" smtClean="0">
                <a:ea typeface="黑体" panose="02010609060101010101" pitchFamily="49" charset="-122"/>
              </a:rPr>
              <a:t>最大的好处就是用户可以在</a:t>
            </a:r>
            <a:r>
              <a:rPr lang="zh-CN" altLang="en-US" sz="2800" dirty="0" smtClean="0">
                <a:solidFill>
                  <a:srgbClr val="0000FF"/>
                </a:solidFill>
                <a:ea typeface="黑体" panose="02010609060101010101" pitchFamily="49" charset="-122"/>
              </a:rPr>
              <a:t>不同</a:t>
            </a:r>
            <a:r>
              <a:rPr lang="zh-CN" altLang="en-US" sz="2800" dirty="0" smtClean="0">
                <a:ea typeface="黑体" panose="02010609060101010101" pitchFamily="49" charset="-122"/>
              </a:rPr>
              <a:t>的</a:t>
            </a:r>
            <a:r>
              <a:rPr lang="zh-CN" altLang="en-US" sz="2800" dirty="0" smtClean="0">
                <a:solidFill>
                  <a:srgbClr val="0000FF"/>
                </a:solidFill>
                <a:ea typeface="黑体" panose="02010609060101010101" pitchFamily="49" charset="-122"/>
              </a:rPr>
              <a:t>地方</a:t>
            </a:r>
            <a:r>
              <a:rPr lang="zh-CN" altLang="en-US" sz="2800" dirty="0" smtClean="0">
                <a:ea typeface="黑体" panose="02010609060101010101" pitchFamily="49" charset="-122"/>
              </a:rPr>
              <a:t>使用不同的计算机</a:t>
            </a:r>
            <a:r>
              <a:rPr lang="zh-CN" altLang="en-US" sz="2800" dirty="0" smtClean="0">
                <a:solidFill>
                  <a:srgbClr val="0000FF"/>
                </a:solidFill>
                <a:ea typeface="黑体" panose="02010609060101010101" pitchFamily="49" charset="-122"/>
              </a:rPr>
              <a:t>随时</a:t>
            </a:r>
            <a:r>
              <a:rPr lang="zh-CN" altLang="en-US" sz="2800" dirty="0" smtClean="0">
                <a:ea typeface="黑体" panose="02010609060101010101" pitchFamily="49" charset="-122"/>
              </a:rPr>
              <a:t>上网阅读和</a:t>
            </a:r>
            <a:r>
              <a:rPr lang="zh-CN" altLang="en-US" sz="2800" dirty="0" smtClean="0">
                <a:solidFill>
                  <a:srgbClr val="0000FF"/>
                </a:solidFill>
                <a:ea typeface="黑体" panose="02010609060101010101" pitchFamily="49" charset="-122"/>
              </a:rPr>
              <a:t>处理</a:t>
            </a:r>
            <a:r>
              <a:rPr lang="zh-CN" altLang="en-US" sz="2800" dirty="0" smtClean="0">
                <a:ea typeface="黑体" panose="02010609060101010101" pitchFamily="49" charset="-122"/>
              </a:rPr>
              <a:t>自己的邮件。</a:t>
            </a:r>
          </a:p>
          <a:p>
            <a:r>
              <a:rPr lang="en-US" altLang="zh-CN" sz="2800" dirty="0" smtClean="0">
                <a:ea typeface="黑体" panose="02010609060101010101" pitchFamily="49" charset="-122"/>
              </a:rPr>
              <a:t>IMAP </a:t>
            </a:r>
            <a:r>
              <a:rPr lang="zh-CN" altLang="en-US" sz="2800" dirty="0" smtClean="0">
                <a:ea typeface="黑体" panose="02010609060101010101" pitchFamily="49" charset="-122"/>
              </a:rPr>
              <a:t>还允许收件人</a:t>
            </a:r>
            <a:r>
              <a:rPr lang="zh-CN" altLang="en-US" sz="2800" dirty="0" smtClean="0">
                <a:solidFill>
                  <a:srgbClr val="0000FF"/>
                </a:solidFill>
                <a:ea typeface="黑体" panose="02010609060101010101" pitchFamily="49" charset="-122"/>
              </a:rPr>
              <a:t>只读取邮件</a:t>
            </a:r>
            <a:r>
              <a:rPr lang="zh-CN" altLang="en-US" sz="2800" dirty="0" smtClean="0">
                <a:ea typeface="黑体" panose="02010609060101010101" pitchFamily="49" charset="-122"/>
              </a:rPr>
              <a:t>中的某一个</a:t>
            </a:r>
            <a:r>
              <a:rPr lang="zh-CN" altLang="en-US" sz="2800" dirty="0" smtClean="0">
                <a:solidFill>
                  <a:srgbClr val="0000FF"/>
                </a:solidFill>
                <a:ea typeface="黑体" panose="02010609060101010101" pitchFamily="49" charset="-122"/>
              </a:rPr>
              <a:t>部分</a:t>
            </a:r>
            <a:r>
              <a:rPr lang="zh-CN" altLang="en-US" sz="2800" dirty="0" smtClean="0">
                <a:ea typeface="黑体" panose="02010609060101010101" pitchFamily="49" charset="-122"/>
              </a:rPr>
              <a:t>。例如，收到了一个带有视像附件（此文件可能很大）的邮件。为了节省时间，可以先下载邮件的正文部分，待以后有时间再读取或下载这个很长的附件。</a:t>
            </a:r>
          </a:p>
          <a:p>
            <a:r>
              <a:rPr lang="en-US" altLang="zh-CN" sz="2800" dirty="0" smtClean="0">
                <a:ea typeface="黑体" panose="02010609060101010101" pitchFamily="49" charset="-122"/>
              </a:rPr>
              <a:t>IMAP </a:t>
            </a:r>
            <a:r>
              <a:rPr lang="zh-CN" altLang="en-US" sz="2800" dirty="0" smtClean="0">
                <a:ea typeface="黑体" panose="02010609060101010101" pitchFamily="49" charset="-122"/>
              </a:rPr>
              <a:t>的</a:t>
            </a:r>
            <a:r>
              <a:rPr lang="zh-CN" altLang="en-US" sz="2800" dirty="0" smtClean="0">
                <a:solidFill>
                  <a:srgbClr val="0000FF"/>
                </a:solidFill>
                <a:ea typeface="黑体" panose="02010609060101010101" pitchFamily="49" charset="-122"/>
              </a:rPr>
              <a:t>缺点</a:t>
            </a:r>
            <a:r>
              <a:rPr lang="zh-CN" altLang="en-US" sz="2800" dirty="0" smtClean="0">
                <a:ea typeface="黑体" panose="02010609060101010101" pitchFamily="49" charset="-122"/>
              </a:rPr>
              <a:t>是如果用户没有将邮件复制到自己的 </a:t>
            </a:r>
            <a:r>
              <a:rPr lang="en-US" altLang="zh-CN" sz="2800" dirty="0" smtClean="0">
                <a:ea typeface="黑体" panose="02010609060101010101" pitchFamily="49" charset="-122"/>
              </a:rPr>
              <a:t>PC </a:t>
            </a:r>
            <a:r>
              <a:rPr lang="zh-CN" altLang="en-US" sz="2800" dirty="0" smtClean="0">
                <a:ea typeface="黑体" panose="02010609060101010101" pitchFamily="49" charset="-122"/>
              </a:rPr>
              <a:t>上，则</a:t>
            </a:r>
            <a:r>
              <a:rPr lang="zh-CN" altLang="en-US" sz="2800" dirty="0" smtClean="0">
                <a:solidFill>
                  <a:srgbClr val="0000FF"/>
                </a:solidFill>
                <a:ea typeface="黑体" panose="02010609060101010101" pitchFamily="49" charset="-122"/>
              </a:rPr>
              <a:t>邮件</a:t>
            </a:r>
            <a:r>
              <a:rPr lang="zh-CN" altLang="en-US" sz="2800" dirty="0" smtClean="0">
                <a:ea typeface="黑体" panose="02010609060101010101" pitchFamily="49" charset="-122"/>
              </a:rPr>
              <a:t>一直是存放在 </a:t>
            </a:r>
            <a:r>
              <a:rPr lang="en-US" altLang="zh-CN" sz="2800" dirty="0" smtClean="0">
                <a:ea typeface="黑体" panose="02010609060101010101" pitchFamily="49" charset="-122"/>
              </a:rPr>
              <a:t>IMAP </a:t>
            </a:r>
            <a:r>
              <a:rPr lang="zh-CN" altLang="en-US" sz="2800" dirty="0" smtClean="0">
                <a:solidFill>
                  <a:srgbClr val="0000FF"/>
                </a:solidFill>
                <a:ea typeface="黑体" panose="02010609060101010101" pitchFamily="49" charset="-122"/>
              </a:rPr>
              <a:t>服务器</a:t>
            </a:r>
            <a:r>
              <a:rPr lang="zh-CN" altLang="en-US" sz="2800" dirty="0" smtClean="0">
                <a:ea typeface="黑体" panose="02010609060101010101" pitchFamily="49" charset="-122"/>
              </a:rPr>
              <a:t>上。因此用户需要经常与 </a:t>
            </a:r>
            <a:r>
              <a:rPr lang="en-US" altLang="zh-CN" sz="2800" dirty="0" smtClean="0">
                <a:ea typeface="黑体" panose="02010609060101010101" pitchFamily="49" charset="-122"/>
              </a:rPr>
              <a:t>IMAP </a:t>
            </a:r>
            <a:r>
              <a:rPr lang="zh-CN" altLang="en-US" sz="2800" dirty="0" smtClean="0">
                <a:ea typeface="黑体" panose="02010609060101010101" pitchFamily="49" charset="-122"/>
              </a:rPr>
              <a:t>服务器建立连接。  </a:t>
            </a:r>
          </a:p>
        </p:txBody>
      </p:sp>
      <p:sp>
        <p:nvSpPr>
          <p:cNvPr id="1850371"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BA6E87D6-2197-45E4-9A72-7CC202A527CA}" type="slidenum">
              <a:rPr lang="zh-CN" altLang="en-US" smtClean="0"/>
              <a:pPr eaLnBrk="1" hangingPunct="1"/>
              <a:t>22</a:t>
            </a:fld>
            <a:endParaRPr lang="en-US" altLang="zh-CN" smtClean="0"/>
          </a:p>
        </p:txBody>
      </p:sp>
      <p:sp>
        <p:nvSpPr>
          <p:cNvPr id="1850372"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71459">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7145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71459"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en-US" altLang="zh-CN" dirty="0" smtClean="0"/>
              <a:t>POP3</a:t>
            </a:r>
            <a:r>
              <a:rPr lang="zh-CN" altLang="en-US" dirty="0" smtClean="0"/>
              <a:t>与</a:t>
            </a:r>
            <a:r>
              <a:rPr lang="en-US" altLang="zh-CN" dirty="0" smtClean="0"/>
              <a:t>IMAP</a:t>
            </a:r>
            <a:r>
              <a:rPr lang="zh-CN" altLang="en-US" dirty="0" smtClean="0"/>
              <a:t>的对比</a:t>
            </a:r>
            <a:endParaRPr lang="zh-CN" altLang="en-US" dirty="0"/>
          </a:p>
        </p:txBody>
      </p:sp>
      <p:sp>
        <p:nvSpPr>
          <p:cNvPr id="4" name="日期占位符 3"/>
          <p:cNvSpPr>
            <a:spLocks noGrp="1"/>
          </p:cNvSpPr>
          <p:nvPr>
            <p:ph type="dt" sz="half" idx="10"/>
          </p:nvPr>
        </p:nvSpPr>
        <p:spPr/>
        <p:txBody>
          <a:bodyPr/>
          <a:lstStyle/>
          <a:p>
            <a:endParaRPr lang="en-US" altLang="zh-CN"/>
          </a:p>
        </p:txBody>
      </p:sp>
      <p:sp>
        <p:nvSpPr>
          <p:cNvPr id="5" name="页脚占位符 4"/>
          <p:cNvSpPr>
            <a:spLocks noGrp="1"/>
          </p:cNvSpPr>
          <p:nvPr>
            <p:ph type="ftr" sz="quarter" idx="11"/>
          </p:nvPr>
        </p:nvSpPr>
        <p:spPr/>
        <p:txBody>
          <a:bodyPr/>
          <a:lstStyle/>
          <a:p>
            <a:r>
              <a:rPr lang="en-US" altLang="zh-CN" smtClean="0"/>
              <a:t>ppt课件</a:t>
            </a:r>
            <a:endParaRPr lang="en-US" altLang="zh-CN"/>
          </a:p>
        </p:txBody>
      </p:sp>
      <p:sp>
        <p:nvSpPr>
          <p:cNvPr id="6" name="灯片编号占位符 5"/>
          <p:cNvSpPr>
            <a:spLocks noGrp="1"/>
          </p:cNvSpPr>
          <p:nvPr>
            <p:ph type="sldNum" sz="quarter" idx="12"/>
          </p:nvPr>
        </p:nvSpPr>
        <p:spPr/>
        <p:txBody>
          <a:bodyPr/>
          <a:lstStyle/>
          <a:p>
            <a:fld id="{EB7CA65C-4566-4F22-82C0-F7928AFB6C2C}" type="slidenum">
              <a:rPr lang="zh-CN" altLang="en-US" smtClean="0"/>
              <a:pPr/>
              <a:t>23</a:t>
            </a:fld>
            <a:endParaRPr lang="en-US" altLang="zh-CN"/>
          </a:p>
        </p:txBody>
      </p:sp>
      <p:pic>
        <p:nvPicPr>
          <p:cNvPr id="7" name="图片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4646" y="1556844"/>
            <a:ext cx="8396461" cy="3960330"/>
          </a:xfrm>
          <a:prstGeom prst="rect">
            <a:avLst/>
          </a:prstGeom>
        </p:spPr>
      </p:pic>
    </p:spTree>
    <p:extLst>
      <p:ext uri="{BB962C8B-B14F-4D97-AF65-F5344CB8AC3E}">
        <p14:creationId xmlns:p14="http://schemas.microsoft.com/office/powerpoint/2010/main" val="94155810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2417"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必须注意</a:t>
            </a:r>
          </a:p>
        </p:txBody>
      </p:sp>
      <p:sp>
        <p:nvSpPr>
          <p:cNvPr id="1173507" name="Rectangle 3"/>
          <p:cNvSpPr>
            <a:spLocks noGrp="1" noChangeArrowheads="1"/>
          </p:cNvSpPr>
          <p:nvPr>
            <p:ph idx="1"/>
          </p:nvPr>
        </p:nvSpPr>
        <p:spPr>
          <a:xfrm>
            <a:off x="495300" y="1196975"/>
            <a:ext cx="9066213" cy="4933950"/>
          </a:xfrm>
        </p:spPr>
        <p:txBody>
          <a:bodyPr/>
          <a:lstStyle/>
          <a:p>
            <a:r>
              <a:rPr lang="zh-CN" altLang="en-US" smtClean="0">
                <a:ea typeface="黑体" panose="02010609060101010101" pitchFamily="49" charset="-122"/>
              </a:rPr>
              <a:t>不要将邮件读取协议 </a:t>
            </a:r>
            <a:r>
              <a:rPr lang="en-US" altLang="zh-CN" smtClean="0">
                <a:ea typeface="黑体" panose="02010609060101010101" pitchFamily="49" charset="-122"/>
              </a:rPr>
              <a:t>POP </a:t>
            </a:r>
            <a:r>
              <a:rPr lang="zh-CN" altLang="en-US" smtClean="0">
                <a:ea typeface="黑体" panose="02010609060101010101" pitchFamily="49" charset="-122"/>
              </a:rPr>
              <a:t>或 </a:t>
            </a:r>
            <a:r>
              <a:rPr lang="en-US" altLang="zh-CN" smtClean="0">
                <a:ea typeface="黑体" panose="02010609060101010101" pitchFamily="49" charset="-122"/>
              </a:rPr>
              <a:t>IMAP </a:t>
            </a:r>
            <a:r>
              <a:rPr lang="zh-CN" altLang="en-US" smtClean="0">
                <a:ea typeface="黑体" panose="02010609060101010101" pitchFamily="49" charset="-122"/>
              </a:rPr>
              <a:t>与邮件传送协议 </a:t>
            </a:r>
            <a:r>
              <a:rPr lang="en-US" altLang="zh-CN" smtClean="0">
                <a:ea typeface="黑体" panose="02010609060101010101" pitchFamily="49" charset="-122"/>
              </a:rPr>
              <a:t>SMTP </a:t>
            </a:r>
            <a:r>
              <a:rPr lang="zh-CN" altLang="en-US" smtClean="0">
                <a:ea typeface="黑体" panose="02010609060101010101" pitchFamily="49" charset="-122"/>
              </a:rPr>
              <a:t>弄混。</a:t>
            </a:r>
          </a:p>
          <a:p>
            <a:r>
              <a:rPr lang="zh-CN" altLang="en-US" smtClean="0">
                <a:ea typeface="黑体" panose="02010609060101010101" pitchFamily="49" charset="-122"/>
              </a:rPr>
              <a:t>发信人的用户代理向源邮件服务器发送邮件，以及源邮件服务器向目的邮件服务器发送邮件，都是使用 </a:t>
            </a:r>
            <a:r>
              <a:rPr lang="en-US" altLang="zh-CN" smtClean="0">
                <a:ea typeface="黑体" panose="02010609060101010101" pitchFamily="49" charset="-122"/>
              </a:rPr>
              <a:t>SMTP </a:t>
            </a:r>
            <a:r>
              <a:rPr lang="zh-CN" altLang="en-US" smtClean="0">
                <a:ea typeface="黑体" panose="02010609060101010101" pitchFamily="49" charset="-122"/>
              </a:rPr>
              <a:t>协议。</a:t>
            </a:r>
          </a:p>
          <a:p>
            <a:r>
              <a:rPr lang="zh-CN" altLang="en-US" smtClean="0">
                <a:ea typeface="黑体" panose="02010609060101010101" pitchFamily="49" charset="-122"/>
              </a:rPr>
              <a:t>而 </a:t>
            </a:r>
            <a:r>
              <a:rPr lang="en-US" altLang="zh-CN" smtClean="0">
                <a:ea typeface="黑体" panose="02010609060101010101" pitchFamily="49" charset="-122"/>
              </a:rPr>
              <a:t>POP </a:t>
            </a:r>
            <a:r>
              <a:rPr lang="zh-CN" altLang="en-US" smtClean="0">
                <a:ea typeface="黑体" panose="02010609060101010101" pitchFamily="49" charset="-122"/>
              </a:rPr>
              <a:t>协议或 </a:t>
            </a:r>
            <a:r>
              <a:rPr lang="en-US" altLang="zh-CN" smtClean="0">
                <a:ea typeface="黑体" panose="02010609060101010101" pitchFamily="49" charset="-122"/>
              </a:rPr>
              <a:t>IMAP </a:t>
            </a:r>
            <a:r>
              <a:rPr lang="zh-CN" altLang="en-US" smtClean="0">
                <a:ea typeface="黑体" panose="02010609060101010101" pitchFamily="49" charset="-122"/>
              </a:rPr>
              <a:t>协议则是用户从目的邮件服务器上读取邮件所使用的协议。 </a:t>
            </a:r>
          </a:p>
        </p:txBody>
      </p:sp>
      <p:sp>
        <p:nvSpPr>
          <p:cNvPr id="1852419"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D971D8F-C03D-41EA-8857-3EA6B8E6F32D}" type="slidenum">
              <a:rPr lang="zh-CN" altLang="en-US" smtClean="0"/>
              <a:pPr eaLnBrk="1" hangingPunct="1"/>
              <a:t>24</a:t>
            </a:fld>
            <a:endParaRPr lang="en-US" altLang="zh-CN" smtClean="0"/>
          </a:p>
        </p:txBody>
      </p:sp>
      <p:sp>
        <p:nvSpPr>
          <p:cNvPr id="1852420"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73507">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7350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73507"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4465" name="Text Box 15"/>
          <p:cNvSpPr txBox="1">
            <a:spLocks noChangeArrowheads="1"/>
          </p:cNvSpPr>
          <p:nvPr/>
        </p:nvSpPr>
        <p:spPr bwMode="auto">
          <a:xfrm>
            <a:off x="7827963" y="5305425"/>
            <a:ext cx="9890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b="1">
                <a:solidFill>
                  <a:srgbClr val="000099"/>
                </a:solidFill>
                <a:ea typeface="黑体" panose="02010609060101010101" pitchFamily="49" charset="-122"/>
              </a:rPr>
              <a:t>HTTP</a:t>
            </a:r>
          </a:p>
        </p:txBody>
      </p:sp>
      <p:sp>
        <p:nvSpPr>
          <p:cNvPr id="1854466" name="Text Box 14"/>
          <p:cNvSpPr txBox="1">
            <a:spLocks noChangeArrowheads="1"/>
          </p:cNvSpPr>
          <p:nvPr/>
        </p:nvSpPr>
        <p:spPr bwMode="auto">
          <a:xfrm>
            <a:off x="1089025" y="5305425"/>
            <a:ext cx="9874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b="1">
                <a:solidFill>
                  <a:srgbClr val="000099"/>
                </a:solidFill>
                <a:ea typeface="黑体" panose="02010609060101010101" pitchFamily="49" charset="-122"/>
              </a:rPr>
              <a:t>HTTP</a:t>
            </a:r>
          </a:p>
        </p:txBody>
      </p:sp>
      <p:sp>
        <p:nvSpPr>
          <p:cNvPr id="1854467" name="Rectangle 2"/>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6.5.5  </a:t>
            </a:r>
            <a:r>
              <a:rPr lang="zh-CN" altLang="zh-CN" smtClean="0">
                <a:ea typeface="黑体" panose="02010609060101010101" pitchFamily="49" charset="-122"/>
              </a:rPr>
              <a:t>基于万维网的电子邮件</a:t>
            </a:r>
          </a:p>
        </p:txBody>
      </p:sp>
      <p:sp>
        <p:nvSpPr>
          <p:cNvPr id="1854468" name="Rectangle 3"/>
          <p:cNvSpPr>
            <a:spLocks noGrp="1" noChangeArrowheads="1"/>
          </p:cNvSpPr>
          <p:nvPr>
            <p:ph idx="1"/>
          </p:nvPr>
        </p:nvSpPr>
        <p:spPr>
          <a:xfrm>
            <a:off x="495300" y="1196975"/>
            <a:ext cx="9066213" cy="4933950"/>
          </a:xfrm>
        </p:spPr>
        <p:txBody>
          <a:bodyPr/>
          <a:lstStyle/>
          <a:p>
            <a:pPr marL="315913" indent="-315913">
              <a:spcBef>
                <a:spcPts val="550"/>
              </a:spcBef>
            </a:pPr>
            <a:r>
              <a:rPr lang="zh-CN" altLang="en-US" sz="2800" smtClean="0">
                <a:ea typeface="黑体" panose="02010609060101010101" pitchFamily="49" charset="-122"/>
              </a:rPr>
              <a:t>电子邮件从 </a:t>
            </a:r>
            <a:r>
              <a:rPr lang="en-US" altLang="zh-CN" sz="2800" smtClean="0">
                <a:ea typeface="黑体" panose="02010609060101010101" pitchFamily="49" charset="-122"/>
              </a:rPr>
              <a:t>A </a:t>
            </a:r>
            <a:r>
              <a:rPr lang="zh-CN" altLang="en-US" sz="2800" smtClean="0">
                <a:ea typeface="黑体" panose="02010609060101010101" pitchFamily="49" charset="-122"/>
              </a:rPr>
              <a:t>发送到网易邮件服务器</a:t>
            </a:r>
            <a:r>
              <a:rPr lang="zh-CN" altLang="en-US" sz="2800" smtClean="0">
                <a:solidFill>
                  <a:srgbClr val="FF0000"/>
                </a:solidFill>
                <a:ea typeface="黑体" panose="02010609060101010101" pitchFamily="49" charset="-122"/>
              </a:rPr>
              <a:t>使用 </a:t>
            </a:r>
            <a:r>
              <a:rPr lang="en-US" altLang="zh-CN" sz="2800" smtClean="0">
                <a:solidFill>
                  <a:srgbClr val="FF0000"/>
                </a:solidFill>
                <a:ea typeface="黑体" panose="02010609060101010101" pitchFamily="49" charset="-122"/>
              </a:rPr>
              <a:t>HTTP </a:t>
            </a:r>
            <a:r>
              <a:rPr lang="zh-CN" altLang="en-US" sz="2800" smtClean="0">
                <a:solidFill>
                  <a:srgbClr val="FF0000"/>
                </a:solidFill>
                <a:ea typeface="黑体" panose="02010609060101010101" pitchFamily="49" charset="-122"/>
              </a:rPr>
              <a:t>协议。</a:t>
            </a:r>
          </a:p>
          <a:p>
            <a:pPr marL="315913" indent="-315913">
              <a:spcBef>
                <a:spcPts val="550"/>
              </a:spcBef>
            </a:pPr>
            <a:r>
              <a:rPr lang="zh-CN" altLang="en-US" sz="2800" smtClean="0">
                <a:ea typeface="黑体" panose="02010609060101010101" pitchFamily="49" charset="-122"/>
              </a:rPr>
              <a:t>两个邮件服务器之间的传送使用 </a:t>
            </a:r>
            <a:r>
              <a:rPr lang="en-US" altLang="zh-CN" sz="2800" smtClean="0">
                <a:ea typeface="黑体" panose="02010609060101010101" pitchFamily="49" charset="-122"/>
              </a:rPr>
              <a:t>SMTP</a:t>
            </a:r>
            <a:r>
              <a:rPr lang="zh-CN" altLang="en-US" sz="2800" smtClean="0">
                <a:ea typeface="黑体" panose="02010609060101010101" pitchFamily="49" charset="-122"/>
              </a:rPr>
              <a:t>。</a:t>
            </a:r>
          </a:p>
          <a:p>
            <a:pPr marL="315913" indent="-315913">
              <a:spcBef>
                <a:spcPts val="550"/>
              </a:spcBef>
            </a:pPr>
            <a:r>
              <a:rPr lang="zh-CN" altLang="en-US" sz="2800" smtClean="0">
                <a:ea typeface="黑体" panose="02010609060101010101" pitchFamily="49" charset="-122"/>
              </a:rPr>
              <a:t>邮件从新浪邮件服务器传送到 </a:t>
            </a:r>
            <a:r>
              <a:rPr lang="en-US" altLang="zh-CN" sz="2800" smtClean="0">
                <a:ea typeface="黑体" panose="02010609060101010101" pitchFamily="49" charset="-122"/>
              </a:rPr>
              <a:t>B </a:t>
            </a:r>
            <a:r>
              <a:rPr lang="zh-CN" altLang="en-US" sz="2800" smtClean="0">
                <a:ea typeface="黑体" panose="02010609060101010101" pitchFamily="49" charset="-122"/>
              </a:rPr>
              <a:t>是使用 </a:t>
            </a:r>
            <a:r>
              <a:rPr lang="en-US" altLang="zh-CN" sz="2800" smtClean="0">
                <a:ea typeface="黑体" panose="02010609060101010101" pitchFamily="49" charset="-122"/>
              </a:rPr>
              <a:t>HTTP </a:t>
            </a:r>
            <a:r>
              <a:rPr lang="zh-CN" altLang="en-US" sz="2800" smtClean="0">
                <a:ea typeface="黑体" panose="02010609060101010101" pitchFamily="49" charset="-122"/>
              </a:rPr>
              <a:t>协议。</a:t>
            </a:r>
          </a:p>
        </p:txBody>
      </p:sp>
      <p:sp>
        <p:nvSpPr>
          <p:cNvPr id="1854469" name="Text Box 4"/>
          <p:cNvSpPr txBox="1">
            <a:spLocks noChangeArrowheads="1"/>
          </p:cNvSpPr>
          <p:nvPr/>
        </p:nvSpPr>
        <p:spPr bwMode="auto">
          <a:xfrm>
            <a:off x="600075" y="5076825"/>
            <a:ext cx="40798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b="1">
                <a:solidFill>
                  <a:srgbClr val="000099"/>
                </a:solidFill>
                <a:ea typeface="黑体" panose="02010609060101010101" pitchFamily="49" charset="-122"/>
              </a:rPr>
              <a:t>A</a:t>
            </a:r>
          </a:p>
        </p:txBody>
      </p:sp>
      <p:pic>
        <p:nvPicPr>
          <p:cNvPr id="1854470" name="Picture 5"/>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542925" y="5489575"/>
            <a:ext cx="431800" cy="43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54471" name="Picture 6"/>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2414588" y="5202238"/>
            <a:ext cx="612775" cy="992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54472" name="Picture 7"/>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6907213" y="5202238"/>
            <a:ext cx="611187" cy="992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54473" name="Text Box 8"/>
          <p:cNvSpPr txBox="1">
            <a:spLocks noChangeArrowheads="1"/>
          </p:cNvSpPr>
          <p:nvPr/>
        </p:nvSpPr>
        <p:spPr bwMode="auto">
          <a:xfrm>
            <a:off x="9170988" y="5075238"/>
            <a:ext cx="40798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b="1">
                <a:solidFill>
                  <a:srgbClr val="000099"/>
                </a:solidFill>
                <a:ea typeface="黑体" panose="02010609060101010101" pitchFamily="49" charset="-122"/>
              </a:rPr>
              <a:t>B</a:t>
            </a:r>
          </a:p>
        </p:txBody>
      </p:sp>
      <p:pic>
        <p:nvPicPr>
          <p:cNvPr id="1854474" name="Picture 9"/>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9115425" y="5487988"/>
            <a:ext cx="431800" cy="433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54475" name="Line 10"/>
          <p:cNvSpPr>
            <a:spLocks noChangeShapeType="1"/>
          </p:cNvSpPr>
          <p:nvPr/>
        </p:nvSpPr>
        <p:spPr bwMode="auto">
          <a:xfrm flipV="1">
            <a:off x="884238" y="5778500"/>
            <a:ext cx="1609725" cy="12700"/>
          </a:xfrm>
          <a:prstGeom prst="line">
            <a:avLst/>
          </a:prstGeom>
          <a:noFill/>
          <a:ln w="76200">
            <a:solidFill>
              <a:schemeClr val="hlink"/>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854476" name="Line 11"/>
          <p:cNvSpPr>
            <a:spLocks noChangeShapeType="1"/>
          </p:cNvSpPr>
          <p:nvPr/>
        </p:nvSpPr>
        <p:spPr bwMode="auto">
          <a:xfrm flipV="1">
            <a:off x="2962275" y="5762625"/>
            <a:ext cx="4056063" cy="15875"/>
          </a:xfrm>
          <a:prstGeom prst="line">
            <a:avLst/>
          </a:prstGeom>
          <a:noFill/>
          <a:ln w="76200">
            <a:solidFill>
              <a:schemeClr val="folHlink"/>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854477" name="Line 12"/>
          <p:cNvSpPr>
            <a:spLocks noChangeShapeType="1"/>
          </p:cNvSpPr>
          <p:nvPr/>
        </p:nvSpPr>
        <p:spPr bwMode="auto">
          <a:xfrm flipV="1">
            <a:off x="7518400" y="5762625"/>
            <a:ext cx="1684338" cy="15875"/>
          </a:xfrm>
          <a:prstGeom prst="line">
            <a:avLst/>
          </a:prstGeom>
          <a:noFill/>
          <a:ln w="76200">
            <a:solidFill>
              <a:schemeClr val="hlink"/>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854478" name="Text Box 13"/>
          <p:cNvSpPr txBox="1">
            <a:spLocks noChangeArrowheads="1"/>
          </p:cNvSpPr>
          <p:nvPr/>
        </p:nvSpPr>
        <p:spPr bwMode="auto">
          <a:xfrm>
            <a:off x="4419600" y="5330825"/>
            <a:ext cx="103981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b="1">
                <a:solidFill>
                  <a:srgbClr val="000099"/>
                </a:solidFill>
                <a:ea typeface="黑体" panose="02010609060101010101" pitchFamily="49" charset="-122"/>
              </a:rPr>
              <a:t>SMTP</a:t>
            </a:r>
          </a:p>
        </p:txBody>
      </p:sp>
      <p:sp>
        <p:nvSpPr>
          <p:cNvPr id="1854479" name="Text Box 16"/>
          <p:cNvSpPr txBox="1">
            <a:spLocks noChangeArrowheads="1"/>
          </p:cNvSpPr>
          <p:nvPr/>
        </p:nvSpPr>
        <p:spPr bwMode="auto">
          <a:xfrm>
            <a:off x="1549400" y="4508500"/>
            <a:ext cx="2338388" cy="757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lnSpc>
                <a:spcPct val="90000"/>
              </a:lnSpc>
            </a:pPr>
            <a:r>
              <a:rPr lang="zh-CN" altLang="en-US" sz="2400" b="1">
                <a:solidFill>
                  <a:srgbClr val="000099"/>
                </a:solidFill>
                <a:ea typeface="黑体" panose="02010609060101010101" pitchFamily="49" charset="-122"/>
              </a:rPr>
              <a:t>网易邮件服务器</a:t>
            </a:r>
          </a:p>
          <a:p>
            <a:pPr algn="ctr">
              <a:lnSpc>
                <a:spcPct val="90000"/>
              </a:lnSpc>
            </a:pPr>
            <a:r>
              <a:rPr lang="en-US" altLang="zh-CN" sz="2400" b="1">
                <a:solidFill>
                  <a:srgbClr val="000099"/>
                </a:solidFill>
                <a:ea typeface="黑体" panose="02010609060101010101" pitchFamily="49" charset="-122"/>
              </a:rPr>
              <a:t>mail.163.com</a:t>
            </a:r>
          </a:p>
        </p:txBody>
      </p:sp>
      <p:sp>
        <p:nvSpPr>
          <p:cNvPr id="1854480" name="Text Box 17"/>
          <p:cNvSpPr txBox="1">
            <a:spLocks noChangeArrowheads="1"/>
          </p:cNvSpPr>
          <p:nvPr/>
        </p:nvSpPr>
        <p:spPr bwMode="auto">
          <a:xfrm>
            <a:off x="5759450" y="4508500"/>
            <a:ext cx="2663825" cy="757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lnSpc>
                <a:spcPct val="90000"/>
              </a:lnSpc>
            </a:pPr>
            <a:r>
              <a:rPr lang="zh-CN" altLang="en-US" sz="2400" b="1">
                <a:solidFill>
                  <a:srgbClr val="000099"/>
                </a:solidFill>
                <a:ea typeface="黑体" panose="02010609060101010101" pitchFamily="49" charset="-122"/>
              </a:rPr>
              <a:t>新浪邮件服务器</a:t>
            </a:r>
          </a:p>
          <a:p>
            <a:pPr algn="ctr">
              <a:lnSpc>
                <a:spcPct val="90000"/>
              </a:lnSpc>
            </a:pPr>
            <a:r>
              <a:rPr lang="en-US" altLang="zh-CN" sz="2400" b="1">
                <a:solidFill>
                  <a:srgbClr val="000099"/>
                </a:solidFill>
                <a:ea typeface="黑体" panose="02010609060101010101" pitchFamily="49" charset="-122"/>
              </a:rPr>
              <a:t>mail.sina.com.cn</a:t>
            </a:r>
          </a:p>
        </p:txBody>
      </p:sp>
      <p:sp>
        <p:nvSpPr>
          <p:cNvPr id="1854481" name="矩形 1"/>
          <p:cNvSpPr>
            <a:spLocks noChangeArrowheads="1"/>
          </p:cNvSpPr>
          <p:nvPr/>
        </p:nvSpPr>
        <p:spPr bwMode="auto">
          <a:xfrm>
            <a:off x="920750" y="2924175"/>
            <a:ext cx="8194675" cy="1385888"/>
          </a:xfrm>
          <a:prstGeom prst="rect">
            <a:avLst/>
          </a:prstGeom>
          <a:solidFill>
            <a:srgbClr val="FFFF66"/>
          </a:solidFill>
          <a:ln w="9525">
            <a:solidFill>
              <a:srgbClr val="000066"/>
            </a:solidFill>
            <a:round/>
            <a:headEnd/>
            <a:tailEnd/>
          </a:ln>
        </p:spPr>
        <p:txBody>
          <a:bodyPr>
            <a:spAutoFit/>
          </a:bodyPr>
          <a:lstStyle/>
          <a:p>
            <a:pPr eaLnBrk="0" hangingPunct="0"/>
            <a:r>
              <a:rPr lang="zh-CN" altLang="zh-CN" sz="2800" b="1">
                <a:solidFill>
                  <a:srgbClr val="FF0000"/>
                </a:solidFill>
                <a:ea typeface="宋体" panose="02010600030101010101" pitchFamily="2" charset="-122"/>
              </a:rPr>
              <a:t>万维网电子邮件的好处：</a:t>
            </a:r>
            <a:r>
              <a:rPr lang="zh-CN" altLang="zh-CN" sz="2800" b="1">
                <a:solidFill>
                  <a:srgbClr val="000066"/>
                </a:solidFill>
                <a:ea typeface="宋体" panose="02010600030101010101" pitchFamily="2" charset="-122"/>
              </a:rPr>
              <a:t>只要能够找到上网的计算机，打开任何一种浏览器就可以非常方便地收发电子邮件。</a:t>
            </a:r>
            <a:endParaRPr lang="zh-CN" altLang="en-US" sz="2800" b="1">
              <a:solidFill>
                <a:srgbClr val="000066"/>
              </a:solidFill>
              <a:ea typeface="宋体" panose="02010600030101010101" pitchFamily="2" charset="-122"/>
            </a:endParaRPr>
          </a:p>
        </p:txBody>
      </p:sp>
      <p:sp>
        <p:nvSpPr>
          <p:cNvPr id="1854482"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C9F94A8-83C1-4F9E-8209-2F90396DCEA0}" type="slidenum">
              <a:rPr lang="zh-CN" altLang="en-US" smtClean="0"/>
              <a:pPr eaLnBrk="1" hangingPunct="1"/>
              <a:t>25</a:t>
            </a:fld>
            <a:endParaRPr lang="en-US" altLang="zh-CN" smtClean="0"/>
          </a:p>
        </p:txBody>
      </p:sp>
      <p:sp>
        <p:nvSpPr>
          <p:cNvPr id="1854483"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5489" name="Rectangle 2"/>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6.5.6  </a:t>
            </a:r>
            <a:r>
              <a:rPr lang="zh-CN" altLang="en-US" smtClean="0">
                <a:ea typeface="黑体" panose="02010609060101010101" pitchFamily="49" charset="-122"/>
              </a:rPr>
              <a:t>通用互联网邮件扩充 </a:t>
            </a:r>
            <a:r>
              <a:rPr lang="en-US" altLang="zh-CN" smtClean="0">
                <a:ea typeface="黑体" panose="02010609060101010101" pitchFamily="49" charset="-122"/>
              </a:rPr>
              <a:t>MIME</a:t>
            </a:r>
            <a:endParaRPr lang="zh-CN" altLang="en-US" smtClean="0">
              <a:ea typeface="黑体" panose="02010609060101010101" pitchFamily="49" charset="-122"/>
            </a:endParaRPr>
          </a:p>
        </p:txBody>
      </p:sp>
      <p:sp>
        <p:nvSpPr>
          <p:cNvPr id="1175555" name="Rectangle 3"/>
          <p:cNvSpPr>
            <a:spLocks noGrp="1" noChangeArrowheads="1"/>
          </p:cNvSpPr>
          <p:nvPr>
            <p:ph idx="1"/>
          </p:nvPr>
        </p:nvSpPr>
        <p:spPr>
          <a:xfrm>
            <a:off x="495300" y="1196975"/>
            <a:ext cx="9066213" cy="4933950"/>
          </a:xfrm>
        </p:spPr>
        <p:txBody>
          <a:bodyPr/>
          <a:lstStyle/>
          <a:p>
            <a:pPr algn="just">
              <a:buFont typeface="Wingdings" panose="05000000000000000000" pitchFamily="2" charset="2"/>
              <a:buNone/>
            </a:pPr>
            <a:r>
              <a:rPr lang="en-US" altLang="zh-CN" sz="3000" dirty="0" smtClean="0">
                <a:ea typeface="黑体" panose="02010609060101010101" pitchFamily="49" charset="-122"/>
              </a:rPr>
              <a:t>SMTP </a:t>
            </a:r>
            <a:r>
              <a:rPr lang="zh-CN" altLang="en-US" sz="3000" dirty="0" smtClean="0">
                <a:ea typeface="黑体" panose="02010609060101010101" pitchFamily="49" charset="-122"/>
              </a:rPr>
              <a:t>有以下</a:t>
            </a:r>
            <a:r>
              <a:rPr lang="zh-CN" altLang="en-US" sz="3000" dirty="0" smtClean="0">
                <a:solidFill>
                  <a:srgbClr val="FF0000"/>
                </a:solidFill>
                <a:ea typeface="黑体" panose="02010609060101010101" pitchFamily="49" charset="-122"/>
              </a:rPr>
              <a:t>缺点：</a:t>
            </a:r>
          </a:p>
          <a:p>
            <a:pPr algn="just"/>
            <a:r>
              <a:rPr lang="en-US" altLang="zh-CN" sz="3000" dirty="0" smtClean="0">
                <a:ea typeface="黑体" panose="02010609060101010101" pitchFamily="49" charset="-122"/>
              </a:rPr>
              <a:t>SMTP </a:t>
            </a:r>
            <a:r>
              <a:rPr lang="zh-CN" altLang="en-US" sz="3000" dirty="0" smtClean="0">
                <a:solidFill>
                  <a:srgbClr val="0000FF"/>
                </a:solidFill>
                <a:ea typeface="黑体" panose="02010609060101010101" pitchFamily="49" charset="-122"/>
              </a:rPr>
              <a:t>不能传送可执行文件</a:t>
            </a:r>
            <a:r>
              <a:rPr lang="zh-CN" altLang="en-US" sz="3000" dirty="0" smtClean="0">
                <a:ea typeface="黑体" panose="02010609060101010101" pitchFamily="49" charset="-122"/>
              </a:rPr>
              <a:t>或其他的二进制对象。</a:t>
            </a:r>
          </a:p>
          <a:p>
            <a:pPr algn="just"/>
            <a:r>
              <a:rPr lang="en-US" altLang="zh-CN" sz="3000" dirty="0" smtClean="0">
                <a:ea typeface="黑体" panose="02010609060101010101" pitchFamily="49" charset="-122"/>
              </a:rPr>
              <a:t>SMTP </a:t>
            </a:r>
            <a:r>
              <a:rPr lang="zh-CN" altLang="en-US" sz="3000" dirty="0" smtClean="0">
                <a:solidFill>
                  <a:srgbClr val="0000FF"/>
                </a:solidFill>
                <a:ea typeface="黑体" panose="02010609060101010101" pitchFamily="49" charset="-122"/>
              </a:rPr>
              <a:t>限于</a:t>
            </a:r>
            <a:r>
              <a:rPr lang="zh-CN" altLang="en-US" sz="3000" dirty="0" smtClean="0">
                <a:ea typeface="黑体" panose="02010609060101010101" pitchFamily="49" charset="-122"/>
              </a:rPr>
              <a:t>传送 </a:t>
            </a:r>
            <a:r>
              <a:rPr lang="en-US" altLang="zh-CN" sz="3000" dirty="0" smtClean="0">
                <a:solidFill>
                  <a:srgbClr val="0000FF"/>
                </a:solidFill>
                <a:ea typeface="黑体" panose="02010609060101010101" pitchFamily="49" charset="-122"/>
              </a:rPr>
              <a:t>7 </a:t>
            </a:r>
            <a:r>
              <a:rPr lang="zh-CN" altLang="en-US" sz="3000" dirty="0" smtClean="0">
                <a:solidFill>
                  <a:srgbClr val="0000FF"/>
                </a:solidFill>
                <a:ea typeface="黑体" panose="02010609060101010101" pitchFamily="49" charset="-122"/>
              </a:rPr>
              <a:t>位</a:t>
            </a:r>
            <a:r>
              <a:rPr lang="zh-CN" altLang="en-US" sz="3000" dirty="0" smtClean="0">
                <a:ea typeface="黑体" panose="02010609060101010101" pitchFamily="49" charset="-122"/>
              </a:rPr>
              <a:t>的 </a:t>
            </a:r>
            <a:r>
              <a:rPr lang="en-US" altLang="zh-CN" sz="3000" dirty="0" smtClean="0">
                <a:solidFill>
                  <a:srgbClr val="0000FF"/>
                </a:solidFill>
                <a:ea typeface="黑体" panose="02010609060101010101" pitchFamily="49" charset="-122"/>
              </a:rPr>
              <a:t>ASCII </a:t>
            </a:r>
            <a:r>
              <a:rPr lang="zh-CN" altLang="en-US" sz="3000" dirty="0" smtClean="0">
                <a:solidFill>
                  <a:srgbClr val="0000FF"/>
                </a:solidFill>
                <a:ea typeface="黑体" panose="02010609060101010101" pitchFamily="49" charset="-122"/>
              </a:rPr>
              <a:t>码</a:t>
            </a:r>
            <a:r>
              <a:rPr lang="zh-CN" altLang="en-US" sz="3000" dirty="0" smtClean="0">
                <a:ea typeface="黑体" panose="02010609060101010101" pitchFamily="49" charset="-122"/>
              </a:rPr>
              <a:t>。许多其他非英语国家的文字（如中文、俄文，甚至带重音符号的法文或德文）就无法传送。</a:t>
            </a:r>
          </a:p>
          <a:p>
            <a:pPr algn="just"/>
            <a:r>
              <a:rPr lang="en-US" altLang="zh-CN" sz="3000" dirty="0" smtClean="0">
                <a:ea typeface="黑体" panose="02010609060101010101" pitchFamily="49" charset="-122"/>
              </a:rPr>
              <a:t>SMTP </a:t>
            </a:r>
            <a:r>
              <a:rPr lang="zh-CN" altLang="en-US" sz="3000" dirty="0" smtClean="0">
                <a:ea typeface="黑体" panose="02010609060101010101" pitchFamily="49" charset="-122"/>
              </a:rPr>
              <a:t>服务器会拒绝超过</a:t>
            </a:r>
            <a:r>
              <a:rPr lang="zh-CN" altLang="en-US" sz="3000" dirty="0" smtClean="0">
                <a:solidFill>
                  <a:srgbClr val="0000FF"/>
                </a:solidFill>
                <a:ea typeface="黑体" panose="02010609060101010101" pitchFamily="49" charset="-122"/>
              </a:rPr>
              <a:t>一定长度</a:t>
            </a:r>
            <a:r>
              <a:rPr lang="zh-CN" altLang="en-US" sz="3000" dirty="0" smtClean="0">
                <a:ea typeface="黑体" panose="02010609060101010101" pitchFamily="49" charset="-122"/>
              </a:rPr>
              <a:t>的邮件。</a:t>
            </a:r>
          </a:p>
          <a:p>
            <a:pPr algn="just"/>
            <a:r>
              <a:rPr lang="zh-CN" altLang="en-US" sz="3000" dirty="0" smtClean="0">
                <a:ea typeface="黑体" panose="02010609060101010101" pitchFamily="49" charset="-122"/>
              </a:rPr>
              <a:t>某些 </a:t>
            </a:r>
            <a:r>
              <a:rPr lang="en-US" altLang="zh-CN" sz="3000" dirty="0" smtClean="0">
                <a:ea typeface="黑体" panose="02010609060101010101" pitchFamily="49" charset="-122"/>
              </a:rPr>
              <a:t>SMTP </a:t>
            </a:r>
            <a:r>
              <a:rPr lang="zh-CN" altLang="en-US" sz="3000" dirty="0" smtClean="0">
                <a:ea typeface="黑体" panose="02010609060101010101" pitchFamily="49" charset="-122"/>
              </a:rPr>
              <a:t>的实现</a:t>
            </a:r>
            <a:r>
              <a:rPr lang="zh-CN" altLang="en-US" sz="3000" dirty="0" smtClean="0">
                <a:solidFill>
                  <a:srgbClr val="0000FF"/>
                </a:solidFill>
                <a:ea typeface="黑体" panose="02010609060101010101" pitchFamily="49" charset="-122"/>
              </a:rPr>
              <a:t>并没有完全按照</a:t>
            </a:r>
            <a:r>
              <a:rPr lang="en-US" altLang="zh-CN" sz="3000" dirty="0" smtClean="0">
                <a:ea typeface="黑体" panose="02010609060101010101" pitchFamily="49" charset="-122"/>
              </a:rPr>
              <a:t>[RFC 821]</a:t>
            </a:r>
            <a:r>
              <a:rPr lang="zh-CN" altLang="en-US" sz="3000" dirty="0" smtClean="0">
                <a:ea typeface="黑体" panose="02010609060101010101" pitchFamily="49" charset="-122"/>
              </a:rPr>
              <a:t>的 </a:t>
            </a:r>
            <a:r>
              <a:rPr lang="en-US" altLang="zh-CN" sz="3000" dirty="0" smtClean="0">
                <a:ea typeface="黑体" panose="02010609060101010101" pitchFamily="49" charset="-122"/>
              </a:rPr>
              <a:t>SMTP </a:t>
            </a:r>
            <a:r>
              <a:rPr lang="zh-CN" altLang="en-US" sz="3000" dirty="0" smtClean="0">
                <a:solidFill>
                  <a:srgbClr val="0000FF"/>
                </a:solidFill>
                <a:ea typeface="黑体" panose="02010609060101010101" pitchFamily="49" charset="-122"/>
              </a:rPr>
              <a:t>标准</a:t>
            </a:r>
            <a:r>
              <a:rPr lang="zh-CN" altLang="en-US" sz="3000" dirty="0" smtClean="0">
                <a:ea typeface="黑体" panose="02010609060101010101" pitchFamily="49" charset="-122"/>
              </a:rPr>
              <a:t>。  </a:t>
            </a:r>
          </a:p>
        </p:txBody>
      </p:sp>
      <p:sp>
        <p:nvSpPr>
          <p:cNvPr id="1855491"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532D7F9-1382-4F84-A94A-ED0D3B4E0DD7}" type="slidenum">
              <a:rPr lang="zh-CN" altLang="en-US" smtClean="0"/>
              <a:pPr eaLnBrk="1" hangingPunct="1"/>
              <a:t>26</a:t>
            </a:fld>
            <a:endParaRPr lang="en-US" altLang="zh-CN" smtClean="0"/>
          </a:p>
        </p:txBody>
      </p:sp>
      <p:sp>
        <p:nvSpPr>
          <p:cNvPr id="1855492"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75555">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75555">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75555">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7555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75555"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7537" name="Rectangle 2"/>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1.  MIME </a:t>
            </a:r>
            <a:r>
              <a:rPr lang="zh-CN" altLang="en-US" smtClean="0">
                <a:ea typeface="黑体" panose="02010609060101010101" pitchFamily="49" charset="-122"/>
              </a:rPr>
              <a:t>概述</a:t>
            </a:r>
          </a:p>
        </p:txBody>
      </p:sp>
      <p:sp>
        <p:nvSpPr>
          <p:cNvPr id="1857538" name="Rectangle 3"/>
          <p:cNvSpPr>
            <a:spLocks noGrp="1" noChangeArrowheads="1"/>
          </p:cNvSpPr>
          <p:nvPr>
            <p:ph idx="1"/>
          </p:nvPr>
        </p:nvSpPr>
        <p:spPr>
          <a:xfrm>
            <a:off x="495300" y="1196975"/>
            <a:ext cx="9066213" cy="4933950"/>
          </a:xfrm>
        </p:spPr>
        <p:txBody>
          <a:bodyPr/>
          <a:lstStyle/>
          <a:p>
            <a:r>
              <a:rPr lang="zh-CN" altLang="zh-CN" dirty="0" smtClean="0">
                <a:solidFill>
                  <a:srgbClr val="FF0000"/>
                </a:solidFill>
                <a:ea typeface="黑体" panose="02010609060101010101" pitchFamily="49" charset="-122"/>
              </a:rPr>
              <a:t>通用互联网邮件扩充</a:t>
            </a:r>
            <a:r>
              <a:rPr lang="en-US" altLang="zh-CN" dirty="0" smtClean="0">
                <a:solidFill>
                  <a:srgbClr val="FF0000"/>
                </a:solidFill>
                <a:ea typeface="黑体" panose="02010609060101010101" pitchFamily="49" charset="-122"/>
              </a:rPr>
              <a:t> MIME </a:t>
            </a:r>
            <a:r>
              <a:rPr lang="zh-CN" altLang="en-US" dirty="0" smtClean="0">
                <a:ea typeface="黑体" panose="02010609060101010101" pitchFamily="49" charset="-122"/>
              </a:rPr>
              <a:t>并没有改动 </a:t>
            </a:r>
            <a:r>
              <a:rPr lang="en-US" altLang="zh-CN" dirty="0" smtClean="0">
                <a:ea typeface="黑体" panose="02010609060101010101" pitchFamily="49" charset="-122"/>
              </a:rPr>
              <a:t>SMTP </a:t>
            </a:r>
            <a:r>
              <a:rPr lang="zh-CN" altLang="en-US" dirty="0" smtClean="0">
                <a:ea typeface="黑体" panose="02010609060101010101" pitchFamily="49" charset="-122"/>
              </a:rPr>
              <a:t>或取代它。</a:t>
            </a:r>
          </a:p>
          <a:p>
            <a:r>
              <a:rPr lang="en-US" altLang="zh-CN" dirty="0" smtClean="0">
                <a:ea typeface="黑体" panose="02010609060101010101" pitchFamily="49" charset="-122"/>
              </a:rPr>
              <a:t>MIME </a:t>
            </a:r>
            <a:r>
              <a:rPr lang="zh-CN" altLang="en-US" dirty="0" smtClean="0">
                <a:ea typeface="黑体" panose="02010609060101010101" pitchFamily="49" charset="-122"/>
              </a:rPr>
              <a:t>的意图是继续使用目前的 </a:t>
            </a:r>
            <a:r>
              <a:rPr lang="en-US" altLang="zh-CN" dirty="0" smtClean="0">
                <a:ea typeface="黑体" panose="02010609060101010101" pitchFamily="49" charset="-122"/>
              </a:rPr>
              <a:t>[RFC 822] </a:t>
            </a:r>
            <a:r>
              <a:rPr lang="zh-CN" altLang="en-US" dirty="0" smtClean="0">
                <a:ea typeface="黑体" panose="02010609060101010101" pitchFamily="49" charset="-122"/>
              </a:rPr>
              <a:t>格式，但</a:t>
            </a:r>
            <a:r>
              <a:rPr lang="zh-CN" altLang="en-US" dirty="0" smtClean="0">
                <a:solidFill>
                  <a:srgbClr val="0000FF"/>
                </a:solidFill>
                <a:ea typeface="黑体" panose="02010609060101010101" pitchFamily="49" charset="-122"/>
              </a:rPr>
              <a:t>增加了邮件主体的</a:t>
            </a:r>
            <a:r>
              <a:rPr lang="zh-CN" altLang="en-US" dirty="0" smtClean="0">
                <a:solidFill>
                  <a:srgbClr val="FF0000"/>
                </a:solidFill>
                <a:ea typeface="黑体" panose="02010609060101010101" pitchFamily="49" charset="-122"/>
              </a:rPr>
              <a:t>结构，</a:t>
            </a:r>
            <a:r>
              <a:rPr lang="zh-CN" altLang="en-US" dirty="0" smtClean="0">
                <a:ea typeface="黑体" panose="02010609060101010101" pitchFamily="49" charset="-122"/>
              </a:rPr>
              <a:t>并</a:t>
            </a:r>
            <a:r>
              <a:rPr lang="zh-CN" altLang="en-US" dirty="0" smtClean="0">
                <a:solidFill>
                  <a:srgbClr val="0000FF"/>
                </a:solidFill>
                <a:ea typeface="黑体" panose="02010609060101010101" pitchFamily="49" charset="-122"/>
              </a:rPr>
              <a:t>定义了传送非 </a:t>
            </a:r>
            <a:r>
              <a:rPr lang="en-US" altLang="zh-CN" dirty="0" smtClean="0">
                <a:solidFill>
                  <a:srgbClr val="0000FF"/>
                </a:solidFill>
                <a:ea typeface="黑体" panose="02010609060101010101" pitchFamily="49" charset="-122"/>
              </a:rPr>
              <a:t>ASCII </a:t>
            </a:r>
            <a:r>
              <a:rPr lang="zh-CN" altLang="en-US" dirty="0" smtClean="0">
                <a:solidFill>
                  <a:srgbClr val="0000FF"/>
                </a:solidFill>
                <a:ea typeface="黑体" panose="02010609060101010101" pitchFamily="49" charset="-122"/>
              </a:rPr>
              <a:t>码的</a:t>
            </a:r>
            <a:r>
              <a:rPr lang="zh-CN" altLang="en-US" dirty="0" smtClean="0">
                <a:solidFill>
                  <a:srgbClr val="FF0000"/>
                </a:solidFill>
                <a:ea typeface="黑体" panose="02010609060101010101" pitchFamily="49" charset="-122"/>
              </a:rPr>
              <a:t>编码规则。</a:t>
            </a:r>
            <a:r>
              <a:rPr lang="zh-CN" altLang="en-US" dirty="0" smtClean="0">
                <a:ea typeface="黑体" panose="02010609060101010101" pitchFamily="49" charset="-122"/>
              </a:rPr>
              <a:t>  </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9585" name="Rectangle 2"/>
          <p:cNvSpPr>
            <a:spLocks noGrp="1" noChangeArrowheads="1"/>
          </p:cNvSpPr>
          <p:nvPr>
            <p:ph type="title"/>
          </p:nvPr>
        </p:nvSpPr>
        <p:spPr/>
        <p:txBody>
          <a:bodyPr/>
          <a:lstStyle/>
          <a:p>
            <a:pPr algn="ctr"/>
            <a:r>
              <a:rPr lang="en-US" altLang="zh-CN" smtClean="0">
                <a:ea typeface="黑体" panose="02010609060101010101" pitchFamily="49" charset="-122"/>
              </a:rPr>
              <a:t>MIME </a:t>
            </a:r>
            <a:r>
              <a:rPr lang="zh-CN" altLang="en-US" smtClean="0">
                <a:ea typeface="黑体" panose="02010609060101010101" pitchFamily="49" charset="-122"/>
              </a:rPr>
              <a:t>和 </a:t>
            </a:r>
            <a:r>
              <a:rPr lang="en-US" altLang="zh-CN" smtClean="0">
                <a:ea typeface="黑体" panose="02010609060101010101" pitchFamily="49" charset="-122"/>
              </a:rPr>
              <a:t>SMTP </a:t>
            </a:r>
            <a:r>
              <a:rPr lang="zh-CN" altLang="en-US" smtClean="0">
                <a:ea typeface="黑体" panose="02010609060101010101" pitchFamily="49" charset="-122"/>
              </a:rPr>
              <a:t>的关系 </a:t>
            </a:r>
          </a:p>
        </p:txBody>
      </p:sp>
      <p:sp>
        <p:nvSpPr>
          <p:cNvPr id="1859586" name="Text Box 3"/>
          <p:cNvSpPr txBox="1">
            <a:spLocks noChangeArrowheads="1"/>
          </p:cNvSpPr>
          <p:nvPr/>
        </p:nvSpPr>
        <p:spPr bwMode="auto">
          <a:xfrm>
            <a:off x="1839913" y="2430463"/>
            <a:ext cx="1782762"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400" b="1">
                <a:solidFill>
                  <a:srgbClr val="000099"/>
                </a:solidFill>
                <a:ea typeface="黑体" panose="02010609060101010101" pitchFamily="49" charset="-122"/>
              </a:rPr>
              <a:t>非 </a:t>
            </a:r>
            <a:r>
              <a:rPr lang="en-US" altLang="zh-CN" sz="2400" b="1">
                <a:solidFill>
                  <a:srgbClr val="000099"/>
                </a:solidFill>
                <a:ea typeface="黑体" panose="02010609060101010101" pitchFamily="49" charset="-122"/>
              </a:rPr>
              <a:t>ASCII </a:t>
            </a:r>
            <a:r>
              <a:rPr lang="zh-CN" altLang="en-US" sz="2400" b="1">
                <a:solidFill>
                  <a:srgbClr val="000099"/>
                </a:solidFill>
                <a:ea typeface="黑体" panose="02010609060101010101" pitchFamily="49" charset="-122"/>
              </a:rPr>
              <a:t>码</a:t>
            </a:r>
          </a:p>
        </p:txBody>
      </p:sp>
      <p:sp>
        <p:nvSpPr>
          <p:cNvPr id="1859587" name="Text Box 4"/>
          <p:cNvSpPr txBox="1">
            <a:spLocks noChangeArrowheads="1"/>
          </p:cNvSpPr>
          <p:nvPr/>
        </p:nvSpPr>
        <p:spPr bwMode="auto">
          <a:xfrm>
            <a:off x="1855788" y="3943350"/>
            <a:ext cx="20383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b="1">
                <a:solidFill>
                  <a:srgbClr val="000099"/>
                </a:solidFill>
                <a:ea typeface="黑体" panose="02010609060101010101" pitchFamily="49" charset="-122"/>
              </a:rPr>
              <a:t>7 </a:t>
            </a:r>
            <a:r>
              <a:rPr lang="zh-CN" altLang="en-US" sz="2400" b="1">
                <a:solidFill>
                  <a:srgbClr val="000099"/>
                </a:solidFill>
                <a:ea typeface="黑体" panose="02010609060101010101" pitchFamily="49" charset="-122"/>
              </a:rPr>
              <a:t>位 </a:t>
            </a:r>
            <a:r>
              <a:rPr lang="en-US" altLang="zh-CN" sz="2400" b="1">
                <a:solidFill>
                  <a:srgbClr val="000099"/>
                </a:solidFill>
                <a:ea typeface="黑体" panose="02010609060101010101" pitchFamily="49" charset="-122"/>
              </a:rPr>
              <a:t>ASCII </a:t>
            </a:r>
            <a:r>
              <a:rPr lang="zh-CN" altLang="en-US" sz="2400" b="1">
                <a:solidFill>
                  <a:srgbClr val="000099"/>
                </a:solidFill>
                <a:ea typeface="黑体" panose="02010609060101010101" pitchFamily="49" charset="-122"/>
              </a:rPr>
              <a:t>码</a:t>
            </a:r>
          </a:p>
        </p:txBody>
      </p:sp>
      <p:sp>
        <p:nvSpPr>
          <p:cNvPr id="1859588" name="Rectangle 5"/>
          <p:cNvSpPr>
            <a:spLocks noChangeArrowheads="1"/>
          </p:cNvSpPr>
          <p:nvPr/>
        </p:nvSpPr>
        <p:spPr bwMode="auto">
          <a:xfrm>
            <a:off x="1184275" y="3008313"/>
            <a:ext cx="1281113" cy="596900"/>
          </a:xfrm>
          <a:prstGeom prst="rect">
            <a:avLst/>
          </a:prstGeom>
          <a:solidFill>
            <a:srgbClr val="FFCCFF"/>
          </a:solidFill>
          <a:ln w="9525">
            <a:solidFill>
              <a:srgbClr val="333399"/>
            </a:solidFill>
            <a:miter lim="800000"/>
            <a:headEnd/>
            <a:tailEnd/>
          </a:ln>
          <a:effectLst>
            <a:outerShdw dist="53882" dir="2700000" algn="ctr" rotWithShape="0">
              <a:schemeClr val="bg2"/>
            </a:outerShdw>
          </a:effectLst>
        </p:spPr>
        <p:txBody>
          <a:bodyPr wrap="none" anchor="ctr"/>
          <a:lstStyle/>
          <a:p>
            <a:pPr algn="ctr"/>
            <a:r>
              <a:rPr lang="en-US" altLang="zh-CN" b="1">
                <a:solidFill>
                  <a:srgbClr val="000099"/>
                </a:solidFill>
                <a:ea typeface="黑体" panose="02010609060101010101" pitchFamily="49" charset="-122"/>
              </a:rPr>
              <a:t>MIME</a:t>
            </a:r>
          </a:p>
        </p:txBody>
      </p:sp>
      <p:sp>
        <p:nvSpPr>
          <p:cNvPr id="1859589" name="Rectangle 6"/>
          <p:cNvSpPr>
            <a:spLocks noChangeArrowheads="1"/>
          </p:cNvSpPr>
          <p:nvPr/>
        </p:nvSpPr>
        <p:spPr bwMode="auto">
          <a:xfrm>
            <a:off x="1184275" y="4679950"/>
            <a:ext cx="1281113" cy="596900"/>
          </a:xfrm>
          <a:prstGeom prst="rect">
            <a:avLst/>
          </a:prstGeom>
          <a:solidFill>
            <a:srgbClr val="CCECFF"/>
          </a:solidFill>
          <a:ln w="9525">
            <a:solidFill>
              <a:srgbClr val="333399"/>
            </a:solidFill>
            <a:miter lim="800000"/>
            <a:headEnd/>
            <a:tailEnd/>
          </a:ln>
          <a:effectLst>
            <a:outerShdw dist="45791" dir="2021404" algn="ctr" rotWithShape="0">
              <a:schemeClr val="bg2"/>
            </a:outerShdw>
          </a:effectLst>
        </p:spPr>
        <p:txBody>
          <a:bodyPr wrap="none" anchor="ctr"/>
          <a:lstStyle/>
          <a:p>
            <a:pPr algn="ctr"/>
            <a:r>
              <a:rPr lang="en-US" altLang="zh-CN" b="1">
                <a:solidFill>
                  <a:srgbClr val="000099"/>
                </a:solidFill>
                <a:ea typeface="黑体" panose="02010609060101010101" pitchFamily="49" charset="-122"/>
              </a:rPr>
              <a:t>SMTP</a:t>
            </a:r>
          </a:p>
        </p:txBody>
      </p:sp>
      <p:sp>
        <p:nvSpPr>
          <p:cNvPr id="1859590" name="Rectangle 7"/>
          <p:cNvSpPr>
            <a:spLocks noChangeArrowheads="1"/>
          </p:cNvSpPr>
          <p:nvPr/>
        </p:nvSpPr>
        <p:spPr bwMode="auto">
          <a:xfrm>
            <a:off x="7704138" y="3008313"/>
            <a:ext cx="1281112" cy="596900"/>
          </a:xfrm>
          <a:prstGeom prst="rect">
            <a:avLst/>
          </a:prstGeom>
          <a:solidFill>
            <a:srgbClr val="FFCCFF"/>
          </a:solidFill>
          <a:ln w="9525">
            <a:solidFill>
              <a:srgbClr val="333399"/>
            </a:solidFill>
            <a:miter lim="800000"/>
            <a:headEnd/>
            <a:tailEnd/>
          </a:ln>
          <a:effectLst>
            <a:outerShdw dist="53882" dir="2700000" algn="ctr" rotWithShape="0">
              <a:schemeClr val="bg2"/>
            </a:outerShdw>
          </a:effectLst>
        </p:spPr>
        <p:txBody>
          <a:bodyPr wrap="none" anchor="ctr"/>
          <a:lstStyle/>
          <a:p>
            <a:pPr algn="ctr"/>
            <a:r>
              <a:rPr lang="en-US" altLang="zh-CN" b="1">
                <a:solidFill>
                  <a:srgbClr val="000099"/>
                </a:solidFill>
                <a:ea typeface="黑体" panose="02010609060101010101" pitchFamily="49" charset="-122"/>
              </a:rPr>
              <a:t>MIME</a:t>
            </a:r>
          </a:p>
        </p:txBody>
      </p:sp>
      <p:sp>
        <p:nvSpPr>
          <p:cNvPr id="1859591" name="Rectangle 8"/>
          <p:cNvSpPr>
            <a:spLocks noChangeArrowheads="1"/>
          </p:cNvSpPr>
          <p:nvPr/>
        </p:nvSpPr>
        <p:spPr bwMode="auto">
          <a:xfrm>
            <a:off x="7704138" y="4679950"/>
            <a:ext cx="1281112" cy="596900"/>
          </a:xfrm>
          <a:prstGeom prst="rect">
            <a:avLst/>
          </a:prstGeom>
          <a:solidFill>
            <a:srgbClr val="CCECFF"/>
          </a:solidFill>
          <a:ln w="9525">
            <a:solidFill>
              <a:srgbClr val="333399"/>
            </a:solidFill>
            <a:miter lim="800000"/>
            <a:headEnd/>
            <a:tailEnd/>
          </a:ln>
          <a:effectLst>
            <a:outerShdw dist="45791" dir="2021404" algn="ctr" rotWithShape="0">
              <a:schemeClr val="bg2"/>
            </a:outerShdw>
          </a:effectLst>
        </p:spPr>
        <p:txBody>
          <a:bodyPr wrap="none" anchor="ctr"/>
          <a:lstStyle/>
          <a:p>
            <a:pPr algn="ctr"/>
            <a:r>
              <a:rPr lang="en-US" altLang="zh-CN" b="1">
                <a:solidFill>
                  <a:srgbClr val="000099"/>
                </a:solidFill>
                <a:ea typeface="黑体" panose="02010609060101010101" pitchFamily="49" charset="-122"/>
              </a:rPr>
              <a:t>SMTP</a:t>
            </a:r>
          </a:p>
        </p:txBody>
      </p:sp>
      <p:sp>
        <p:nvSpPr>
          <p:cNvPr id="1859592" name="Line 9"/>
          <p:cNvSpPr>
            <a:spLocks noChangeShapeType="1"/>
          </p:cNvSpPr>
          <p:nvPr/>
        </p:nvSpPr>
        <p:spPr bwMode="auto">
          <a:xfrm>
            <a:off x="2484438" y="4978400"/>
            <a:ext cx="5240337" cy="0"/>
          </a:xfrm>
          <a:prstGeom prst="line">
            <a:avLst/>
          </a:prstGeom>
          <a:noFill/>
          <a:ln w="28575">
            <a:solidFill>
              <a:srgbClr val="333399"/>
            </a:solidFill>
            <a:round/>
            <a:headEnd type="triangle" w="med" len="lg"/>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sz="2800" b="1">
              <a:solidFill>
                <a:srgbClr val="000099"/>
              </a:solidFill>
              <a:ea typeface="宋体" panose="02010600030101010101" pitchFamily="2" charset="-122"/>
            </a:endParaRPr>
          </a:p>
        </p:txBody>
      </p:sp>
      <p:sp>
        <p:nvSpPr>
          <p:cNvPr id="1859593" name="Line 10"/>
          <p:cNvSpPr>
            <a:spLocks noChangeShapeType="1"/>
          </p:cNvSpPr>
          <p:nvPr/>
        </p:nvSpPr>
        <p:spPr bwMode="auto">
          <a:xfrm rot="5400000" flipH="1" flipV="1">
            <a:off x="1286669" y="4142582"/>
            <a:ext cx="1074737" cy="0"/>
          </a:xfrm>
          <a:prstGeom prst="line">
            <a:avLst/>
          </a:prstGeom>
          <a:noFill/>
          <a:ln w="28575">
            <a:solidFill>
              <a:srgbClr val="333399"/>
            </a:solidFill>
            <a:round/>
            <a:headEnd type="triangle" w="med" len="lg"/>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sz="2800" b="1">
              <a:solidFill>
                <a:srgbClr val="000099"/>
              </a:solidFill>
              <a:ea typeface="宋体" panose="02010600030101010101" pitchFamily="2" charset="-122"/>
            </a:endParaRPr>
          </a:p>
        </p:txBody>
      </p:sp>
      <p:sp>
        <p:nvSpPr>
          <p:cNvPr id="1859594" name="Line 11"/>
          <p:cNvSpPr>
            <a:spLocks noChangeShapeType="1"/>
          </p:cNvSpPr>
          <p:nvPr/>
        </p:nvSpPr>
        <p:spPr bwMode="auto">
          <a:xfrm rot="5400000" flipH="1" flipV="1">
            <a:off x="7808119" y="4142582"/>
            <a:ext cx="1074737" cy="0"/>
          </a:xfrm>
          <a:prstGeom prst="line">
            <a:avLst/>
          </a:prstGeom>
          <a:noFill/>
          <a:ln w="28575">
            <a:solidFill>
              <a:srgbClr val="333399"/>
            </a:solidFill>
            <a:round/>
            <a:headEnd type="triangle" w="med" len="lg"/>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sz="2800" b="1">
              <a:solidFill>
                <a:srgbClr val="000099"/>
              </a:solidFill>
              <a:ea typeface="宋体" panose="02010600030101010101" pitchFamily="2" charset="-122"/>
            </a:endParaRPr>
          </a:p>
        </p:txBody>
      </p:sp>
      <p:sp>
        <p:nvSpPr>
          <p:cNvPr id="1859595" name="Line 12"/>
          <p:cNvSpPr>
            <a:spLocks noChangeShapeType="1"/>
          </p:cNvSpPr>
          <p:nvPr/>
        </p:nvSpPr>
        <p:spPr bwMode="auto">
          <a:xfrm rot="16200000" flipV="1">
            <a:off x="1439069" y="2623344"/>
            <a:ext cx="769938" cy="0"/>
          </a:xfrm>
          <a:prstGeom prst="line">
            <a:avLst/>
          </a:prstGeom>
          <a:noFill/>
          <a:ln w="28575">
            <a:solidFill>
              <a:srgbClr val="333399"/>
            </a:solidFill>
            <a:round/>
            <a:headEnd type="triangle" w="med" len="lg"/>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sz="2800" b="1">
              <a:solidFill>
                <a:srgbClr val="000099"/>
              </a:solidFill>
              <a:ea typeface="宋体" panose="02010600030101010101" pitchFamily="2" charset="-122"/>
            </a:endParaRPr>
          </a:p>
        </p:txBody>
      </p:sp>
      <p:sp>
        <p:nvSpPr>
          <p:cNvPr id="1859596" name="Line 13"/>
          <p:cNvSpPr>
            <a:spLocks noChangeShapeType="1"/>
          </p:cNvSpPr>
          <p:nvPr/>
        </p:nvSpPr>
        <p:spPr bwMode="auto">
          <a:xfrm rot="16200000" flipV="1">
            <a:off x="7960519" y="2623344"/>
            <a:ext cx="769938" cy="0"/>
          </a:xfrm>
          <a:prstGeom prst="line">
            <a:avLst/>
          </a:prstGeom>
          <a:noFill/>
          <a:ln w="28575">
            <a:solidFill>
              <a:srgbClr val="333399"/>
            </a:solidFill>
            <a:round/>
            <a:headEnd type="triangle" w="med" len="lg"/>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sz="2800" b="1">
              <a:solidFill>
                <a:srgbClr val="000099"/>
              </a:solidFill>
              <a:ea typeface="宋体" panose="02010600030101010101" pitchFamily="2" charset="-122"/>
            </a:endParaRPr>
          </a:p>
        </p:txBody>
      </p:sp>
      <p:sp>
        <p:nvSpPr>
          <p:cNvPr id="1859597" name="Text Box 14"/>
          <p:cNvSpPr txBox="1">
            <a:spLocks noChangeArrowheads="1"/>
          </p:cNvSpPr>
          <p:nvPr/>
        </p:nvSpPr>
        <p:spPr bwMode="auto">
          <a:xfrm>
            <a:off x="6489700" y="3914775"/>
            <a:ext cx="20399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b="1">
                <a:solidFill>
                  <a:srgbClr val="000099"/>
                </a:solidFill>
                <a:ea typeface="黑体" panose="02010609060101010101" pitchFamily="49" charset="-122"/>
              </a:rPr>
              <a:t>7 </a:t>
            </a:r>
            <a:r>
              <a:rPr lang="zh-CN" altLang="en-US" sz="2400" b="1">
                <a:solidFill>
                  <a:srgbClr val="000099"/>
                </a:solidFill>
                <a:ea typeface="黑体" panose="02010609060101010101" pitchFamily="49" charset="-122"/>
              </a:rPr>
              <a:t>位 </a:t>
            </a:r>
            <a:r>
              <a:rPr lang="en-US" altLang="zh-CN" sz="2400" b="1">
                <a:solidFill>
                  <a:srgbClr val="000099"/>
                </a:solidFill>
                <a:ea typeface="黑体" panose="02010609060101010101" pitchFamily="49" charset="-122"/>
              </a:rPr>
              <a:t>ASCII </a:t>
            </a:r>
            <a:r>
              <a:rPr lang="zh-CN" altLang="en-US" sz="2400" b="1">
                <a:solidFill>
                  <a:srgbClr val="000099"/>
                </a:solidFill>
                <a:ea typeface="黑体" panose="02010609060101010101" pitchFamily="49" charset="-122"/>
              </a:rPr>
              <a:t>码</a:t>
            </a:r>
          </a:p>
        </p:txBody>
      </p:sp>
      <p:sp>
        <p:nvSpPr>
          <p:cNvPr id="1859598" name="Text Box 15"/>
          <p:cNvSpPr txBox="1">
            <a:spLocks noChangeArrowheads="1"/>
          </p:cNvSpPr>
          <p:nvPr/>
        </p:nvSpPr>
        <p:spPr bwMode="auto">
          <a:xfrm>
            <a:off x="3954463" y="4556125"/>
            <a:ext cx="2039937"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b="1">
                <a:solidFill>
                  <a:srgbClr val="000099"/>
                </a:solidFill>
                <a:ea typeface="黑体" panose="02010609060101010101" pitchFamily="49" charset="-122"/>
              </a:rPr>
              <a:t>7 </a:t>
            </a:r>
            <a:r>
              <a:rPr lang="zh-CN" altLang="en-US" sz="2400" b="1">
                <a:solidFill>
                  <a:srgbClr val="000099"/>
                </a:solidFill>
                <a:ea typeface="黑体" panose="02010609060101010101" pitchFamily="49" charset="-122"/>
              </a:rPr>
              <a:t>位 </a:t>
            </a:r>
            <a:r>
              <a:rPr lang="en-US" altLang="zh-CN" sz="2400" b="1">
                <a:solidFill>
                  <a:srgbClr val="000099"/>
                </a:solidFill>
                <a:ea typeface="黑体" panose="02010609060101010101" pitchFamily="49" charset="-122"/>
              </a:rPr>
              <a:t>ASCII </a:t>
            </a:r>
            <a:r>
              <a:rPr lang="zh-CN" altLang="en-US" sz="2400" b="1">
                <a:solidFill>
                  <a:srgbClr val="000099"/>
                </a:solidFill>
                <a:ea typeface="黑体" panose="02010609060101010101" pitchFamily="49" charset="-122"/>
              </a:rPr>
              <a:t>码</a:t>
            </a:r>
          </a:p>
        </p:txBody>
      </p:sp>
      <p:sp>
        <p:nvSpPr>
          <p:cNvPr id="1859599" name="Text Box 16"/>
          <p:cNvSpPr txBox="1">
            <a:spLocks noChangeArrowheads="1"/>
          </p:cNvSpPr>
          <p:nvPr/>
        </p:nvSpPr>
        <p:spPr bwMode="auto">
          <a:xfrm>
            <a:off x="6662738" y="2430463"/>
            <a:ext cx="17811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400" b="1">
                <a:solidFill>
                  <a:srgbClr val="000099"/>
                </a:solidFill>
                <a:ea typeface="黑体" panose="02010609060101010101" pitchFamily="49" charset="-122"/>
              </a:rPr>
              <a:t>非 </a:t>
            </a:r>
            <a:r>
              <a:rPr lang="en-US" altLang="zh-CN" sz="2400" b="1">
                <a:solidFill>
                  <a:srgbClr val="000099"/>
                </a:solidFill>
                <a:ea typeface="黑体" panose="02010609060101010101" pitchFamily="49" charset="-122"/>
              </a:rPr>
              <a:t>ASCII </a:t>
            </a:r>
            <a:r>
              <a:rPr lang="zh-CN" altLang="en-US" sz="2400" b="1">
                <a:solidFill>
                  <a:srgbClr val="000099"/>
                </a:solidFill>
                <a:ea typeface="黑体" panose="02010609060101010101" pitchFamily="49" charset="-122"/>
              </a:rPr>
              <a:t>码</a:t>
            </a:r>
          </a:p>
        </p:txBody>
      </p:sp>
      <p:sp>
        <p:nvSpPr>
          <p:cNvPr id="1859600" name="Rectangle 17"/>
          <p:cNvSpPr>
            <a:spLocks noChangeArrowheads="1"/>
          </p:cNvSpPr>
          <p:nvPr/>
        </p:nvSpPr>
        <p:spPr bwMode="auto">
          <a:xfrm>
            <a:off x="1301750" y="1773238"/>
            <a:ext cx="1047750" cy="477837"/>
          </a:xfrm>
          <a:prstGeom prst="rect">
            <a:avLst/>
          </a:prstGeom>
          <a:solidFill>
            <a:srgbClr val="FFFF99"/>
          </a:solidFill>
          <a:ln w="9525">
            <a:solidFill>
              <a:srgbClr val="333399"/>
            </a:solidFill>
            <a:miter lim="800000"/>
            <a:headEnd/>
            <a:tailEnd/>
          </a:ln>
          <a:effectLst>
            <a:outerShdw dist="45791" dir="2021404" algn="ctr" rotWithShape="0">
              <a:schemeClr val="bg2"/>
            </a:outerShdw>
          </a:effectLst>
        </p:spPr>
        <p:txBody>
          <a:bodyPr wrap="none" anchor="ctr"/>
          <a:lstStyle/>
          <a:p>
            <a:pPr algn="ctr"/>
            <a:r>
              <a:rPr lang="zh-CN" altLang="en-US" b="1">
                <a:solidFill>
                  <a:srgbClr val="000099"/>
                </a:solidFill>
                <a:ea typeface="黑体" panose="02010609060101010101" pitchFamily="49" charset="-122"/>
              </a:rPr>
              <a:t>用户</a:t>
            </a:r>
          </a:p>
        </p:txBody>
      </p:sp>
      <p:sp>
        <p:nvSpPr>
          <p:cNvPr id="1859601" name="Rectangle 18"/>
          <p:cNvSpPr>
            <a:spLocks noChangeArrowheads="1"/>
          </p:cNvSpPr>
          <p:nvPr/>
        </p:nvSpPr>
        <p:spPr bwMode="auto">
          <a:xfrm>
            <a:off x="7821613" y="1773238"/>
            <a:ext cx="1046162" cy="477837"/>
          </a:xfrm>
          <a:prstGeom prst="rect">
            <a:avLst/>
          </a:prstGeom>
          <a:solidFill>
            <a:srgbClr val="FFFF99"/>
          </a:solidFill>
          <a:ln w="9525">
            <a:solidFill>
              <a:srgbClr val="333399"/>
            </a:solidFill>
            <a:miter lim="800000"/>
            <a:headEnd/>
            <a:tailEnd/>
          </a:ln>
          <a:effectLst>
            <a:outerShdw dist="45791" dir="2021404" algn="ctr" rotWithShape="0">
              <a:schemeClr val="bg2"/>
            </a:outerShdw>
          </a:effectLst>
        </p:spPr>
        <p:txBody>
          <a:bodyPr wrap="none" anchor="ctr"/>
          <a:lstStyle/>
          <a:p>
            <a:pPr algn="ctr"/>
            <a:r>
              <a:rPr lang="zh-CN" altLang="en-US" b="1">
                <a:solidFill>
                  <a:srgbClr val="000099"/>
                </a:solidFill>
                <a:ea typeface="黑体" panose="02010609060101010101" pitchFamily="49" charset="-122"/>
              </a:rPr>
              <a:t>用户</a:t>
            </a:r>
          </a:p>
        </p:txBody>
      </p:sp>
      <p:sp>
        <p:nvSpPr>
          <p:cNvPr id="1859602"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0184599-3814-4867-9C6B-58D2DF5951AD}" type="slidenum">
              <a:rPr lang="zh-CN" altLang="en-US" smtClean="0"/>
              <a:pPr eaLnBrk="1" hangingPunct="1"/>
              <a:t>28</a:t>
            </a:fld>
            <a:endParaRPr lang="en-US" altLang="zh-CN" smtClean="0"/>
          </a:p>
        </p:txBody>
      </p:sp>
      <p:sp>
        <p:nvSpPr>
          <p:cNvPr id="1859603"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1633" name="Rectangle 2"/>
          <p:cNvSpPr>
            <a:spLocks noGrp="1" noChangeArrowheads="1"/>
          </p:cNvSpPr>
          <p:nvPr>
            <p:ph type="title"/>
          </p:nvPr>
        </p:nvSpPr>
        <p:spPr>
          <a:xfrm>
            <a:off x="495300" y="188913"/>
            <a:ext cx="9066213" cy="792162"/>
          </a:xfrm>
        </p:spPr>
        <p:txBody>
          <a:bodyPr/>
          <a:lstStyle/>
          <a:p>
            <a:pPr algn="ctr"/>
            <a:r>
              <a:rPr lang="en-US" altLang="zh-CN" sz="4800" smtClean="0">
                <a:ea typeface="黑体" panose="02010609060101010101" pitchFamily="49" charset="-122"/>
              </a:rPr>
              <a:t>MIME </a:t>
            </a:r>
            <a:r>
              <a:rPr lang="zh-CN" altLang="en-US" sz="4800" smtClean="0">
                <a:ea typeface="黑体" panose="02010609060101010101" pitchFamily="49" charset="-122"/>
              </a:rPr>
              <a:t>主要包括三个部分 </a:t>
            </a:r>
          </a:p>
        </p:txBody>
      </p:sp>
      <p:sp>
        <p:nvSpPr>
          <p:cNvPr id="1181699" name="Rectangle 3"/>
          <p:cNvSpPr>
            <a:spLocks noGrp="1" noChangeArrowheads="1"/>
          </p:cNvSpPr>
          <p:nvPr>
            <p:ph idx="1"/>
          </p:nvPr>
        </p:nvSpPr>
        <p:spPr>
          <a:xfrm>
            <a:off x="495300" y="1196975"/>
            <a:ext cx="9066213" cy="4933950"/>
          </a:xfrm>
        </p:spPr>
        <p:txBody>
          <a:bodyPr/>
          <a:lstStyle/>
          <a:p>
            <a:r>
              <a:rPr lang="en-US" altLang="zh-CN" dirty="0" smtClean="0">
                <a:solidFill>
                  <a:srgbClr val="FF0000"/>
                </a:solidFill>
                <a:ea typeface="黑体" panose="02010609060101010101" pitchFamily="49" charset="-122"/>
              </a:rPr>
              <a:t>5 </a:t>
            </a:r>
            <a:r>
              <a:rPr lang="zh-CN" altLang="en-US" dirty="0" smtClean="0">
                <a:solidFill>
                  <a:srgbClr val="FF0000"/>
                </a:solidFill>
                <a:ea typeface="黑体" panose="02010609060101010101" pitchFamily="49" charset="-122"/>
              </a:rPr>
              <a:t>个新</a:t>
            </a:r>
            <a:r>
              <a:rPr lang="zh-CN" altLang="en-US" dirty="0" smtClean="0">
                <a:ea typeface="黑体" panose="02010609060101010101" pitchFamily="49" charset="-122"/>
              </a:rPr>
              <a:t>的邮件</a:t>
            </a:r>
            <a:r>
              <a:rPr lang="zh-CN" altLang="en-US" dirty="0" smtClean="0">
                <a:solidFill>
                  <a:srgbClr val="FF0000"/>
                </a:solidFill>
                <a:ea typeface="黑体" panose="02010609060101010101" pitchFamily="49" charset="-122"/>
              </a:rPr>
              <a:t>首部字段，</a:t>
            </a:r>
            <a:r>
              <a:rPr lang="zh-CN" altLang="en-US" dirty="0" smtClean="0">
                <a:ea typeface="黑体" panose="02010609060101010101" pitchFamily="49" charset="-122"/>
              </a:rPr>
              <a:t>它们可包含在 </a:t>
            </a:r>
            <a:r>
              <a:rPr lang="en-US" altLang="zh-CN" dirty="0" smtClean="0">
                <a:ea typeface="黑体" panose="02010609060101010101" pitchFamily="49" charset="-122"/>
              </a:rPr>
              <a:t>[RFC 822] </a:t>
            </a:r>
            <a:r>
              <a:rPr lang="zh-CN" altLang="en-US" dirty="0" smtClean="0">
                <a:ea typeface="黑体" panose="02010609060101010101" pitchFamily="49" charset="-122"/>
              </a:rPr>
              <a:t>首部中。这些字段提供了有关邮件主体的信息。</a:t>
            </a:r>
          </a:p>
          <a:p>
            <a:r>
              <a:rPr lang="zh-CN" altLang="en-US" dirty="0" smtClean="0">
                <a:ea typeface="黑体" panose="02010609060101010101" pitchFamily="49" charset="-122"/>
              </a:rPr>
              <a:t>定义了许多邮件内容的</a:t>
            </a:r>
            <a:r>
              <a:rPr lang="zh-CN" altLang="en-US" dirty="0" smtClean="0">
                <a:solidFill>
                  <a:srgbClr val="FF0000"/>
                </a:solidFill>
                <a:ea typeface="黑体" panose="02010609060101010101" pitchFamily="49" charset="-122"/>
              </a:rPr>
              <a:t>格式，</a:t>
            </a:r>
            <a:r>
              <a:rPr lang="zh-CN" altLang="en-US" dirty="0" smtClean="0">
                <a:ea typeface="黑体" panose="02010609060101010101" pitchFamily="49" charset="-122"/>
              </a:rPr>
              <a:t>对</a:t>
            </a:r>
            <a:r>
              <a:rPr lang="zh-CN" altLang="en-US" dirty="0" smtClean="0">
                <a:solidFill>
                  <a:srgbClr val="FF0000"/>
                </a:solidFill>
                <a:ea typeface="黑体" panose="02010609060101010101" pitchFamily="49" charset="-122"/>
              </a:rPr>
              <a:t>多媒体</a:t>
            </a:r>
            <a:r>
              <a:rPr lang="zh-CN" altLang="en-US" dirty="0" smtClean="0">
                <a:ea typeface="黑体" panose="02010609060101010101" pitchFamily="49" charset="-122"/>
              </a:rPr>
              <a:t>电子邮件的表示方法进行了</a:t>
            </a:r>
            <a:r>
              <a:rPr lang="zh-CN" altLang="en-US" dirty="0" smtClean="0">
                <a:solidFill>
                  <a:srgbClr val="FF0000"/>
                </a:solidFill>
                <a:ea typeface="黑体" panose="02010609060101010101" pitchFamily="49" charset="-122"/>
              </a:rPr>
              <a:t>标准化</a:t>
            </a:r>
            <a:r>
              <a:rPr lang="zh-CN" altLang="en-US" dirty="0" smtClean="0">
                <a:ea typeface="黑体" panose="02010609060101010101" pitchFamily="49" charset="-122"/>
              </a:rPr>
              <a:t>。</a:t>
            </a:r>
          </a:p>
          <a:p>
            <a:r>
              <a:rPr lang="zh-CN" altLang="en-US" dirty="0" smtClean="0">
                <a:ea typeface="黑体" panose="02010609060101010101" pitchFamily="49" charset="-122"/>
              </a:rPr>
              <a:t>定义了</a:t>
            </a:r>
            <a:r>
              <a:rPr lang="zh-CN" altLang="en-US" dirty="0" smtClean="0">
                <a:solidFill>
                  <a:srgbClr val="FF0000"/>
                </a:solidFill>
                <a:ea typeface="黑体" panose="02010609060101010101" pitchFamily="49" charset="-122"/>
              </a:rPr>
              <a:t>传送编码，</a:t>
            </a:r>
            <a:r>
              <a:rPr lang="zh-CN" altLang="en-US" dirty="0" smtClean="0">
                <a:ea typeface="黑体" panose="02010609060101010101" pitchFamily="49" charset="-122"/>
              </a:rPr>
              <a:t>可对任何内容格式进行转换，而不会被邮件系统改变。</a:t>
            </a:r>
          </a:p>
        </p:txBody>
      </p:sp>
      <p:sp>
        <p:nvSpPr>
          <p:cNvPr id="1861635"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4511B8A-8621-426D-B262-EE0F7A33ABFD}" type="slidenum">
              <a:rPr lang="zh-CN" altLang="en-US" smtClean="0"/>
              <a:pPr eaLnBrk="1" hangingPunct="1"/>
              <a:t>29</a:t>
            </a:fld>
            <a:endParaRPr lang="en-US" altLang="zh-CN" smtClean="0"/>
          </a:p>
        </p:txBody>
      </p:sp>
      <p:sp>
        <p:nvSpPr>
          <p:cNvPr id="1861636"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181699">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18169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681" name="Rectangle 2"/>
          <p:cNvSpPr>
            <a:spLocks noChangeArrowheads="1"/>
          </p:cNvSpPr>
          <p:nvPr/>
        </p:nvSpPr>
        <p:spPr bwMode="auto">
          <a:xfrm>
            <a:off x="0" y="-230188"/>
            <a:ext cx="184150" cy="4603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zh-CN" altLang="en-US">
              <a:ea typeface="宋体" panose="02010600030101010101" pitchFamily="2" charset="-122"/>
            </a:endParaRPr>
          </a:p>
        </p:txBody>
      </p:sp>
      <p:sp>
        <p:nvSpPr>
          <p:cNvPr id="1863682" name="Rectangle 3"/>
          <p:cNvSpPr>
            <a:spLocks noChangeArrowheads="1"/>
          </p:cNvSpPr>
          <p:nvPr/>
        </p:nvSpPr>
        <p:spPr bwMode="auto">
          <a:xfrm>
            <a:off x="0" y="3008313"/>
            <a:ext cx="1841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zh-CN" altLang="en-US">
              <a:ea typeface="宋体" panose="02010600030101010101" pitchFamily="2" charset="-122"/>
            </a:endParaRPr>
          </a:p>
        </p:txBody>
      </p:sp>
      <p:sp>
        <p:nvSpPr>
          <p:cNvPr id="1863683" name="Rectangle 4"/>
          <p:cNvSpPr>
            <a:spLocks noChangeArrowheads="1"/>
          </p:cNvSpPr>
          <p:nvPr/>
        </p:nvSpPr>
        <p:spPr bwMode="auto">
          <a:xfrm>
            <a:off x="0" y="-230188"/>
            <a:ext cx="184150" cy="4603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zh-CN" altLang="en-US">
              <a:ea typeface="宋体" panose="02010600030101010101" pitchFamily="2" charset="-122"/>
            </a:endParaRPr>
          </a:p>
        </p:txBody>
      </p:sp>
      <p:sp>
        <p:nvSpPr>
          <p:cNvPr id="1863684" name="Rectangle 5"/>
          <p:cNvSpPr>
            <a:spLocks noChangeArrowheads="1"/>
          </p:cNvSpPr>
          <p:nvPr/>
        </p:nvSpPr>
        <p:spPr bwMode="auto">
          <a:xfrm>
            <a:off x="0" y="3013075"/>
            <a:ext cx="1841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zh-CN" altLang="en-US">
              <a:ea typeface="宋体" panose="02010600030101010101" pitchFamily="2" charset="-122"/>
            </a:endParaRPr>
          </a:p>
        </p:txBody>
      </p:sp>
      <p:sp>
        <p:nvSpPr>
          <p:cNvPr id="1863685" name="Rectangle 6"/>
          <p:cNvSpPr>
            <a:spLocks noGrp="1" noChangeArrowheads="1"/>
          </p:cNvSpPr>
          <p:nvPr>
            <p:ph type="title"/>
          </p:nvPr>
        </p:nvSpPr>
        <p:spPr>
          <a:xfrm>
            <a:off x="495300" y="188913"/>
            <a:ext cx="9066213" cy="792162"/>
          </a:xfrm>
        </p:spPr>
        <p:txBody>
          <a:bodyPr/>
          <a:lstStyle/>
          <a:p>
            <a:pPr algn="ctr"/>
            <a:r>
              <a:rPr lang="en-US" altLang="zh-CN" smtClean="0">
                <a:ea typeface="黑体" panose="02010609060101010101" pitchFamily="49" charset="-122"/>
              </a:rPr>
              <a:t>MIME </a:t>
            </a:r>
            <a:r>
              <a:rPr lang="zh-CN" altLang="en-US" smtClean="0">
                <a:ea typeface="黑体" panose="02010609060101010101" pitchFamily="49" charset="-122"/>
              </a:rPr>
              <a:t>增加 </a:t>
            </a:r>
            <a:r>
              <a:rPr lang="en-US" altLang="zh-CN" smtClean="0">
                <a:ea typeface="黑体" panose="02010609060101010101" pitchFamily="49" charset="-122"/>
              </a:rPr>
              <a:t>5 </a:t>
            </a:r>
            <a:r>
              <a:rPr lang="zh-CN" altLang="en-US" smtClean="0">
                <a:ea typeface="黑体" panose="02010609060101010101" pitchFamily="49" charset="-122"/>
              </a:rPr>
              <a:t>个新的邮件首部 </a:t>
            </a:r>
          </a:p>
        </p:txBody>
      </p:sp>
      <p:sp>
        <p:nvSpPr>
          <p:cNvPr id="1863686" name="Rectangle 7"/>
          <p:cNvSpPr>
            <a:spLocks noGrp="1" noChangeArrowheads="1"/>
          </p:cNvSpPr>
          <p:nvPr>
            <p:ph idx="1"/>
          </p:nvPr>
        </p:nvSpPr>
        <p:spPr>
          <a:xfrm>
            <a:off x="495300" y="1196975"/>
            <a:ext cx="9066213" cy="4933950"/>
          </a:xfrm>
        </p:spPr>
        <p:txBody>
          <a:bodyPr/>
          <a:lstStyle/>
          <a:p>
            <a:pPr algn="just"/>
            <a:r>
              <a:rPr lang="en-US" altLang="zh-CN" smtClean="0">
                <a:solidFill>
                  <a:srgbClr val="FF0000"/>
                </a:solidFill>
                <a:ea typeface="黑体" panose="02010609060101010101" pitchFamily="49" charset="-122"/>
              </a:rPr>
              <a:t>MIME-Version</a:t>
            </a:r>
            <a:r>
              <a:rPr lang="zh-CN" altLang="en-US" smtClean="0">
                <a:solidFill>
                  <a:srgbClr val="FF0000"/>
                </a:solidFill>
                <a:ea typeface="黑体" panose="02010609060101010101" pitchFamily="49" charset="-122"/>
              </a:rPr>
              <a:t>：</a:t>
            </a:r>
            <a:r>
              <a:rPr lang="zh-CN" altLang="en-US" smtClean="0">
                <a:ea typeface="黑体" panose="02010609060101010101" pitchFamily="49" charset="-122"/>
              </a:rPr>
              <a:t>标志 </a:t>
            </a:r>
            <a:r>
              <a:rPr lang="en-US" altLang="zh-CN" smtClean="0">
                <a:ea typeface="黑体" panose="02010609060101010101" pitchFamily="49" charset="-122"/>
              </a:rPr>
              <a:t>MIME </a:t>
            </a:r>
            <a:r>
              <a:rPr lang="zh-CN" altLang="en-US" smtClean="0">
                <a:ea typeface="黑体" panose="02010609060101010101" pitchFamily="49" charset="-122"/>
              </a:rPr>
              <a:t>的版本。现在的版本号是 </a:t>
            </a:r>
            <a:r>
              <a:rPr lang="en-US" altLang="zh-CN" smtClean="0">
                <a:ea typeface="黑体" panose="02010609060101010101" pitchFamily="49" charset="-122"/>
              </a:rPr>
              <a:t>1.0</a:t>
            </a:r>
            <a:r>
              <a:rPr lang="zh-CN" altLang="en-US" smtClean="0">
                <a:ea typeface="黑体" panose="02010609060101010101" pitchFamily="49" charset="-122"/>
              </a:rPr>
              <a:t>。若无此行，则为英文文本。</a:t>
            </a:r>
          </a:p>
          <a:p>
            <a:pPr algn="just"/>
            <a:r>
              <a:rPr lang="en-US" altLang="zh-CN" smtClean="0">
                <a:solidFill>
                  <a:srgbClr val="FF0000"/>
                </a:solidFill>
                <a:ea typeface="黑体" panose="02010609060101010101" pitchFamily="49" charset="-122"/>
              </a:rPr>
              <a:t>Content-Description</a:t>
            </a:r>
            <a:r>
              <a:rPr lang="zh-CN" altLang="en-US" smtClean="0">
                <a:solidFill>
                  <a:srgbClr val="FF0000"/>
                </a:solidFill>
                <a:ea typeface="黑体" panose="02010609060101010101" pitchFamily="49" charset="-122"/>
              </a:rPr>
              <a:t>：</a:t>
            </a:r>
            <a:r>
              <a:rPr lang="zh-CN" altLang="en-US" smtClean="0">
                <a:ea typeface="黑体" panose="02010609060101010101" pitchFamily="49" charset="-122"/>
              </a:rPr>
              <a:t>这是可读字符串，说明此邮件是什么。和邮件的主题差不多。</a:t>
            </a:r>
          </a:p>
          <a:p>
            <a:pPr algn="just"/>
            <a:r>
              <a:rPr lang="en-US" altLang="zh-CN" smtClean="0">
                <a:solidFill>
                  <a:srgbClr val="FF0000"/>
                </a:solidFill>
                <a:ea typeface="黑体" panose="02010609060101010101" pitchFamily="49" charset="-122"/>
              </a:rPr>
              <a:t>Content-Id</a:t>
            </a:r>
            <a:r>
              <a:rPr lang="zh-CN" altLang="en-US" smtClean="0">
                <a:solidFill>
                  <a:srgbClr val="FF0000"/>
                </a:solidFill>
                <a:ea typeface="黑体" panose="02010609060101010101" pitchFamily="49" charset="-122"/>
              </a:rPr>
              <a:t>：</a:t>
            </a:r>
            <a:r>
              <a:rPr lang="zh-CN" altLang="en-US" smtClean="0">
                <a:ea typeface="黑体" panose="02010609060101010101" pitchFamily="49" charset="-122"/>
              </a:rPr>
              <a:t>邮件的唯一标识符。 </a:t>
            </a:r>
          </a:p>
          <a:p>
            <a:r>
              <a:rPr lang="en-US" altLang="zh-CN" smtClean="0">
                <a:solidFill>
                  <a:srgbClr val="FF0000"/>
                </a:solidFill>
                <a:ea typeface="黑体" panose="02010609060101010101" pitchFamily="49" charset="-122"/>
              </a:rPr>
              <a:t>Content-Transfer-Encoding</a:t>
            </a:r>
            <a:r>
              <a:rPr lang="zh-CN" altLang="en-US" smtClean="0">
                <a:solidFill>
                  <a:srgbClr val="FF0000"/>
                </a:solidFill>
                <a:ea typeface="黑体" panose="02010609060101010101" pitchFamily="49" charset="-122"/>
              </a:rPr>
              <a:t>：</a:t>
            </a:r>
            <a:r>
              <a:rPr lang="zh-CN" altLang="en-US" smtClean="0">
                <a:ea typeface="黑体" panose="02010609060101010101" pitchFamily="49" charset="-122"/>
              </a:rPr>
              <a:t>在传送时邮件的主体是如何编码的。</a:t>
            </a:r>
          </a:p>
          <a:p>
            <a:r>
              <a:rPr lang="en-US" altLang="zh-CN" smtClean="0">
                <a:solidFill>
                  <a:srgbClr val="FF0000"/>
                </a:solidFill>
                <a:ea typeface="黑体" panose="02010609060101010101" pitchFamily="49" charset="-122"/>
              </a:rPr>
              <a:t>Content-Type</a:t>
            </a:r>
            <a:r>
              <a:rPr lang="zh-CN" altLang="en-US" smtClean="0">
                <a:solidFill>
                  <a:srgbClr val="FF0000"/>
                </a:solidFill>
                <a:ea typeface="黑体" panose="02010609060101010101" pitchFamily="49" charset="-122"/>
              </a:rPr>
              <a:t>：</a:t>
            </a:r>
            <a:r>
              <a:rPr lang="zh-CN" altLang="en-US" smtClean="0">
                <a:ea typeface="黑体" panose="02010609060101010101" pitchFamily="49" charset="-122"/>
              </a:rPr>
              <a:t>说明邮件的性质。 </a:t>
            </a:r>
          </a:p>
        </p:txBody>
      </p:sp>
      <p:sp>
        <p:nvSpPr>
          <p:cNvPr id="1863687" name="Rectangle 8"/>
          <p:cNvSpPr>
            <a:spLocks noChangeArrowheads="1"/>
          </p:cNvSpPr>
          <p:nvPr/>
        </p:nvSpPr>
        <p:spPr bwMode="auto">
          <a:xfrm>
            <a:off x="0" y="3032125"/>
            <a:ext cx="1841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zh-CN" altLang="en-US">
              <a:ea typeface="宋体" panose="02010600030101010101" pitchFamily="2" charset="-122"/>
            </a:endParaRPr>
          </a:p>
        </p:txBody>
      </p:sp>
      <p:sp>
        <p:nvSpPr>
          <p:cNvPr id="1863688" name="Rectangle 9"/>
          <p:cNvSpPr>
            <a:spLocks noChangeArrowheads="1"/>
          </p:cNvSpPr>
          <p:nvPr/>
        </p:nvSpPr>
        <p:spPr bwMode="auto">
          <a:xfrm>
            <a:off x="0" y="-230188"/>
            <a:ext cx="184150" cy="4603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zh-CN" altLang="en-US">
              <a:ea typeface="宋体" panose="02010600030101010101" pitchFamily="2" charset="-122"/>
            </a:endParaRPr>
          </a:p>
        </p:txBody>
      </p:sp>
      <p:sp>
        <p:nvSpPr>
          <p:cNvPr id="1863689"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18DD99E-6628-4BD0-80C6-29927BA6952A}" type="slidenum">
              <a:rPr lang="zh-CN" altLang="en-US" smtClean="0"/>
              <a:pPr eaLnBrk="1" hangingPunct="1"/>
              <a:t>30</a:t>
            </a:fld>
            <a:endParaRPr lang="en-US" altLang="zh-CN" smtClean="0"/>
          </a:p>
        </p:txBody>
      </p:sp>
      <p:sp>
        <p:nvSpPr>
          <p:cNvPr id="1863690"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5729" name="Rectangle 2"/>
          <p:cNvSpPr>
            <a:spLocks noChangeArrowheads="1"/>
          </p:cNvSpPr>
          <p:nvPr/>
        </p:nvSpPr>
        <p:spPr bwMode="auto">
          <a:xfrm>
            <a:off x="0" y="-230188"/>
            <a:ext cx="184150" cy="4603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zh-CN" altLang="en-US">
              <a:ea typeface="宋体" panose="02010600030101010101" pitchFamily="2" charset="-122"/>
            </a:endParaRPr>
          </a:p>
        </p:txBody>
      </p:sp>
      <p:sp>
        <p:nvSpPr>
          <p:cNvPr id="1865730" name="Rectangle 3"/>
          <p:cNvSpPr>
            <a:spLocks noChangeArrowheads="1"/>
          </p:cNvSpPr>
          <p:nvPr/>
        </p:nvSpPr>
        <p:spPr bwMode="auto">
          <a:xfrm>
            <a:off x="0" y="3008313"/>
            <a:ext cx="1841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zh-CN" altLang="en-US">
              <a:ea typeface="宋体" panose="02010600030101010101" pitchFamily="2" charset="-122"/>
            </a:endParaRPr>
          </a:p>
        </p:txBody>
      </p:sp>
      <p:sp>
        <p:nvSpPr>
          <p:cNvPr id="1865731" name="Rectangle 4"/>
          <p:cNvSpPr>
            <a:spLocks noChangeArrowheads="1"/>
          </p:cNvSpPr>
          <p:nvPr/>
        </p:nvSpPr>
        <p:spPr bwMode="auto">
          <a:xfrm>
            <a:off x="0" y="-230188"/>
            <a:ext cx="184150" cy="4603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zh-CN" altLang="en-US">
              <a:ea typeface="宋体" panose="02010600030101010101" pitchFamily="2" charset="-122"/>
            </a:endParaRPr>
          </a:p>
        </p:txBody>
      </p:sp>
      <p:sp>
        <p:nvSpPr>
          <p:cNvPr id="1865732" name="Rectangle 5"/>
          <p:cNvSpPr>
            <a:spLocks noChangeArrowheads="1"/>
          </p:cNvSpPr>
          <p:nvPr/>
        </p:nvSpPr>
        <p:spPr bwMode="auto">
          <a:xfrm>
            <a:off x="0" y="3013075"/>
            <a:ext cx="1841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zh-CN" altLang="en-US">
              <a:ea typeface="宋体" panose="02010600030101010101" pitchFamily="2" charset="-122"/>
            </a:endParaRPr>
          </a:p>
        </p:txBody>
      </p:sp>
      <p:sp>
        <p:nvSpPr>
          <p:cNvPr id="1865733" name="Rectangle 6"/>
          <p:cNvSpPr>
            <a:spLocks noGrp="1" noChangeArrowheads="1"/>
          </p:cNvSpPr>
          <p:nvPr>
            <p:ph type="title"/>
          </p:nvPr>
        </p:nvSpPr>
        <p:spPr>
          <a:xfrm>
            <a:off x="496888" y="188913"/>
            <a:ext cx="9064625" cy="1511300"/>
          </a:xfrm>
        </p:spPr>
        <p:txBody>
          <a:bodyPr/>
          <a:lstStyle/>
          <a:p>
            <a:r>
              <a:rPr lang="en-US" altLang="zh-CN" smtClean="0">
                <a:ea typeface="黑体" panose="02010609060101010101" pitchFamily="49" charset="-122"/>
              </a:rPr>
              <a:t>2.  </a:t>
            </a:r>
            <a:r>
              <a:rPr lang="zh-CN" altLang="en-US" smtClean="0">
                <a:ea typeface="黑体" panose="02010609060101010101" pitchFamily="49" charset="-122"/>
              </a:rPr>
              <a:t>内容传送编码</a:t>
            </a:r>
            <a:br>
              <a:rPr lang="zh-CN" altLang="en-US" smtClean="0">
                <a:ea typeface="黑体" panose="02010609060101010101" pitchFamily="49" charset="-122"/>
              </a:rPr>
            </a:br>
            <a:r>
              <a:rPr lang="en-US" altLang="zh-CN" smtClean="0">
                <a:ea typeface="黑体" panose="02010609060101010101" pitchFamily="49" charset="-122"/>
              </a:rPr>
              <a:t>(Content-Transfer-Encoding) </a:t>
            </a:r>
          </a:p>
        </p:txBody>
      </p:sp>
      <p:sp>
        <p:nvSpPr>
          <p:cNvPr id="1185799" name="Rectangle 7"/>
          <p:cNvSpPr>
            <a:spLocks noGrp="1" noChangeArrowheads="1"/>
          </p:cNvSpPr>
          <p:nvPr>
            <p:ph idx="1"/>
          </p:nvPr>
        </p:nvSpPr>
        <p:spPr>
          <a:xfrm>
            <a:off x="496888" y="1773238"/>
            <a:ext cx="9064625" cy="4357687"/>
          </a:xfrm>
        </p:spPr>
        <p:txBody>
          <a:bodyPr/>
          <a:lstStyle/>
          <a:p>
            <a:pPr algn="just"/>
            <a:r>
              <a:rPr lang="zh-CN" altLang="en-US" dirty="0" smtClean="0">
                <a:ea typeface="黑体" panose="02010609060101010101" pitchFamily="49" charset="-122"/>
              </a:rPr>
              <a:t>最简单的编码就是 </a:t>
            </a:r>
            <a:r>
              <a:rPr lang="en-US" altLang="zh-CN" dirty="0" smtClean="0">
                <a:solidFill>
                  <a:srgbClr val="0000FF"/>
                </a:solidFill>
                <a:ea typeface="黑体" panose="02010609060101010101" pitchFamily="49" charset="-122"/>
              </a:rPr>
              <a:t>7 </a:t>
            </a:r>
            <a:r>
              <a:rPr lang="zh-CN" altLang="en-US" dirty="0" smtClean="0">
                <a:solidFill>
                  <a:srgbClr val="0000FF"/>
                </a:solidFill>
                <a:ea typeface="黑体" panose="02010609060101010101" pitchFamily="49" charset="-122"/>
              </a:rPr>
              <a:t>位 </a:t>
            </a:r>
            <a:r>
              <a:rPr lang="en-US" altLang="zh-CN" dirty="0" smtClean="0">
                <a:solidFill>
                  <a:srgbClr val="0000FF"/>
                </a:solidFill>
                <a:ea typeface="黑体" panose="02010609060101010101" pitchFamily="49" charset="-122"/>
              </a:rPr>
              <a:t>ASCII </a:t>
            </a:r>
            <a:r>
              <a:rPr lang="zh-CN" altLang="en-US" dirty="0" smtClean="0">
                <a:ea typeface="黑体" panose="02010609060101010101" pitchFamily="49" charset="-122"/>
              </a:rPr>
              <a:t>码，而每行不能超过 </a:t>
            </a:r>
            <a:r>
              <a:rPr lang="en-US" altLang="zh-CN" dirty="0" smtClean="0">
                <a:ea typeface="黑体" panose="02010609060101010101" pitchFamily="49" charset="-122"/>
              </a:rPr>
              <a:t>1000 </a:t>
            </a:r>
            <a:r>
              <a:rPr lang="zh-CN" altLang="en-US" dirty="0" smtClean="0">
                <a:ea typeface="黑体" panose="02010609060101010101" pitchFamily="49" charset="-122"/>
              </a:rPr>
              <a:t>个字符。</a:t>
            </a:r>
            <a:r>
              <a:rPr lang="en-US" altLang="zh-CN" dirty="0" smtClean="0">
                <a:ea typeface="黑体" panose="02010609060101010101" pitchFamily="49" charset="-122"/>
              </a:rPr>
              <a:t>MIME </a:t>
            </a:r>
            <a:r>
              <a:rPr lang="zh-CN" altLang="en-US" dirty="0" smtClean="0">
                <a:ea typeface="黑体" panose="02010609060101010101" pitchFamily="49" charset="-122"/>
              </a:rPr>
              <a:t>对这种由 </a:t>
            </a:r>
            <a:r>
              <a:rPr lang="en-US" altLang="zh-CN" dirty="0" smtClean="0">
                <a:ea typeface="黑体" panose="02010609060101010101" pitchFamily="49" charset="-122"/>
              </a:rPr>
              <a:t>ASCII </a:t>
            </a:r>
            <a:r>
              <a:rPr lang="zh-CN" altLang="en-US" dirty="0" smtClean="0">
                <a:ea typeface="黑体" panose="02010609060101010101" pitchFamily="49" charset="-122"/>
              </a:rPr>
              <a:t>码构成的邮件主体不进行任何转换。 </a:t>
            </a:r>
          </a:p>
          <a:p>
            <a:pPr algn="just"/>
            <a:r>
              <a:rPr lang="zh-CN" altLang="en-US" dirty="0" smtClean="0">
                <a:ea typeface="黑体" panose="02010609060101010101" pitchFamily="49" charset="-122"/>
              </a:rPr>
              <a:t>另一种编码称为 </a:t>
            </a:r>
            <a:r>
              <a:rPr lang="en-US" altLang="zh-CN" dirty="0" smtClean="0">
                <a:solidFill>
                  <a:srgbClr val="0000FF"/>
                </a:solidFill>
                <a:ea typeface="黑体" panose="02010609060101010101" pitchFamily="49" charset="-122"/>
              </a:rPr>
              <a:t>quoted-printable</a:t>
            </a:r>
            <a:r>
              <a:rPr lang="zh-CN" altLang="en-US" dirty="0" smtClean="0">
                <a:ea typeface="黑体" panose="02010609060101010101" pitchFamily="49" charset="-122"/>
              </a:rPr>
              <a:t>，这种编码方法适用于当所传送的数据中只有</a:t>
            </a:r>
            <a:r>
              <a:rPr lang="zh-CN" altLang="en-US" dirty="0" smtClean="0">
                <a:solidFill>
                  <a:srgbClr val="0000FF"/>
                </a:solidFill>
                <a:ea typeface="黑体" panose="02010609060101010101" pitchFamily="49" charset="-122"/>
              </a:rPr>
              <a:t>少量的非 </a:t>
            </a:r>
            <a:r>
              <a:rPr lang="en-US" altLang="zh-CN" dirty="0" smtClean="0">
                <a:solidFill>
                  <a:srgbClr val="0000FF"/>
                </a:solidFill>
                <a:ea typeface="黑体" panose="02010609060101010101" pitchFamily="49" charset="-122"/>
              </a:rPr>
              <a:t>ASCII </a:t>
            </a:r>
            <a:r>
              <a:rPr lang="zh-CN" altLang="en-US" dirty="0" smtClean="0">
                <a:solidFill>
                  <a:srgbClr val="0000FF"/>
                </a:solidFill>
                <a:ea typeface="黑体" panose="02010609060101010101" pitchFamily="49" charset="-122"/>
              </a:rPr>
              <a:t>码</a:t>
            </a:r>
            <a:r>
              <a:rPr lang="zh-CN" altLang="en-US" dirty="0" smtClean="0">
                <a:ea typeface="黑体" panose="02010609060101010101" pitchFamily="49" charset="-122"/>
              </a:rPr>
              <a:t>。</a:t>
            </a:r>
          </a:p>
          <a:p>
            <a:pPr algn="just"/>
            <a:r>
              <a:rPr lang="zh-CN" altLang="en-US" dirty="0" smtClean="0">
                <a:ea typeface="黑体" panose="02010609060101010101" pitchFamily="49" charset="-122"/>
              </a:rPr>
              <a:t>对于</a:t>
            </a:r>
            <a:r>
              <a:rPr lang="zh-CN" altLang="en-US" dirty="0" smtClean="0">
                <a:solidFill>
                  <a:srgbClr val="0000FF"/>
                </a:solidFill>
                <a:ea typeface="黑体" panose="02010609060101010101" pitchFamily="49" charset="-122"/>
              </a:rPr>
              <a:t>任意的二进制文件</a:t>
            </a:r>
            <a:r>
              <a:rPr lang="zh-CN" altLang="en-US" dirty="0" smtClean="0">
                <a:ea typeface="黑体" panose="02010609060101010101" pitchFamily="49" charset="-122"/>
              </a:rPr>
              <a:t>，可用 </a:t>
            </a:r>
            <a:r>
              <a:rPr lang="en-US" altLang="zh-CN" dirty="0" smtClean="0">
                <a:solidFill>
                  <a:srgbClr val="0000FF"/>
                </a:solidFill>
                <a:ea typeface="黑体" panose="02010609060101010101" pitchFamily="49" charset="-122"/>
              </a:rPr>
              <a:t>base64</a:t>
            </a:r>
            <a:r>
              <a:rPr lang="en-US" altLang="zh-CN" dirty="0" smtClean="0">
                <a:ea typeface="黑体" panose="02010609060101010101" pitchFamily="49" charset="-122"/>
              </a:rPr>
              <a:t> </a:t>
            </a:r>
            <a:r>
              <a:rPr lang="zh-CN" altLang="en-US" dirty="0" smtClean="0">
                <a:ea typeface="黑体" panose="02010609060101010101" pitchFamily="49" charset="-122"/>
              </a:rPr>
              <a:t>编码。  </a:t>
            </a:r>
          </a:p>
        </p:txBody>
      </p:sp>
      <p:sp>
        <p:nvSpPr>
          <p:cNvPr id="1865735" name="Rectangle 8"/>
          <p:cNvSpPr>
            <a:spLocks noChangeArrowheads="1"/>
          </p:cNvSpPr>
          <p:nvPr/>
        </p:nvSpPr>
        <p:spPr bwMode="auto">
          <a:xfrm>
            <a:off x="0" y="3032125"/>
            <a:ext cx="1841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zh-CN" altLang="en-US">
              <a:ea typeface="宋体" panose="02010600030101010101" pitchFamily="2" charset="-122"/>
            </a:endParaRPr>
          </a:p>
        </p:txBody>
      </p:sp>
      <p:sp>
        <p:nvSpPr>
          <p:cNvPr id="1865736" name="Rectangle 9"/>
          <p:cNvSpPr>
            <a:spLocks noChangeArrowheads="1"/>
          </p:cNvSpPr>
          <p:nvPr/>
        </p:nvSpPr>
        <p:spPr bwMode="auto">
          <a:xfrm>
            <a:off x="0" y="-230188"/>
            <a:ext cx="184150" cy="4603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zh-CN" altLang="en-US">
              <a:ea typeface="宋体" panose="02010600030101010101" pitchFamily="2" charset="-122"/>
            </a:endParaRPr>
          </a:p>
        </p:txBody>
      </p:sp>
      <p:sp>
        <p:nvSpPr>
          <p:cNvPr id="1865737"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9FDA9CD6-BA16-4EA2-AB2C-AADC6D65AE13}" type="slidenum">
              <a:rPr lang="zh-CN" altLang="en-US" smtClean="0"/>
              <a:pPr eaLnBrk="1" hangingPunct="1"/>
              <a:t>31</a:t>
            </a:fld>
            <a:endParaRPr lang="en-US" altLang="zh-CN" smtClean="0"/>
          </a:p>
        </p:txBody>
      </p:sp>
      <p:sp>
        <p:nvSpPr>
          <p:cNvPr id="1865738"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185799">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18579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en-US" altLang="zh-CN" dirty="0" smtClean="0"/>
              <a:t>quoted-printable</a:t>
            </a:r>
            <a:r>
              <a:rPr lang="zh-CN" altLang="en-US" dirty="0" smtClean="0"/>
              <a:t>编码</a:t>
            </a:r>
            <a:endParaRPr lang="zh-CN" altLang="en-US" dirty="0"/>
          </a:p>
        </p:txBody>
      </p:sp>
      <p:sp>
        <p:nvSpPr>
          <p:cNvPr id="3" name="内容占位符 2"/>
          <p:cNvSpPr>
            <a:spLocks noGrp="1"/>
          </p:cNvSpPr>
          <p:nvPr>
            <p:ph idx="1"/>
          </p:nvPr>
        </p:nvSpPr>
        <p:spPr/>
        <p:txBody>
          <a:bodyPr/>
          <a:lstStyle/>
          <a:p>
            <a:pPr marL="0" indent="0">
              <a:buNone/>
            </a:pPr>
            <a:r>
              <a:rPr lang="zh-CN" altLang="en-US" dirty="0" smtClean="0"/>
              <a:t>可</a:t>
            </a:r>
            <a:r>
              <a:rPr lang="zh-CN" altLang="en-US" dirty="0"/>
              <a:t>译为“</a:t>
            </a:r>
            <a:r>
              <a:rPr lang="zh-CN" altLang="en-US" dirty="0">
                <a:solidFill>
                  <a:srgbClr val="0000FF"/>
                </a:solidFill>
              </a:rPr>
              <a:t>可打印字符引用编码</a:t>
            </a:r>
            <a:r>
              <a:rPr lang="zh-CN" altLang="en-US" dirty="0"/>
              <a:t>”</a:t>
            </a:r>
            <a:r>
              <a:rPr lang="zh-CN" altLang="en-US" dirty="0" smtClean="0"/>
              <a:t>，将</a:t>
            </a:r>
            <a:r>
              <a:rPr lang="zh-CN" altLang="en-US" dirty="0"/>
              <a:t>任何</a:t>
            </a:r>
            <a:r>
              <a:rPr lang="en-US" altLang="zh-CN" dirty="0">
                <a:solidFill>
                  <a:srgbClr val="0000FF"/>
                </a:solidFill>
              </a:rPr>
              <a:t>8-bit</a:t>
            </a:r>
            <a:r>
              <a:rPr lang="zh-CN" altLang="en-US" dirty="0"/>
              <a:t>字节值可编码为</a:t>
            </a:r>
            <a:r>
              <a:rPr lang="en-US" altLang="zh-CN" dirty="0">
                <a:solidFill>
                  <a:srgbClr val="0000FF"/>
                </a:solidFill>
              </a:rPr>
              <a:t>3</a:t>
            </a:r>
            <a:r>
              <a:rPr lang="zh-CN" altLang="en-US" dirty="0">
                <a:solidFill>
                  <a:srgbClr val="0000FF"/>
                </a:solidFill>
              </a:rPr>
              <a:t>个字符</a:t>
            </a:r>
            <a:r>
              <a:rPr lang="zh-CN" altLang="en-US" dirty="0" smtClean="0"/>
              <a:t>：</a:t>
            </a:r>
            <a:endParaRPr lang="en-US" altLang="zh-CN" dirty="0" smtClean="0"/>
          </a:p>
          <a:p>
            <a:pPr marL="0" indent="0">
              <a:buNone/>
            </a:pPr>
            <a:r>
              <a:rPr lang="zh-CN" altLang="en-US" dirty="0" smtClean="0">
                <a:solidFill>
                  <a:srgbClr val="000099"/>
                </a:solidFill>
              </a:rPr>
              <a:t>        一</a:t>
            </a:r>
            <a:r>
              <a:rPr lang="zh-CN" altLang="en-US" dirty="0">
                <a:solidFill>
                  <a:srgbClr val="000099"/>
                </a:solidFill>
              </a:rPr>
              <a:t>个等号</a:t>
            </a:r>
            <a:r>
              <a:rPr lang="en-US" altLang="zh-CN" dirty="0">
                <a:solidFill>
                  <a:srgbClr val="000099"/>
                </a:solidFill>
              </a:rPr>
              <a:t>"="</a:t>
            </a:r>
            <a:r>
              <a:rPr lang="zh-CN" altLang="en-US" dirty="0" smtClean="0">
                <a:solidFill>
                  <a:srgbClr val="000099"/>
                </a:solidFill>
              </a:rPr>
              <a:t>后</a:t>
            </a:r>
            <a:r>
              <a:rPr lang="en-US" altLang="zh-CN" dirty="0" smtClean="0">
                <a:solidFill>
                  <a:srgbClr val="000099"/>
                </a:solidFill>
              </a:rPr>
              <a:t>+</a:t>
            </a:r>
            <a:r>
              <a:rPr lang="zh-CN" altLang="en-US" dirty="0" smtClean="0">
                <a:solidFill>
                  <a:srgbClr val="000099"/>
                </a:solidFill>
              </a:rPr>
              <a:t>两</a:t>
            </a:r>
            <a:r>
              <a:rPr lang="zh-CN" altLang="en-US" dirty="0">
                <a:solidFill>
                  <a:srgbClr val="000099"/>
                </a:solidFill>
              </a:rPr>
              <a:t>个十六进制数字</a:t>
            </a:r>
            <a:r>
              <a:rPr lang="en-US" altLang="zh-CN" dirty="0">
                <a:solidFill>
                  <a:srgbClr val="000099"/>
                </a:solidFill>
              </a:rPr>
              <a:t>(0–9</a:t>
            </a:r>
            <a:r>
              <a:rPr lang="zh-CN" altLang="en-US" dirty="0">
                <a:solidFill>
                  <a:srgbClr val="000099"/>
                </a:solidFill>
              </a:rPr>
              <a:t>或</a:t>
            </a:r>
            <a:r>
              <a:rPr lang="en-US" altLang="zh-CN" dirty="0">
                <a:solidFill>
                  <a:srgbClr val="000099"/>
                </a:solidFill>
              </a:rPr>
              <a:t>A–F)</a:t>
            </a:r>
            <a:r>
              <a:rPr lang="zh-CN" altLang="en-US" dirty="0">
                <a:solidFill>
                  <a:srgbClr val="000099"/>
                </a:solidFill>
              </a:rPr>
              <a:t>表示该字节的</a:t>
            </a:r>
            <a:r>
              <a:rPr lang="zh-CN" altLang="en-US" dirty="0" smtClean="0">
                <a:solidFill>
                  <a:srgbClr val="000099"/>
                </a:solidFill>
              </a:rPr>
              <a:t>数值</a:t>
            </a:r>
            <a:endParaRPr lang="en-US" altLang="zh-CN" dirty="0" smtClean="0">
              <a:solidFill>
                <a:srgbClr val="000099"/>
              </a:solidFill>
            </a:endParaRPr>
          </a:p>
          <a:p>
            <a:pPr marL="0" indent="0">
              <a:buNone/>
            </a:pPr>
            <a:r>
              <a:rPr lang="zh-CN" altLang="en-US" dirty="0" smtClean="0"/>
              <a:t>例如，“系统”的二进制编码</a:t>
            </a:r>
            <a:endParaRPr lang="en-US" altLang="zh-CN" dirty="0" smtClean="0"/>
          </a:p>
          <a:p>
            <a:pPr marL="0" indent="0">
              <a:buNone/>
            </a:pPr>
            <a:r>
              <a:rPr lang="en-US" altLang="zh-CN" dirty="0" smtClean="0"/>
              <a:t>     11001111 10110101 11001101 10110011</a:t>
            </a:r>
          </a:p>
          <a:p>
            <a:pPr marL="0" indent="0">
              <a:buNone/>
            </a:pPr>
            <a:r>
              <a:rPr lang="zh-CN" altLang="en-US" dirty="0"/>
              <a:t>十六</a:t>
            </a:r>
            <a:r>
              <a:rPr lang="zh-CN" altLang="en-US" dirty="0" smtClean="0"/>
              <a:t>机制：</a:t>
            </a:r>
            <a:r>
              <a:rPr lang="en-US" altLang="zh-CN" dirty="0" smtClean="0"/>
              <a:t>CFB5CDB3</a:t>
            </a:r>
          </a:p>
          <a:p>
            <a:pPr marL="0" indent="0">
              <a:buNone/>
            </a:pPr>
            <a:r>
              <a:rPr lang="en-US" altLang="zh-CN" dirty="0" smtClean="0"/>
              <a:t>quoted-printable</a:t>
            </a:r>
            <a:r>
              <a:rPr lang="zh-CN" altLang="en-US" dirty="0" smtClean="0"/>
              <a:t>：</a:t>
            </a:r>
            <a:r>
              <a:rPr lang="en-US" altLang="zh-CN" dirty="0" smtClean="0"/>
              <a:t>=CF=B5=CD=B3</a:t>
            </a:r>
          </a:p>
          <a:p>
            <a:pPr marL="0" indent="0">
              <a:buNone/>
            </a:pPr>
            <a:r>
              <a:rPr lang="zh-CN" altLang="en-US" dirty="0" smtClean="0"/>
              <a:t>变成可可打印的</a:t>
            </a:r>
            <a:r>
              <a:rPr lang="en-US" altLang="zh-CN" dirty="0" smtClean="0"/>
              <a:t>ASCII</a:t>
            </a:r>
            <a:r>
              <a:rPr lang="zh-CN" altLang="en-US" dirty="0" smtClean="0"/>
              <a:t>码</a:t>
            </a:r>
            <a:endParaRPr lang="en-US" altLang="zh-CN" dirty="0"/>
          </a:p>
          <a:p>
            <a:pPr marL="0" indent="0">
              <a:buNone/>
            </a:pPr>
            <a:endParaRPr lang="zh-CN" altLang="en-US" dirty="0"/>
          </a:p>
        </p:txBody>
      </p:sp>
      <p:sp>
        <p:nvSpPr>
          <p:cNvPr id="4" name="日期占位符 3"/>
          <p:cNvSpPr>
            <a:spLocks noGrp="1"/>
          </p:cNvSpPr>
          <p:nvPr>
            <p:ph type="dt" sz="half" idx="10"/>
          </p:nvPr>
        </p:nvSpPr>
        <p:spPr/>
        <p:txBody>
          <a:bodyPr/>
          <a:lstStyle/>
          <a:p>
            <a:endParaRPr lang="en-US" altLang="zh-CN"/>
          </a:p>
        </p:txBody>
      </p:sp>
      <p:sp>
        <p:nvSpPr>
          <p:cNvPr id="5" name="页脚占位符 4"/>
          <p:cNvSpPr>
            <a:spLocks noGrp="1"/>
          </p:cNvSpPr>
          <p:nvPr>
            <p:ph type="ftr" sz="quarter" idx="11"/>
          </p:nvPr>
        </p:nvSpPr>
        <p:spPr/>
        <p:txBody>
          <a:bodyPr/>
          <a:lstStyle/>
          <a:p>
            <a:r>
              <a:rPr lang="en-US" altLang="zh-CN" smtClean="0"/>
              <a:t>ppt课件</a:t>
            </a:r>
            <a:endParaRPr lang="en-US" altLang="zh-CN"/>
          </a:p>
        </p:txBody>
      </p:sp>
      <p:sp>
        <p:nvSpPr>
          <p:cNvPr id="6" name="灯片编号占位符 5"/>
          <p:cNvSpPr>
            <a:spLocks noGrp="1"/>
          </p:cNvSpPr>
          <p:nvPr>
            <p:ph type="sldNum" sz="quarter" idx="12"/>
          </p:nvPr>
        </p:nvSpPr>
        <p:spPr/>
        <p:txBody>
          <a:bodyPr/>
          <a:lstStyle/>
          <a:p>
            <a:fld id="{EB7CA65C-4566-4F22-82C0-F7928AFB6C2C}" type="slidenum">
              <a:rPr lang="zh-CN" altLang="en-US" smtClean="0"/>
              <a:pPr/>
              <a:t>32</a:t>
            </a:fld>
            <a:endParaRPr lang="en-US" altLang="zh-CN"/>
          </a:p>
        </p:txBody>
      </p:sp>
    </p:spTree>
    <p:extLst>
      <p:ext uri="{BB962C8B-B14F-4D97-AF65-F5344CB8AC3E}">
        <p14:creationId xmlns:p14="http://schemas.microsoft.com/office/powerpoint/2010/main" val="21051404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en-US" altLang="zh-CN" dirty="0" smtClean="0"/>
              <a:t>base64</a:t>
            </a:r>
            <a:r>
              <a:rPr lang="zh-CN" altLang="en-US" dirty="0" smtClean="0"/>
              <a:t>编码</a:t>
            </a:r>
            <a:endParaRPr lang="zh-CN" altLang="en-US" dirty="0"/>
          </a:p>
        </p:txBody>
      </p:sp>
      <p:sp>
        <p:nvSpPr>
          <p:cNvPr id="3" name="内容占位符 2"/>
          <p:cNvSpPr>
            <a:spLocks noGrp="1"/>
          </p:cNvSpPr>
          <p:nvPr>
            <p:ph idx="1"/>
          </p:nvPr>
        </p:nvSpPr>
        <p:spPr/>
        <p:txBody>
          <a:bodyPr/>
          <a:lstStyle/>
          <a:p>
            <a:pPr marL="0" indent="0">
              <a:buNone/>
            </a:pPr>
            <a:r>
              <a:rPr lang="zh-CN" altLang="en-US" dirty="0" smtClean="0">
                <a:solidFill>
                  <a:srgbClr val="FF0000"/>
                </a:solidFill>
              </a:rPr>
              <a:t>编码原理</a:t>
            </a:r>
            <a:r>
              <a:rPr lang="zh-CN" altLang="en-US" dirty="0" smtClean="0"/>
              <a:t>：先</a:t>
            </a:r>
            <a:r>
              <a:rPr lang="zh-CN" altLang="en-US" dirty="0"/>
              <a:t>将二进制代码划分为一个个</a:t>
            </a:r>
            <a:r>
              <a:rPr lang="en-US" altLang="zh-CN" dirty="0">
                <a:solidFill>
                  <a:srgbClr val="0000FF"/>
                </a:solidFill>
              </a:rPr>
              <a:t>24</a:t>
            </a:r>
            <a:r>
              <a:rPr lang="zh-CN" altLang="en-US" dirty="0">
                <a:solidFill>
                  <a:srgbClr val="0000FF"/>
                </a:solidFill>
              </a:rPr>
              <a:t>位长的单元</a:t>
            </a:r>
            <a:r>
              <a:rPr lang="zh-CN" altLang="en-US" dirty="0" smtClean="0"/>
              <a:t>，每</a:t>
            </a:r>
            <a:r>
              <a:rPr lang="zh-CN" altLang="en-US" dirty="0"/>
              <a:t>一个</a:t>
            </a:r>
            <a:r>
              <a:rPr lang="en-US" altLang="zh-CN" dirty="0"/>
              <a:t>24</a:t>
            </a:r>
            <a:r>
              <a:rPr lang="zh-CN" altLang="en-US" dirty="0"/>
              <a:t>位单元划分为</a:t>
            </a:r>
            <a:r>
              <a:rPr lang="en-US" altLang="zh-CN" dirty="0">
                <a:solidFill>
                  <a:srgbClr val="FF0000"/>
                </a:solidFill>
              </a:rPr>
              <a:t>4</a:t>
            </a:r>
            <a:r>
              <a:rPr lang="zh-CN" altLang="en-US" dirty="0">
                <a:solidFill>
                  <a:srgbClr val="FF0000"/>
                </a:solidFill>
              </a:rPr>
              <a:t>个</a:t>
            </a:r>
            <a:r>
              <a:rPr lang="en-US" altLang="zh-CN" dirty="0">
                <a:solidFill>
                  <a:srgbClr val="FF0000"/>
                </a:solidFill>
              </a:rPr>
              <a:t>6</a:t>
            </a:r>
            <a:r>
              <a:rPr lang="zh-CN" altLang="en-US" dirty="0">
                <a:solidFill>
                  <a:srgbClr val="FF0000"/>
                </a:solidFill>
              </a:rPr>
              <a:t>位</a:t>
            </a:r>
            <a:r>
              <a:rPr lang="zh-CN" altLang="en-US" dirty="0"/>
              <a:t>组。</a:t>
            </a:r>
            <a:r>
              <a:rPr lang="zh-CN" altLang="en-US" dirty="0">
                <a:solidFill>
                  <a:srgbClr val="0000FF"/>
                </a:solidFill>
              </a:rPr>
              <a:t>每</a:t>
            </a:r>
            <a:r>
              <a:rPr lang="zh-CN" altLang="en-US" dirty="0"/>
              <a:t>一个</a:t>
            </a:r>
            <a:r>
              <a:rPr lang="en-US" altLang="zh-CN" dirty="0">
                <a:solidFill>
                  <a:srgbClr val="0000FF"/>
                </a:solidFill>
              </a:rPr>
              <a:t>6</a:t>
            </a:r>
            <a:r>
              <a:rPr lang="zh-CN" altLang="en-US" dirty="0">
                <a:solidFill>
                  <a:srgbClr val="0000FF"/>
                </a:solidFill>
              </a:rPr>
              <a:t>位</a:t>
            </a:r>
            <a:r>
              <a:rPr lang="zh-CN" altLang="en-US" dirty="0" smtClean="0"/>
              <a:t>组转换</a:t>
            </a:r>
            <a:r>
              <a:rPr lang="zh-CN" altLang="en-US" dirty="0"/>
              <a:t>成</a:t>
            </a:r>
            <a:r>
              <a:rPr lang="en-US" altLang="zh-CN" dirty="0">
                <a:solidFill>
                  <a:srgbClr val="0000FF"/>
                </a:solidFill>
              </a:rPr>
              <a:t>ASCII</a:t>
            </a:r>
            <a:r>
              <a:rPr lang="zh-CN" altLang="en-US" dirty="0">
                <a:solidFill>
                  <a:srgbClr val="0000FF"/>
                </a:solidFill>
              </a:rPr>
              <a:t>码</a:t>
            </a:r>
            <a:r>
              <a:rPr lang="zh-CN" altLang="en-US" dirty="0" smtClean="0"/>
              <a:t>。</a:t>
            </a:r>
            <a:endParaRPr lang="en-US" altLang="zh-CN" dirty="0" smtClean="0"/>
          </a:p>
          <a:p>
            <a:pPr marL="0" indent="0">
              <a:buNone/>
            </a:pPr>
            <a:r>
              <a:rPr lang="en-US" altLang="zh-CN" dirty="0"/>
              <a:t> </a:t>
            </a:r>
            <a:r>
              <a:rPr lang="en-US" altLang="zh-CN" dirty="0" smtClean="0"/>
              <a:t>     6</a:t>
            </a:r>
            <a:r>
              <a:rPr lang="zh-CN" altLang="en-US" dirty="0"/>
              <a:t>位的二进制代码共有</a:t>
            </a:r>
            <a:r>
              <a:rPr lang="en-US" altLang="zh-CN" dirty="0"/>
              <a:t>64</a:t>
            </a:r>
            <a:r>
              <a:rPr lang="zh-CN" altLang="en-US" dirty="0"/>
              <a:t>种不同的值，从</a:t>
            </a:r>
            <a:r>
              <a:rPr lang="en-US" altLang="zh-CN" dirty="0"/>
              <a:t>0</a:t>
            </a:r>
            <a:r>
              <a:rPr lang="zh-CN" altLang="en-US" dirty="0"/>
              <a:t>到</a:t>
            </a:r>
            <a:r>
              <a:rPr lang="en-US" altLang="zh-CN" dirty="0" smtClean="0"/>
              <a:t>63</a:t>
            </a:r>
            <a:r>
              <a:rPr lang="zh-CN" altLang="en-US" dirty="0" smtClean="0"/>
              <a:t>。用</a:t>
            </a:r>
            <a:r>
              <a:rPr lang="en-US" altLang="zh-CN" dirty="0"/>
              <a:t>A</a:t>
            </a:r>
            <a:r>
              <a:rPr lang="zh-CN" altLang="en-US" dirty="0"/>
              <a:t>表示</a:t>
            </a:r>
            <a:r>
              <a:rPr lang="en-US" altLang="zh-CN" dirty="0"/>
              <a:t>0</a:t>
            </a:r>
            <a:r>
              <a:rPr lang="zh-CN" altLang="en-US" dirty="0"/>
              <a:t>，用</a:t>
            </a:r>
            <a:r>
              <a:rPr lang="en-US" altLang="zh-CN" dirty="0"/>
              <a:t>B</a:t>
            </a:r>
            <a:r>
              <a:rPr lang="zh-CN" altLang="en-US" dirty="0"/>
              <a:t>表示</a:t>
            </a:r>
            <a:r>
              <a:rPr lang="en-US" altLang="zh-CN" dirty="0"/>
              <a:t>1</a:t>
            </a:r>
            <a:r>
              <a:rPr lang="zh-CN" altLang="en-US" dirty="0"/>
              <a:t>，等等。</a:t>
            </a:r>
            <a:r>
              <a:rPr lang="en-US" altLang="zh-CN" dirty="0"/>
              <a:t>26</a:t>
            </a:r>
            <a:r>
              <a:rPr lang="zh-CN" altLang="en-US" dirty="0"/>
              <a:t>个大写字母排列完毕后，接下去再排</a:t>
            </a:r>
            <a:r>
              <a:rPr lang="en-US" altLang="zh-CN" dirty="0"/>
              <a:t>26</a:t>
            </a:r>
            <a:r>
              <a:rPr lang="zh-CN" altLang="en-US" dirty="0"/>
              <a:t>个小写字母，再后面是</a:t>
            </a:r>
            <a:r>
              <a:rPr lang="en-US" altLang="zh-CN" dirty="0"/>
              <a:t>10</a:t>
            </a:r>
            <a:r>
              <a:rPr lang="zh-CN" altLang="en-US" dirty="0"/>
              <a:t>个数字，最后用“</a:t>
            </a:r>
            <a:r>
              <a:rPr lang="en-US" altLang="zh-CN" dirty="0"/>
              <a:t>+”</a:t>
            </a:r>
            <a:r>
              <a:rPr lang="zh-CN" altLang="en-US" dirty="0"/>
              <a:t>表示</a:t>
            </a:r>
            <a:r>
              <a:rPr lang="en-US" altLang="zh-CN" dirty="0"/>
              <a:t>62</a:t>
            </a:r>
            <a:r>
              <a:rPr lang="zh-CN" altLang="en-US" dirty="0"/>
              <a:t>，用“</a:t>
            </a:r>
            <a:r>
              <a:rPr lang="en-US" altLang="zh-CN" dirty="0"/>
              <a:t>/”</a:t>
            </a:r>
            <a:r>
              <a:rPr lang="zh-CN" altLang="en-US" dirty="0"/>
              <a:t>表示</a:t>
            </a:r>
            <a:r>
              <a:rPr lang="en-US" altLang="zh-CN" dirty="0"/>
              <a:t>63</a:t>
            </a:r>
            <a:r>
              <a:rPr lang="zh-CN" altLang="en-US" dirty="0"/>
              <a:t>。再用两个连在一起的等号“</a:t>
            </a:r>
            <a:r>
              <a:rPr lang="en-US" altLang="zh-CN" dirty="0"/>
              <a:t>==”</a:t>
            </a:r>
            <a:r>
              <a:rPr lang="zh-CN" altLang="en-US" dirty="0"/>
              <a:t>和一个等号“</a:t>
            </a:r>
            <a:r>
              <a:rPr lang="en-US" altLang="zh-CN" dirty="0"/>
              <a:t>=”</a:t>
            </a:r>
            <a:r>
              <a:rPr lang="zh-CN" altLang="en-US" dirty="0"/>
              <a:t>分别表示最后一组的代码再有</a:t>
            </a:r>
            <a:r>
              <a:rPr lang="en-US" altLang="zh-CN" dirty="0"/>
              <a:t>8</a:t>
            </a:r>
            <a:r>
              <a:rPr lang="zh-CN" altLang="en-US" dirty="0"/>
              <a:t>位或者</a:t>
            </a:r>
            <a:r>
              <a:rPr lang="en-US" altLang="zh-CN" dirty="0"/>
              <a:t>16</a:t>
            </a:r>
            <a:r>
              <a:rPr lang="zh-CN" altLang="en-US" dirty="0"/>
              <a:t>位</a:t>
            </a:r>
            <a:r>
              <a:rPr lang="zh-CN" altLang="en-US" dirty="0" smtClean="0"/>
              <a:t>。</a:t>
            </a:r>
            <a:endParaRPr lang="zh-CN" altLang="en-US" dirty="0"/>
          </a:p>
        </p:txBody>
      </p:sp>
      <p:sp>
        <p:nvSpPr>
          <p:cNvPr id="4" name="日期占位符 3"/>
          <p:cNvSpPr>
            <a:spLocks noGrp="1"/>
          </p:cNvSpPr>
          <p:nvPr>
            <p:ph type="dt" sz="half" idx="10"/>
          </p:nvPr>
        </p:nvSpPr>
        <p:spPr/>
        <p:txBody>
          <a:bodyPr/>
          <a:lstStyle/>
          <a:p>
            <a:endParaRPr lang="en-US" altLang="zh-CN"/>
          </a:p>
        </p:txBody>
      </p:sp>
      <p:sp>
        <p:nvSpPr>
          <p:cNvPr id="5" name="页脚占位符 4"/>
          <p:cNvSpPr>
            <a:spLocks noGrp="1"/>
          </p:cNvSpPr>
          <p:nvPr>
            <p:ph type="ftr" sz="quarter" idx="11"/>
          </p:nvPr>
        </p:nvSpPr>
        <p:spPr/>
        <p:txBody>
          <a:bodyPr/>
          <a:lstStyle/>
          <a:p>
            <a:r>
              <a:rPr lang="en-US" altLang="zh-CN" smtClean="0"/>
              <a:t>ppt课件</a:t>
            </a:r>
            <a:endParaRPr lang="en-US" altLang="zh-CN"/>
          </a:p>
        </p:txBody>
      </p:sp>
      <p:sp>
        <p:nvSpPr>
          <p:cNvPr id="6" name="灯片编号占位符 5"/>
          <p:cNvSpPr>
            <a:spLocks noGrp="1"/>
          </p:cNvSpPr>
          <p:nvPr>
            <p:ph type="sldNum" sz="quarter" idx="12"/>
          </p:nvPr>
        </p:nvSpPr>
        <p:spPr/>
        <p:txBody>
          <a:bodyPr/>
          <a:lstStyle/>
          <a:p>
            <a:fld id="{EB7CA65C-4566-4F22-82C0-F7928AFB6C2C}" type="slidenum">
              <a:rPr lang="zh-CN" altLang="en-US" smtClean="0"/>
              <a:pPr/>
              <a:t>33</a:t>
            </a:fld>
            <a:endParaRPr lang="en-US" altLang="zh-CN"/>
          </a:p>
        </p:txBody>
      </p:sp>
    </p:spTree>
    <p:extLst>
      <p:ext uri="{BB962C8B-B14F-4D97-AF65-F5344CB8AC3E}">
        <p14:creationId xmlns:p14="http://schemas.microsoft.com/office/powerpoint/2010/main" val="90315074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en-US" altLang="zh-CN" dirty="0" smtClean="0"/>
              <a:t>base64</a:t>
            </a:r>
            <a:r>
              <a:rPr lang="zh-CN" altLang="en-US" dirty="0" smtClean="0"/>
              <a:t>编码</a:t>
            </a:r>
            <a:endParaRPr lang="zh-CN" altLang="en-US" dirty="0"/>
          </a:p>
        </p:txBody>
      </p:sp>
      <p:sp>
        <p:nvSpPr>
          <p:cNvPr id="3" name="内容占位符 2"/>
          <p:cNvSpPr>
            <a:spLocks noGrp="1"/>
          </p:cNvSpPr>
          <p:nvPr>
            <p:ph idx="1"/>
          </p:nvPr>
        </p:nvSpPr>
        <p:spPr/>
        <p:txBody>
          <a:bodyPr/>
          <a:lstStyle/>
          <a:p>
            <a:pPr marL="0" indent="0">
              <a:buNone/>
            </a:pPr>
            <a:r>
              <a:rPr lang="zh-CN" altLang="en-US" dirty="0" smtClean="0"/>
              <a:t>示例</a:t>
            </a:r>
            <a:r>
              <a:rPr lang="zh-CN" altLang="en-US" dirty="0"/>
              <a:t>：</a:t>
            </a:r>
          </a:p>
          <a:p>
            <a:pPr marL="0" indent="0">
              <a:buNone/>
            </a:pPr>
            <a:r>
              <a:rPr lang="en-US" altLang="zh-CN" dirty="0"/>
              <a:t>24</a:t>
            </a:r>
            <a:r>
              <a:rPr lang="zh-CN" altLang="en-US" dirty="0"/>
              <a:t>位</a:t>
            </a:r>
            <a:r>
              <a:rPr lang="zh-CN" altLang="en-US" dirty="0" smtClean="0"/>
              <a:t>二进制代码</a:t>
            </a:r>
            <a:r>
              <a:rPr lang="zh-CN" altLang="en-US" dirty="0"/>
              <a:t>        </a:t>
            </a:r>
            <a:endParaRPr lang="en-US" altLang="zh-CN" dirty="0" smtClean="0"/>
          </a:p>
          <a:p>
            <a:pPr marL="0" indent="0" algn="ctr">
              <a:buNone/>
            </a:pPr>
            <a:r>
              <a:rPr lang="en-US" altLang="zh-CN" dirty="0" smtClean="0"/>
              <a:t>01001001</a:t>
            </a:r>
            <a:r>
              <a:rPr lang="en-US" altLang="zh-CN" dirty="0"/>
              <a:t>    00110001    01111001</a:t>
            </a:r>
          </a:p>
          <a:p>
            <a:pPr marL="0" indent="0">
              <a:buNone/>
            </a:pPr>
            <a:r>
              <a:rPr lang="zh-CN" altLang="en-US" dirty="0"/>
              <a:t>划分为</a:t>
            </a:r>
            <a:r>
              <a:rPr lang="en-US" altLang="zh-CN" dirty="0"/>
              <a:t>4</a:t>
            </a:r>
            <a:r>
              <a:rPr lang="zh-CN" altLang="en-US" dirty="0"/>
              <a:t>个</a:t>
            </a:r>
            <a:r>
              <a:rPr lang="en-US" altLang="zh-CN" dirty="0"/>
              <a:t>6</a:t>
            </a:r>
            <a:r>
              <a:rPr lang="zh-CN" altLang="en-US" dirty="0"/>
              <a:t>位组        </a:t>
            </a:r>
            <a:endParaRPr lang="en-US" altLang="zh-CN" dirty="0" smtClean="0"/>
          </a:p>
          <a:p>
            <a:pPr marL="0" indent="0" algn="ctr">
              <a:buNone/>
            </a:pPr>
            <a:r>
              <a:rPr lang="en-US" altLang="zh-CN" dirty="0" smtClean="0"/>
              <a:t>010010</a:t>
            </a:r>
            <a:r>
              <a:rPr lang="en-US" altLang="zh-CN" dirty="0"/>
              <a:t>    010011    000101    111001</a:t>
            </a:r>
          </a:p>
          <a:p>
            <a:pPr marL="0" indent="0">
              <a:buNone/>
            </a:pPr>
            <a:r>
              <a:rPr lang="zh-CN" altLang="en-US" dirty="0"/>
              <a:t>对应的</a:t>
            </a:r>
            <a:r>
              <a:rPr lang="en-US" altLang="zh-CN" dirty="0"/>
              <a:t>base64</a:t>
            </a:r>
            <a:r>
              <a:rPr lang="zh-CN" altLang="en-US" dirty="0"/>
              <a:t>编码   </a:t>
            </a:r>
            <a:endParaRPr lang="en-US" altLang="zh-CN" dirty="0" smtClean="0"/>
          </a:p>
          <a:p>
            <a:pPr marL="0" indent="0" algn="ctr">
              <a:buNone/>
            </a:pPr>
            <a:r>
              <a:rPr lang="zh-CN" altLang="en-US" dirty="0" smtClean="0"/>
              <a:t> </a:t>
            </a:r>
            <a:r>
              <a:rPr lang="en-US" altLang="zh-CN" dirty="0"/>
              <a:t>S    T    F    S</a:t>
            </a:r>
          </a:p>
          <a:p>
            <a:pPr marL="0" indent="0">
              <a:buNone/>
            </a:pPr>
            <a:r>
              <a:rPr lang="zh-CN" altLang="en-US" dirty="0"/>
              <a:t>用</a:t>
            </a:r>
            <a:r>
              <a:rPr lang="en-US" altLang="zh-CN" dirty="0"/>
              <a:t>ASII</a:t>
            </a:r>
            <a:r>
              <a:rPr lang="zh-CN" altLang="en-US" dirty="0"/>
              <a:t>编码发送        </a:t>
            </a:r>
            <a:endParaRPr lang="en-US" altLang="zh-CN" dirty="0" smtClean="0"/>
          </a:p>
          <a:p>
            <a:pPr marL="0" indent="0" algn="ctr">
              <a:buNone/>
            </a:pPr>
            <a:r>
              <a:rPr lang="en-US" altLang="zh-CN" dirty="0" smtClean="0"/>
              <a:t>01010011</a:t>
            </a:r>
            <a:r>
              <a:rPr lang="en-US" altLang="zh-CN" dirty="0"/>
              <a:t>  </a:t>
            </a:r>
            <a:r>
              <a:rPr lang="en-US" altLang="zh-CN" dirty="0" smtClean="0"/>
              <a:t>01010100</a:t>
            </a:r>
            <a:r>
              <a:rPr lang="en-US" altLang="zh-CN" dirty="0"/>
              <a:t>   </a:t>
            </a:r>
            <a:r>
              <a:rPr lang="en-US" altLang="zh-CN" dirty="0" smtClean="0"/>
              <a:t> 01000110</a:t>
            </a:r>
            <a:r>
              <a:rPr lang="en-US" altLang="zh-CN" dirty="0"/>
              <a:t>   </a:t>
            </a:r>
            <a:r>
              <a:rPr lang="en-US" altLang="zh-CN" dirty="0" smtClean="0"/>
              <a:t> </a:t>
            </a:r>
            <a:r>
              <a:rPr lang="en-US" altLang="zh-CN" dirty="0"/>
              <a:t>00110101</a:t>
            </a:r>
          </a:p>
          <a:p>
            <a:pPr marL="0" indent="0">
              <a:buNone/>
            </a:pPr>
            <a:endParaRPr lang="zh-CN" altLang="en-US" dirty="0"/>
          </a:p>
        </p:txBody>
      </p:sp>
      <p:sp>
        <p:nvSpPr>
          <p:cNvPr id="4" name="日期占位符 3"/>
          <p:cNvSpPr>
            <a:spLocks noGrp="1"/>
          </p:cNvSpPr>
          <p:nvPr>
            <p:ph type="dt" sz="half" idx="10"/>
          </p:nvPr>
        </p:nvSpPr>
        <p:spPr/>
        <p:txBody>
          <a:bodyPr/>
          <a:lstStyle/>
          <a:p>
            <a:endParaRPr lang="en-US" altLang="zh-CN" dirty="0"/>
          </a:p>
        </p:txBody>
      </p:sp>
      <p:sp>
        <p:nvSpPr>
          <p:cNvPr id="5" name="页脚占位符 4"/>
          <p:cNvSpPr>
            <a:spLocks noGrp="1"/>
          </p:cNvSpPr>
          <p:nvPr>
            <p:ph type="ftr" sz="quarter" idx="11"/>
          </p:nvPr>
        </p:nvSpPr>
        <p:spPr/>
        <p:txBody>
          <a:bodyPr/>
          <a:lstStyle/>
          <a:p>
            <a:r>
              <a:rPr lang="en-US" altLang="zh-CN" dirty="0" err="1" smtClean="0"/>
              <a:t>ppt课件</a:t>
            </a:r>
            <a:endParaRPr lang="en-US" altLang="zh-CN" dirty="0"/>
          </a:p>
        </p:txBody>
      </p:sp>
      <p:sp>
        <p:nvSpPr>
          <p:cNvPr id="6" name="灯片编号占位符 5"/>
          <p:cNvSpPr>
            <a:spLocks noGrp="1"/>
          </p:cNvSpPr>
          <p:nvPr>
            <p:ph type="sldNum" sz="quarter" idx="12"/>
          </p:nvPr>
        </p:nvSpPr>
        <p:spPr/>
        <p:txBody>
          <a:bodyPr/>
          <a:lstStyle/>
          <a:p>
            <a:fld id="{EB7CA65C-4566-4F22-82C0-F7928AFB6C2C}" type="slidenum">
              <a:rPr lang="zh-CN" altLang="en-US" smtClean="0"/>
              <a:pPr/>
              <a:t>34</a:t>
            </a:fld>
            <a:endParaRPr lang="en-US" altLang="zh-CN"/>
          </a:p>
        </p:txBody>
      </p:sp>
    </p:spTree>
    <p:extLst>
      <p:ext uri="{BB962C8B-B14F-4D97-AF65-F5344CB8AC3E}">
        <p14:creationId xmlns:p14="http://schemas.microsoft.com/office/powerpoint/2010/main" val="69083443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7777" name="Rectangle 2"/>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3.  </a:t>
            </a:r>
            <a:r>
              <a:rPr lang="zh-CN" altLang="en-US" smtClean="0">
                <a:ea typeface="黑体" panose="02010609060101010101" pitchFamily="49" charset="-122"/>
              </a:rPr>
              <a:t>内容类型 </a:t>
            </a:r>
          </a:p>
        </p:txBody>
      </p:sp>
      <p:sp>
        <p:nvSpPr>
          <p:cNvPr id="1187843" name="Rectangle 3"/>
          <p:cNvSpPr>
            <a:spLocks noGrp="1" noChangeArrowheads="1"/>
          </p:cNvSpPr>
          <p:nvPr>
            <p:ph idx="1"/>
          </p:nvPr>
        </p:nvSpPr>
        <p:spPr>
          <a:xfrm>
            <a:off x="495300" y="1196975"/>
            <a:ext cx="9066213" cy="4933950"/>
          </a:xfrm>
        </p:spPr>
        <p:txBody>
          <a:bodyPr/>
          <a:lstStyle/>
          <a:p>
            <a:pPr algn="just"/>
            <a:r>
              <a:rPr lang="en-US" altLang="zh-CN" dirty="0" smtClean="0">
                <a:ea typeface="黑体" panose="02010609060101010101" pitchFamily="49" charset="-122"/>
              </a:rPr>
              <a:t>MIME </a:t>
            </a:r>
            <a:r>
              <a:rPr lang="zh-CN" altLang="en-US" dirty="0" smtClean="0">
                <a:ea typeface="黑体" panose="02010609060101010101" pitchFamily="49" charset="-122"/>
              </a:rPr>
              <a:t>着标准规定</a:t>
            </a:r>
            <a:r>
              <a:rPr lang="zh-CN" altLang="en-US" dirty="0" smtClean="0">
                <a:solidFill>
                  <a:srgbClr val="FF0000"/>
                </a:solidFill>
                <a:ea typeface="黑体" panose="02010609060101010101" pitchFamily="49" charset="-122"/>
              </a:rPr>
              <a:t> </a:t>
            </a:r>
            <a:r>
              <a:rPr lang="en-US" altLang="zh-CN" dirty="0" smtClean="0">
                <a:solidFill>
                  <a:srgbClr val="FF0000"/>
                </a:solidFill>
                <a:ea typeface="黑体" panose="02010609060101010101" pitchFamily="49" charset="-122"/>
              </a:rPr>
              <a:t>Content-Type </a:t>
            </a:r>
            <a:r>
              <a:rPr lang="zh-CN" altLang="en-US" dirty="0" smtClean="0">
                <a:ea typeface="黑体" panose="02010609060101010101" pitchFamily="49" charset="-122"/>
              </a:rPr>
              <a:t>说明必须含有两个标识符，即</a:t>
            </a:r>
            <a:r>
              <a:rPr lang="zh-CN" altLang="en-US" dirty="0" smtClean="0">
                <a:solidFill>
                  <a:srgbClr val="0000FF"/>
                </a:solidFill>
                <a:ea typeface="黑体" panose="02010609060101010101" pitchFamily="49" charset="-122"/>
              </a:rPr>
              <a:t>内容类型</a:t>
            </a:r>
            <a:r>
              <a:rPr lang="en-US" altLang="zh-CN" dirty="0" smtClean="0">
                <a:ea typeface="黑体" panose="02010609060101010101" pitchFamily="49" charset="-122"/>
              </a:rPr>
              <a:t>(type)</a:t>
            </a:r>
            <a:r>
              <a:rPr lang="zh-CN" altLang="en-US" dirty="0" smtClean="0">
                <a:ea typeface="黑体" panose="02010609060101010101" pitchFamily="49" charset="-122"/>
              </a:rPr>
              <a:t>和</a:t>
            </a:r>
            <a:r>
              <a:rPr lang="zh-CN" altLang="en-US" dirty="0" smtClean="0">
                <a:solidFill>
                  <a:srgbClr val="0000FF"/>
                </a:solidFill>
                <a:ea typeface="黑体" panose="02010609060101010101" pitchFamily="49" charset="-122"/>
              </a:rPr>
              <a:t>子类型</a:t>
            </a:r>
            <a:r>
              <a:rPr lang="en-US" altLang="zh-CN" dirty="0" smtClean="0">
                <a:ea typeface="黑体" panose="02010609060101010101" pitchFamily="49" charset="-122"/>
              </a:rPr>
              <a:t>(subtype)</a:t>
            </a:r>
            <a:r>
              <a:rPr lang="zh-CN" altLang="en-US" dirty="0" smtClean="0">
                <a:ea typeface="黑体" panose="02010609060101010101" pitchFamily="49" charset="-122"/>
              </a:rPr>
              <a:t>，中间用“</a:t>
            </a:r>
            <a:r>
              <a:rPr lang="en-US" altLang="zh-CN" dirty="0" smtClean="0">
                <a:ea typeface="黑体" panose="02010609060101010101" pitchFamily="49" charset="-122"/>
              </a:rPr>
              <a:t>/”</a:t>
            </a:r>
            <a:r>
              <a:rPr lang="zh-CN" altLang="en-US" dirty="0" smtClean="0">
                <a:ea typeface="黑体" panose="02010609060101010101" pitchFamily="49" charset="-122"/>
              </a:rPr>
              <a:t>分开。 </a:t>
            </a:r>
          </a:p>
          <a:p>
            <a:pPr algn="just"/>
            <a:r>
              <a:rPr lang="en-US" altLang="zh-CN" dirty="0" smtClean="0">
                <a:ea typeface="黑体" panose="02010609060101010101" pitchFamily="49" charset="-122"/>
              </a:rPr>
              <a:t>MIME </a:t>
            </a:r>
            <a:r>
              <a:rPr lang="zh-CN" altLang="en-US" dirty="0" smtClean="0">
                <a:ea typeface="黑体" panose="02010609060101010101" pitchFamily="49" charset="-122"/>
              </a:rPr>
              <a:t>标准定义了 </a:t>
            </a:r>
            <a:r>
              <a:rPr lang="en-US" altLang="zh-CN" dirty="0" smtClean="0">
                <a:ea typeface="黑体" panose="02010609060101010101" pitchFamily="49" charset="-122"/>
              </a:rPr>
              <a:t>7 </a:t>
            </a:r>
            <a:r>
              <a:rPr lang="zh-CN" altLang="en-US" dirty="0" smtClean="0">
                <a:ea typeface="黑体" panose="02010609060101010101" pitchFamily="49" charset="-122"/>
              </a:rPr>
              <a:t>个基本内容类型和 </a:t>
            </a:r>
            <a:r>
              <a:rPr lang="en-US" altLang="zh-CN" dirty="0" smtClean="0">
                <a:ea typeface="黑体" panose="02010609060101010101" pitchFamily="49" charset="-122"/>
              </a:rPr>
              <a:t>15 </a:t>
            </a:r>
            <a:r>
              <a:rPr lang="zh-CN" altLang="en-US" dirty="0" smtClean="0">
                <a:ea typeface="黑体" panose="02010609060101010101" pitchFamily="49" charset="-122"/>
              </a:rPr>
              <a:t>种子类型。 </a:t>
            </a:r>
          </a:p>
        </p:txBody>
      </p:sp>
      <p:sp>
        <p:nvSpPr>
          <p:cNvPr id="1867779"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C1A8F812-03AA-452F-B3B3-38D793073190}" type="slidenum">
              <a:rPr lang="zh-CN" altLang="en-US" smtClean="0"/>
              <a:pPr eaLnBrk="1" hangingPunct="1"/>
              <a:t>35</a:t>
            </a:fld>
            <a:endParaRPr lang="en-US" altLang="zh-CN" smtClean="0"/>
          </a:p>
        </p:txBody>
      </p:sp>
      <p:sp>
        <p:nvSpPr>
          <p:cNvPr id="1867780"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18784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9825" name="标题 1"/>
          <p:cNvSpPr>
            <a:spLocks noGrp="1" noChangeArrowheads="1"/>
          </p:cNvSpPr>
          <p:nvPr>
            <p:ph type="title"/>
          </p:nvPr>
        </p:nvSpPr>
        <p:spPr>
          <a:xfrm>
            <a:off x="496888" y="188913"/>
            <a:ext cx="8632825" cy="792162"/>
          </a:xfrm>
        </p:spPr>
        <p:txBody>
          <a:bodyPr/>
          <a:lstStyle/>
          <a:p>
            <a:pPr algn="ctr"/>
            <a:r>
              <a:rPr lang="en-US" altLang="zh-CN" sz="3200" smtClean="0">
                <a:ea typeface="黑体" panose="02010609060101010101" pitchFamily="49" charset="-122"/>
              </a:rPr>
              <a:t>MIME Content-Type </a:t>
            </a:r>
            <a:r>
              <a:rPr lang="zh-CN" altLang="zh-CN" sz="3200" smtClean="0">
                <a:ea typeface="黑体" panose="02010609060101010101" pitchFamily="49" charset="-122"/>
              </a:rPr>
              <a:t>说明中的类型及子类型</a:t>
            </a:r>
            <a:endParaRPr lang="zh-CN" altLang="en-US" sz="3200" smtClean="0">
              <a:ea typeface="黑体" panose="02010609060101010101" pitchFamily="49" charset="-122"/>
            </a:endParaRPr>
          </a:p>
        </p:txBody>
      </p:sp>
      <p:graphicFrame>
        <p:nvGraphicFramePr>
          <p:cNvPr id="5" name="内容占位符 4"/>
          <p:cNvGraphicFramePr>
            <a:graphicFrameLocks noGrp="1"/>
          </p:cNvGraphicFramePr>
          <p:nvPr>
            <p:ph idx="1"/>
          </p:nvPr>
        </p:nvGraphicFramePr>
        <p:xfrm>
          <a:off x="496888" y="1412875"/>
          <a:ext cx="9294812" cy="4094165"/>
        </p:xfrm>
        <a:graphic>
          <a:graphicData uri="http://schemas.openxmlformats.org/drawingml/2006/table">
            <a:tbl>
              <a:tblPr firstRow="1" firstCol="1" bandRow="1" bandCol="1"/>
              <a:tblGrid>
                <a:gridCol w="2688120">
                  <a:extLst>
                    <a:ext uri="{9D8B030D-6E8A-4147-A177-3AD203B41FA5}">
                      <a16:colId xmlns:a16="http://schemas.microsoft.com/office/drawing/2014/main" val="20000"/>
                    </a:ext>
                  </a:extLst>
                </a:gridCol>
                <a:gridCol w="3345888">
                  <a:extLst>
                    <a:ext uri="{9D8B030D-6E8A-4147-A177-3AD203B41FA5}">
                      <a16:colId xmlns:a16="http://schemas.microsoft.com/office/drawing/2014/main" val="20001"/>
                    </a:ext>
                  </a:extLst>
                </a:gridCol>
                <a:gridCol w="3260804">
                  <a:extLst>
                    <a:ext uri="{9D8B030D-6E8A-4147-A177-3AD203B41FA5}">
                      <a16:colId xmlns:a16="http://schemas.microsoft.com/office/drawing/2014/main" val="20002"/>
                    </a:ext>
                  </a:extLst>
                </a:gridCol>
              </a:tblGrid>
              <a:tr h="576047">
                <a:tc>
                  <a:txBody>
                    <a:bodyPr/>
                    <a:lstStyle/>
                    <a:p>
                      <a:pPr algn="ctr" hangingPunct="0">
                        <a:lnSpc>
                          <a:spcPct val="100000"/>
                        </a:lnSpc>
                        <a:spcAft>
                          <a:spcPts val="0"/>
                        </a:spcAft>
                      </a:pPr>
                      <a:r>
                        <a:rPr lang="zh-CN" sz="2200" b="1" dirty="0">
                          <a:effectLst/>
                          <a:latin typeface="+mn-lt"/>
                          <a:ea typeface="+mn-ea"/>
                        </a:rPr>
                        <a:t>内容类型</a:t>
                      </a:r>
                    </a:p>
                  </a:txBody>
                  <a:tcPr marL="31190" marR="31190"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66"/>
                    </a:solidFill>
                  </a:tcPr>
                </a:tc>
                <a:tc>
                  <a:txBody>
                    <a:bodyPr/>
                    <a:lstStyle/>
                    <a:p>
                      <a:pPr algn="ctr" hangingPunct="0">
                        <a:lnSpc>
                          <a:spcPct val="100000"/>
                        </a:lnSpc>
                        <a:spcAft>
                          <a:spcPts val="0"/>
                        </a:spcAft>
                      </a:pPr>
                      <a:r>
                        <a:rPr lang="zh-CN" sz="2200" b="1" dirty="0">
                          <a:effectLst/>
                          <a:latin typeface="+mn-lt"/>
                          <a:ea typeface="+mn-ea"/>
                        </a:rPr>
                        <a:t>子类型举例</a:t>
                      </a:r>
                    </a:p>
                  </a:txBody>
                  <a:tcPr marL="31190" marR="311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66"/>
                    </a:solidFill>
                  </a:tcPr>
                </a:tc>
                <a:tc>
                  <a:txBody>
                    <a:bodyPr/>
                    <a:lstStyle/>
                    <a:p>
                      <a:pPr algn="ctr" hangingPunct="0">
                        <a:lnSpc>
                          <a:spcPct val="100000"/>
                        </a:lnSpc>
                        <a:spcAft>
                          <a:spcPts val="0"/>
                        </a:spcAft>
                      </a:pPr>
                      <a:r>
                        <a:rPr lang="zh-CN" sz="2200" b="1" dirty="0">
                          <a:effectLst/>
                          <a:latin typeface="+mn-lt"/>
                          <a:ea typeface="+mn-ea"/>
                        </a:rPr>
                        <a:t>说明</a:t>
                      </a:r>
                    </a:p>
                  </a:txBody>
                  <a:tcPr marL="31190" marR="31190"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66"/>
                    </a:solidFill>
                  </a:tcPr>
                </a:tc>
                <a:extLst>
                  <a:ext uri="{0D108BD9-81ED-4DB2-BD59-A6C34878D82A}">
                    <a16:rowId xmlns:a16="http://schemas.microsoft.com/office/drawing/2014/main" val="10000"/>
                  </a:ext>
                </a:extLst>
              </a:tr>
              <a:tr h="351812">
                <a:tc>
                  <a:txBody>
                    <a:bodyPr/>
                    <a:lstStyle/>
                    <a:p>
                      <a:pPr algn="ctr" hangingPunct="0">
                        <a:lnSpc>
                          <a:spcPct val="100000"/>
                        </a:lnSpc>
                        <a:spcAft>
                          <a:spcPts val="0"/>
                        </a:spcAft>
                      </a:pPr>
                      <a:r>
                        <a:rPr lang="en-US" sz="2200" b="1">
                          <a:effectLst/>
                          <a:latin typeface="+mn-lt"/>
                          <a:ea typeface="+mn-ea"/>
                        </a:rPr>
                        <a:t>text</a:t>
                      </a:r>
                      <a:r>
                        <a:rPr lang="zh-CN" sz="2200" b="1">
                          <a:effectLst/>
                          <a:latin typeface="+mn-lt"/>
                          <a:ea typeface="+mn-ea"/>
                        </a:rPr>
                        <a:t>（文本）</a:t>
                      </a:r>
                    </a:p>
                  </a:txBody>
                  <a:tcPr marL="31190" marR="31190"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hangingPunct="0">
                        <a:lnSpc>
                          <a:spcPct val="100000"/>
                        </a:lnSpc>
                        <a:spcAft>
                          <a:spcPts val="0"/>
                        </a:spcAft>
                      </a:pPr>
                      <a:r>
                        <a:rPr lang="en-US" sz="2200" b="1" dirty="0">
                          <a:effectLst/>
                          <a:latin typeface="+mn-lt"/>
                          <a:ea typeface="+mn-ea"/>
                        </a:rPr>
                        <a:t>plain, html, xml, </a:t>
                      </a:r>
                      <a:r>
                        <a:rPr lang="en-US" sz="2200" b="1" dirty="0" err="1">
                          <a:effectLst/>
                          <a:latin typeface="+mn-lt"/>
                          <a:ea typeface="+mn-ea"/>
                        </a:rPr>
                        <a:t>css</a:t>
                      </a:r>
                      <a:endParaRPr lang="zh-CN" sz="2200" b="1" dirty="0">
                        <a:effectLst/>
                        <a:latin typeface="+mn-lt"/>
                        <a:ea typeface="+mn-ea"/>
                      </a:endParaRPr>
                    </a:p>
                  </a:txBody>
                  <a:tcPr marL="31190" marR="3119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hangingPunct="0">
                        <a:lnSpc>
                          <a:spcPct val="100000"/>
                        </a:lnSpc>
                        <a:spcAft>
                          <a:spcPts val="0"/>
                        </a:spcAft>
                      </a:pPr>
                      <a:r>
                        <a:rPr lang="zh-CN" sz="2200" b="1">
                          <a:effectLst/>
                          <a:latin typeface="+mn-lt"/>
                          <a:ea typeface="+mn-ea"/>
                        </a:rPr>
                        <a:t>不同格式的文本</a:t>
                      </a:r>
                    </a:p>
                  </a:txBody>
                  <a:tcPr marL="31190" marR="31190" marT="0" marB="0">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51812">
                <a:tc>
                  <a:txBody>
                    <a:bodyPr/>
                    <a:lstStyle/>
                    <a:p>
                      <a:pPr algn="ctr" hangingPunct="0">
                        <a:lnSpc>
                          <a:spcPct val="100000"/>
                        </a:lnSpc>
                        <a:spcAft>
                          <a:spcPts val="0"/>
                        </a:spcAft>
                      </a:pPr>
                      <a:r>
                        <a:rPr lang="en-US" sz="2200" b="1">
                          <a:effectLst/>
                          <a:latin typeface="+mn-lt"/>
                          <a:ea typeface="+mn-ea"/>
                        </a:rPr>
                        <a:t>image</a:t>
                      </a:r>
                      <a:r>
                        <a:rPr lang="zh-CN" sz="2200" b="1">
                          <a:effectLst/>
                          <a:latin typeface="+mn-lt"/>
                          <a:ea typeface="+mn-ea"/>
                        </a:rPr>
                        <a:t>（图像）</a:t>
                      </a:r>
                    </a:p>
                  </a:txBody>
                  <a:tcPr marL="31190" marR="31190"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hangingPunct="0">
                        <a:lnSpc>
                          <a:spcPct val="100000"/>
                        </a:lnSpc>
                        <a:spcAft>
                          <a:spcPts val="0"/>
                        </a:spcAft>
                      </a:pPr>
                      <a:r>
                        <a:rPr lang="en-US" sz="2200" b="1">
                          <a:effectLst/>
                          <a:latin typeface="+mn-lt"/>
                          <a:ea typeface="+mn-ea"/>
                        </a:rPr>
                        <a:t>gif, jpeg, tiff</a:t>
                      </a:r>
                      <a:endParaRPr lang="zh-CN" sz="2200" b="1">
                        <a:effectLst/>
                        <a:latin typeface="+mn-lt"/>
                        <a:ea typeface="+mn-ea"/>
                      </a:endParaRPr>
                    </a:p>
                  </a:txBody>
                  <a:tcPr marL="31190" marR="3119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hangingPunct="0">
                        <a:lnSpc>
                          <a:spcPct val="100000"/>
                        </a:lnSpc>
                        <a:spcAft>
                          <a:spcPts val="0"/>
                        </a:spcAft>
                      </a:pPr>
                      <a:r>
                        <a:rPr lang="zh-CN" sz="2200" b="1">
                          <a:effectLst/>
                          <a:latin typeface="+mn-lt"/>
                          <a:ea typeface="+mn-ea"/>
                        </a:rPr>
                        <a:t>不同格式的静止图像</a:t>
                      </a:r>
                    </a:p>
                  </a:txBody>
                  <a:tcPr marL="31190" marR="31190" marT="0" marB="0">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51812">
                <a:tc>
                  <a:txBody>
                    <a:bodyPr/>
                    <a:lstStyle/>
                    <a:p>
                      <a:pPr algn="ctr" hangingPunct="0">
                        <a:lnSpc>
                          <a:spcPct val="100000"/>
                        </a:lnSpc>
                        <a:spcAft>
                          <a:spcPts val="0"/>
                        </a:spcAft>
                      </a:pPr>
                      <a:r>
                        <a:rPr lang="en-US" sz="2200" b="1">
                          <a:effectLst/>
                          <a:latin typeface="+mn-lt"/>
                          <a:ea typeface="+mn-ea"/>
                        </a:rPr>
                        <a:t>audio</a:t>
                      </a:r>
                      <a:r>
                        <a:rPr lang="zh-CN" sz="2200" b="1">
                          <a:effectLst/>
                          <a:latin typeface="+mn-lt"/>
                          <a:ea typeface="+mn-ea"/>
                        </a:rPr>
                        <a:t>（音频）</a:t>
                      </a:r>
                    </a:p>
                  </a:txBody>
                  <a:tcPr marL="31190" marR="31190" marT="0" marB="0">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hangingPunct="0">
                        <a:lnSpc>
                          <a:spcPct val="100000"/>
                        </a:lnSpc>
                        <a:spcAft>
                          <a:spcPts val="0"/>
                        </a:spcAft>
                      </a:pPr>
                      <a:r>
                        <a:rPr lang="en-US" sz="2200" b="1">
                          <a:effectLst/>
                          <a:latin typeface="+mn-lt"/>
                          <a:ea typeface="+mn-ea"/>
                        </a:rPr>
                        <a:t>basic, mpeg, mp4</a:t>
                      </a:r>
                      <a:endParaRPr lang="zh-CN" sz="2200" b="1">
                        <a:effectLst/>
                        <a:latin typeface="+mn-lt"/>
                        <a:ea typeface="+mn-ea"/>
                      </a:endParaRPr>
                    </a:p>
                  </a:txBody>
                  <a:tcPr marL="31190" marR="3119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hangingPunct="0">
                        <a:lnSpc>
                          <a:spcPct val="100000"/>
                        </a:lnSpc>
                        <a:spcAft>
                          <a:spcPts val="0"/>
                        </a:spcAft>
                      </a:pPr>
                      <a:r>
                        <a:rPr lang="zh-CN" sz="2200" b="1">
                          <a:effectLst/>
                          <a:latin typeface="+mn-lt"/>
                          <a:ea typeface="+mn-ea"/>
                        </a:rPr>
                        <a:t>可听见的声音</a:t>
                      </a:r>
                    </a:p>
                  </a:txBody>
                  <a:tcPr marL="31190" marR="31190" marT="0" marB="0">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51812">
                <a:tc>
                  <a:txBody>
                    <a:bodyPr/>
                    <a:lstStyle/>
                    <a:p>
                      <a:pPr algn="ctr" hangingPunct="0">
                        <a:lnSpc>
                          <a:spcPct val="100000"/>
                        </a:lnSpc>
                        <a:spcAft>
                          <a:spcPts val="0"/>
                        </a:spcAft>
                      </a:pPr>
                      <a:r>
                        <a:rPr lang="en-US" sz="2200" b="1">
                          <a:effectLst/>
                          <a:latin typeface="+mn-lt"/>
                          <a:ea typeface="+mn-ea"/>
                        </a:rPr>
                        <a:t>video</a:t>
                      </a:r>
                      <a:r>
                        <a:rPr lang="zh-CN" sz="2200" b="1">
                          <a:effectLst/>
                          <a:latin typeface="+mn-lt"/>
                          <a:ea typeface="+mn-ea"/>
                        </a:rPr>
                        <a:t>（视频）</a:t>
                      </a:r>
                    </a:p>
                  </a:txBody>
                  <a:tcPr marL="31190" marR="31190" marT="0" marB="0">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hangingPunct="0">
                        <a:lnSpc>
                          <a:spcPct val="100000"/>
                        </a:lnSpc>
                        <a:spcAft>
                          <a:spcPts val="0"/>
                        </a:spcAft>
                      </a:pPr>
                      <a:r>
                        <a:rPr lang="en-US" sz="2200" b="1">
                          <a:effectLst/>
                          <a:latin typeface="+mn-lt"/>
                          <a:ea typeface="+mn-ea"/>
                        </a:rPr>
                        <a:t>mpeg, mp4, quicktime</a:t>
                      </a:r>
                      <a:endParaRPr lang="zh-CN" sz="2200" b="1">
                        <a:effectLst/>
                        <a:latin typeface="+mn-lt"/>
                        <a:ea typeface="+mn-ea"/>
                      </a:endParaRPr>
                    </a:p>
                  </a:txBody>
                  <a:tcPr marL="31190" marR="3119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hangingPunct="0">
                        <a:lnSpc>
                          <a:spcPct val="100000"/>
                        </a:lnSpc>
                        <a:spcAft>
                          <a:spcPts val="0"/>
                        </a:spcAft>
                      </a:pPr>
                      <a:r>
                        <a:rPr lang="zh-CN" sz="2200" b="1" dirty="0">
                          <a:effectLst/>
                          <a:latin typeface="+mn-lt"/>
                          <a:ea typeface="+mn-ea"/>
                        </a:rPr>
                        <a:t>不同格式的影片</a:t>
                      </a:r>
                    </a:p>
                  </a:txBody>
                  <a:tcPr marL="31190" marR="31190" marT="0" marB="0">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351812">
                <a:tc>
                  <a:txBody>
                    <a:bodyPr/>
                    <a:lstStyle/>
                    <a:p>
                      <a:pPr algn="ctr" hangingPunct="0">
                        <a:lnSpc>
                          <a:spcPct val="100000"/>
                        </a:lnSpc>
                        <a:spcAft>
                          <a:spcPts val="0"/>
                        </a:spcAft>
                      </a:pPr>
                      <a:r>
                        <a:rPr lang="en-US" sz="2200" b="1">
                          <a:effectLst/>
                          <a:latin typeface="+mn-lt"/>
                          <a:ea typeface="+mn-ea"/>
                        </a:rPr>
                        <a:t>model</a:t>
                      </a:r>
                      <a:r>
                        <a:rPr lang="zh-CN" sz="2200" b="1">
                          <a:effectLst/>
                          <a:latin typeface="+mn-lt"/>
                          <a:ea typeface="+mn-ea"/>
                        </a:rPr>
                        <a:t>（模型）</a:t>
                      </a:r>
                    </a:p>
                  </a:txBody>
                  <a:tcPr marL="31190" marR="31190" marT="0" marB="0">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hangingPunct="0">
                        <a:lnSpc>
                          <a:spcPct val="100000"/>
                        </a:lnSpc>
                        <a:spcAft>
                          <a:spcPts val="0"/>
                        </a:spcAft>
                      </a:pPr>
                      <a:r>
                        <a:rPr lang="en-US" sz="2200" b="1">
                          <a:effectLst/>
                          <a:latin typeface="+mn-lt"/>
                          <a:ea typeface="+mn-ea"/>
                        </a:rPr>
                        <a:t>vrml</a:t>
                      </a:r>
                      <a:endParaRPr lang="zh-CN" sz="2200" b="1">
                        <a:effectLst/>
                        <a:latin typeface="+mn-lt"/>
                        <a:ea typeface="+mn-ea"/>
                      </a:endParaRPr>
                    </a:p>
                  </a:txBody>
                  <a:tcPr marL="31190" marR="3119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hangingPunct="0">
                        <a:lnSpc>
                          <a:spcPct val="100000"/>
                        </a:lnSpc>
                        <a:spcAft>
                          <a:spcPts val="0"/>
                        </a:spcAft>
                      </a:pPr>
                      <a:r>
                        <a:rPr lang="en-US" sz="2200" b="1">
                          <a:effectLst/>
                          <a:latin typeface="+mn-lt"/>
                          <a:ea typeface="+mn-ea"/>
                        </a:rPr>
                        <a:t>3D</a:t>
                      </a:r>
                      <a:r>
                        <a:rPr lang="zh-CN" sz="2200" b="1">
                          <a:effectLst/>
                          <a:latin typeface="+mn-lt"/>
                          <a:ea typeface="+mn-ea"/>
                        </a:rPr>
                        <a:t>模型</a:t>
                      </a:r>
                    </a:p>
                  </a:txBody>
                  <a:tcPr marL="31190" marR="31190" marT="0" marB="0">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703623">
                <a:tc>
                  <a:txBody>
                    <a:bodyPr/>
                    <a:lstStyle/>
                    <a:p>
                      <a:pPr algn="ctr" hangingPunct="0">
                        <a:lnSpc>
                          <a:spcPct val="100000"/>
                        </a:lnSpc>
                        <a:spcAft>
                          <a:spcPts val="0"/>
                        </a:spcAft>
                      </a:pPr>
                      <a:r>
                        <a:rPr lang="en-US" sz="2200" b="1">
                          <a:effectLst/>
                          <a:latin typeface="+mn-lt"/>
                          <a:ea typeface="+mn-ea"/>
                        </a:rPr>
                        <a:t>application</a:t>
                      </a:r>
                      <a:r>
                        <a:rPr lang="zh-CN" sz="2200" b="1">
                          <a:effectLst/>
                          <a:latin typeface="+mn-lt"/>
                          <a:ea typeface="+mn-ea"/>
                        </a:rPr>
                        <a:t>（应用）</a:t>
                      </a:r>
                    </a:p>
                  </a:txBody>
                  <a:tcPr marL="31190" marR="31190" marT="0" marB="0">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hangingPunct="0">
                        <a:lnSpc>
                          <a:spcPct val="100000"/>
                        </a:lnSpc>
                        <a:spcAft>
                          <a:spcPts val="0"/>
                        </a:spcAft>
                      </a:pPr>
                      <a:r>
                        <a:rPr lang="en-US" sz="2200" b="1" dirty="0">
                          <a:effectLst/>
                          <a:latin typeface="+mn-lt"/>
                          <a:ea typeface="+mn-ea"/>
                        </a:rPr>
                        <a:t>octet-stream, </a:t>
                      </a:r>
                      <a:r>
                        <a:rPr lang="en-US" sz="2200" b="1" dirty="0" err="1">
                          <a:effectLst/>
                          <a:latin typeface="+mn-lt"/>
                          <a:ea typeface="+mn-ea"/>
                        </a:rPr>
                        <a:t>pdf</a:t>
                      </a:r>
                      <a:r>
                        <a:rPr lang="en-US" sz="2200" b="1" dirty="0">
                          <a:effectLst/>
                          <a:latin typeface="+mn-lt"/>
                          <a:ea typeface="+mn-ea"/>
                        </a:rPr>
                        <a:t>, </a:t>
                      </a:r>
                      <a:r>
                        <a:rPr lang="en-US" sz="2200" b="1" dirty="0" err="1">
                          <a:effectLst/>
                          <a:latin typeface="+mn-lt"/>
                          <a:ea typeface="+mn-ea"/>
                        </a:rPr>
                        <a:t>javascript</a:t>
                      </a:r>
                      <a:r>
                        <a:rPr lang="en-US" sz="2200" b="1" dirty="0">
                          <a:effectLst/>
                          <a:latin typeface="+mn-lt"/>
                          <a:ea typeface="+mn-ea"/>
                        </a:rPr>
                        <a:t>, zip</a:t>
                      </a:r>
                      <a:endParaRPr lang="zh-CN" sz="2200" b="1" dirty="0">
                        <a:effectLst/>
                        <a:latin typeface="+mn-lt"/>
                        <a:ea typeface="+mn-ea"/>
                      </a:endParaRPr>
                    </a:p>
                  </a:txBody>
                  <a:tcPr marL="31190" marR="3119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hangingPunct="0">
                        <a:lnSpc>
                          <a:spcPct val="100000"/>
                        </a:lnSpc>
                        <a:spcAft>
                          <a:spcPts val="0"/>
                        </a:spcAft>
                      </a:pPr>
                      <a:r>
                        <a:rPr lang="zh-CN" sz="2200" b="1">
                          <a:effectLst/>
                          <a:latin typeface="+mn-lt"/>
                          <a:ea typeface="+mn-ea"/>
                        </a:rPr>
                        <a:t>不同应用程序产生的数据</a:t>
                      </a:r>
                    </a:p>
                  </a:txBody>
                  <a:tcPr marL="31190" marR="31190" marT="0" marB="0">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351812">
                <a:tc>
                  <a:txBody>
                    <a:bodyPr/>
                    <a:lstStyle/>
                    <a:p>
                      <a:pPr algn="ctr" hangingPunct="0">
                        <a:lnSpc>
                          <a:spcPct val="100000"/>
                        </a:lnSpc>
                        <a:spcAft>
                          <a:spcPts val="0"/>
                        </a:spcAft>
                      </a:pPr>
                      <a:r>
                        <a:rPr lang="en-US" sz="2200" b="1">
                          <a:effectLst/>
                          <a:latin typeface="+mn-lt"/>
                          <a:ea typeface="+mn-ea"/>
                        </a:rPr>
                        <a:t>message</a:t>
                      </a:r>
                      <a:r>
                        <a:rPr lang="zh-CN" sz="2200" b="1">
                          <a:effectLst/>
                          <a:latin typeface="+mn-lt"/>
                          <a:ea typeface="+mn-ea"/>
                        </a:rPr>
                        <a:t>（报文）</a:t>
                      </a:r>
                    </a:p>
                  </a:txBody>
                  <a:tcPr marL="31190" marR="31190"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hangingPunct="0">
                        <a:lnSpc>
                          <a:spcPct val="100000"/>
                        </a:lnSpc>
                        <a:spcAft>
                          <a:spcPts val="0"/>
                        </a:spcAft>
                      </a:pPr>
                      <a:r>
                        <a:rPr lang="en-US" sz="2200" b="1" dirty="0">
                          <a:effectLst/>
                          <a:latin typeface="+mn-lt"/>
                          <a:ea typeface="+mn-ea"/>
                        </a:rPr>
                        <a:t>http, rfc822</a:t>
                      </a:r>
                      <a:endParaRPr lang="zh-CN" sz="2200" b="1" dirty="0">
                        <a:effectLst/>
                        <a:latin typeface="+mn-lt"/>
                        <a:ea typeface="+mn-ea"/>
                      </a:endParaRPr>
                    </a:p>
                  </a:txBody>
                  <a:tcPr marL="31190" marR="3119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hangingPunct="0">
                        <a:lnSpc>
                          <a:spcPct val="100000"/>
                        </a:lnSpc>
                        <a:spcAft>
                          <a:spcPts val="0"/>
                        </a:spcAft>
                      </a:pPr>
                      <a:r>
                        <a:rPr lang="zh-CN" sz="2200" b="1">
                          <a:effectLst/>
                          <a:latin typeface="+mn-lt"/>
                          <a:ea typeface="+mn-ea"/>
                        </a:rPr>
                        <a:t>封装的报文</a:t>
                      </a:r>
                    </a:p>
                  </a:txBody>
                  <a:tcPr marL="31190" marR="31190" marT="0" marB="0">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703623">
                <a:tc>
                  <a:txBody>
                    <a:bodyPr/>
                    <a:lstStyle/>
                    <a:p>
                      <a:pPr algn="ctr" hangingPunct="0">
                        <a:lnSpc>
                          <a:spcPct val="100000"/>
                        </a:lnSpc>
                        <a:spcAft>
                          <a:spcPts val="0"/>
                        </a:spcAft>
                      </a:pPr>
                      <a:r>
                        <a:rPr lang="en-US" sz="2200" b="1">
                          <a:effectLst/>
                          <a:latin typeface="+mn-lt"/>
                          <a:ea typeface="+mn-ea"/>
                        </a:rPr>
                        <a:t>multipart</a:t>
                      </a:r>
                      <a:r>
                        <a:rPr lang="zh-CN" sz="2200" b="1">
                          <a:effectLst/>
                          <a:latin typeface="+mn-lt"/>
                          <a:ea typeface="+mn-ea"/>
                        </a:rPr>
                        <a:t>（多部分）</a:t>
                      </a:r>
                    </a:p>
                  </a:txBody>
                  <a:tcPr marL="31190" marR="31190"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hangingPunct="0">
                        <a:lnSpc>
                          <a:spcPct val="100000"/>
                        </a:lnSpc>
                        <a:spcAft>
                          <a:spcPts val="0"/>
                        </a:spcAft>
                      </a:pPr>
                      <a:r>
                        <a:rPr lang="en-US" sz="2200" b="1" dirty="0">
                          <a:effectLst/>
                          <a:latin typeface="+mn-lt"/>
                          <a:ea typeface="+mn-ea"/>
                        </a:rPr>
                        <a:t>mixed, alternative, parallel, digest</a:t>
                      </a:r>
                      <a:endParaRPr lang="zh-CN" sz="2200" b="1" dirty="0">
                        <a:effectLst/>
                        <a:latin typeface="+mn-lt"/>
                        <a:ea typeface="+mn-ea"/>
                      </a:endParaRPr>
                    </a:p>
                  </a:txBody>
                  <a:tcPr marL="31190" marR="3119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hangingPunct="0">
                        <a:lnSpc>
                          <a:spcPct val="100000"/>
                        </a:lnSpc>
                        <a:spcAft>
                          <a:spcPts val="0"/>
                        </a:spcAft>
                      </a:pPr>
                      <a:r>
                        <a:rPr lang="zh-CN" sz="2200" b="1" dirty="0">
                          <a:effectLst/>
                          <a:latin typeface="+mn-lt"/>
                          <a:ea typeface="+mn-ea"/>
                        </a:rPr>
                        <a:t>多种类型的组合</a:t>
                      </a:r>
                    </a:p>
                  </a:txBody>
                  <a:tcPr marL="31190" marR="31190" marT="0" marB="0">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
        <p:nvSpPr>
          <p:cNvPr id="1869868"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0F4737B-41B2-4123-B05D-3A2F0D5FE9D1}" type="slidenum">
              <a:rPr lang="zh-CN" altLang="en-US" smtClean="0"/>
              <a:pPr eaLnBrk="1" hangingPunct="1"/>
              <a:t>36</a:t>
            </a:fld>
            <a:endParaRPr lang="en-US" altLang="zh-CN" smtClean="0"/>
          </a:p>
        </p:txBody>
      </p:sp>
      <p:sp>
        <p:nvSpPr>
          <p:cNvPr id="1869869"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en-US" altLang="zh-CN" dirty="0"/>
              <a:t>m</a:t>
            </a:r>
            <a:r>
              <a:rPr lang="en-US" altLang="zh-CN" dirty="0" smtClean="0"/>
              <a:t>ultipart</a:t>
            </a:r>
            <a:r>
              <a:rPr lang="zh-CN" altLang="en-US" dirty="0" smtClean="0"/>
              <a:t>的四种子类型</a:t>
            </a:r>
            <a:endParaRPr lang="zh-CN" altLang="en-US" dirty="0"/>
          </a:p>
        </p:txBody>
      </p:sp>
      <p:sp>
        <p:nvSpPr>
          <p:cNvPr id="3" name="内容占位符 2"/>
          <p:cNvSpPr>
            <a:spLocks noGrp="1"/>
          </p:cNvSpPr>
          <p:nvPr>
            <p:ph idx="1"/>
          </p:nvPr>
        </p:nvSpPr>
        <p:spPr/>
        <p:txBody>
          <a:bodyPr/>
          <a:lstStyle/>
          <a:p>
            <a:pPr marL="0" indent="0">
              <a:buNone/>
            </a:pPr>
            <a:r>
              <a:rPr lang="en-US" altLang="zh-CN" sz="2600" dirty="0"/>
              <a:t>(1</a:t>
            </a:r>
            <a:r>
              <a:rPr lang="en-US" altLang="zh-CN" sz="2600" dirty="0" smtClean="0"/>
              <a:t>) </a:t>
            </a:r>
            <a:r>
              <a:rPr lang="en-US" altLang="zh-CN" sz="2600" dirty="0" smtClean="0">
                <a:solidFill>
                  <a:srgbClr val="FF0000"/>
                </a:solidFill>
              </a:rPr>
              <a:t>mixed</a:t>
            </a:r>
            <a:r>
              <a:rPr lang="zh-CN" altLang="en-US" sz="2600" dirty="0" smtClean="0">
                <a:solidFill>
                  <a:srgbClr val="FF0000"/>
                </a:solidFill>
              </a:rPr>
              <a:t>子类型</a:t>
            </a:r>
            <a:r>
              <a:rPr lang="zh-CN" altLang="en-US" sz="2600" dirty="0" smtClean="0"/>
              <a:t>：</a:t>
            </a:r>
            <a:r>
              <a:rPr lang="zh-CN" altLang="en-US" sz="2600" dirty="0" smtClean="0">
                <a:solidFill>
                  <a:srgbClr val="0000FF"/>
                </a:solidFill>
              </a:rPr>
              <a:t>允许</a:t>
            </a:r>
            <a:r>
              <a:rPr lang="zh-CN" altLang="en-US" sz="2600" dirty="0">
                <a:solidFill>
                  <a:srgbClr val="0000FF"/>
                </a:solidFill>
              </a:rPr>
              <a:t>单个报文含有多个相互独立的子报文，每个子报文可有自己的类型和编码</a:t>
            </a:r>
            <a:r>
              <a:rPr lang="zh-CN" altLang="en-US" sz="2600" dirty="0"/>
              <a:t>。</a:t>
            </a:r>
            <a:r>
              <a:rPr lang="en-US" altLang="zh-CN" sz="2600" dirty="0"/>
              <a:t>Mixed</a:t>
            </a:r>
            <a:r>
              <a:rPr lang="zh-CN" altLang="en-US" sz="2600" dirty="0"/>
              <a:t>子类型报文使用户能够在单个报文中附上文本、图形和声音，或者用额外数据段发送一个备忘录，类似商业信笺含有的附件。在</a:t>
            </a:r>
            <a:r>
              <a:rPr lang="en-US" altLang="zh-CN" sz="2600" dirty="0"/>
              <a:t>mixed</a:t>
            </a:r>
            <a:r>
              <a:rPr lang="zh-CN" altLang="en-US" sz="2600" dirty="0"/>
              <a:t>后面还要用到</a:t>
            </a:r>
            <a:r>
              <a:rPr lang="en-US" altLang="zh-CN" sz="2600" dirty="0"/>
              <a:t>—</a:t>
            </a:r>
            <a:r>
              <a:rPr lang="zh-CN" altLang="en-US" sz="2600" dirty="0"/>
              <a:t>个关键字，即</a:t>
            </a:r>
            <a:r>
              <a:rPr lang="en-US" altLang="zh-CN" sz="2600" dirty="0">
                <a:solidFill>
                  <a:srgbClr val="0000FF"/>
                </a:solidFill>
              </a:rPr>
              <a:t>Boundary</a:t>
            </a:r>
            <a:r>
              <a:rPr lang="zh-CN" altLang="en-US" sz="2600" dirty="0">
                <a:solidFill>
                  <a:srgbClr val="0000FF"/>
                </a:solidFill>
              </a:rPr>
              <a:t>＝</a:t>
            </a:r>
            <a:r>
              <a:rPr lang="zh-CN" altLang="en-US" sz="2600" dirty="0"/>
              <a:t>，此关键字定义了分隔报文各部分所用的字符串</a:t>
            </a:r>
            <a:r>
              <a:rPr lang="en-US" altLang="zh-CN" sz="2600" dirty="0"/>
              <a:t>(</a:t>
            </a:r>
            <a:r>
              <a:rPr lang="zh-CN" altLang="en-US" sz="2600" dirty="0"/>
              <a:t>由邮件系统定义</a:t>
            </a:r>
            <a:r>
              <a:rPr lang="en-US" altLang="zh-CN" sz="2600" dirty="0"/>
              <a:t>)</a:t>
            </a:r>
            <a:r>
              <a:rPr lang="zh-CN" altLang="en-US" sz="2600" dirty="0"/>
              <a:t>，只要在邮件的内容中不会出现这样的字符串即可。当某一行以两个连字符“</a:t>
            </a:r>
            <a:r>
              <a:rPr lang="en-US" altLang="zh-CN" sz="2600" dirty="0">
                <a:solidFill>
                  <a:srgbClr val="000099"/>
                </a:solidFill>
              </a:rPr>
              <a:t>——</a:t>
            </a:r>
            <a:r>
              <a:rPr lang="en-US" altLang="zh-CN" sz="2600" dirty="0"/>
              <a:t>”</a:t>
            </a:r>
            <a:r>
              <a:rPr lang="zh-CN" altLang="en-US" sz="2600" dirty="0"/>
              <a:t>开始，后面紧跟上述的字符串，就表示下面开始了另一个子报文</a:t>
            </a:r>
            <a:r>
              <a:rPr lang="zh-CN" altLang="en-US" sz="2600" dirty="0" smtClean="0"/>
              <a:t>。</a:t>
            </a:r>
            <a:endParaRPr lang="en-US" altLang="zh-CN" sz="2600" dirty="0" smtClean="0"/>
          </a:p>
          <a:p>
            <a:pPr marL="0" indent="0">
              <a:buNone/>
            </a:pPr>
            <a:r>
              <a:rPr lang="en-US" altLang="zh-CN" sz="2800" dirty="0" smtClean="0"/>
              <a:t>(2) </a:t>
            </a:r>
            <a:r>
              <a:rPr lang="en-US" altLang="zh-CN" sz="2800" dirty="0" smtClean="0">
                <a:solidFill>
                  <a:srgbClr val="FF0000"/>
                </a:solidFill>
              </a:rPr>
              <a:t>parallel</a:t>
            </a:r>
            <a:r>
              <a:rPr lang="zh-CN" altLang="en-US" sz="2800" dirty="0" smtClean="0">
                <a:solidFill>
                  <a:srgbClr val="FF0000"/>
                </a:solidFill>
              </a:rPr>
              <a:t>子类型</a:t>
            </a:r>
            <a:r>
              <a:rPr lang="zh-CN" altLang="en-US" sz="2800" dirty="0" smtClean="0"/>
              <a:t>：</a:t>
            </a:r>
            <a:r>
              <a:rPr lang="zh-CN" altLang="en-US" sz="2800" dirty="0" smtClean="0">
                <a:solidFill>
                  <a:srgbClr val="0000FF"/>
                </a:solidFill>
              </a:rPr>
              <a:t>允许</a:t>
            </a:r>
            <a:r>
              <a:rPr lang="zh-CN" altLang="en-US" sz="2800" dirty="0">
                <a:solidFill>
                  <a:srgbClr val="0000FF"/>
                </a:solidFill>
              </a:rPr>
              <a:t>单个报文含有可同时显示的各个子部分</a:t>
            </a:r>
            <a:r>
              <a:rPr lang="en-US" altLang="zh-CN" sz="2800" dirty="0"/>
              <a:t>(</a:t>
            </a:r>
            <a:r>
              <a:rPr lang="zh-CN" altLang="en-US" sz="2800" dirty="0"/>
              <a:t>如，图像和声音子部分必须</a:t>
            </a:r>
            <a:r>
              <a:rPr lang="en-US" altLang="zh-CN" sz="2800" dirty="0"/>
              <a:t>—</a:t>
            </a:r>
            <a:r>
              <a:rPr lang="zh-CN" altLang="en-US" sz="2800" dirty="0"/>
              <a:t>起播放</a:t>
            </a:r>
            <a:r>
              <a:rPr lang="en-US" altLang="zh-CN" sz="2800" dirty="0"/>
              <a:t>)</a:t>
            </a:r>
            <a:r>
              <a:rPr lang="zh-CN" altLang="en-US" sz="2800" dirty="0"/>
              <a:t>。</a:t>
            </a:r>
            <a:endParaRPr lang="zh-CN" altLang="en-US" sz="2600" dirty="0"/>
          </a:p>
        </p:txBody>
      </p:sp>
      <p:sp>
        <p:nvSpPr>
          <p:cNvPr id="4" name="日期占位符 3"/>
          <p:cNvSpPr>
            <a:spLocks noGrp="1"/>
          </p:cNvSpPr>
          <p:nvPr>
            <p:ph type="dt" sz="half" idx="10"/>
          </p:nvPr>
        </p:nvSpPr>
        <p:spPr/>
        <p:txBody>
          <a:bodyPr/>
          <a:lstStyle/>
          <a:p>
            <a:endParaRPr lang="en-US" altLang="zh-CN"/>
          </a:p>
        </p:txBody>
      </p:sp>
      <p:sp>
        <p:nvSpPr>
          <p:cNvPr id="5" name="页脚占位符 4"/>
          <p:cNvSpPr>
            <a:spLocks noGrp="1"/>
          </p:cNvSpPr>
          <p:nvPr>
            <p:ph type="ftr" sz="quarter" idx="11"/>
          </p:nvPr>
        </p:nvSpPr>
        <p:spPr/>
        <p:txBody>
          <a:bodyPr/>
          <a:lstStyle/>
          <a:p>
            <a:r>
              <a:rPr lang="en-US" altLang="zh-CN" smtClean="0"/>
              <a:t>ppt课件</a:t>
            </a:r>
            <a:endParaRPr lang="en-US" altLang="zh-CN"/>
          </a:p>
        </p:txBody>
      </p:sp>
      <p:sp>
        <p:nvSpPr>
          <p:cNvPr id="6" name="灯片编号占位符 5"/>
          <p:cNvSpPr>
            <a:spLocks noGrp="1"/>
          </p:cNvSpPr>
          <p:nvPr>
            <p:ph type="sldNum" sz="quarter" idx="12"/>
          </p:nvPr>
        </p:nvSpPr>
        <p:spPr/>
        <p:txBody>
          <a:bodyPr/>
          <a:lstStyle/>
          <a:p>
            <a:fld id="{EB7CA65C-4566-4F22-82C0-F7928AFB6C2C}" type="slidenum">
              <a:rPr lang="zh-CN" altLang="en-US" smtClean="0"/>
              <a:pPr/>
              <a:t>37</a:t>
            </a:fld>
            <a:endParaRPr lang="en-US" altLang="zh-CN"/>
          </a:p>
        </p:txBody>
      </p:sp>
    </p:spTree>
    <p:extLst>
      <p:ext uri="{BB962C8B-B14F-4D97-AF65-F5344CB8AC3E}">
        <p14:creationId xmlns:p14="http://schemas.microsoft.com/office/powerpoint/2010/main" val="181884718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en-US" altLang="zh-CN" dirty="0"/>
              <a:t>m</a:t>
            </a:r>
            <a:r>
              <a:rPr lang="en-US" altLang="zh-CN" dirty="0" smtClean="0"/>
              <a:t>ultipart</a:t>
            </a:r>
            <a:r>
              <a:rPr lang="zh-CN" altLang="en-US" dirty="0" smtClean="0"/>
              <a:t>的四种子类型</a:t>
            </a:r>
            <a:endParaRPr lang="zh-CN" altLang="en-US" dirty="0"/>
          </a:p>
        </p:txBody>
      </p:sp>
      <p:sp>
        <p:nvSpPr>
          <p:cNvPr id="3" name="内容占位符 2"/>
          <p:cNvSpPr>
            <a:spLocks noGrp="1"/>
          </p:cNvSpPr>
          <p:nvPr>
            <p:ph idx="1"/>
          </p:nvPr>
        </p:nvSpPr>
        <p:spPr/>
        <p:txBody>
          <a:bodyPr/>
          <a:lstStyle/>
          <a:p>
            <a:pPr marL="0" indent="0">
              <a:buNone/>
            </a:pPr>
            <a:r>
              <a:rPr lang="en-US" altLang="zh-CN" dirty="0" smtClean="0"/>
              <a:t>(3) </a:t>
            </a:r>
            <a:r>
              <a:rPr lang="en-US" altLang="zh-CN" dirty="0" smtClean="0">
                <a:solidFill>
                  <a:srgbClr val="FF0000"/>
                </a:solidFill>
              </a:rPr>
              <a:t>alternative</a:t>
            </a:r>
            <a:r>
              <a:rPr lang="zh-CN" altLang="en-US" dirty="0" smtClean="0">
                <a:solidFill>
                  <a:srgbClr val="FF0000"/>
                </a:solidFill>
              </a:rPr>
              <a:t>子类型</a:t>
            </a:r>
            <a:r>
              <a:rPr lang="zh-CN" altLang="en-US" dirty="0" smtClean="0"/>
              <a:t>：</a:t>
            </a:r>
            <a:r>
              <a:rPr lang="zh-CN" altLang="en-US" dirty="0" smtClean="0">
                <a:solidFill>
                  <a:srgbClr val="0000FF"/>
                </a:solidFill>
              </a:rPr>
              <a:t>允许</a:t>
            </a:r>
            <a:r>
              <a:rPr lang="zh-CN" altLang="en-US" dirty="0">
                <a:solidFill>
                  <a:srgbClr val="0000FF"/>
                </a:solidFill>
              </a:rPr>
              <a:t>单个报文含有同一数据的多种表示。</a:t>
            </a:r>
            <a:r>
              <a:rPr lang="zh-CN" altLang="en-US" dirty="0"/>
              <a:t>当给多个使用不同硬件和软件系统的收信人发送备忘录时，这种类型的</a:t>
            </a:r>
            <a:r>
              <a:rPr lang="en-US" altLang="zh-CN" dirty="0"/>
              <a:t>Multipart</a:t>
            </a:r>
            <a:r>
              <a:rPr lang="zh-CN" altLang="en-US" dirty="0"/>
              <a:t>报文很有用。例如，用户可同时用普通的</a:t>
            </a:r>
            <a:r>
              <a:rPr lang="en-US" altLang="zh-CN" dirty="0"/>
              <a:t>ASCII</a:t>
            </a:r>
            <a:r>
              <a:rPr lang="zh-CN" altLang="en-US" dirty="0"/>
              <a:t>文本和格式化的形式发送文本，从而允许拥有图形功能计算机的用户在察看图形时选择格式化的形式</a:t>
            </a:r>
          </a:p>
          <a:p>
            <a:pPr marL="0" indent="0">
              <a:buNone/>
            </a:pPr>
            <a:r>
              <a:rPr lang="en-US" altLang="zh-CN" dirty="0" smtClean="0"/>
              <a:t>(</a:t>
            </a:r>
            <a:r>
              <a:rPr lang="en-US" altLang="zh-CN" dirty="0"/>
              <a:t>4</a:t>
            </a:r>
            <a:r>
              <a:rPr lang="en-US" altLang="zh-CN" dirty="0" smtClean="0"/>
              <a:t>) </a:t>
            </a:r>
            <a:r>
              <a:rPr lang="en-US" altLang="zh-CN" dirty="0" smtClean="0">
                <a:solidFill>
                  <a:srgbClr val="FF0000"/>
                </a:solidFill>
              </a:rPr>
              <a:t>digest</a:t>
            </a:r>
            <a:r>
              <a:rPr lang="zh-CN" altLang="en-US" dirty="0" smtClean="0">
                <a:solidFill>
                  <a:srgbClr val="FF0000"/>
                </a:solidFill>
              </a:rPr>
              <a:t>子类型</a:t>
            </a:r>
            <a:r>
              <a:rPr lang="zh-CN" altLang="en-US" dirty="0" smtClean="0"/>
              <a:t>：</a:t>
            </a:r>
            <a:r>
              <a:rPr lang="zh-CN" altLang="en-US" dirty="0" smtClean="0">
                <a:solidFill>
                  <a:srgbClr val="0000FF"/>
                </a:solidFill>
              </a:rPr>
              <a:t>允许</a:t>
            </a:r>
            <a:r>
              <a:rPr lang="zh-CN" altLang="en-US" dirty="0">
                <a:solidFill>
                  <a:srgbClr val="0000FF"/>
                </a:solidFill>
              </a:rPr>
              <a:t>单个报文含有一组其他报文</a:t>
            </a:r>
            <a:r>
              <a:rPr lang="en-US" altLang="zh-CN" dirty="0"/>
              <a:t>(</a:t>
            </a:r>
            <a:r>
              <a:rPr lang="zh-CN" altLang="en-US" dirty="0"/>
              <a:t>如，从讨论中收集电子邮件报文</a:t>
            </a:r>
            <a:r>
              <a:rPr lang="en-US" altLang="zh-CN" dirty="0"/>
              <a:t>)</a:t>
            </a:r>
            <a:r>
              <a:rPr lang="zh-CN" altLang="en-US" dirty="0"/>
              <a:t>。</a:t>
            </a:r>
          </a:p>
        </p:txBody>
      </p:sp>
      <p:sp>
        <p:nvSpPr>
          <p:cNvPr id="4" name="日期占位符 3"/>
          <p:cNvSpPr>
            <a:spLocks noGrp="1"/>
          </p:cNvSpPr>
          <p:nvPr>
            <p:ph type="dt" sz="half" idx="10"/>
          </p:nvPr>
        </p:nvSpPr>
        <p:spPr/>
        <p:txBody>
          <a:bodyPr/>
          <a:lstStyle/>
          <a:p>
            <a:endParaRPr lang="en-US" altLang="zh-CN"/>
          </a:p>
        </p:txBody>
      </p:sp>
      <p:sp>
        <p:nvSpPr>
          <p:cNvPr id="5" name="页脚占位符 4"/>
          <p:cNvSpPr>
            <a:spLocks noGrp="1"/>
          </p:cNvSpPr>
          <p:nvPr>
            <p:ph type="ftr" sz="quarter" idx="11"/>
          </p:nvPr>
        </p:nvSpPr>
        <p:spPr/>
        <p:txBody>
          <a:bodyPr/>
          <a:lstStyle/>
          <a:p>
            <a:r>
              <a:rPr lang="en-US" altLang="zh-CN" smtClean="0"/>
              <a:t>ppt课件</a:t>
            </a:r>
            <a:endParaRPr lang="en-US" altLang="zh-CN"/>
          </a:p>
        </p:txBody>
      </p:sp>
      <p:sp>
        <p:nvSpPr>
          <p:cNvPr id="6" name="灯片编号占位符 5"/>
          <p:cNvSpPr>
            <a:spLocks noGrp="1"/>
          </p:cNvSpPr>
          <p:nvPr>
            <p:ph type="sldNum" sz="quarter" idx="12"/>
          </p:nvPr>
        </p:nvSpPr>
        <p:spPr/>
        <p:txBody>
          <a:bodyPr/>
          <a:lstStyle/>
          <a:p>
            <a:fld id="{EB7CA65C-4566-4F22-82C0-F7928AFB6C2C}" type="slidenum">
              <a:rPr lang="zh-CN" altLang="en-US" smtClean="0"/>
              <a:pPr/>
              <a:t>38</a:t>
            </a:fld>
            <a:endParaRPr lang="en-US" altLang="zh-CN"/>
          </a:p>
        </p:txBody>
      </p:sp>
    </p:spTree>
    <p:extLst>
      <p:ext uri="{BB962C8B-B14F-4D97-AF65-F5344CB8AC3E}">
        <p14:creationId xmlns:p14="http://schemas.microsoft.com/office/powerpoint/2010/main" val="263287626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en-US" altLang="zh-CN" dirty="0" smtClean="0"/>
              <a:t>MIME</a:t>
            </a:r>
            <a:r>
              <a:rPr lang="zh-CN" altLang="en-US" dirty="0" smtClean="0"/>
              <a:t>邮件示例</a:t>
            </a:r>
            <a:endParaRPr lang="zh-CN" altLang="en-US" dirty="0"/>
          </a:p>
        </p:txBody>
      </p:sp>
      <p:sp>
        <p:nvSpPr>
          <p:cNvPr id="3" name="内容占位符 2"/>
          <p:cNvSpPr>
            <a:spLocks noGrp="1"/>
          </p:cNvSpPr>
          <p:nvPr>
            <p:ph idx="1"/>
          </p:nvPr>
        </p:nvSpPr>
        <p:spPr>
          <a:xfrm>
            <a:off x="366702" y="1196752"/>
            <a:ext cx="9410700" cy="4934173"/>
          </a:xfrm>
        </p:spPr>
        <p:txBody>
          <a:bodyPr/>
          <a:lstStyle/>
          <a:p>
            <a:pPr marL="0" indent="0">
              <a:buNone/>
            </a:pPr>
            <a:r>
              <a:rPr lang="en-US" altLang="zh-CN" sz="2000" dirty="0"/>
              <a:t>From</a:t>
            </a:r>
            <a:r>
              <a:rPr lang="zh-CN" altLang="en-US" sz="2000" dirty="0"/>
              <a:t>：</a:t>
            </a:r>
            <a:r>
              <a:rPr lang="en-US" altLang="zh-CN" sz="2000" dirty="0"/>
              <a:t>xiexr@publicl.ptt.js.cn  </a:t>
            </a:r>
            <a:endParaRPr lang="en-US" altLang="zh-CN" sz="2000" dirty="0" smtClean="0"/>
          </a:p>
          <a:p>
            <a:pPr marL="0" indent="0">
              <a:buNone/>
            </a:pPr>
            <a:r>
              <a:rPr lang="en-US" altLang="zh-CN" sz="2000" dirty="0" smtClean="0"/>
              <a:t>To</a:t>
            </a:r>
            <a:r>
              <a:rPr lang="zh-CN" altLang="en-US" sz="2000" dirty="0"/>
              <a:t>：</a:t>
            </a:r>
            <a:r>
              <a:rPr lang="en-US" altLang="zh-CN" sz="2000" dirty="0"/>
              <a:t>xyz@public.bta.net.cn  </a:t>
            </a:r>
            <a:endParaRPr lang="en-US" altLang="zh-CN" sz="2000" dirty="0" smtClean="0"/>
          </a:p>
          <a:p>
            <a:pPr marL="0" indent="0">
              <a:buNone/>
            </a:pPr>
            <a:r>
              <a:rPr lang="en-US" altLang="zh-CN" sz="2000" dirty="0" smtClean="0"/>
              <a:t>MIME-Version</a:t>
            </a:r>
            <a:r>
              <a:rPr lang="zh-CN" altLang="en-US" sz="2000" dirty="0"/>
              <a:t>：</a:t>
            </a:r>
            <a:r>
              <a:rPr lang="en-US" altLang="zh-CN" sz="2000" dirty="0"/>
              <a:t>1.0  </a:t>
            </a:r>
            <a:endParaRPr lang="en-US" altLang="zh-CN" sz="2000" dirty="0" smtClean="0"/>
          </a:p>
          <a:p>
            <a:pPr marL="0" indent="0">
              <a:buNone/>
            </a:pPr>
            <a:r>
              <a:rPr lang="en-US" altLang="zh-CN" sz="2000" dirty="0" smtClean="0"/>
              <a:t>Content-Type</a:t>
            </a:r>
            <a:r>
              <a:rPr lang="zh-CN" altLang="en-US" sz="2000" dirty="0"/>
              <a:t>：</a:t>
            </a:r>
            <a:r>
              <a:rPr lang="en-US" altLang="zh-CN" sz="2000" dirty="0"/>
              <a:t>Multipart/mixed; boundary=</a:t>
            </a:r>
            <a:r>
              <a:rPr lang="en-US" altLang="zh-CN" sz="2000" dirty="0" err="1"/>
              <a:t>qwertyuiop</a:t>
            </a:r>
            <a:r>
              <a:rPr lang="en-US" altLang="zh-CN" sz="2000" dirty="0"/>
              <a:t>  </a:t>
            </a:r>
            <a:endParaRPr lang="en-US" altLang="zh-CN" sz="2000" dirty="0" smtClean="0"/>
          </a:p>
          <a:p>
            <a:pPr marL="0" indent="0">
              <a:buNone/>
            </a:pPr>
            <a:r>
              <a:rPr lang="en-US" altLang="zh-CN" sz="2000" dirty="0" smtClean="0"/>
              <a:t>――</a:t>
            </a:r>
            <a:r>
              <a:rPr lang="en-US" altLang="zh-CN" sz="2000" dirty="0" err="1"/>
              <a:t>qwertyuiop</a:t>
            </a:r>
            <a:r>
              <a:rPr lang="en-US" altLang="zh-CN" sz="2000" dirty="0"/>
              <a:t>  </a:t>
            </a:r>
            <a:endParaRPr lang="en-US" altLang="zh-CN" sz="2000" dirty="0" smtClean="0"/>
          </a:p>
          <a:p>
            <a:pPr marL="0" indent="0">
              <a:buNone/>
            </a:pPr>
            <a:r>
              <a:rPr lang="en-US" altLang="zh-CN" sz="2000" dirty="0" smtClean="0"/>
              <a:t>XYZ  </a:t>
            </a:r>
          </a:p>
          <a:p>
            <a:pPr marL="0" indent="0">
              <a:buNone/>
            </a:pPr>
            <a:r>
              <a:rPr lang="en-US" altLang="zh-CN" sz="2000" dirty="0"/>
              <a:t> </a:t>
            </a:r>
            <a:r>
              <a:rPr lang="en-US" altLang="zh-CN" sz="2000" dirty="0" smtClean="0"/>
              <a:t>   </a:t>
            </a:r>
            <a:r>
              <a:rPr lang="zh-CN" altLang="en-US" sz="2000" dirty="0" smtClean="0"/>
              <a:t>你</a:t>
            </a:r>
            <a:r>
              <a:rPr lang="zh-CN" altLang="en-US" sz="2000" dirty="0"/>
              <a:t>要的图片在此邮件中，收到后请回答。  </a:t>
            </a:r>
            <a:endParaRPr lang="en-US" altLang="zh-CN" sz="2000" dirty="0" smtClean="0"/>
          </a:p>
          <a:p>
            <a:pPr marL="0" indent="0">
              <a:buNone/>
            </a:pPr>
            <a:r>
              <a:rPr lang="en-US" altLang="zh-CN" sz="2000" dirty="0"/>
              <a:t> </a:t>
            </a:r>
            <a:r>
              <a:rPr lang="en-US" altLang="zh-CN" sz="2000" dirty="0" smtClean="0"/>
              <a:t>                                        </a:t>
            </a:r>
            <a:r>
              <a:rPr lang="zh-CN" altLang="en-US" sz="2000" dirty="0" smtClean="0"/>
              <a:t>谢</a:t>
            </a:r>
            <a:r>
              <a:rPr lang="zh-CN" altLang="en-US" sz="2000" dirty="0"/>
              <a:t>希仁  </a:t>
            </a:r>
            <a:endParaRPr lang="en-US" altLang="zh-CN" sz="2000" dirty="0" smtClean="0"/>
          </a:p>
          <a:p>
            <a:pPr marL="0" indent="0">
              <a:buNone/>
            </a:pPr>
            <a:r>
              <a:rPr lang="en-US" altLang="zh-CN" sz="2000" dirty="0" smtClean="0"/>
              <a:t>――</a:t>
            </a:r>
            <a:r>
              <a:rPr lang="en-US" altLang="zh-CN" sz="2000" dirty="0" err="1"/>
              <a:t>qwertyuiop</a:t>
            </a:r>
            <a:r>
              <a:rPr lang="en-US" altLang="zh-CN" sz="2000" dirty="0"/>
              <a:t>  </a:t>
            </a:r>
            <a:endParaRPr lang="en-US" altLang="zh-CN" sz="2000" dirty="0" smtClean="0"/>
          </a:p>
          <a:p>
            <a:pPr marL="0" indent="0">
              <a:buNone/>
            </a:pPr>
            <a:r>
              <a:rPr lang="en-US" altLang="zh-CN" sz="2000" dirty="0" smtClean="0"/>
              <a:t>Content-Type</a:t>
            </a:r>
            <a:r>
              <a:rPr lang="zh-CN" altLang="en-US" sz="2000" dirty="0"/>
              <a:t>：</a:t>
            </a:r>
            <a:r>
              <a:rPr lang="en-US" altLang="zh-CN" sz="2000" dirty="0"/>
              <a:t>Image/gif  </a:t>
            </a:r>
            <a:endParaRPr lang="en-US" altLang="zh-CN" sz="2000" dirty="0" smtClean="0"/>
          </a:p>
          <a:p>
            <a:pPr marL="0" indent="0">
              <a:buNone/>
            </a:pPr>
            <a:r>
              <a:rPr lang="en-US" altLang="zh-CN" sz="2000" dirty="0" smtClean="0"/>
              <a:t>Content-Transfer-Encoding</a:t>
            </a:r>
            <a:r>
              <a:rPr lang="zh-CN" altLang="en-US" sz="2000" dirty="0"/>
              <a:t>：</a:t>
            </a:r>
            <a:r>
              <a:rPr lang="en-US" altLang="zh-CN" sz="2000" dirty="0"/>
              <a:t>base64  </a:t>
            </a:r>
            <a:endParaRPr lang="en-US" altLang="zh-CN" sz="2000" dirty="0" smtClean="0"/>
          </a:p>
          <a:p>
            <a:pPr marL="0" indent="0">
              <a:buNone/>
            </a:pPr>
            <a:r>
              <a:rPr lang="en-US" altLang="zh-CN" sz="2000" dirty="0" smtClean="0"/>
              <a:t>                                                 …</a:t>
            </a:r>
            <a:r>
              <a:rPr lang="en-US" altLang="zh-CN" sz="2000" dirty="0"/>
              <a:t>Data for image</a:t>
            </a:r>
            <a:r>
              <a:rPr lang="zh-CN" altLang="en-US" sz="2000" dirty="0"/>
              <a:t>（图像的数据）</a:t>
            </a:r>
            <a:r>
              <a:rPr lang="en-US" altLang="zh-CN" sz="2000" dirty="0"/>
              <a:t>…  </a:t>
            </a:r>
            <a:endParaRPr lang="en-US" altLang="zh-CN" sz="2000" dirty="0" smtClean="0"/>
          </a:p>
          <a:p>
            <a:pPr marL="0" indent="0">
              <a:buNone/>
            </a:pPr>
            <a:r>
              <a:rPr lang="en-US" altLang="zh-CN" sz="2000" dirty="0" smtClean="0"/>
              <a:t>――</a:t>
            </a:r>
            <a:r>
              <a:rPr lang="en-US" altLang="zh-CN" sz="2000" dirty="0" err="1"/>
              <a:t>qwertyuiop</a:t>
            </a:r>
            <a:endParaRPr lang="zh-CN" altLang="en-US" sz="2000" dirty="0"/>
          </a:p>
        </p:txBody>
      </p:sp>
      <p:sp>
        <p:nvSpPr>
          <p:cNvPr id="4" name="日期占位符 3"/>
          <p:cNvSpPr>
            <a:spLocks noGrp="1"/>
          </p:cNvSpPr>
          <p:nvPr>
            <p:ph type="dt" sz="half" idx="10"/>
          </p:nvPr>
        </p:nvSpPr>
        <p:spPr/>
        <p:txBody>
          <a:bodyPr/>
          <a:lstStyle/>
          <a:p>
            <a:endParaRPr lang="en-US" altLang="zh-CN"/>
          </a:p>
        </p:txBody>
      </p:sp>
      <p:sp>
        <p:nvSpPr>
          <p:cNvPr id="5" name="页脚占位符 4"/>
          <p:cNvSpPr>
            <a:spLocks noGrp="1"/>
          </p:cNvSpPr>
          <p:nvPr>
            <p:ph type="ftr" sz="quarter" idx="11"/>
          </p:nvPr>
        </p:nvSpPr>
        <p:spPr/>
        <p:txBody>
          <a:bodyPr/>
          <a:lstStyle/>
          <a:p>
            <a:r>
              <a:rPr lang="en-US" altLang="zh-CN" dirty="0" err="1" smtClean="0"/>
              <a:t>ppt课件</a:t>
            </a:r>
            <a:endParaRPr lang="en-US" altLang="zh-CN" dirty="0"/>
          </a:p>
        </p:txBody>
      </p:sp>
      <p:sp>
        <p:nvSpPr>
          <p:cNvPr id="6" name="灯片编号占位符 5"/>
          <p:cNvSpPr>
            <a:spLocks noGrp="1"/>
          </p:cNvSpPr>
          <p:nvPr>
            <p:ph type="sldNum" sz="quarter" idx="12"/>
          </p:nvPr>
        </p:nvSpPr>
        <p:spPr/>
        <p:txBody>
          <a:bodyPr/>
          <a:lstStyle/>
          <a:p>
            <a:fld id="{EB7CA65C-4566-4F22-82C0-F7928AFB6C2C}" type="slidenum">
              <a:rPr lang="zh-CN" altLang="en-US" smtClean="0"/>
              <a:pPr/>
              <a:t>39</a:t>
            </a:fld>
            <a:endParaRPr lang="en-US" altLang="zh-CN" dirty="0"/>
          </a:p>
        </p:txBody>
      </p:sp>
    </p:spTree>
    <p:extLst>
      <p:ext uri="{BB962C8B-B14F-4D97-AF65-F5344CB8AC3E}">
        <p14:creationId xmlns:p14="http://schemas.microsoft.com/office/powerpoint/2010/main" val="66083201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0849" name="Rectangle 2"/>
          <p:cNvSpPr>
            <a:spLocks noGrp="1" noChangeArrowheads="1"/>
          </p:cNvSpPr>
          <p:nvPr>
            <p:ph type="title"/>
          </p:nvPr>
        </p:nvSpPr>
        <p:spPr>
          <a:xfrm>
            <a:off x="495300" y="188913"/>
            <a:ext cx="9066213" cy="792162"/>
          </a:xfrm>
        </p:spPr>
        <p:txBody>
          <a:bodyPr/>
          <a:lstStyle/>
          <a:p>
            <a:r>
              <a:rPr lang="en-US" altLang="zh-CN" sz="3200" dirty="0" smtClean="0">
                <a:ea typeface="黑体" panose="02010609060101010101" pitchFamily="49" charset="-122"/>
              </a:rPr>
              <a:t>6.6  </a:t>
            </a:r>
            <a:r>
              <a:rPr lang="zh-CN" altLang="en-US" sz="3200" u="sng" dirty="0" smtClean="0">
                <a:ea typeface="黑体" panose="02010609060101010101" pitchFamily="49" charset="-122"/>
              </a:rPr>
              <a:t>动态主机配置协议 </a:t>
            </a:r>
            <a:r>
              <a:rPr lang="en-US" altLang="zh-CN" sz="3200" u="sng" dirty="0">
                <a:solidFill>
                  <a:srgbClr val="FF0000"/>
                </a:solidFill>
                <a:ea typeface="黑体" panose="02010609060101010101" pitchFamily="49" charset="-122"/>
              </a:rPr>
              <a:t>DHCP</a:t>
            </a:r>
            <a:r>
              <a:rPr lang="en-US" altLang="zh-CN" sz="3200" u="sng" dirty="0">
                <a:ea typeface="黑体" panose="02010609060101010101" pitchFamily="49" charset="-122"/>
              </a:rPr>
              <a:t>(Dynamic Host Configuration </a:t>
            </a:r>
            <a:r>
              <a:rPr lang="en-US" altLang="zh-CN" sz="3200" u="sng" dirty="0" smtClean="0">
                <a:ea typeface="黑体" panose="02010609060101010101" pitchFamily="49" charset="-122"/>
              </a:rPr>
              <a:t>Protocol)</a:t>
            </a:r>
          </a:p>
        </p:txBody>
      </p:sp>
      <p:sp>
        <p:nvSpPr>
          <p:cNvPr id="715779" name="Rectangle 3"/>
          <p:cNvSpPr>
            <a:spLocks noGrp="1" noChangeArrowheads="1"/>
          </p:cNvSpPr>
          <p:nvPr>
            <p:ph idx="1"/>
          </p:nvPr>
        </p:nvSpPr>
        <p:spPr>
          <a:xfrm>
            <a:off x="495300" y="1196975"/>
            <a:ext cx="9066213" cy="4933950"/>
          </a:xfrm>
        </p:spPr>
        <p:txBody>
          <a:bodyPr/>
          <a:lstStyle/>
          <a:p>
            <a:r>
              <a:rPr lang="zh-CN" altLang="en-US" dirty="0" smtClean="0">
                <a:ea typeface="黑体" panose="02010609060101010101" pitchFamily="49" charset="-122"/>
              </a:rPr>
              <a:t>为了将软件协议做成通用的和便于移植，协议软件的编写者把</a:t>
            </a:r>
            <a:r>
              <a:rPr lang="zh-CN" altLang="en-US" dirty="0" smtClean="0">
                <a:solidFill>
                  <a:srgbClr val="0000FF"/>
                </a:solidFill>
                <a:ea typeface="黑体" panose="02010609060101010101" pitchFamily="49" charset="-122"/>
              </a:rPr>
              <a:t>协议软件参数化</a:t>
            </a:r>
            <a:r>
              <a:rPr lang="zh-CN" altLang="en-US" dirty="0" smtClean="0">
                <a:ea typeface="黑体" panose="02010609060101010101" pitchFamily="49" charset="-122"/>
              </a:rPr>
              <a:t>。这就使得在很多台计算机上使用同一个经过编译的二进制代码成为可能。</a:t>
            </a:r>
          </a:p>
          <a:p>
            <a:r>
              <a:rPr lang="zh-CN" altLang="en-US" dirty="0" smtClean="0">
                <a:ea typeface="黑体" panose="02010609060101010101" pitchFamily="49" charset="-122"/>
              </a:rPr>
              <a:t>一台计算机和另一台计算机的区别，都可通过一些不同的参数来体现。</a:t>
            </a:r>
          </a:p>
          <a:p>
            <a:r>
              <a:rPr lang="zh-CN" altLang="en-US" dirty="0" smtClean="0">
                <a:ea typeface="黑体" panose="02010609060101010101" pitchFamily="49" charset="-122"/>
              </a:rPr>
              <a:t>在软件协议运行之前，必须给每一个参数赋值。 </a:t>
            </a:r>
          </a:p>
        </p:txBody>
      </p:sp>
      <p:sp>
        <p:nvSpPr>
          <p:cNvPr id="1870851"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1D1EF6D-5091-42D2-AC8D-BC90BCBD3879}" type="slidenum">
              <a:rPr lang="zh-CN" altLang="en-US" smtClean="0"/>
              <a:pPr eaLnBrk="1" hangingPunct="1"/>
              <a:t>40</a:t>
            </a:fld>
            <a:endParaRPr lang="en-US" altLang="zh-CN" smtClean="0"/>
          </a:p>
        </p:txBody>
      </p:sp>
      <p:sp>
        <p:nvSpPr>
          <p:cNvPr id="1870852"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715779">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715779">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71577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2897"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协议配置</a:t>
            </a:r>
          </a:p>
        </p:txBody>
      </p:sp>
      <p:sp>
        <p:nvSpPr>
          <p:cNvPr id="716803" name="Rectangle 3"/>
          <p:cNvSpPr>
            <a:spLocks noGrp="1" noChangeArrowheads="1"/>
          </p:cNvSpPr>
          <p:nvPr>
            <p:ph idx="1"/>
          </p:nvPr>
        </p:nvSpPr>
        <p:spPr>
          <a:xfrm>
            <a:off x="495300" y="1196975"/>
            <a:ext cx="9066213" cy="4933950"/>
          </a:xfrm>
        </p:spPr>
        <p:txBody>
          <a:bodyPr/>
          <a:lstStyle/>
          <a:p>
            <a:r>
              <a:rPr lang="zh-CN" altLang="en-US" smtClean="0">
                <a:ea typeface="黑体" panose="02010609060101010101" pitchFamily="49" charset="-122"/>
              </a:rPr>
              <a:t>在协议软件中给这些参数赋值的动作叫做</a:t>
            </a:r>
            <a:r>
              <a:rPr lang="zh-CN" altLang="en-US" smtClean="0">
                <a:solidFill>
                  <a:srgbClr val="FF0000"/>
                </a:solidFill>
                <a:ea typeface="黑体" panose="02010609060101010101" pitchFamily="49" charset="-122"/>
              </a:rPr>
              <a:t>协议配置</a:t>
            </a:r>
            <a:r>
              <a:rPr lang="zh-CN" altLang="en-US" smtClean="0">
                <a:ea typeface="黑体" panose="02010609060101010101" pitchFamily="49" charset="-122"/>
              </a:rPr>
              <a:t>。</a:t>
            </a:r>
          </a:p>
          <a:p>
            <a:r>
              <a:rPr lang="zh-CN" altLang="en-US" smtClean="0">
                <a:ea typeface="黑体" panose="02010609060101010101" pitchFamily="49" charset="-122"/>
              </a:rPr>
              <a:t>一个软件协议在使用之前必须是已正确配置的。</a:t>
            </a:r>
          </a:p>
          <a:p>
            <a:r>
              <a:rPr lang="zh-CN" altLang="en-US" smtClean="0">
                <a:ea typeface="黑体" panose="02010609060101010101" pitchFamily="49" charset="-122"/>
              </a:rPr>
              <a:t>具体的配置信息有哪些则取决于协议栈。 </a:t>
            </a:r>
          </a:p>
        </p:txBody>
      </p:sp>
      <p:sp>
        <p:nvSpPr>
          <p:cNvPr id="1872899"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32736FD-AA23-4851-8F71-857D9C263D8B}" type="slidenum">
              <a:rPr lang="zh-CN" altLang="en-US" smtClean="0"/>
              <a:pPr eaLnBrk="1" hangingPunct="1"/>
              <a:t>41</a:t>
            </a:fld>
            <a:endParaRPr lang="en-US" altLang="zh-CN" smtClean="0"/>
          </a:p>
        </p:txBody>
      </p:sp>
      <p:sp>
        <p:nvSpPr>
          <p:cNvPr id="1872900"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716803">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71680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4945"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协议配置（续）</a:t>
            </a:r>
          </a:p>
        </p:txBody>
      </p:sp>
      <p:sp>
        <p:nvSpPr>
          <p:cNvPr id="282628" name="Rectangle 3"/>
          <p:cNvSpPr>
            <a:spLocks noGrp="1" noChangeArrowheads="1"/>
          </p:cNvSpPr>
          <p:nvPr>
            <p:ph idx="1"/>
          </p:nvPr>
        </p:nvSpPr>
        <p:spPr>
          <a:xfrm>
            <a:off x="495300" y="1196975"/>
            <a:ext cx="9066213" cy="4933950"/>
          </a:xfrm>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dirty="0" smtClean="0">
                <a:ea typeface="黑体" panose="02010609060101010101" pitchFamily="49" charset="-122"/>
              </a:rPr>
              <a:t>需要配置的项目</a:t>
            </a:r>
          </a:p>
          <a:p>
            <a:pPr>
              <a:buFont typeface="Wingdings" panose="05000000000000000000" pitchFamily="2" charset="2"/>
              <a:buNone/>
            </a:pPr>
            <a:r>
              <a:rPr lang="en-US" altLang="zh-CN" dirty="0" smtClean="0">
                <a:ea typeface="黑体" panose="02010609060101010101" pitchFamily="49" charset="-122"/>
              </a:rPr>
              <a:t>	(1) IP </a:t>
            </a:r>
            <a:r>
              <a:rPr lang="zh-CN" altLang="en-US" dirty="0" smtClean="0">
                <a:ea typeface="黑体" panose="02010609060101010101" pitchFamily="49" charset="-122"/>
              </a:rPr>
              <a:t>地址</a:t>
            </a:r>
          </a:p>
          <a:p>
            <a:pPr>
              <a:buFont typeface="Wingdings" panose="05000000000000000000" pitchFamily="2" charset="2"/>
              <a:buNone/>
            </a:pPr>
            <a:r>
              <a:rPr lang="en-US" altLang="zh-CN" dirty="0" smtClean="0">
                <a:ea typeface="黑体" panose="02010609060101010101" pitchFamily="49" charset="-122"/>
              </a:rPr>
              <a:t>	(2) </a:t>
            </a:r>
            <a:r>
              <a:rPr lang="zh-CN" altLang="en-US" dirty="0" smtClean="0">
                <a:ea typeface="黑体" panose="02010609060101010101" pitchFamily="49" charset="-122"/>
              </a:rPr>
              <a:t>子网掩码</a:t>
            </a:r>
          </a:p>
          <a:p>
            <a:pPr>
              <a:buFont typeface="Wingdings" panose="05000000000000000000" pitchFamily="2" charset="2"/>
              <a:buNone/>
            </a:pPr>
            <a:r>
              <a:rPr lang="en-US" altLang="zh-CN" dirty="0" smtClean="0">
                <a:ea typeface="黑体" panose="02010609060101010101" pitchFamily="49" charset="-122"/>
              </a:rPr>
              <a:t>	(3) </a:t>
            </a:r>
            <a:r>
              <a:rPr lang="zh-CN" altLang="en-US" dirty="0" smtClean="0">
                <a:ea typeface="黑体" panose="02010609060101010101" pitchFamily="49" charset="-122"/>
              </a:rPr>
              <a:t>默认路由器的 </a:t>
            </a:r>
            <a:r>
              <a:rPr lang="en-US" altLang="zh-CN" dirty="0" smtClean="0">
                <a:ea typeface="黑体" panose="02010609060101010101" pitchFamily="49" charset="-122"/>
              </a:rPr>
              <a:t>IP </a:t>
            </a:r>
            <a:r>
              <a:rPr lang="zh-CN" altLang="en-US" dirty="0" smtClean="0">
                <a:ea typeface="黑体" panose="02010609060101010101" pitchFamily="49" charset="-122"/>
              </a:rPr>
              <a:t>地址</a:t>
            </a:r>
          </a:p>
          <a:p>
            <a:pPr>
              <a:buFont typeface="Wingdings" panose="05000000000000000000" pitchFamily="2" charset="2"/>
              <a:buNone/>
            </a:pPr>
            <a:r>
              <a:rPr lang="en-US" altLang="zh-CN" dirty="0" smtClean="0">
                <a:ea typeface="黑体" panose="02010609060101010101" pitchFamily="49" charset="-122"/>
              </a:rPr>
              <a:t>	(4) </a:t>
            </a:r>
            <a:r>
              <a:rPr lang="zh-CN" altLang="en-US" dirty="0" smtClean="0">
                <a:ea typeface="黑体" panose="02010609060101010101" pitchFamily="49" charset="-122"/>
              </a:rPr>
              <a:t>域名服务器的 </a:t>
            </a:r>
            <a:r>
              <a:rPr lang="en-US" altLang="zh-CN" dirty="0" smtClean="0">
                <a:ea typeface="黑体" panose="02010609060101010101" pitchFamily="49" charset="-122"/>
              </a:rPr>
              <a:t>IP </a:t>
            </a:r>
            <a:r>
              <a:rPr lang="zh-CN" altLang="en-US" dirty="0" smtClean="0">
                <a:ea typeface="黑体" panose="02010609060101010101" pitchFamily="49" charset="-122"/>
              </a:rPr>
              <a:t>地址</a:t>
            </a:r>
          </a:p>
          <a:p>
            <a:r>
              <a:rPr lang="zh-CN" altLang="en-US" dirty="0" smtClean="0">
                <a:ea typeface="黑体" panose="02010609060101010101" pitchFamily="49" charset="-122"/>
              </a:rPr>
              <a:t>这些信息通常存储在一个</a:t>
            </a:r>
            <a:r>
              <a:rPr lang="zh-CN" altLang="en-US" dirty="0" smtClean="0">
                <a:solidFill>
                  <a:srgbClr val="0000FF"/>
                </a:solidFill>
                <a:ea typeface="黑体" panose="02010609060101010101" pitchFamily="49" charset="-122"/>
              </a:rPr>
              <a:t>配置文件</a:t>
            </a:r>
            <a:r>
              <a:rPr lang="zh-CN" altLang="en-US" dirty="0" smtClean="0">
                <a:ea typeface="黑体" panose="02010609060101010101" pitchFamily="49" charset="-122"/>
              </a:rPr>
              <a:t>中，计算机在引导过程中可以对这个文件进行存取。 </a:t>
            </a:r>
          </a:p>
        </p:txBody>
      </p:sp>
      <p:sp>
        <p:nvSpPr>
          <p:cNvPr id="1874947"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B0E34AD-82A1-4A07-972F-91DC256165AD}" type="slidenum">
              <a:rPr lang="zh-CN" altLang="en-US" smtClean="0"/>
              <a:pPr eaLnBrk="1" hangingPunct="1"/>
              <a:t>42</a:t>
            </a:fld>
            <a:endParaRPr lang="en-US" altLang="zh-CN" smtClean="0"/>
          </a:p>
        </p:txBody>
      </p:sp>
      <p:sp>
        <p:nvSpPr>
          <p:cNvPr id="1874948"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6993"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动态主机配置协议 </a:t>
            </a:r>
            <a:r>
              <a:rPr lang="en-US" altLang="zh-CN" smtClean="0">
                <a:ea typeface="黑体" panose="02010609060101010101" pitchFamily="49" charset="-122"/>
              </a:rPr>
              <a:t>DHCP</a:t>
            </a:r>
          </a:p>
        </p:txBody>
      </p:sp>
      <p:sp>
        <p:nvSpPr>
          <p:cNvPr id="720899" name="Rectangle 3"/>
          <p:cNvSpPr>
            <a:spLocks noGrp="1" noChangeArrowheads="1"/>
          </p:cNvSpPr>
          <p:nvPr>
            <p:ph idx="1"/>
          </p:nvPr>
        </p:nvSpPr>
        <p:spPr>
          <a:xfrm>
            <a:off x="495300" y="1196975"/>
            <a:ext cx="9066213" cy="4933950"/>
          </a:xfrm>
        </p:spPr>
        <p:txBody>
          <a:bodyPr/>
          <a:lstStyle/>
          <a:p>
            <a:r>
              <a:rPr lang="zh-CN" altLang="en-US" smtClean="0">
                <a:ea typeface="黑体" panose="02010609060101010101" pitchFamily="49" charset="-122"/>
              </a:rPr>
              <a:t>互联网广泛使用的</a:t>
            </a:r>
            <a:r>
              <a:rPr lang="zh-CN" altLang="en-US" smtClean="0">
                <a:solidFill>
                  <a:srgbClr val="FF0000"/>
                </a:solidFill>
                <a:ea typeface="黑体" panose="02010609060101010101" pitchFamily="49" charset="-122"/>
              </a:rPr>
              <a:t>动态主机配置协议</a:t>
            </a:r>
            <a:r>
              <a:rPr lang="zh-CN" altLang="en-US" smtClean="0">
                <a:ea typeface="黑体" panose="02010609060101010101" pitchFamily="49" charset="-122"/>
              </a:rPr>
              <a:t> </a:t>
            </a:r>
            <a:r>
              <a:rPr lang="en-US" altLang="zh-CN" smtClean="0">
                <a:ea typeface="黑体" panose="02010609060101010101" pitchFamily="49" charset="-122"/>
              </a:rPr>
              <a:t>DHCP (Dynamic Host Configuration Protocol) </a:t>
            </a:r>
            <a:r>
              <a:rPr lang="zh-CN" altLang="en-US" smtClean="0">
                <a:ea typeface="黑体" panose="02010609060101010101" pitchFamily="49" charset="-122"/>
              </a:rPr>
              <a:t>提供了</a:t>
            </a:r>
            <a:r>
              <a:rPr lang="zh-CN" altLang="en-US" smtClean="0">
                <a:solidFill>
                  <a:srgbClr val="FF0000"/>
                </a:solidFill>
                <a:ea typeface="黑体" panose="02010609060101010101" pitchFamily="49" charset="-122"/>
              </a:rPr>
              <a:t>即插即用连网 </a:t>
            </a:r>
            <a:r>
              <a:rPr lang="en-US" altLang="zh-CN" smtClean="0">
                <a:ea typeface="黑体" panose="02010609060101010101" pitchFamily="49" charset="-122"/>
              </a:rPr>
              <a:t>(plug-and-play networking) </a:t>
            </a:r>
            <a:r>
              <a:rPr lang="zh-CN" altLang="en-US" smtClean="0">
                <a:ea typeface="黑体" panose="02010609060101010101" pitchFamily="49" charset="-122"/>
              </a:rPr>
              <a:t>的机制。</a:t>
            </a:r>
          </a:p>
          <a:p>
            <a:r>
              <a:rPr lang="zh-CN" altLang="en-US" smtClean="0">
                <a:ea typeface="黑体" panose="02010609060101010101" pitchFamily="49" charset="-122"/>
              </a:rPr>
              <a:t>这种机制允许一台计算机加入新的网络和获取</a:t>
            </a:r>
            <a:r>
              <a:rPr lang="en-US" altLang="zh-CN" smtClean="0">
                <a:ea typeface="黑体" panose="02010609060101010101" pitchFamily="49" charset="-122"/>
              </a:rPr>
              <a:t>IP </a:t>
            </a:r>
            <a:r>
              <a:rPr lang="zh-CN" altLang="en-US" smtClean="0">
                <a:ea typeface="黑体" panose="02010609060101010101" pitchFamily="49" charset="-122"/>
              </a:rPr>
              <a:t>地址而不用手工参与。</a:t>
            </a:r>
          </a:p>
        </p:txBody>
      </p:sp>
      <p:sp>
        <p:nvSpPr>
          <p:cNvPr id="1876995"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B4413787-653D-4DA0-AC3B-FD19D0288636}" type="slidenum">
              <a:rPr lang="zh-CN" altLang="en-US" smtClean="0"/>
              <a:pPr eaLnBrk="1" hangingPunct="1"/>
              <a:t>43</a:t>
            </a:fld>
            <a:endParaRPr lang="en-US" altLang="zh-CN" smtClean="0"/>
          </a:p>
        </p:txBody>
      </p:sp>
      <p:sp>
        <p:nvSpPr>
          <p:cNvPr id="1876996"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720899">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9041" name="Rectangle 2"/>
          <p:cNvSpPr>
            <a:spLocks noGrp="1" noChangeArrowheads="1"/>
          </p:cNvSpPr>
          <p:nvPr>
            <p:ph type="title"/>
          </p:nvPr>
        </p:nvSpPr>
        <p:spPr>
          <a:xfrm>
            <a:off x="495300" y="188913"/>
            <a:ext cx="9066213" cy="792162"/>
          </a:xfrm>
        </p:spPr>
        <p:txBody>
          <a:bodyPr/>
          <a:lstStyle/>
          <a:p>
            <a:pPr algn="ctr"/>
            <a:r>
              <a:rPr lang="en-US" altLang="zh-CN" smtClean="0">
                <a:ea typeface="黑体" panose="02010609060101010101" pitchFamily="49" charset="-122"/>
              </a:rPr>
              <a:t>DHCP </a:t>
            </a:r>
            <a:r>
              <a:rPr lang="zh-CN" altLang="en-US" smtClean="0">
                <a:ea typeface="黑体" panose="02010609060101010101" pitchFamily="49" charset="-122"/>
              </a:rPr>
              <a:t>使用客户</a:t>
            </a:r>
            <a:r>
              <a:rPr lang="zh-CN" altLang="en-US" smtClean="0">
                <a:ea typeface="黑体" panose="02010609060101010101" pitchFamily="49" charset="-122"/>
                <a:sym typeface="Symbol" panose="05050102010706020507" pitchFamily="18" charset="2"/>
              </a:rPr>
              <a:t></a:t>
            </a:r>
            <a:r>
              <a:rPr lang="zh-CN" altLang="en-US" smtClean="0">
                <a:ea typeface="黑体" panose="02010609060101010101" pitchFamily="49" charset="-122"/>
              </a:rPr>
              <a:t>服务器方式</a:t>
            </a:r>
          </a:p>
        </p:txBody>
      </p:sp>
      <p:sp>
        <p:nvSpPr>
          <p:cNvPr id="721923" name="Rectangle 3"/>
          <p:cNvSpPr>
            <a:spLocks noGrp="1" noChangeArrowheads="1"/>
          </p:cNvSpPr>
          <p:nvPr>
            <p:ph idx="1"/>
          </p:nvPr>
        </p:nvSpPr>
        <p:spPr>
          <a:xfrm>
            <a:off x="495300" y="1196975"/>
            <a:ext cx="9066213" cy="4933950"/>
          </a:xfrm>
        </p:spPr>
        <p:txBody>
          <a:bodyPr/>
          <a:lstStyle/>
          <a:p>
            <a:r>
              <a:rPr lang="zh-CN" altLang="en-US" sz="2800" dirty="0" smtClean="0">
                <a:ea typeface="黑体" panose="02010609060101010101" pitchFamily="49" charset="-122"/>
              </a:rPr>
              <a:t>需要 </a:t>
            </a:r>
            <a:r>
              <a:rPr lang="en-US" altLang="zh-CN" sz="2800" dirty="0" smtClean="0">
                <a:ea typeface="黑体" panose="02010609060101010101" pitchFamily="49" charset="-122"/>
              </a:rPr>
              <a:t>IP </a:t>
            </a:r>
            <a:r>
              <a:rPr lang="zh-CN" altLang="en-US" sz="2800" dirty="0" smtClean="0">
                <a:ea typeface="黑体" panose="02010609060101010101" pitchFamily="49" charset="-122"/>
              </a:rPr>
              <a:t>地址的主机在启动时就向 </a:t>
            </a:r>
            <a:r>
              <a:rPr lang="en-US" altLang="zh-CN" sz="2800" dirty="0" smtClean="0">
                <a:ea typeface="黑体" panose="02010609060101010101" pitchFamily="49" charset="-122"/>
              </a:rPr>
              <a:t>DHCP </a:t>
            </a:r>
            <a:r>
              <a:rPr lang="zh-CN" altLang="en-US" sz="2800" dirty="0" smtClean="0">
                <a:ea typeface="黑体" panose="02010609060101010101" pitchFamily="49" charset="-122"/>
              </a:rPr>
              <a:t>服务器</a:t>
            </a:r>
            <a:r>
              <a:rPr lang="zh-CN" altLang="en-US" sz="2800" dirty="0" smtClean="0">
                <a:solidFill>
                  <a:srgbClr val="0000FF"/>
                </a:solidFill>
                <a:ea typeface="黑体" panose="02010609060101010101" pitchFamily="49" charset="-122"/>
              </a:rPr>
              <a:t>广播发送发现报文</a:t>
            </a:r>
            <a:r>
              <a:rPr lang="zh-CN" altLang="en-US" sz="2800" dirty="0" smtClean="0">
                <a:ea typeface="黑体" panose="02010609060101010101" pitchFamily="49" charset="-122"/>
              </a:rPr>
              <a:t>（</a:t>
            </a:r>
            <a:r>
              <a:rPr lang="en-US" altLang="zh-CN" sz="2800" dirty="0" smtClean="0">
                <a:ea typeface="黑体" panose="02010609060101010101" pitchFamily="49" charset="-122"/>
              </a:rPr>
              <a:t>DHCPDISCOVER</a:t>
            </a:r>
            <a:r>
              <a:rPr lang="zh-CN" altLang="en-US" sz="2800" dirty="0" smtClean="0">
                <a:ea typeface="黑体" panose="02010609060101010101" pitchFamily="49" charset="-122"/>
              </a:rPr>
              <a:t>），这时该主机就</a:t>
            </a:r>
            <a:r>
              <a:rPr lang="zh-CN" altLang="en-US" sz="2800" dirty="0" smtClean="0">
                <a:solidFill>
                  <a:srgbClr val="0000FF"/>
                </a:solidFill>
                <a:ea typeface="黑体" panose="02010609060101010101" pitchFamily="49" charset="-122"/>
              </a:rPr>
              <a:t>成为 </a:t>
            </a:r>
            <a:r>
              <a:rPr lang="en-US" altLang="zh-CN" sz="2800" dirty="0" smtClean="0">
                <a:solidFill>
                  <a:srgbClr val="0000FF"/>
                </a:solidFill>
                <a:ea typeface="黑体" panose="02010609060101010101" pitchFamily="49" charset="-122"/>
              </a:rPr>
              <a:t>DHCP </a:t>
            </a:r>
            <a:r>
              <a:rPr lang="zh-CN" altLang="en-US" sz="2800" dirty="0" smtClean="0">
                <a:solidFill>
                  <a:srgbClr val="0000FF"/>
                </a:solidFill>
                <a:ea typeface="黑体" panose="02010609060101010101" pitchFamily="49" charset="-122"/>
              </a:rPr>
              <a:t>客户</a:t>
            </a:r>
            <a:r>
              <a:rPr lang="zh-CN" altLang="en-US" sz="2800" dirty="0" smtClean="0">
                <a:ea typeface="黑体" panose="02010609060101010101" pitchFamily="49" charset="-122"/>
              </a:rPr>
              <a:t>。</a:t>
            </a:r>
          </a:p>
          <a:p>
            <a:r>
              <a:rPr lang="zh-CN" altLang="en-US" sz="2800" dirty="0" smtClean="0">
                <a:ea typeface="黑体" panose="02010609060101010101" pitchFamily="49" charset="-122"/>
              </a:rPr>
              <a:t>本地网络上所有主机都能收到此广播报文，但只有 </a:t>
            </a:r>
            <a:r>
              <a:rPr lang="en-US" altLang="zh-CN" sz="2800" dirty="0" smtClean="0">
                <a:solidFill>
                  <a:srgbClr val="0000FF"/>
                </a:solidFill>
                <a:ea typeface="黑体" panose="02010609060101010101" pitchFamily="49" charset="-122"/>
              </a:rPr>
              <a:t>DHCP </a:t>
            </a:r>
            <a:r>
              <a:rPr lang="zh-CN" altLang="en-US" sz="2800" dirty="0" smtClean="0">
                <a:solidFill>
                  <a:srgbClr val="0000FF"/>
                </a:solidFill>
                <a:ea typeface="黑体" panose="02010609060101010101" pitchFamily="49" charset="-122"/>
              </a:rPr>
              <a:t>服务器</a:t>
            </a:r>
            <a:r>
              <a:rPr lang="zh-CN" altLang="en-US" sz="2800" dirty="0" smtClean="0">
                <a:ea typeface="黑体" panose="02010609060101010101" pitchFamily="49" charset="-122"/>
              </a:rPr>
              <a:t>才</a:t>
            </a:r>
            <a:r>
              <a:rPr lang="zh-CN" altLang="en-US" sz="2800" dirty="0" smtClean="0">
                <a:solidFill>
                  <a:srgbClr val="0000FF"/>
                </a:solidFill>
                <a:ea typeface="黑体" panose="02010609060101010101" pitchFamily="49" charset="-122"/>
              </a:rPr>
              <a:t>回答</a:t>
            </a:r>
            <a:r>
              <a:rPr lang="zh-CN" altLang="en-US" sz="2800" dirty="0" smtClean="0">
                <a:ea typeface="黑体" panose="02010609060101010101" pitchFamily="49" charset="-122"/>
              </a:rPr>
              <a:t>此广播报文。</a:t>
            </a:r>
          </a:p>
          <a:p>
            <a:r>
              <a:rPr lang="en-US" altLang="zh-CN" sz="2800" dirty="0" smtClean="0">
                <a:ea typeface="黑体" panose="02010609060101010101" pitchFamily="49" charset="-122"/>
              </a:rPr>
              <a:t>DHCP </a:t>
            </a:r>
            <a:r>
              <a:rPr lang="zh-CN" altLang="en-US" sz="2800" dirty="0" smtClean="0">
                <a:solidFill>
                  <a:srgbClr val="0000FF"/>
                </a:solidFill>
                <a:ea typeface="黑体" panose="02010609060101010101" pitchFamily="49" charset="-122"/>
              </a:rPr>
              <a:t>服务器先</a:t>
            </a:r>
            <a:r>
              <a:rPr lang="zh-CN" altLang="en-US" sz="2800" dirty="0" smtClean="0">
                <a:ea typeface="黑体" panose="02010609060101010101" pitchFamily="49" charset="-122"/>
              </a:rPr>
              <a:t>在其数据库中</a:t>
            </a:r>
            <a:r>
              <a:rPr lang="zh-CN" altLang="en-US" sz="2800" dirty="0" smtClean="0">
                <a:solidFill>
                  <a:srgbClr val="0000FF"/>
                </a:solidFill>
                <a:ea typeface="黑体" panose="02010609060101010101" pitchFamily="49" charset="-122"/>
              </a:rPr>
              <a:t>查找</a:t>
            </a:r>
            <a:r>
              <a:rPr lang="zh-CN" altLang="en-US" sz="2800" dirty="0" smtClean="0">
                <a:ea typeface="黑体" panose="02010609060101010101" pitchFamily="49" charset="-122"/>
              </a:rPr>
              <a:t>该计算机的配置信息。若</a:t>
            </a:r>
            <a:r>
              <a:rPr lang="zh-CN" altLang="en-US" sz="2800" dirty="0" smtClean="0">
                <a:solidFill>
                  <a:srgbClr val="0000FF"/>
                </a:solidFill>
                <a:ea typeface="黑体" panose="02010609060101010101" pitchFamily="49" charset="-122"/>
              </a:rPr>
              <a:t>找到</a:t>
            </a:r>
            <a:r>
              <a:rPr lang="zh-CN" altLang="en-US" sz="2800" dirty="0" smtClean="0">
                <a:ea typeface="黑体" panose="02010609060101010101" pitchFamily="49" charset="-122"/>
              </a:rPr>
              <a:t>，则</a:t>
            </a:r>
            <a:r>
              <a:rPr lang="zh-CN" altLang="en-US" sz="2800" dirty="0" smtClean="0">
                <a:solidFill>
                  <a:srgbClr val="0000FF"/>
                </a:solidFill>
                <a:ea typeface="黑体" panose="02010609060101010101" pitchFamily="49" charset="-122"/>
              </a:rPr>
              <a:t>返回</a:t>
            </a:r>
            <a:r>
              <a:rPr lang="zh-CN" altLang="en-US" sz="2800" dirty="0" smtClean="0">
                <a:ea typeface="黑体" panose="02010609060101010101" pitchFamily="49" charset="-122"/>
              </a:rPr>
              <a:t>找到的信息。若</a:t>
            </a:r>
            <a:r>
              <a:rPr lang="zh-CN" altLang="en-US" sz="2800" dirty="0" smtClean="0">
                <a:solidFill>
                  <a:srgbClr val="0000FF"/>
                </a:solidFill>
                <a:ea typeface="黑体" panose="02010609060101010101" pitchFamily="49" charset="-122"/>
              </a:rPr>
              <a:t>找不到</a:t>
            </a:r>
            <a:r>
              <a:rPr lang="zh-CN" altLang="en-US" sz="2800" dirty="0" smtClean="0">
                <a:ea typeface="黑体" panose="02010609060101010101" pitchFamily="49" charset="-122"/>
              </a:rPr>
              <a:t>，则从服务器的 </a:t>
            </a:r>
            <a:r>
              <a:rPr lang="en-US" altLang="zh-CN" sz="2800" dirty="0" smtClean="0">
                <a:ea typeface="黑体" panose="02010609060101010101" pitchFamily="49" charset="-122"/>
              </a:rPr>
              <a:t>IP </a:t>
            </a:r>
            <a:r>
              <a:rPr lang="zh-CN" altLang="en-US" sz="2800" dirty="0" smtClean="0">
                <a:ea typeface="黑体" panose="02010609060101010101" pitchFamily="49" charset="-122"/>
              </a:rPr>
              <a:t>地址池</a:t>
            </a:r>
            <a:r>
              <a:rPr lang="en-US" altLang="zh-CN" sz="2800" dirty="0" smtClean="0">
                <a:ea typeface="黑体" panose="02010609060101010101" pitchFamily="49" charset="-122"/>
              </a:rPr>
              <a:t>(address pool)</a:t>
            </a:r>
            <a:r>
              <a:rPr lang="zh-CN" altLang="en-US" sz="2800" dirty="0" smtClean="0">
                <a:ea typeface="黑体" panose="02010609060101010101" pitchFamily="49" charset="-122"/>
              </a:rPr>
              <a:t>中取一个地址</a:t>
            </a:r>
            <a:r>
              <a:rPr lang="zh-CN" altLang="en-US" sz="2800" dirty="0" smtClean="0">
                <a:solidFill>
                  <a:srgbClr val="0000FF"/>
                </a:solidFill>
                <a:ea typeface="黑体" panose="02010609060101010101" pitchFamily="49" charset="-122"/>
              </a:rPr>
              <a:t>分配</a:t>
            </a:r>
            <a:r>
              <a:rPr lang="zh-CN" altLang="en-US" sz="2800" dirty="0" smtClean="0">
                <a:ea typeface="黑体" panose="02010609060101010101" pitchFamily="49" charset="-122"/>
              </a:rPr>
              <a:t>给该计算机。</a:t>
            </a:r>
            <a:r>
              <a:rPr lang="en-US" altLang="zh-CN" sz="2800" dirty="0" smtClean="0">
                <a:ea typeface="黑体" panose="02010609060101010101" pitchFamily="49" charset="-122"/>
              </a:rPr>
              <a:t>DHCP </a:t>
            </a:r>
            <a:r>
              <a:rPr lang="zh-CN" altLang="en-US" sz="2800" dirty="0" smtClean="0">
                <a:ea typeface="黑体" panose="02010609060101010101" pitchFamily="49" charset="-122"/>
              </a:rPr>
              <a:t>服务器的回答报文叫做提供报文（</a:t>
            </a:r>
            <a:r>
              <a:rPr lang="en-US" altLang="zh-CN" sz="2800" dirty="0" smtClean="0">
                <a:ea typeface="黑体" panose="02010609060101010101" pitchFamily="49" charset="-122"/>
              </a:rPr>
              <a:t>DHCPOFFER</a:t>
            </a:r>
            <a:r>
              <a:rPr lang="zh-CN" altLang="en-US" sz="2800" dirty="0" smtClean="0">
                <a:ea typeface="黑体" panose="02010609060101010101" pitchFamily="49" charset="-122"/>
              </a:rPr>
              <a:t>）。 </a:t>
            </a:r>
          </a:p>
        </p:txBody>
      </p:sp>
      <p:sp>
        <p:nvSpPr>
          <p:cNvPr id="1879043"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BF689E18-263B-4F57-9E30-05B6EF2A0C23}" type="slidenum">
              <a:rPr lang="zh-CN" altLang="en-US" smtClean="0"/>
              <a:pPr eaLnBrk="1" hangingPunct="1"/>
              <a:t>44</a:t>
            </a:fld>
            <a:endParaRPr lang="en-US" altLang="zh-CN" smtClean="0"/>
          </a:p>
        </p:txBody>
      </p:sp>
      <p:sp>
        <p:nvSpPr>
          <p:cNvPr id="1879044"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721923">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72192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1089" name="Rectangle 2"/>
          <p:cNvSpPr>
            <a:spLocks noGrp="1" noChangeArrowheads="1"/>
          </p:cNvSpPr>
          <p:nvPr>
            <p:ph type="title"/>
          </p:nvPr>
        </p:nvSpPr>
        <p:spPr>
          <a:xfrm>
            <a:off x="495300" y="188913"/>
            <a:ext cx="9066213" cy="792162"/>
          </a:xfrm>
        </p:spPr>
        <p:txBody>
          <a:bodyPr/>
          <a:lstStyle/>
          <a:p>
            <a:pPr algn="ctr"/>
            <a:r>
              <a:rPr lang="en-US" altLang="zh-CN" smtClean="0">
                <a:ea typeface="黑体" panose="02010609060101010101" pitchFamily="49" charset="-122"/>
              </a:rPr>
              <a:t>DHCP </a:t>
            </a:r>
            <a:r>
              <a:rPr lang="zh-CN" altLang="en-US" smtClean="0">
                <a:ea typeface="黑体" panose="02010609060101010101" pitchFamily="49" charset="-122"/>
              </a:rPr>
              <a:t>中继代理</a:t>
            </a:r>
            <a:r>
              <a:rPr lang="en-US" altLang="zh-CN" smtClean="0">
                <a:ea typeface="黑体" panose="02010609060101010101" pitchFamily="49" charset="-122"/>
              </a:rPr>
              <a:t>(relay agent) </a:t>
            </a:r>
          </a:p>
        </p:txBody>
      </p:sp>
      <p:sp>
        <p:nvSpPr>
          <p:cNvPr id="722947" name="Rectangle 3"/>
          <p:cNvSpPr>
            <a:spLocks noGrp="1" noChangeArrowheads="1"/>
          </p:cNvSpPr>
          <p:nvPr>
            <p:ph idx="1"/>
          </p:nvPr>
        </p:nvSpPr>
        <p:spPr>
          <a:xfrm>
            <a:off x="495300" y="1196975"/>
            <a:ext cx="9066213" cy="4933950"/>
          </a:xfrm>
        </p:spPr>
        <p:txBody>
          <a:bodyPr/>
          <a:lstStyle/>
          <a:p>
            <a:r>
              <a:rPr lang="zh-CN" altLang="en-US" dirty="0" smtClean="0">
                <a:solidFill>
                  <a:srgbClr val="0000FF"/>
                </a:solidFill>
                <a:ea typeface="黑体" panose="02010609060101010101" pitchFamily="49" charset="-122"/>
              </a:rPr>
              <a:t>并不是每个网络上都有 </a:t>
            </a:r>
            <a:r>
              <a:rPr lang="en-US" altLang="zh-CN" dirty="0" smtClean="0">
                <a:solidFill>
                  <a:srgbClr val="0000FF"/>
                </a:solidFill>
                <a:ea typeface="黑体" panose="02010609060101010101" pitchFamily="49" charset="-122"/>
              </a:rPr>
              <a:t>DHCP </a:t>
            </a:r>
            <a:r>
              <a:rPr lang="zh-CN" altLang="en-US" dirty="0" smtClean="0">
                <a:solidFill>
                  <a:srgbClr val="0000FF"/>
                </a:solidFill>
                <a:ea typeface="黑体" panose="02010609060101010101" pitchFamily="49" charset="-122"/>
              </a:rPr>
              <a:t>服务器</a:t>
            </a:r>
            <a:r>
              <a:rPr lang="zh-CN" altLang="en-US" dirty="0" smtClean="0">
                <a:ea typeface="黑体" panose="02010609060101010101" pitchFamily="49" charset="-122"/>
              </a:rPr>
              <a:t>，这样会使 </a:t>
            </a:r>
            <a:r>
              <a:rPr lang="en-US" altLang="zh-CN" dirty="0" smtClean="0">
                <a:ea typeface="黑体" panose="02010609060101010101" pitchFamily="49" charset="-122"/>
              </a:rPr>
              <a:t>DHCP </a:t>
            </a:r>
            <a:r>
              <a:rPr lang="zh-CN" altLang="en-US" dirty="0" smtClean="0">
                <a:ea typeface="黑体" panose="02010609060101010101" pitchFamily="49" charset="-122"/>
              </a:rPr>
              <a:t>服务器的数量太多。现在是每一个网络至少有一个 </a:t>
            </a:r>
            <a:r>
              <a:rPr lang="en-US" altLang="zh-CN" dirty="0" smtClean="0">
                <a:ea typeface="黑体" panose="02010609060101010101" pitchFamily="49" charset="-122"/>
              </a:rPr>
              <a:t>DHCP </a:t>
            </a:r>
            <a:r>
              <a:rPr lang="zh-CN" altLang="en-US" dirty="0" smtClean="0">
                <a:solidFill>
                  <a:srgbClr val="FF0000"/>
                </a:solidFill>
                <a:ea typeface="黑体" panose="02010609060101010101" pitchFamily="49" charset="-122"/>
              </a:rPr>
              <a:t>中继代理</a:t>
            </a:r>
            <a:r>
              <a:rPr lang="zh-CN" altLang="en-US" dirty="0" smtClean="0">
                <a:ea typeface="黑体" panose="02010609060101010101" pitchFamily="49" charset="-122"/>
              </a:rPr>
              <a:t>，它</a:t>
            </a:r>
            <a:r>
              <a:rPr lang="zh-CN" altLang="en-US" dirty="0" smtClean="0">
                <a:solidFill>
                  <a:srgbClr val="0000FF"/>
                </a:solidFill>
                <a:ea typeface="黑体" panose="02010609060101010101" pitchFamily="49" charset="-122"/>
              </a:rPr>
              <a:t>配置了 </a:t>
            </a:r>
            <a:r>
              <a:rPr lang="en-US" altLang="zh-CN" dirty="0" smtClean="0">
                <a:solidFill>
                  <a:srgbClr val="0000FF"/>
                </a:solidFill>
                <a:ea typeface="黑体" panose="02010609060101010101" pitchFamily="49" charset="-122"/>
              </a:rPr>
              <a:t>DHCP </a:t>
            </a:r>
            <a:r>
              <a:rPr lang="zh-CN" altLang="en-US" dirty="0" smtClean="0">
                <a:solidFill>
                  <a:srgbClr val="0000FF"/>
                </a:solidFill>
                <a:ea typeface="黑体" panose="02010609060101010101" pitchFamily="49" charset="-122"/>
              </a:rPr>
              <a:t>服务器的 </a:t>
            </a:r>
            <a:r>
              <a:rPr lang="en-US" altLang="zh-CN" dirty="0" smtClean="0">
                <a:solidFill>
                  <a:srgbClr val="0000FF"/>
                </a:solidFill>
                <a:ea typeface="黑体" panose="02010609060101010101" pitchFamily="49" charset="-122"/>
              </a:rPr>
              <a:t>IP </a:t>
            </a:r>
            <a:r>
              <a:rPr lang="zh-CN" altLang="en-US" dirty="0" smtClean="0">
                <a:solidFill>
                  <a:srgbClr val="0000FF"/>
                </a:solidFill>
                <a:ea typeface="黑体" panose="02010609060101010101" pitchFamily="49" charset="-122"/>
              </a:rPr>
              <a:t>地址信息</a:t>
            </a:r>
            <a:r>
              <a:rPr lang="zh-CN" altLang="en-US" dirty="0" smtClean="0">
                <a:ea typeface="黑体" panose="02010609060101010101" pitchFamily="49" charset="-122"/>
              </a:rPr>
              <a:t>。</a:t>
            </a:r>
          </a:p>
          <a:p>
            <a:r>
              <a:rPr lang="zh-CN" altLang="en-US" dirty="0" smtClean="0">
                <a:ea typeface="黑体" panose="02010609060101010101" pitchFamily="49" charset="-122"/>
              </a:rPr>
              <a:t>当 </a:t>
            </a:r>
            <a:r>
              <a:rPr lang="en-US" altLang="zh-CN" dirty="0" smtClean="0">
                <a:ea typeface="黑体" panose="02010609060101010101" pitchFamily="49" charset="-122"/>
              </a:rPr>
              <a:t>DHCP </a:t>
            </a:r>
            <a:r>
              <a:rPr lang="zh-CN" altLang="en-US" dirty="0" smtClean="0">
                <a:ea typeface="黑体" panose="02010609060101010101" pitchFamily="49" charset="-122"/>
              </a:rPr>
              <a:t>中继</a:t>
            </a:r>
            <a:r>
              <a:rPr lang="zh-CN" altLang="en-US" dirty="0" smtClean="0">
                <a:solidFill>
                  <a:srgbClr val="0000FF"/>
                </a:solidFill>
                <a:ea typeface="黑体" panose="02010609060101010101" pitchFamily="49" charset="-122"/>
              </a:rPr>
              <a:t>代理收到</a:t>
            </a:r>
            <a:r>
              <a:rPr lang="zh-CN" altLang="en-US" dirty="0" smtClean="0">
                <a:ea typeface="黑体" panose="02010609060101010101" pitchFamily="49" charset="-122"/>
              </a:rPr>
              <a:t>主机发送的</a:t>
            </a:r>
            <a:r>
              <a:rPr lang="zh-CN" altLang="en-US" dirty="0" smtClean="0">
                <a:solidFill>
                  <a:srgbClr val="0000FF"/>
                </a:solidFill>
                <a:ea typeface="黑体" panose="02010609060101010101" pitchFamily="49" charset="-122"/>
              </a:rPr>
              <a:t>发现报文</a:t>
            </a:r>
            <a:r>
              <a:rPr lang="zh-CN" altLang="en-US" dirty="0" smtClean="0">
                <a:ea typeface="黑体" panose="02010609060101010101" pitchFamily="49" charset="-122"/>
              </a:rPr>
              <a:t>后，就以</a:t>
            </a:r>
            <a:r>
              <a:rPr lang="zh-CN" altLang="en-US" dirty="0" smtClean="0">
                <a:solidFill>
                  <a:srgbClr val="0000FF"/>
                </a:solidFill>
                <a:ea typeface="黑体" panose="02010609060101010101" pitchFamily="49" charset="-122"/>
              </a:rPr>
              <a:t>单播方式向 </a:t>
            </a:r>
            <a:r>
              <a:rPr lang="en-US" altLang="zh-CN" dirty="0" smtClean="0">
                <a:solidFill>
                  <a:srgbClr val="0000FF"/>
                </a:solidFill>
                <a:ea typeface="黑体" panose="02010609060101010101" pitchFamily="49" charset="-122"/>
              </a:rPr>
              <a:t>DHCP </a:t>
            </a:r>
            <a:r>
              <a:rPr lang="zh-CN" altLang="en-US" dirty="0" smtClean="0">
                <a:solidFill>
                  <a:srgbClr val="0000FF"/>
                </a:solidFill>
                <a:ea typeface="黑体" panose="02010609060101010101" pitchFamily="49" charset="-122"/>
              </a:rPr>
              <a:t>服务器转发</a:t>
            </a:r>
            <a:r>
              <a:rPr lang="zh-CN" altLang="en-US" dirty="0" smtClean="0">
                <a:ea typeface="黑体" panose="02010609060101010101" pitchFamily="49" charset="-122"/>
              </a:rPr>
              <a:t>此报文，并等待其回答。收到 </a:t>
            </a:r>
            <a:r>
              <a:rPr lang="en-US" altLang="zh-CN" dirty="0" smtClean="0">
                <a:solidFill>
                  <a:srgbClr val="0000FF"/>
                </a:solidFill>
                <a:ea typeface="黑体" panose="02010609060101010101" pitchFamily="49" charset="-122"/>
              </a:rPr>
              <a:t>DHCP </a:t>
            </a:r>
            <a:r>
              <a:rPr lang="zh-CN" altLang="en-US" dirty="0" smtClean="0">
                <a:solidFill>
                  <a:srgbClr val="0000FF"/>
                </a:solidFill>
                <a:ea typeface="黑体" panose="02010609060101010101" pitchFamily="49" charset="-122"/>
              </a:rPr>
              <a:t>服务器回答</a:t>
            </a:r>
            <a:r>
              <a:rPr lang="zh-CN" altLang="en-US" dirty="0" smtClean="0">
                <a:ea typeface="黑体" panose="02010609060101010101" pitchFamily="49" charset="-122"/>
              </a:rPr>
              <a:t>的提供报文后，</a:t>
            </a:r>
            <a:r>
              <a:rPr lang="en-US" altLang="zh-CN" dirty="0" smtClean="0">
                <a:ea typeface="黑体" panose="02010609060101010101" pitchFamily="49" charset="-122"/>
              </a:rPr>
              <a:t>DHCP </a:t>
            </a:r>
            <a:r>
              <a:rPr lang="zh-CN" altLang="en-US" dirty="0" smtClean="0">
                <a:ea typeface="黑体" panose="02010609060101010101" pitchFamily="49" charset="-122"/>
              </a:rPr>
              <a:t>中继代理</a:t>
            </a:r>
            <a:r>
              <a:rPr lang="zh-CN" altLang="en-US" dirty="0" smtClean="0">
                <a:solidFill>
                  <a:srgbClr val="0000FF"/>
                </a:solidFill>
                <a:ea typeface="黑体" panose="02010609060101010101" pitchFamily="49" charset="-122"/>
              </a:rPr>
              <a:t>再</a:t>
            </a:r>
            <a:r>
              <a:rPr lang="zh-CN" altLang="en-US" dirty="0" smtClean="0">
                <a:ea typeface="黑体" panose="02010609060101010101" pitchFamily="49" charset="-122"/>
              </a:rPr>
              <a:t>将此提供报文</a:t>
            </a:r>
            <a:r>
              <a:rPr lang="zh-CN" altLang="en-US" dirty="0" smtClean="0">
                <a:solidFill>
                  <a:srgbClr val="0000FF"/>
                </a:solidFill>
                <a:ea typeface="黑体" panose="02010609060101010101" pitchFamily="49" charset="-122"/>
              </a:rPr>
              <a:t>发回</a:t>
            </a:r>
            <a:r>
              <a:rPr lang="zh-CN" altLang="en-US" dirty="0" smtClean="0">
                <a:ea typeface="黑体" panose="02010609060101010101" pitchFamily="49" charset="-122"/>
              </a:rPr>
              <a:t>给主机。</a:t>
            </a:r>
          </a:p>
        </p:txBody>
      </p:sp>
      <p:sp>
        <p:nvSpPr>
          <p:cNvPr id="1881091"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2ECA72E7-776F-4DD8-AE3E-E4DC1ACA2A4E}" type="slidenum">
              <a:rPr lang="zh-CN" altLang="en-US" smtClean="0"/>
              <a:pPr eaLnBrk="1" hangingPunct="1"/>
              <a:t>45</a:t>
            </a:fld>
            <a:endParaRPr lang="en-US" altLang="zh-CN" smtClean="0"/>
          </a:p>
        </p:txBody>
      </p:sp>
      <p:sp>
        <p:nvSpPr>
          <p:cNvPr id="1881092"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722947">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8770" name="Rectangle 4"/>
          <p:cNvSpPr>
            <a:spLocks noGrp="1" noChangeArrowheads="1"/>
          </p:cNvSpPr>
          <p:nvPr>
            <p:ph type="title" idx="4294967295"/>
          </p:nvPr>
        </p:nvSpPr>
        <p:spPr>
          <a:xfrm>
            <a:off x="368300" y="671513"/>
            <a:ext cx="9048750" cy="812800"/>
          </a:xfrm>
        </p:spPr>
        <p:txBody>
          <a:bodyPr/>
          <a:lstStyle/>
          <a:p>
            <a:pPr algn="ctr">
              <a:defRPr/>
            </a:pPr>
            <a:r>
              <a:rPr lang="en-US" altLang="zh-CN" sz="4060" noProof="1"/>
              <a:t>DHCP </a:t>
            </a:r>
            <a:r>
              <a:rPr sz="4060" noProof="1"/>
              <a:t>中继代理</a:t>
            </a:r>
            <a:r>
              <a:rPr sz="4060" dirty="0"/>
              <a:t/>
            </a:r>
            <a:br>
              <a:rPr sz="4060" dirty="0"/>
            </a:br>
            <a:r>
              <a:rPr sz="4060" noProof="1"/>
              <a:t>以单播方式转发发现报文 </a:t>
            </a:r>
          </a:p>
        </p:txBody>
      </p:sp>
      <p:sp>
        <p:nvSpPr>
          <p:cNvPr id="1883138" name="Line 5"/>
          <p:cNvSpPr>
            <a:spLocks noChangeShapeType="1"/>
          </p:cNvSpPr>
          <p:nvPr/>
        </p:nvSpPr>
        <p:spPr bwMode="auto">
          <a:xfrm>
            <a:off x="1390650" y="3203575"/>
            <a:ext cx="0" cy="422275"/>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883139" name="Line 6"/>
          <p:cNvSpPr>
            <a:spLocks noChangeShapeType="1"/>
          </p:cNvSpPr>
          <p:nvPr/>
        </p:nvSpPr>
        <p:spPr bwMode="auto">
          <a:xfrm flipV="1">
            <a:off x="3873500" y="4048125"/>
            <a:ext cx="5270500"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pic>
        <p:nvPicPr>
          <p:cNvPr id="1883140" name="Picture 7"/>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77313" y="2887663"/>
            <a:ext cx="944562" cy="1592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83141" name="Text Box 8"/>
          <p:cNvSpPr txBox="1">
            <a:spLocks noChangeArrowheads="1"/>
          </p:cNvSpPr>
          <p:nvPr/>
        </p:nvSpPr>
        <p:spPr bwMode="auto">
          <a:xfrm>
            <a:off x="63500" y="1844675"/>
            <a:ext cx="6985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a:solidFill>
                  <a:srgbClr val="000099"/>
                </a:solidFill>
                <a:ea typeface="黑体" panose="02010609060101010101" pitchFamily="49" charset="-122"/>
              </a:rPr>
              <a:t>主机</a:t>
            </a:r>
          </a:p>
        </p:txBody>
      </p:sp>
      <p:sp>
        <p:nvSpPr>
          <p:cNvPr id="1883142" name="Text Box 9"/>
          <p:cNvSpPr txBox="1">
            <a:spLocks noChangeArrowheads="1"/>
          </p:cNvSpPr>
          <p:nvPr/>
        </p:nvSpPr>
        <p:spPr bwMode="auto">
          <a:xfrm>
            <a:off x="8942388" y="2260600"/>
            <a:ext cx="954087"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en-US" altLang="zh-CN" sz="2000" b="1">
                <a:solidFill>
                  <a:srgbClr val="000099"/>
                </a:solidFill>
                <a:ea typeface="黑体" panose="02010609060101010101" pitchFamily="49" charset="-122"/>
              </a:rPr>
              <a:t>DHCP</a:t>
            </a:r>
          </a:p>
          <a:p>
            <a:pPr algn="ctr"/>
            <a:r>
              <a:rPr lang="zh-CN" altLang="en-US" sz="2000" b="1">
                <a:solidFill>
                  <a:srgbClr val="000099"/>
                </a:solidFill>
                <a:ea typeface="黑体" panose="02010609060101010101" pitchFamily="49" charset="-122"/>
              </a:rPr>
              <a:t>服务器</a:t>
            </a:r>
          </a:p>
        </p:txBody>
      </p:sp>
      <p:grpSp>
        <p:nvGrpSpPr>
          <p:cNvPr id="1883143" name="Group 10"/>
          <p:cNvGrpSpPr>
            <a:grpSpLocks/>
          </p:cNvGrpSpPr>
          <p:nvPr/>
        </p:nvGrpSpPr>
        <p:grpSpPr bwMode="auto">
          <a:xfrm>
            <a:off x="6870700" y="3308350"/>
            <a:ext cx="1587500" cy="1411288"/>
            <a:chOff x="3204" y="2684"/>
            <a:chExt cx="1080" cy="854"/>
          </a:xfrm>
        </p:grpSpPr>
        <p:sp>
          <p:nvSpPr>
            <p:cNvPr id="1883144" name="Oval 11"/>
            <p:cNvSpPr>
              <a:spLocks noChangeArrowheads="1"/>
            </p:cNvSpPr>
            <p:nvPr/>
          </p:nvSpPr>
          <p:spPr bwMode="auto">
            <a:xfrm>
              <a:off x="3457" y="2684"/>
              <a:ext cx="464" cy="228"/>
            </a:xfrm>
            <a:prstGeom prst="ellipse">
              <a:avLst/>
            </a:prstGeom>
            <a:solidFill>
              <a:srgbClr val="EAEAEA"/>
            </a:solidFill>
            <a:ln w="12700">
              <a:solidFill>
                <a:srgbClr val="000000"/>
              </a:solidFill>
              <a:round/>
              <a:headEnd/>
              <a:tailEnd/>
            </a:ln>
          </p:spPr>
          <p:txBody>
            <a:bodyPr/>
            <a:lstStyle/>
            <a:p>
              <a:endParaRPr lang="zh-CN" altLang="en-US" b="1">
                <a:solidFill>
                  <a:srgbClr val="000099"/>
                </a:solidFill>
                <a:ea typeface="宋体" panose="02010600030101010101" pitchFamily="2" charset="-122"/>
              </a:endParaRPr>
            </a:p>
          </p:txBody>
        </p:sp>
        <p:sp>
          <p:nvSpPr>
            <p:cNvPr id="1883145" name="Freeform 12"/>
            <p:cNvSpPr>
              <a:spLocks noChangeArrowheads="1"/>
            </p:cNvSpPr>
            <p:nvPr/>
          </p:nvSpPr>
          <p:spPr bwMode="auto">
            <a:xfrm>
              <a:off x="3853" y="2753"/>
              <a:ext cx="312" cy="202"/>
            </a:xfrm>
            <a:custGeom>
              <a:avLst/>
              <a:gdLst>
                <a:gd name="T0" fmla="*/ 182 w 312"/>
                <a:gd name="T1" fmla="*/ 10 h 202"/>
                <a:gd name="T2" fmla="*/ 150 w 312"/>
                <a:gd name="T3" fmla="*/ 4 h 202"/>
                <a:gd name="T4" fmla="*/ 119 w 312"/>
                <a:gd name="T5" fmla="*/ 0 h 202"/>
                <a:gd name="T6" fmla="*/ 91 w 312"/>
                <a:gd name="T7" fmla="*/ 2 h 202"/>
                <a:gd name="T8" fmla="*/ 67 w 312"/>
                <a:gd name="T9" fmla="*/ 8 h 202"/>
                <a:gd name="T10" fmla="*/ 44 w 312"/>
                <a:gd name="T11" fmla="*/ 16 h 202"/>
                <a:gd name="T12" fmla="*/ 25 w 312"/>
                <a:gd name="T13" fmla="*/ 29 h 202"/>
                <a:gd name="T14" fmla="*/ 12 w 312"/>
                <a:gd name="T15" fmla="*/ 44 h 202"/>
                <a:gd name="T16" fmla="*/ 2 w 312"/>
                <a:gd name="T17" fmla="*/ 61 h 202"/>
                <a:gd name="T18" fmla="*/ 0 w 312"/>
                <a:gd name="T19" fmla="*/ 80 h 202"/>
                <a:gd name="T20" fmla="*/ 6 w 312"/>
                <a:gd name="T21" fmla="*/ 99 h 202"/>
                <a:gd name="T22" fmla="*/ 16 w 312"/>
                <a:gd name="T23" fmla="*/ 117 h 202"/>
                <a:gd name="T24" fmla="*/ 31 w 312"/>
                <a:gd name="T25" fmla="*/ 136 h 202"/>
                <a:gd name="T26" fmla="*/ 51 w 312"/>
                <a:gd name="T27" fmla="*/ 153 h 202"/>
                <a:gd name="T28" fmla="*/ 74 w 312"/>
                <a:gd name="T29" fmla="*/ 170 h 202"/>
                <a:gd name="T30" fmla="*/ 102 w 312"/>
                <a:gd name="T31" fmla="*/ 183 h 202"/>
                <a:gd name="T32" fmla="*/ 133 w 312"/>
                <a:gd name="T33" fmla="*/ 193 h 202"/>
                <a:gd name="T34" fmla="*/ 165 w 312"/>
                <a:gd name="T35" fmla="*/ 199 h 202"/>
                <a:gd name="T36" fmla="*/ 195 w 312"/>
                <a:gd name="T37" fmla="*/ 202 h 202"/>
                <a:gd name="T38" fmla="*/ 223 w 312"/>
                <a:gd name="T39" fmla="*/ 200 h 202"/>
                <a:gd name="T40" fmla="*/ 248 w 312"/>
                <a:gd name="T41" fmla="*/ 195 h 202"/>
                <a:gd name="T42" fmla="*/ 271 w 312"/>
                <a:gd name="T43" fmla="*/ 187 h 202"/>
                <a:gd name="T44" fmla="*/ 289 w 312"/>
                <a:gd name="T45" fmla="*/ 174 h 202"/>
                <a:gd name="T46" fmla="*/ 303 w 312"/>
                <a:gd name="T47" fmla="*/ 159 h 202"/>
                <a:gd name="T48" fmla="*/ 310 w 312"/>
                <a:gd name="T49" fmla="*/ 142 h 202"/>
                <a:gd name="T50" fmla="*/ 312 w 312"/>
                <a:gd name="T51" fmla="*/ 123 h 202"/>
                <a:gd name="T52" fmla="*/ 308 w 312"/>
                <a:gd name="T53" fmla="*/ 104 h 202"/>
                <a:gd name="T54" fmla="*/ 297 w 312"/>
                <a:gd name="T55" fmla="*/ 85 h 202"/>
                <a:gd name="T56" fmla="*/ 284 w 312"/>
                <a:gd name="T57" fmla="*/ 66 h 202"/>
                <a:gd name="T58" fmla="*/ 263 w 312"/>
                <a:gd name="T59" fmla="*/ 50 h 202"/>
                <a:gd name="T60" fmla="*/ 240 w 312"/>
                <a:gd name="T61" fmla="*/ 33 h 202"/>
                <a:gd name="T62" fmla="*/ 212 w 312"/>
                <a:gd name="T63" fmla="*/ 19 h 202"/>
                <a:gd name="T64" fmla="*/ 182 w 312"/>
                <a:gd name="T65" fmla="*/ 10 h 2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12" h="202">
                  <a:moveTo>
                    <a:pt x="182" y="10"/>
                  </a:moveTo>
                  <a:lnTo>
                    <a:pt x="150" y="4"/>
                  </a:lnTo>
                  <a:lnTo>
                    <a:pt x="119" y="0"/>
                  </a:lnTo>
                  <a:lnTo>
                    <a:pt x="91" y="2"/>
                  </a:lnTo>
                  <a:lnTo>
                    <a:pt x="67" y="8"/>
                  </a:lnTo>
                  <a:lnTo>
                    <a:pt x="44" y="16"/>
                  </a:lnTo>
                  <a:lnTo>
                    <a:pt x="25" y="29"/>
                  </a:lnTo>
                  <a:lnTo>
                    <a:pt x="12" y="44"/>
                  </a:lnTo>
                  <a:lnTo>
                    <a:pt x="2" y="61"/>
                  </a:lnTo>
                  <a:lnTo>
                    <a:pt x="0" y="80"/>
                  </a:lnTo>
                  <a:lnTo>
                    <a:pt x="6" y="99"/>
                  </a:lnTo>
                  <a:lnTo>
                    <a:pt x="16" y="117"/>
                  </a:lnTo>
                  <a:lnTo>
                    <a:pt x="31" y="136"/>
                  </a:lnTo>
                  <a:lnTo>
                    <a:pt x="51" y="153"/>
                  </a:lnTo>
                  <a:lnTo>
                    <a:pt x="74" y="170"/>
                  </a:lnTo>
                  <a:lnTo>
                    <a:pt x="102" y="183"/>
                  </a:lnTo>
                  <a:lnTo>
                    <a:pt x="133" y="193"/>
                  </a:lnTo>
                  <a:lnTo>
                    <a:pt x="165" y="199"/>
                  </a:lnTo>
                  <a:lnTo>
                    <a:pt x="195" y="202"/>
                  </a:lnTo>
                  <a:lnTo>
                    <a:pt x="223" y="200"/>
                  </a:lnTo>
                  <a:lnTo>
                    <a:pt x="248" y="195"/>
                  </a:lnTo>
                  <a:lnTo>
                    <a:pt x="271" y="187"/>
                  </a:lnTo>
                  <a:lnTo>
                    <a:pt x="289" y="174"/>
                  </a:lnTo>
                  <a:lnTo>
                    <a:pt x="303" y="159"/>
                  </a:lnTo>
                  <a:lnTo>
                    <a:pt x="310" y="142"/>
                  </a:lnTo>
                  <a:lnTo>
                    <a:pt x="312" y="123"/>
                  </a:lnTo>
                  <a:lnTo>
                    <a:pt x="308" y="104"/>
                  </a:lnTo>
                  <a:lnTo>
                    <a:pt x="297" y="85"/>
                  </a:lnTo>
                  <a:lnTo>
                    <a:pt x="284" y="66"/>
                  </a:lnTo>
                  <a:lnTo>
                    <a:pt x="263" y="50"/>
                  </a:lnTo>
                  <a:lnTo>
                    <a:pt x="240" y="33"/>
                  </a:lnTo>
                  <a:lnTo>
                    <a:pt x="212" y="19"/>
                  </a:lnTo>
                  <a:lnTo>
                    <a:pt x="182" y="10"/>
                  </a:lnTo>
                  <a:close/>
                </a:path>
              </a:pathLst>
            </a:custGeom>
            <a:solidFill>
              <a:srgbClr val="EAEAEA"/>
            </a:solidFill>
            <a:ln w="12700">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1883146" name="Freeform 13"/>
            <p:cNvSpPr>
              <a:spLocks noChangeArrowheads="1"/>
            </p:cNvSpPr>
            <p:nvPr/>
          </p:nvSpPr>
          <p:spPr bwMode="auto">
            <a:xfrm>
              <a:off x="4014" y="2946"/>
              <a:ext cx="270" cy="232"/>
            </a:xfrm>
            <a:custGeom>
              <a:avLst/>
              <a:gdLst>
                <a:gd name="T0" fmla="*/ 181 w 270"/>
                <a:gd name="T1" fmla="*/ 15 h 232"/>
                <a:gd name="T2" fmla="*/ 155 w 270"/>
                <a:gd name="T3" fmla="*/ 6 h 232"/>
                <a:gd name="T4" fmla="*/ 128 w 270"/>
                <a:gd name="T5" fmla="*/ 0 h 232"/>
                <a:gd name="T6" fmla="*/ 104 w 270"/>
                <a:gd name="T7" fmla="*/ 0 h 232"/>
                <a:gd name="T8" fmla="*/ 79 w 270"/>
                <a:gd name="T9" fmla="*/ 4 h 232"/>
                <a:gd name="T10" fmla="*/ 57 w 270"/>
                <a:gd name="T11" fmla="*/ 11 h 232"/>
                <a:gd name="T12" fmla="*/ 38 w 270"/>
                <a:gd name="T13" fmla="*/ 23 h 232"/>
                <a:gd name="T14" fmla="*/ 21 w 270"/>
                <a:gd name="T15" fmla="*/ 38 h 232"/>
                <a:gd name="T16" fmla="*/ 9 w 270"/>
                <a:gd name="T17" fmla="*/ 56 h 232"/>
                <a:gd name="T18" fmla="*/ 2 w 270"/>
                <a:gd name="T19" fmla="*/ 79 h 232"/>
                <a:gd name="T20" fmla="*/ 0 w 270"/>
                <a:gd name="T21" fmla="*/ 100 h 232"/>
                <a:gd name="T22" fmla="*/ 4 w 270"/>
                <a:gd name="T23" fmla="*/ 123 h 232"/>
                <a:gd name="T24" fmla="*/ 13 w 270"/>
                <a:gd name="T25" fmla="*/ 145 h 232"/>
                <a:gd name="T26" fmla="*/ 26 w 270"/>
                <a:gd name="T27" fmla="*/ 166 h 232"/>
                <a:gd name="T28" fmla="*/ 43 w 270"/>
                <a:gd name="T29" fmla="*/ 185 h 232"/>
                <a:gd name="T30" fmla="*/ 64 w 270"/>
                <a:gd name="T31" fmla="*/ 202 h 232"/>
                <a:gd name="T32" fmla="*/ 89 w 270"/>
                <a:gd name="T33" fmla="*/ 217 h 232"/>
                <a:gd name="T34" fmla="*/ 115 w 270"/>
                <a:gd name="T35" fmla="*/ 226 h 232"/>
                <a:gd name="T36" fmla="*/ 142 w 270"/>
                <a:gd name="T37" fmla="*/ 232 h 232"/>
                <a:gd name="T38" fmla="*/ 166 w 270"/>
                <a:gd name="T39" fmla="*/ 232 h 232"/>
                <a:gd name="T40" fmla="*/ 191 w 270"/>
                <a:gd name="T41" fmla="*/ 228 h 232"/>
                <a:gd name="T42" fmla="*/ 213 w 270"/>
                <a:gd name="T43" fmla="*/ 221 h 232"/>
                <a:gd name="T44" fmla="*/ 232 w 270"/>
                <a:gd name="T45" fmla="*/ 209 h 232"/>
                <a:gd name="T46" fmla="*/ 249 w 270"/>
                <a:gd name="T47" fmla="*/ 194 h 232"/>
                <a:gd name="T48" fmla="*/ 261 w 270"/>
                <a:gd name="T49" fmla="*/ 175 h 232"/>
                <a:gd name="T50" fmla="*/ 268 w 270"/>
                <a:gd name="T51" fmla="*/ 155 h 232"/>
                <a:gd name="T52" fmla="*/ 270 w 270"/>
                <a:gd name="T53" fmla="*/ 132 h 232"/>
                <a:gd name="T54" fmla="*/ 266 w 270"/>
                <a:gd name="T55" fmla="*/ 109 h 232"/>
                <a:gd name="T56" fmla="*/ 257 w 270"/>
                <a:gd name="T57" fmla="*/ 87 h 232"/>
                <a:gd name="T58" fmla="*/ 244 w 270"/>
                <a:gd name="T59" fmla="*/ 66 h 232"/>
                <a:gd name="T60" fmla="*/ 227 w 270"/>
                <a:gd name="T61" fmla="*/ 47 h 232"/>
                <a:gd name="T62" fmla="*/ 206 w 270"/>
                <a:gd name="T63" fmla="*/ 30 h 232"/>
                <a:gd name="T64" fmla="*/ 181 w 270"/>
                <a:gd name="T65" fmla="*/ 15 h 2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70" h="232">
                  <a:moveTo>
                    <a:pt x="181" y="15"/>
                  </a:moveTo>
                  <a:lnTo>
                    <a:pt x="155" y="6"/>
                  </a:lnTo>
                  <a:lnTo>
                    <a:pt x="128" y="0"/>
                  </a:lnTo>
                  <a:lnTo>
                    <a:pt x="104" y="0"/>
                  </a:lnTo>
                  <a:lnTo>
                    <a:pt x="79" y="4"/>
                  </a:lnTo>
                  <a:lnTo>
                    <a:pt x="57" y="11"/>
                  </a:lnTo>
                  <a:lnTo>
                    <a:pt x="38" y="23"/>
                  </a:lnTo>
                  <a:lnTo>
                    <a:pt x="21" y="38"/>
                  </a:lnTo>
                  <a:lnTo>
                    <a:pt x="9" y="56"/>
                  </a:lnTo>
                  <a:lnTo>
                    <a:pt x="2" y="79"/>
                  </a:lnTo>
                  <a:lnTo>
                    <a:pt x="0" y="100"/>
                  </a:lnTo>
                  <a:lnTo>
                    <a:pt x="4" y="123"/>
                  </a:lnTo>
                  <a:lnTo>
                    <a:pt x="13" y="145"/>
                  </a:lnTo>
                  <a:lnTo>
                    <a:pt x="26" y="166"/>
                  </a:lnTo>
                  <a:lnTo>
                    <a:pt x="43" y="185"/>
                  </a:lnTo>
                  <a:lnTo>
                    <a:pt x="64" y="202"/>
                  </a:lnTo>
                  <a:lnTo>
                    <a:pt x="89" y="217"/>
                  </a:lnTo>
                  <a:lnTo>
                    <a:pt x="115" y="226"/>
                  </a:lnTo>
                  <a:lnTo>
                    <a:pt x="142" y="232"/>
                  </a:lnTo>
                  <a:lnTo>
                    <a:pt x="166" y="232"/>
                  </a:lnTo>
                  <a:lnTo>
                    <a:pt x="191" y="228"/>
                  </a:lnTo>
                  <a:lnTo>
                    <a:pt x="213" y="221"/>
                  </a:lnTo>
                  <a:lnTo>
                    <a:pt x="232" y="209"/>
                  </a:lnTo>
                  <a:lnTo>
                    <a:pt x="249" y="194"/>
                  </a:lnTo>
                  <a:lnTo>
                    <a:pt x="261" y="175"/>
                  </a:lnTo>
                  <a:lnTo>
                    <a:pt x="268" y="155"/>
                  </a:lnTo>
                  <a:lnTo>
                    <a:pt x="270" y="132"/>
                  </a:lnTo>
                  <a:lnTo>
                    <a:pt x="266" y="109"/>
                  </a:lnTo>
                  <a:lnTo>
                    <a:pt x="257" y="87"/>
                  </a:lnTo>
                  <a:lnTo>
                    <a:pt x="244" y="66"/>
                  </a:lnTo>
                  <a:lnTo>
                    <a:pt x="227" y="47"/>
                  </a:lnTo>
                  <a:lnTo>
                    <a:pt x="206" y="30"/>
                  </a:lnTo>
                  <a:lnTo>
                    <a:pt x="181" y="15"/>
                  </a:lnTo>
                  <a:close/>
                </a:path>
              </a:pathLst>
            </a:custGeom>
            <a:solidFill>
              <a:srgbClr val="EAEAEA"/>
            </a:solidFill>
            <a:ln w="12700">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1883147" name="Freeform 14"/>
            <p:cNvSpPr>
              <a:spLocks noChangeArrowheads="1"/>
            </p:cNvSpPr>
            <p:nvPr/>
          </p:nvSpPr>
          <p:spPr bwMode="auto">
            <a:xfrm>
              <a:off x="3927" y="3165"/>
              <a:ext cx="325" cy="285"/>
            </a:xfrm>
            <a:custGeom>
              <a:avLst/>
              <a:gdLst>
                <a:gd name="T0" fmla="*/ 102 w 325"/>
                <a:gd name="T1" fmla="*/ 19 h 285"/>
                <a:gd name="T2" fmla="*/ 74 w 325"/>
                <a:gd name="T3" fmla="*/ 36 h 285"/>
                <a:gd name="T4" fmla="*/ 49 w 325"/>
                <a:gd name="T5" fmla="*/ 58 h 285"/>
                <a:gd name="T6" fmla="*/ 28 w 325"/>
                <a:gd name="T7" fmla="*/ 81 h 285"/>
                <a:gd name="T8" fmla="*/ 13 w 325"/>
                <a:gd name="T9" fmla="*/ 107 h 285"/>
                <a:gd name="T10" fmla="*/ 4 w 325"/>
                <a:gd name="T11" fmla="*/ 134 h 285"/>
                <a:gd name="T12" fmla="*/ 0 w 325"/>
                <a:gd name="T13" fmla="*/ 162 h 285"/>
                <a:gd name="T14" fmla="*/ 2 w 325"/>
                <a:gd name="T15" fmla="*/ 188 h 285"/>
                <a:gd name="T16" fmla="*/ 11 w 325"/>
                <a:gd name="T17" fmla="*/ 215 h 285"/>
                <a:gd name="T18" fmla="*/ 27 w 325"/>
                <a:gd name="T19" fmla="*/ 237 h 285"/>
                <a:gd name="T20" fmla="*/ 45 w 325"/>
                <a:gd name="T21" fmla="*/ 256 h 285"/>
                <a:gd name="T22" fmla="*/ 70 w 325"/>
                <a:gd name="T23" fmla="*/ 271 h 285"/>
                <a:gd name="T24" fmla="*/ 98 w 325"/>
                <a:gd name="T25" fmla="*/ 279 h 285"/>
                <a:gd name="T26" fmla="*/ 127 w 325"/>
                <a:gd name="T27" fmla="*/ 285 h 285"/>
                <a:gd name="T28" fmla="*/ 159 w 325"/>
                <a:gd name="T29" fmla="*/ 283 h 285"/>
                <a:gd name="T30" fmla="*/ 191 w 325"/>
                <a:gd name="T31" fmla="*/ 275 h 285"/>
                <a:gd name="T32" fmla="*/ 223 w 325"/>
                <a:gd name="T33" fmla="*/ 264 h 285"/>
                <a:gd name="T34" fmla="*/ 251 w 325"/>
                <a:gd name="T35" fmla="*/ 247 h 285"/>
                <a:gd name="T36" fmla="*/ 276 w 325"/>
                <a:gd name="T37" fmla="*/ 226 h 285"/>
                <a:gd name="T38" fmla="*/ 297 w 325"/>
                <a:gd name="T39" fmla="*/ 202 h 285"/>
                <a:gd name="T40" fmla="*/ 312 w 325"/>
                <a:gd name="T41" fmla="*/ 175 h 285"/>
                <a:gd name="T42" fmla="*/ 321 w 325"/>
                <a:gd name="T43" fmla="*/ 149 h 285"/>
                <a:gd name="T44" fmla="*/ 325 w 325"/>
                <a:gd name="T45" fmla="*/ 120 h 285"/>
                <a:gd name="T46" fmla="*/ 323 w 325"/>
                <a:gd name="T47" fmla="*/ 94 h 285"/>
                <a:gd name="T48" fmla="*/ 314 w 325"/>
                <a:gd name="T49" fmla="*/ 68 h 285"/>
                <a:gd name="T50" fmla="*/ 299 w 325"/>
                <a:gd name="T51" fmla="*/ 45 h 285"/>
                <a:gd name="T52" fmla="*/ 280 w 325"/>
                <a:gd name="T53" fmla="*/ 26 h 285"/>
                <a:gd name="T54" fmla="*/ 255 w 325"/>
                <a:gd name="T55" fmla="*/ 11 h 285"/>
                <a:gd name="T56" fmla="*/ 229 w 325"/>
                <a:gd name="T57" fmla="*/ 4 h 285"/>
                <a:gd name="T58" fmla="*/ 198 w 325"/>
                <a:gd name="T59" fmla="*/ 0 h 285"/>
                <a:gd name="T60" fmla="*/ 166 w 325"/>
                <a:gd name="T61" fmla="*/ 0 h 285"/>
                <a:gd name="T62" fmla="*/ 134 w 325"/>
                <a:gd name="T63" fmla="*/ 7 h 285"/>
                <a:gd name="T64" fmla="*/ 102 w 325"/>
                <a:gd name="T65" fmla="*/ 19 h 2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25" h="285">
                  <a:moveTo>
                    <a:pt x="102" y="19"/>
                  </a:moveTo>
                  <a:lnTo>
                    <a:pt x="74" y="36"/>
                  </a:lnTo>
                  <a:lnTo>
                    <a:pt x="49" y="58"/>
                  </a:lnTo>
                  <a:lnTo>
                    <a:pt x="28" y="81"/>
                  </a:lnTo>
                  <a:lnTo>
                    <a:pt x="13" y="107"/>
                  </a:lnTo>
                  <a:lnTo>
                    <a:pt x="4" y="134"/>
                  </a:lnTo>
                  <a:lnTo>
                    <a:pt x="0" y="162"/>
                  </a:lnTo>
                  <a:lnTo>
                    <a:pt x="2" y="188"/>
                  </a:lnTo>
                  <a:lnTo>
                    <a:pt x="11" y="215"/>
                  </a:lnTo>
                  <a:lnTo>
                    <a:pt x="27" y="237"/>
                  </a:lnTo>
                  <a:lnTo>
                    <a:pt x="45" y="256"/>
                  </a:lnTo>
                  <a:lnTo>
                    <a:pt x="70" y="271"/>
                  </a:lnTo>
                  <a:lnTo>
                    <a:pt x="98" y="279"/>
                  </a:lnTo>
                  <a:lnTo>
                    <a:pt x="127" y="285"/>
                  </a:lnTo>
                  <a:lnTo>
                    <a:pt x="159" y="283"/>
                  </a:lnTo>
                  <a:lnTo>
                    <a:pt x="191" y="275"/>
                  </a:lnTo>
                  <a:lnTo>
                    <a:pt x="223" y="264"/>
                  </a:lnTo>
                  <a:lnTo>
                    <a:pt x="251" y="247"/>
                  </a:lnTo>
                  <a:lnTo>
                    <a:pt x="276" y="226"/>
                  </a:lnTo>
                  <a:lnTo>
                    <a:pt x="297" y="202"/>
                  </a:lnTo>
                  <a:lnTo>
                    <a:pt x="312" y="175"/>
                  </a:lnTo>
                  <a:lnTo>
                    <a:pt x="321" y="149"/>
                  </a:lnTo>
                  <a:lnTo>
                    <a:pt x="325" y="120"/>
                  </a:lnTo>
                  <a:lnTo>
                    <a:pt x="323" y="94"/>
                  </a:lnTo>
                  <a:lnTo>
                    <a:pt x="314" y="68"/>
                  </a:lnTo>
                  <a:lnTo>
                    <a:pt x="299" y="45"/>
                  </a:lnTo>
                  <a:lnTo>
                    <a:pt x="280" y="26"/>
                  </a:lnTo>
                  <a:lnTo>
                    <a:pt x="255" y="11"/>
                  </a:lnTo>
                  <a:lnTo>
                    <a:pt x="229" y="4"/>
                  </a:lnTo>
                  <a:lnTo>
                    <a:pt x="198" y="0"/>
                  </a:lnTo>
                  <a:lnTo>
                    <a:pt x="166" y="0"/>
                  </a:lnTo>
                  <a:lnTo>
                    <a:pt x="134" y="7"/>
                  </a:lnTo>
                  <a:lnTo>
                    <a:pt x="102" y="19"/>
                  </a:lnTo>
                  <a:close/>
                </a:path>
              </a:pathLst>
            </a:custGeom>
            <a:solidFill>
              <a:srgbClr val="EAEAEA"/>
            </a:solidFill>
            <a:ln w="12700">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1883148" name="Oval 15"/>
            <p:cNvSpPr>
              <a:spLocks noChangeArrowheads="1"/>
            </p:cNvSpPr>
            <p:nvPr/>
          </p:nvSpPr>
          <p:spPr bwMode="auto">
            <a:xfrm>
              <a:off x="3514" y="3201"/>
              <a:ext cx="538" cy="337"/>
            </a:xfrm>
            <a:prstGeom prst="ellipse">
              <a:avLst/>
            </a:prstGeom>
            <a:solidFill>
              <a:srgbClr val="EAEAEA"/>
            </a:solidFill>
            <a:ln w="12700">
              <a:solidFill>
                <a:srgbClr val="000000"/>
              </a:solidFill>
              <a:round/>
              <a:headEnd/>
              <a:tailEnd/>
            </a:ln>
          </p:spPr>
          <p:txBody>
            <a:bodyPr/>
            <a:lstStyle/>
            <a:p>
              <a:endParaRPr lang="zh-CN" altLang="en-US" b="1">
                <a:solidFill>
                  <a:srgbClr val="000099"/>
                </a:solidFill>
                <a:ea typeface="宋体" panose="02010600030101010101" pitchFamily="2" charset="-122"/>
              </a:endParaRPr>
            </a:p>
          </p:txBody>
        </p:sp>
        <p:sp>
          <p:nvSpPr>
            <p:cNvPr id="1883149" name="Freeform 16"/>
            <p:cNvSpPr>
              <a:spLocks noChangeArrowheads="1"/>
            </p:cNvSpPr>
            <p:nvPr/>
          </p:nvSpPr>
          <p:spPr bwMode="auto">
            <a:xfrm>
              <a:off x="3289" y="3193"/>
              <a:ext cx="300" cy="232"/>
            </a:xfrm>
            <a:custGeom>
              <a:avLst/>
              <a:gdLst>
                <a:gd name="T0" fmla="*/ 185 w 300"/>
                <a:gd name="T1" fmla="*/ 9 h 232"/>
                <a:gd name="T2" fmla="*/ 155 w 300"/>
                <a:gd name="T3" fmla="*/ 2 h 232"/>
                <a:gd name="T4" fmla="*/ 124 w 300"/>
                <a:gd name="T5" fmla="*/ 0 h 232"/>
                <a:gd name="T6" fmla="*/ 98 w 300"/>
                <a:gd name="T7" fmla="*/ 2 h 232"/>
                <a:gd name="T8" fmla="*/ 71 w 300"/>
                <a:gd name="T9" fmla="*/ 8 h 232"/>
                <a:gd name="T10" fmla="*/ 49 w 300"/>
                <a:gd name="T11" fmla="*/ 17 h 232"/>
                <a:gd name="T12" fmla="*/ 30 w 300"/>
                <a:gd name="T13" fmla="*/ 30 h 232"/>
                <a:gd name="T14" fmla="*/ 15 w 300"/>
                <a:gd name="T15" fmla="*/ 47 h 232"/>
                <a:gd name="T16" fmla="*/ 3 w 300"/>
                <a:gd name="T17" fmla="*/ 68 h 232"/>
                <a:gd name="T18" fmla="*/ 0 w 300"/>
                <a:gd name="T19" fmla="*/ 91 h 232"/>
                <a:gd name="T20" fmla="*/ 2 w 300"/>
                <a:gd name="T21" fmla="*/ 113 h 232"/>
                <a:gd name="T22" fmla="*/ 9 w 300"/>
                <a:gd name="T23" fmla="*/ 136 h 232"/>
                <a:gd name="T24" fmla="*/ 22 w 300"/>
                <a:gd name="T25" fmla="*/ 157 h 232"/>
                <a:gd name="T26" fmla="*/ 39 w 300"/>
                <a:gd name="T27" fmla="*/ 177 h 232"/>
                <a:gd name="T28" fmla="*/ 62 w 300"/>
                <a:gd name="T29" fmla="*/ 196 h 232"/>
                <a:gd name="T30" fmla="*/ 87 w 300"/>
                <a:gd name="T31" fmla="*/ 211 h 232"/>
                <a:gd name="T32" fmla="*/ 115 w 300"/>
                <a:gd name="T33" fmla="*/ 223 h 232"/>
                <a:gd name="T34" fmla="*/ 145 w 300"/>
                <a:gd name="T35" fmla="*/ 230 h 232"/>
                <a:gd name="T36" fmla="*/ 175 w 300"/>
                <a:gd name="T37" fmla="*/ 232 h 232"/>
                <a:gd name="T38" fmla="*/ 202 w 300"/>
                <a:gd name="T39" fmla="*/ 230 h 232"/>
                <a:gd name="T40" fmla="*/ 228 w 300"/>
                <a:gd name="T41" fmla="*/ 225 h 232"/>
                <a:gd name="T42" fmla="*/ 251 w 300"/>
                <a:gd name="T43" fmla="*/ 213 h 232"/>
                <a:gd name="T44" fmla="*/ 270 w 300"/>
                <a:gd name="T45" fmla="*/ 200 h 232"/>
                <a:gd name="T46" fmla="*/ 287 w 300"/>
                <a:gd name="T47" fmla="*/ 183 h 232"/>
                <a:gd name="T48" fmla="*/ 296 w 300"/>
                <a:gd name="T49" fmla="*/ 162 h 232"/>
                <a:gd name="T50" fmla="*/ 300 w 300"/>
                <a:gd name="T51" fmla="*/ 140 h 232"/>
                <a:gd name="T52" fmla="*/ 298 w 300"/>
                <a:gd name="T53" fmla="*/ 117 h 232"/>
                <a:gd name="T54" fmla="*/ 291 w 300"/>
                <a:gd name="T55" fmla="*/ 94 h 232"/>
                <a:gd name="T56" fmla="*/ 277 w 300"/>
                <a:gd name="T57" fmla="*/ 74 h 232"/>
                <a:gd name="T58" fmla="*/ 260 w 300"/>
                <a:gd name="T59" fmla="*/ 55 h 232"/>
                <a:gd name="T60" fmla="*/ 238 w 300"/>
                <a:gd name="T61" fmla="*/ 36 h 232"/>
                <a:gd name="T62" fmla="*/ 213 w 300"/>
                <a:gd name="T63" fmla="*/ 21 h 232"/>
                <a:gd name="T64" fmla="*/ 185 w 300"/>
                <a:gd name="T65" fmla="*/ 9 h 2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00" h="232">
                  <a:moveTo>
                    <a:pt x="185" y="9"/>
                  </a:moveTo>
                  <a:lnTo>
                    <a:pt x="155" y="2"/>
                  </a:lnTo>
                  <a:lnTo>
                    <a:pt x="124" y="0"/>
                  </a:lnTo>
                  <a:lnTo>
                    <a:pt x="98" y="2"/>
                  </a:lnTo>
                  <a:lnTo>
                    <a:pt x="71" y="8"/>
                  </a:lnTo>
                  <a:lnTo>
                    <a:pt x="49" y="17"/>
                  </a:lnTo>
                  <a:lnTo>
                    <a:pt x="30" y="30"/>
                  </a:lnTo>
                  <a:lnTo>
                    <a:pt x="15" y="47"/>
                  </a:lnTo>
                  <a:lnTo>
                    <a:pt x="3" y="68"/>
                  </a:lnTo>
                  <a:lnTo>
                    <a:pt x="0" y="91"/>
                  </a:lnTo>
                  <a:lnTo>
                    <a:pt x="2" y="113"/>
                  </a:lnTo>
                  <a:lnTo>
                    <a:pt x="9" y="136"/>
                  </a:lnTo>
                  <a:lnTo>
                    <a:pt x="22" y="157"/>
                  </a:lnTo>
                  <a:lnTo>
                    <a:pt x="39" y="177"/>
                  </a:lnTo>
                  <a:lnTo>
                    <a:pt x="62" y="196"/>
                  </a:lnTo>
                  <a:lnTo>
                    <a:pt x="87" y="211"/>
                  </a:lnTo>
                  <a:lnTo>
                    <a:pt x="115" y="223"/>
                  </a:lnTo>
                  <a:lnTo>
                    <a:pt x="145" y="230"/>
                  </a:lnTo>
                  <a:lnTo>
                    <a:pt x="175" y="232"/>
                  </a:lnTo>
                  <a:lnTo>
                    <a:pt x="202" y="230"/>
                  </a:lnTo>
                  <a:lnTo>
                    <a:pt x="228" y="225"/>
                  </a:lnTo>
                  <a:lnTo>
                    <a:pt x="251" y="213"/>
                  </a:lnTo>
                  <a:lnTo>
                    <a:pt x="270" y="200"/>
                  </a:lnTo>
                  <a:lnTo>
                    <a:pt x="287" y="183"/>
                  </a:lnTo>
                  <a:lnTo>
                    <a:pt x="296" y="162"/>
                  </a:lnTo>
                  <a:lnTo>
                    <a:pt x="300" y="140"/>
                  </a:lnTo>
                  <a:lnTo>
                    <a:pt x="298" y="117"/>
                  </a:lnTo>
                  <a:lnTo>
                    <a:pt x="291" y="94"/>
                  </a:lnTo>
                  <a:lnTo>
                    <a:pt x="277" y="74"/>
                  </a:lnTo>
                  <a:lnTo>
                    <a:pt x="260" y="55"/>
                  </a:lnTo>
                  <a:lnTo>
                    <a:pt x="238" y="36"/>
                  </a:lnTo>
                  <a:lnTo>
                    <a:pt x="213" y="21"/>
                  </a:lnTo>
                  <a:lnTo>
                    <a:pt x="185" y="9"/>
                  </a:lnTo>
                  <a:close/>
                </a:path>
              </a:pathLst>
            </a:custGeom>
            <a:solidFill>
              <a:srgbClr val="EAEAEA"/>
            </a:solidFill>
            <a:ln w="12700">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1883150" name="Oval 17"/>
            <p:cNvSpPr>
              <a:spLocks noChangeArrowheads="1"/>
            </p:cNvSpPr>
            <p:nvPr/>
          </p:nvSpPr>
          <p:spPr bwMode="auto">
            <a:xfrm>
              <a:off x="3204" y="3023"/>
              <a:ext cx="245" cy="219"/>
            </a:xfrm>
            <a:prstGeom prst="ellipse">
              <a:avLst/>
            </a:prstGeom>
            <a:solidFill>
              <a:srgbClr val="EAEAEA"/>
            </a:solidFill>
            <a:ln w="12700">
              <a:solidFill>
                <a:srgbClr val="000000"/>
              </a:solidFill>
              <a:round/>
              <a:headEnd/>
              <a:tailEnd/>
            </a:ln>
          </p:spPr>
          <p:txBody>
            <a:bodyPr/>
            <a:lstStyle/>
            <a:p>
              <a:endParaRPr lang="zh-CN" altLang="en-US" b="1">
                <a:solidFill>
                  <a:srgbClr val="000099"/>
                </a:solidFill>
                <a:ea typeface="宋体" panose="02010600030101010101" pitchFamily="2" charset="-122"/>
              </a:endParaRPr>
            </a:p>
          </p:txBody>
        </p:sp>
        <p:sp>
          <p:nvSpPr>
            <p:cNvPr id="1883151" name="Freeform 18"/>
            <p:cNvSpPr>
              <a:spLocks noChangeArrowheads="1"/>
            </p:cNvSpPr>
            <p:nvPr/>
          </p:nvSpPr>
          <p:spPr bwMode="auto">
            <a:xfrm>
              <a:off x="3253" y="2827"/>
              <a:ext cx="315" cy="259"/>
            </a:xfrm>
            <a:custGeom>
              <a:avLst/>
              <a:gdLst>
                <a:gd name="T0" fmla="*/ 100 w 315"/>
                <a:gd name="T1" fmla="*/ 32 h 259"/>
                <a:gd name="T2" fmla="*/ 72 w 315"/>
                <a:gd name="T3" fmla="*/ 53 h 259"/>
                <a:gd name="T4" fmla="*/ 47 w 315"/>
                <a:gd name="T5" fmla="*/ 74 h 259"/>
                <a:gd name="T6" fmla="*/ 28 w 315"/>
                <a:gd name="T7" fmla="*/ 98 h 259"/>
                <a:gd name="T8" fmla="*/ 13 w 315"/>
                <a:gd name="T9" fmla="*/ 123 h 259"/>
                <a:gd name="T10" fmla="*/ 4 w 315"/>
                <a:gd name="T11" fmla="*/ 149 h 259"/>
                <a:gd name="T12" fmla="*/ 0 w 315"/>
                <a:gd name="T13" fmla="*/ 174 h 259"/>
                <a:gd name="T14" fmla="*/ 2 w 315"/>
                <a:gd name="T15" fmla="*/ 196 h 259"/>
                <a:gd name="T16" fmla="*/ 11 w 315"/>
                <a:gd name="T17" fmla="*/ 217 h 259"/>
                <a:gd name="T18" fmla="*/ 26 w 315"/>
                <a:gd name="T19" fmla="*/ 234 h 259"/>
                <a:gd name="T20" fmla="*/ 45 w 315"/>
                <a:gd name="T21" fmla="*/ 247 h 259"/>
                <a:gd name="T22" fmla="*/ 70 w 315"/>
                <a:gd name="T23" fmla="*/ 257 h 259"/>
                <a:gd name="T24" fmla="*/ 96 w 315"/>
                <a:gd name="T25" fmla="*/ 259 h 259"/>
                <a:gd name="T26" fmla="*/ 124 w 315"/>
                <a:gd name="T27" fmla="*/ 259 h 259"/>
                <a:gd name="T28" fmla="*/ 155 w 315"/>
                <a:gd name="T29" fmla="*/ 253 h 259"/>
                <a:gd name="T30" fmla="*/ 185 w 315"/>
                <a:gd name="T31" fmla="*/ 242 h 259"/>
                <a:gd name="T32" fmla="*/ 215 w 315"/>
                <a:gd name="T33" fmla="*/ 226 h 259"/>
                <a:gd name="T34" fmla="*/ 243 w 315"/>
                <a:gd name="T35" fmla="*/ 208 h 259"/>
                <a:gd name="T36" fmla="*/ 268 w 315"/>
                <a:gd name="T37" fmla="*/ 185 h 259"/>
                <a:gd name="T38" fmla="*/ 287 w 315"/>
                <a:gd name="T39" fmla="*/ 160 h 259"/>
                <a:gd name="T40" fmla="*/ 302 w 315"/>
                <a:gd name="T41" fmla="*/ 136 h 259"/>
                <a:gd name="T42" fmla="*/ 311 w 315"/>
                <a:gd name="T43" fmla="*/ 109 h 259"/>
                <a:gd name="T44" fmla="*/ 315 w 315"/>
                <a:gd name="T45" fmla="*/ 87 h 259"/>
                <a:gd name="T46" fmla="*/ 313 w 315"/>
                <a:gd name="T47" fmla="*/ 62 h 259"/>
                <a:gd name="T48" fmla="*/ 304 w 315"/>
                <a:gd name="T49" fmla="*/ 42 h 259"/>
                <a:gd name="T50" fmla="*/ 289 w 315"/>
                <a:gd name="T51" fmla="*/ 25 h 259"/>
                <a:gd name="T52" fmla="*/ 270 w 315"/>
                <a:gd name="T53" fmla="*/ 11 h 259"/>
                <a:gd name="T54" fmla="*/ 247 w 315"/>
                <a:gd name="T55" fmla="*/ 4 h 259"/>
                <a:gd name="T56" fmla="*/ 221 w 315"/>
                <a:gd name="T57" fmla="*/ 0 h 259"/>
                <a:gd name="T58" fmla="*/ 192 w 315"/>
                <a:gd name="T59" fmla="*/ 0 h 259"/>
                <a:gd name="T60" fmla="*/ 162 w 315"/>
                <a:gd name="T61" fmla="*/ 6 h 259"/>
                <a:gd name="T62" fmla="*/ 130 w 315"/>
                <a:gd name="T63" fmla="*/ 17 h 259"/>
                <a:gd name="T64" fmla="*/ 100 w 315"/>
                <a:gd name="T65" fmla="*/ 32 h 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15" h="259">
                  <a:moveTo>
                    <a:pt x="100" y="32"/>
                  </a:moveTo>
                  <a:lnTo>
                    <a:pt x="72" y="53"/>
                  </a:lnTo>
                  <a:lnTo>
                    <a:pt x="47" y="74"/>
                  </a:lnTo>
                  <a:lnTo>
                    <a:pt x="28" y="98"/>
                  </a:lnTo>
                  <a:lnTo>
                    <a:pt x="13" y="123"/>
                  </a:lnTo>
                  <a:lnTo>
                    <a:pt x="4" y="149"/>
                  </a:lnTo>
                  <a:lnTo>
                    <a:pt x="0" y="174"/>
                  </a:lnTo>
                  <a:lnTo>
                    <a:pt x="2" y="196"/>
                  </a:lnTo>
                  <a:lnTo>
                    <a:pt x="11" y="217"/>
                  </a:lnTo>
                  <a:lnTo>
                    <a:pt x="26" y="234"/>
                  </a:lnTo>
                  <a:lnTo>
                    <a:pt x="45" y="247"/>
                  </a:lnTo>
                  <a:lnTo>
                    <a:pt x="70" y="257"/>
                  </a:lnTo>
                  <a:lnTo>
                    <a:pt x="96" y="259"/>
                  </a:lnTo>
                  <a:lnTo>
                    <a:pt x="124" y="259"/>
                  </a:lnTo>
                  <a:lnTo>
                    <a:pt x="155" y="253"/>
                  </a:lnTo>
                  <a:lnTo>
                    <a:pt x="185" y="242"/>
                  </a:lnTo>
                  <a:lnTo>
                    <a:pt x="215" y="226"/>
                  </a:lnTo>
                  <a:lnTo>
                    <a:pt x="243" y="208"/>
                  </a:lnTo>
                  <a:lnTo>
                    <a:pt x="268" y="185"/>
                  </a:lnTo>
                  <a:lnTo>
                    <a:pt x="287" y="160"/>
                  </a:lnTo>
                  <a:lnTo>
                    <a:pt x="302" y="136"/>
                  </a:lnTo>
                  <a:lnTo>
                    <a:pt x="311" y="109"/>
                  </a:lnTo>
                  <a:lnTo>
                    <a:pt x="315" y="87"/>
                  </a:lnTo>
                  <a:lnTo>
                    <a:pt x="313" y="62"/>
                  </a:lnTo>
                  <a:lnTo>
                    <a:pt x="304" y="42"/>
                  </a:lnTo>
                  <a:lnTo>
                    <a:pt x="289" y="25"/>
                  </a:lnTo>
                  <a:lnTo>
                    <a:pt x="270" y="11"/>
                  </a:lnTo>
                  <a:lnTo>
                    <a:pt x="247" y="4"/>
                  </a:lnTo>
                  <a:lnTo>
                    <a:pt x="221" y="0"/>
                  </a:lnTo>
                  <a:lnTo>
                    <a:pt x="192" y="0"/>
                  </a:lnTo>
                  <a:lnTo>
                    <a:pt x="162" y="6"/>
                  </a:lnTo>
                  <a:lnTo>
                    <a:pt x="130" y="17"/>
                  </a:lnTo>
                  <a:lnTo>
                    <a:pt x="100" y="32"/>
                  </a:lnTo>
                  <a:close/>
                </a:path>
              </a:pathLst>
            </a:custGeom>
            <a:solidFill>
              <a:srgbClr val="EAEAEA"/>
            </a:solidFill>
            <a:ln w="12700">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1883152" name="Freeform 19"/>
            <p:cNvSpPr>
              <a:spLocks noChangeArrowheads="1"/>
            </p:cNvSpPr>
            <p:nvPr/>
          </p:nvSpPr>
          <p:spPr bwMode="auto">
            <a:xfrm>
              <a:off x="3319" y="2831"/>
              <a:ext cx="850" cy="583"/>
            </a:xfrm>
            <a:custGeom>
              <a:avLst/>
              <a:gdLst>
                <a:gd name="T0" fmla="*/ 125 w 850"/>
                <a:gd name="T1" fmla="*/ 117 h 583"/>
                <a:gd name="T2" fmla="*/ 166 w 850"/>
                <a:gd name="T3" fmla="*/ 109 h 583"/>
                <a:gd name="T4" fmla="*/ 210 w 850"/>
                <a:gd name="T5" fmla="*/ 102 h 583"/>
                <a:gd name="T6" fmla="*/ 247 w 850"/>
                <a:gd name="T7" fmla="*/ 96 h 583"/>
                <a:gd name="T8" fmla="*/ 272 w 850"/>
                <a:gd name="T9" fmla="*/ 66 h 583"/>
                <a:gd name="T10" fmla="*/ 234 w 850"/>
                <a:gd name="T11" fmla="*/ 58 h 583"/>
                <a:gd name="T12" fmla="*/ 198 w 850"/>
                <a:gd name="T13" fmla="*/ 66 h 583"/>
                <a:gd name="T14" fmla="*/ 179 w 850"/>
                <a:gd name="T15" fmla="*/ 66 h 583"/>
                <a:gd name="T16" fmla="*/ 217 w 850"/>
                <a:gd name="T17" fmla="*/ 36 h 583"/>
                <a:gd name="T18" fmla="*/ 261 w 850"/>
                <a:gd name="T19" fmla="*/ 21 h 583"/>
                <a:gd name="T20" fmla="*/ 296 w 850"/>
                <a:gd name="T21" fmla="*/ 13 h 583"/>
                <a:gd name="T22" fmla="*/ 334 w 850"/>
                <a:gd name="T23" fmla="*/ 5 h 583"/>
                <a:gd name="T24" fmla="*/ 372 w 850"/>
                <a:gd name="T25" fmla="*/ 0 h 583"/>
                <a:gd name="T26" fmla="*/ 410 w 850"/>
                <a:gd name="T27" fmla="*/ 0 h 583"/>
                <a:gd name="T28" fmla="*/ 446 w 850"/>
                <a:gd name="T29" fmla="*/ 0 h 583"/>
                <a:gd name="T30" fmla="*/ 534 w 850"/>
                <a:gd name="T31" fmla="*/ 0 h 583"/>
                <a:gd name="T32" fmla="*/ 584 w 850"/>
                <a:gd name="T33" fmla="*/ 0 h 583"/>
                <a:gd name="T34" fmla="*/ 627 w 850"/>
                <a:gd name="T35" fmla="*/ 21 h 583"/>
                <a:gd name="T36" fmla="*/ 657 w 850"/>
                <a:gd name="T37" fmla="*/ 51 h 583"/>
                <a:gd name="T38" fmla="*/ 695 w 850"/>
                <a:gd name="T39" fmla="*/ 72 h 583"/>
                <a:gd name="T40" fmla="*/ 733 w 850"/>
                <a:gd name="T41" fmla="*/ 81 h 583"/>
                <a:gd name="T42" fmla="*/ 771 w 850"/>
                <a:gd name="T43" fmla="*/ 109 h 583"/>
                <a:gd name="T44" fmla="*/ 801 w 850"/>
                <a:gd name="T45" fmla="*/ 139 h 583"/>
                <a:gd name="T46" fmla="*/ 825 w 850"/>
                <a:gd name="T47" fmla="*/ 183 h 583"/>
                <a:gd name="T48" fmla="*/ 833 w 850"/>
                <a:gd name="T49" fmla="*/ 234 h 583"/>
                <a:gd name="T50" fmla="*/ 839 w 850"/>
                <a:gd name="T51" fmla="*/ 279 h 583"/>
                <a:gd name="T52" fmla="*/ 839 w 850"/>
                <a:gd name="T53" fmla="*/ 324 h 583"/>
                <a:gd name="T54" fmla="*/ 839 w 850"/>
                <a:gd name="T55" fmla="*/ 368 h 583"/>
                <a:gd name="T56" fmla="*/ 850 w 850"/>
                <a:gd name="T57" fmla="*/ 413 h 583"/>
                <a:gd name="T58" fmla="*/ 850 w 850"/>
                <a:gd name="T59" fmla="*/ 456 h 583"/>
                <a:gd name="T60" fmla="*/ 825 w 850"/>
                <a:gd name="T61" fmla="*/ 500 h 583"/>
                <a:gd name="T62" fmla="*/ 782 w 850"/>
                <a:gd name="T63" fmla="*/ 524 h 583"/>
                <a:gd name="T64" fmla="*/ 746 w 850"/>
                <a:gd name="T65" fmla="*/ 545 h 583"/>
                <a:gd name="T66" fmla="*/ 708 w 850"/>
                <a:gd name="T67" fmla="*/ 568 h 583"/>
                <a:gd name="T68" fmla="*/ 670 w 850"/>
                <a:gd name="T69" fmla="*/ 575 h 583"/>
                <a:gd name="T70" fmla="*/ 621 w 850"/>
                <a:gd name="T71" fmla="*/ 583 h 583"/>
                <a:gd name="T72" fmla="*/ 576 w 850"/>
                <a:gd name="T73" fmla="*/ 583 h 583"/>
                <a:gd name="T74" fmla="*/ 540 w 850"/>
                <a:gd name="T75" fmla="*/ 583 h 583"/>
                <a:gd name="T76" fmla="*/ 502 w 850"/>
                <a:gd name="T77" fmla="*/ 583 h 583"/>
                <a:gd name="T78" fmla="*/ 465 w 850"/>
                <a:gd name="T79" fmla="*/ 583 h 583"/>
                <a:gd name="T80" fmla="*/ 427 w 850"/>
                <a:gd name="T81" fmla="*/ 583 h 583"/>
                <a:gd name="T82" fmla="*/ 391 w 850"/>
                <a:gd name="T83" fmla="*/ 583 h 583"/>
                <a:gd name="T84" fmla="*/ 353 w 850"/>
                <a:gd name="T85" fmla="*/ 583 h 583"/>
                <a:gd name="T86" fmla="*/ 310 w 850"/>
                <a:gd name="T87" fmla="*/ 583 h 583"/>
                <a:gd name="T88" fmla="*/ 272 w 850"/>
                <a:gd name="T89" fmla="*/ 583 h 583"/>
                <a:gd name="T90" fmla="*/ 234 w 850"/>
                <a:gd name="T91" fmla="*/ 583 h 583"/>
                <a:gd name="T92" fmla="*/ 198 w 850"/>
                <a:gd name="T93" fmla="*/ 560 h 583"/>
                <a:gd name="T94" fmla="*/ 160 w 850"/>
                <a:gd name="T95" fmla="*/ 545 h 583"/>
                <a:gd name="T96" fmla="*/ 125 w 850"/>
                <a:gd name="T97" fmla="*/ 524 h 583"/>
                <a:gd name="T98" fmla="*/ 92 w 850"/>
                <a:gd name="T99" fmla="*/ 487 h 583"/>
                <a:gd name="T100" fmla="*/ 68 w 850"/>
                <a:gd name="T101" fmla="*/ 456 h 583"/>
                <a:gd name="T102" fmla="*/ 43 w 850"/>
                <a:gd name="T103" fmla="*/ 413 h 583"/>
                <a:gd name="T104" fmla="*/ 17 w 850"/>
                <a:gd name="T105" fmla="*/ 360 h 583"/>
                <a:gd name="T106" fmla="*/ 0 w 850"/>
                <a:gd name="T107" fmla="*/ 309 h 583"/>
                <a:gd name="T108" fmla="*/ 0 w 850"/>
                <a:gd name="T109" fmla="*/ 264 h 583"/>
                <a:gd name="T110" fmla="*/ 6 w 850"/>
                <a:gd name="T111" fmla="*/ 213 h 583"/>
                <a:gd name="T112" fmla="*/ 30 w 850"/>
                <a:gd name="T113" fmla="*/ 175 h 583"/>
                <a:gd name="T114" fmla="*/ 62 w 850"/>
                <a:gd name="T115" fmla="*/ 155 h 583"/>
                <a:gd name="T116" fmla="*/ 98 w 850"/>
                <a:gd name="T117" fmla="*/ 139 h 583"/>
                <a:gd name="T118" fmla="*/ 130 w 850"/>
                <a:gd name="T119" fmla="*/ 117 h 583"/>
                <a:gd name="T120" fmla="*/ 147 w 850"/>
                <a:gd name="T121" fmla="*/ 139 h 5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850" h="583">
                  <a:moveTo>
                    <a:pt x="104" y="117"/>
                  </a:moveTo>
                  <a:lnTo>
                    <a:pt x="125" y="117"/>
                  </a:lnTo>
                  <a:lnTo>
                    <a:pt x="142" y="117"/>
                  </a:lnTo>
                  <a:lnTo>
                    <a:pt x="166" y="109"/>
                  </a:lnTo>
                  <a:lnTo>
                    <a:pt x="185" y="109"/>
                  </a:lnTo>
                  <a:lnTo>
                    <a:pt x="210" y="102"/>
                  </a:lnTo>
                  <a:lnTo>
                    <a:pt x="228" y="102"/>
                  </a:lnTo>
                  <a:lnTo>
                    <a:pt x="247" y="96"/>
                  </a:lnTo>
                  <a:lnTo>
                    <a:pt x="266" y="88"/>
                  </a:lnTo>
                  <a:lnTo>
                    <a:pt x="272" y="66"/>
                  </a:lnTo>
                  <a:lnTo>
                    <a:pt x="255" y="58"/>
                  </a:lnTo>
                  <a:lnTo>
                    <a:pt x="234" y="58"/>
                  </a:lnTo>
                  <a:lnTo>
                    <a:pt x="217" y="66"/>
                  </a:lnTo>
                  <a:lnTo>
                    <a:pt x="198" y="66"/>
                  </a:lnTo>
                  <a:lnTo>
                    <a:pt x="179" y="88"/>
                  </a:lnTo>
                  <a:lnTo>
                    <a:pt x="179" y="66"/>
                  </a:lnTo>
                  <a:lnTo>
                    <a:pt x="198" y="51"/>
                  </a:lnTo>
                  <a:lnTo>
                    <a:pt x="217" y="36"/>
                  </a:lnTo>
                  <a:lnTo>
                    <a:pt x="242" y="28"/>
                  </a:lnTo>
                  <a:lnTo>
                    <a:pt x="261" y="21"/>
                  </a:lnTo>
                  <a:lnTo>
                    <a:pt x="279" y="21"/>
                  </a:lnTo>
                  <a:lnTo>
                    <a:pt x="296" y="13"/>
                  </a:lnTo>
                  <a:lnTo>
                    <a:pt x="315" y="13"/>
                  </a:lnTo>
                  <a:lnTo>
                    <a:pt x="334" y="5"/>
                  </a:lnTo>
                  <a:lnTo>
                    <a:pt x="353" y="5"/>
                  </a:lnTo>
                  <a:lnTo>
                    <a:pt x="372" y="0"/>
                  </a:lnTo>
                  <a:lnTo>
                    <a:pt x="391" y="0"/>
                  </a:lnTo>
                  <a:lnTo>
                    <a:pt x="410" y="0"/>
                  </a:lnTo>
                  <a:lnTo>
                    <a:pt x="427" y="0"/>
                  </a:lnTo>
                  <a:lnTo>
                    <a:pt x="446" y="0"/>
                  </a:lnTo>
                  <a:lnTo>
                    <a:pt x="483" y="0"/>
                  </a:lnTo>
                  <a:lnTo>
                    <a:pt x="534" y="0"/>
                  </a:lnTo>
                  <a:lnTo>
                    <a:pt x="559" y="0"/>
                  </a:lnTo>
                  <a:lnTo>
                    <a:pt x="584" y="0"/>
                  </a:lnTo>
                  <a:lnTo>
                    <a:pt x="608" y="5"/>
                  </a:lnTo>
                  <a:lnTo>
                    <a:pt x="627" y="21"/>
                  </a:lnTo>
                  <a:lnTo>
                    <a:pt x="638" y="43"/>
                  </a:lnTo>
                  <a:lnTo>
                    <a:pt x="657" y="51"/>
                  </a:lnTo>
                  <a:lnTo>
                    <a:pt x="676" y="66"/>
                  </a:lnTo>
                  <a:lnTo>
                    <a:pt x="695" y="72"/>
                  </a:lnTo>
                  <a:lnTo>
                    <a:pt x="714" y="72"/>
                  </a:lnTo>
                  <a:lnTo>
                    <a:pt x="733" y="81"/>
                  </a:lnTo>
                  <a:lnTo>
                    <a:pt x="752" y="96"/>
                  </a:lnTo>
                  <a:lnTo>
                    <a:pt x="771" y="109"/>
                  </a:lnTo>
                  <a:lnTo>
                    <a:pt x="782" y="132"/>
                  </a:lnTo>
                  <a:lnTo>
                    <a:pt x="801" y="139"/>
                  </a:lnTo>
                  <a:lnTo>
                    <a:pt x="806" y="162"/>
                  </a:lnTo>
                  <a:lnTo>
                    <a:pt x="825" y="183"/>
                  </a:lnTo>
                  <a:lnTo>
                    <a:pt x="833" y="213"/>
                  </a:lnTo>
                  <a:lnTo>
                    <a:pt x="833" y="234"/>
                  </a:lnTo>
                  <a:lnTo>
                    <a:pt x="839" y="258"/>
                  </a:lnTo>
                  <a:lnTo>
                    <a:pt x="839" y="279"/>
                  </a:lnTo>
                  <a:lnTo>
                    <a:pt x="839" y="302"/>
                  </a:lnTo>
                  <a:lnTo>
                    <a:pt x="839" y="324"/>
                  </a:lnTo>
                  <a:lnTo>
                    <a:pt x="839" y="347"/>
                  </a:lnTo>
                  <a:lnTo>
                    <a:pt x="839" y="368"/>
                  </a:lnTo>
                  <a:lnTo>
                    <a:pt x="850" y="390"/>
                  </a:lnTo>
                  <a:lnTo>
                    <a:pt x="850" y="413"/>
                  </a:lnTo>
                  <a:lnTo>
                    <a:pt x="850" y="434"/>
                  </a:lnTo>
                  <a:lnTo>
                    <a:pt x="850" y="456"/>
                  </a:lnTo>
                  <a:lnTo>
                    <a:pt x="844" y="479"/>
                  </a:lnTo>
                  <a:lnTo>
                    <a:pt x="825" y="500"/>
                  </a:lnTo>
                  <a:lnTo>
                    <a:pt x="801" y="517"/>
                  </a:lnTo>
                  <a:lnTo>
                    <a:pt x="782" y="524"/>
                  </a:lnTo>
                  <a:lnTo>
                    <a:pt x="765" y="537"/>
                  </a:lnTo>
                  <a:lnTo>
                    <a:pt x="746" y="545"/>
                  </a:lnTo>
                  <a:lnTo>
                    <a:pt x="725" y="553"/>
                  </a:lnTo>
                  <a:lnTo>
                    <a:pt x="708" y="568"/>
                  </a:lnTo>
                  <a:lnTo>
                    <a:pt x="689" y="575"/>
                  </a:lnTo>
                  <a:lnTo>
                    <a:pt x="670" y="575"/>
                  </a:lnTo>
                  <a:lnTo>
                    <a:pt x="644" y="583"/>
                  </a:lnTo>
                  <a:lnTo>
                    <a:pt x="621" y="583"/>
                  </a:lnTo>
                  <a:lnTo>
                    <a:pt x="602" y="583"/>
                  </a:lnTo>
                  <a:lnTo>
                    <a:pt x="576" y="583"/>
                  </a:lnTo>
                  <a:lnTo>
                    <a:pt x="559" y="583"/>
                  </a:lnTo>
                  <a:lnTo>
                    <a:pt x="540" y="583"/>
                  </a:lnTo>
                  <a:lnTo>
                    <a:pt x="521" y="583"/>
                  </a:lnTo>
                  <a:lnTo>
                    <a:pt x="502" y="583"/>
                  </a:lnTo>
                  <a:lnTo>
                    <a:pt x="483" y="583"/>
                  </a:lnTo>
                  <a:lnTo>
                    <a:pt x="465" y="583"/>
                  </a:lnTo>
                  <a:lnTo>
                    <a:pt x="446" y="583"/>
                  </a:lnTo>
                  <a:lnTo>
                    <a:pt x="427" y="583"/>
                  </a:lnTo>
                  <a:lnTo>
                    <a:pt x="410" y="583"/>
                  </a:lnTo>
                  <a:lnTo>
                    <a:pt x="391" y="583"/>
                  </a:lnTo>
                  <a:lnTo>
                    <a:pt x="372" y="583"/>
                  </a:lnTo>
                  <a:lnTo>
                    <a:pt x="353" y="583"/>
                  </a:lnTo>
                  <a:lnTo>
                    <a:pt x="329" y="583"/>
                  </a:lnTo>
                  <a:lnTo>
                    <a:pt x="310" y="583"/>
                  </a:lnTo>
                  <a:lnTo>
                    <a:pt x="291" y="583"/>
                  </a:lnTo>
                  <a:lnTo>
                    <a:pt x="272" y="583"/>
                  </a:lnTo>
                  <a:lnTo>
                    <a:pt x="255" y="583"/>
                  </a:lnTo>
                  <a:lnTo>
                    <a:pt x="234" y="583"/>
                  </a:lnTo>
                  <a:lnTo>
                    <a:pt x="217" y="568"/>
                  </a:lnTo>
                  <a:lnTo>
                    <a:pt x="198" y="560"/>
                  </a:lnTo>
                  <a:lnTo>
                    <a:pt x="179" y="553"/>
                  </a:lnTo>
                  <a:lnTo>
                    <a:pt x="160" y="545"/>
                  </a:lnTo>
                  <a:lnTo>
                    <a:pt x="142" y="537"/>
                  </a:lnTo>
                  <a:lnTo>
                    <a:pt x="125" y="524"/>
                  </a:lnTo>
                  <a:lnTo>
                    <a:pt x="104" y="509"/>
                  </a:lnTo>
                  <a:lnTo>
                    <a:pt x="92" y="487"/>
                  </a:lnTo>
                  <a:lnTo>
                    <a:pt x="74" y="479"/>
                  </a:lnTo>
                  <a:lnTo>
                    <a:pt x="68" y="456"/>
                  </a:lnTo>
                  <a:lnTo>
                    <a:pt x="49" y="434"/>
                  </a:lnTo>
                  <a:lnTo>
                    <a:pt x="43" y="413"/>
                  </a:lnTo>
                  <a:lnTo>
                    <a:pt x="24" y="390"/>
                  </a:lnTo>
                  <a:lnTo>
                    <a:pt x="17" y="360"/>
                  </a:lnTo>
                  <a:lnTo>
                    <a:pt x="6" y="330"/>
                  </a:lnTo>
                  <a:lnTo>
                    <a:pt x="0" y="309"/>
                  </a:lnTo>
                  <a:lnTo>
                    <a:pt x="0" y="287"/>
                  </a:lnTo>
                  <a:lnTo>
                    <a:pt x="0" y="264"/>
                  </a:lnTo>
                  <a:lnTo>
                    <a:pt x="0" y="243"/>
                  </a:lnTo>
                  <a:lnTo>
                    <a:pt x="6" y="213"/>
                  </a:lnTo>
                  <a:lnTo>
                    <a:pt x="11" y="192"/>
                  </a:lnTo>
                  <a:lnTo>
                    <a:pt x="30" y="175"/>
                  </a:lnTo>
                  <a:lnTo>
                    <a:pt x="43" y="155"/>
                  </a:lnTo>
                  <a:lnTo>
                    <a:pt x="62" y="155"/>
                  </a:lnTo>
                  <a:lnTo>
                    <a:pt x="79" y="147"/>
                  </a:lnTo>
                  <a:lnTo>
                    <a:pt x="98" y="139"/>
                  </a:lnTo>
                  <a:lnTo>
                    <a:pt x="117" y="139"/>
                  </a:lnTo>
                  <a:lnTo>
                    <a:pt x="130" y="117"/>
                  </a:lnTo>
                  <a:lnTo>
                    <a:pt x="130" y="96"/>
                  </a:lnTo>
                  <a:lnTo>
                    <a:pt x="147" y="139"/>
                  </a:lnTo>
                  <a:lnTo>
                    <a:pt x="104" y="117"/>
                  </a:lnTo>
                  <a:close/>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883153" name="Freeform 20"/>
            <p:cNvSpPr>
              <a:spLocks noChangeArrowheads="1"/>
            </p:cNvSpPr>
            <p:nvPr/>
          </p:nvSpPr>
          <p:spPr bwMode="auto">
            <a:xfrm>
              <a:off x="3483" y="2787"/>
              <a:ext cx="132" cy="168"/>
            </a:xfrm>
            <a:custGeom>
              <a:avLst/>
              <a:gdLst>
                <a:gd name="T0" fmla="*/ 6 w 132"/>
                <a:gd name="T1" fmla="*/ 95 h 168"/>
                <a:gd name="T2" fmla="*/ 0 w 132"/>
                <a:gd name="T3" fmla="*/ 72 h 168"/>
                <a:gd name="T4" fmla="*/ 0 w 132"/>
                <a:gd name="T5" fmla="*/ 51 h 168"/>
                <a:gd name="T6" fmla="*/ 17 w 132"/>
                <a:gd name="T7" fmla="*/ 36 h 168"/>
                <a:gd name="T8" fmla="*/ 36 w 132"/>
                <a:gd name="T9" fmla="*/ 21 h 168"/>
                <a:gd name="T10" fmla="*/ 53 w 132"/>
                <a:gd name="T11" fmla="*/ 0 h 168"/>
                <a:gd name="T12" fmla="*/ 72 w 132"/>
                <a:gd name="T13" fmla="*/ 0 h 168"/>
                <a:gd name="T14" fmla="*/ 91 w 132"/>
                <a:gd name="T15" fmla="*/ 0 h 168"/>
                <a:gd name="T16" fmla="*/ 97 w 132"/>
                <a:gd name="T17" fmla="*/ 21 h 168"/>
                <a:gd name="T18" fmla="*/ 110 w 132"/>
                <a:gd name="T19" fmla="*/ 44 h 168"/>
                <a:gd name="T20" fmla="*/ 121 w 132"/>
                <a:gd name="T21" fmla="*/ 66 h 168"/>
                <a:gd name="T22" fmla="*/ 127 w 132"/>
                <a:gd name="T23" fmla="*/ 87 h 168"/>
                <a:gd name="T24" fmla="*/ 132 w 132"/>
                <a:gd name="T25" fmla="*/ 108 h 168"/>
                <a:gd name="T26" fmla="*/ 132 w 132"/>
                <a:gd name="T27" fmla="*/ 132 h 168"/>
                <a:gd name="T28" fmla="*/ 132 w 132"/>
                <a:gd name="T29" fmla="*/ 153 h 168"/>
                <a:gd name="T30" fmla="*/ 115 w 132"/>
                <a:gd name="T31" fmla="*/ 168 h 168"/>
                <a:gd name="T32" fmla="*/ 97 w 132"/>
                <a:gd name="T33" fmla="*/ 168 h 168"/>
                <a:gd name="T34" fmla="*/ 80 w 132"/>
                <a:gd name="T35" fmla="*/ 168 h 168"/>
                <a:gd name="T36" fmla="*/ 61 w 132"/>
                <a:gd name="T37" fmla="*/ 168 h 168"/>
                <a:gd name="T38" fmla="*/ 42 w 132"/>
                <a:gd name="T39" fmla="*/ 161 h 168"/>
                <a:gd name="T40" fmla="*/ 23 w 132"/>
                <a:gd name="T41" fmla="*/ 146 h 168"/>
                <a:gd name="T42" fmla="*/ 12 w 132"/>
                <a:gd name="T43" fmla="*/ 123 h 168"/>
                <a:gd name="T44" fmla="*/ 6 w 132"/>
                <a:gd name="T45" fmla="*/ 102 h 168"/>
                <a:gd name="T46" fmla="*/ 6 w 132"/>
                <a:gd name="T47" fmla="*/ 95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32" h="168">
                  <a:moveTo>
                    <a:pt x="6" y="95"/>
                  </a:moveTo>
                  <a:lnTo>
                    <a:pt x="0" y="72"/>
                  </a:lnTo>
                  <a:lnTo>
                    <a:pt x="0" y="51"/>
                  </a:lnTo>
                  <a:lnTo>
                    <a:pt x="17" y="36"/>
                  </a:lnTo>
                  <a:lnTo>
                    <a:pt x="36" y="21"/>
                  </a:lnTo>
                  <a:lnTo>
                    <a:pt x="53" y="0"/>
                  </a:lnTo>
                  <a:lnTo>
                    <a:pt x="72" y="0"/>
                  </a:lnTo>
                  <a:lnTo>
                    <a:pt x="91" y="0"/>
                  </a:lnTo>
                  <a:lnTo>
                    <a:pt x="97" y="21"/>
                  </a:lnTo>
                  <a:lnTo>
                    <a:pt x="110" y="44"/>
                  </a:lnTo>
                  <a:lnTo>
                    <a:pt x="121" y="66"/>
                  </a:lnTo>
                  <a:lnTo>
                    <a:pt x="127" y="87"/>
                  </a:lnTo>
                  <a:lnTo>
                    <a:pt x="132" y="108"/>
                  </a:lnTo>
                  <a:lnTo>
                    <a:pt x="132" y="132"/>
                  </a:lnTo>
                  <a:lnTo>
                    <a:pt x="132" y="153"/>
                  </a:lnTo>
                  <a:lnTo>
                    <a:pt x="115" y="168"/>
                  </a:lnTo>
                  <a:lnTo>
                    <a:pt x="97" y="168"/>
                  </a:lnTo>
                  <a:lnTo>
                    <a:pt x="80" y="168"/>
                  </a:lnTo>
                  <a:lnTo>
                    <a:pt x="61" y="168"/>
                  </a:lnTo>
                  <a:lnTo>
                    <a:pt x="42" y="161"/>
                  </a:lnTo>
                  <a:lnTo>
                    <a:pt x="23" y="146"/>
                  </a:lnTo>
                  <a:lnTo>
                    <a:pt x="12" y="123"/>
                  </a:lnTo>
                  <a:lnTo>
                    <a:pt x="6" y="102"/>
                  </a:lnTo>
                  <a:lnTo>
                    <a:pt x="6" y="95"/>
                  </a:lnTo>
                  <a:close/>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883154" name="Freeform 21"/>
            <p:cNvSpPr>
              <a:spLocks noChangeArrowheads="1"/>
            </p:cNvSpPr>
            <p:nvPr/>
          </p:nvSpPr>
          <p:spPr bwMode="auto">
            <a:xfrm>
              <a:off x="3802" y="2742"/>
              <a:ext cx="93" cy="123"/>
            </a:xfrm>
            <a:custGeom>
              <a:avLst/>
              <a:gdLst>
                <a:gd name="T0" fmla="*/ 0 w 93"/>
                <a:gd name="T1" fmla="*/ 0 h 123"/>
                <a:gd name="T2" fmla="*/ 17 w 93"/>
                <a:gd name="T3" fmla="*/ 15 h 123"/>
                <a:gd name="T4" fmla="*/ 36 w 93"/>
                <a:gd name="T5" fmla="*/ 28 h 123"/>
                <a:gd name="T6" fmla="*/ 55 w 93"/>
                <a:gd name="T7" fmla="*/ 28 h 123"/>
                <a:gd name="T8" fmla="*/ 74 w 93"/>
                <a:gd name="T9" fmla="*/ 44 h 123"/>
                <a:gd name="T10" fmla="*/ 87 w 93"/>
                <a:gd name="T11" fmla="*/ 66 h 123"/>
                <a:gd name="T12" fmla="*/ 93 w 93"/>
                <a:gd name="T13" fmla="*/ 87 h 123"/>
                <a:gd name="T14" fmla="*/ 93 w 93"/>
                <a:gd name="T15" fmla="*/ 110 h 123"/>
                <a:gd name="T16" fmla="*/ 74 w 93"/>
                <a:gd name="T17" fmla="*/ 123 h 123"/>
                <a:gd name="T18" fmla="*/ 55 w 93"/>
                <a:gd name="T19" fmla="*/ 123 h 123"/>
                <a:gd name="T20" fmla="*/ 31 w 93"/>
                <a:gd name="T21" fmla="*/ 115 h 123"/>
                <a:gd name="T22" fmla="*/ 12 w 93"/>
                <a:gd name="T23" fmla="*/ 102 h 123"/>
                <a:gd name="T24" fmla="*/ 6 w 93"/>
                <a:gd name="T25" fmla="*/ 79 h 123"/>
                <a:gd name="T26" fmla="*/ 0 w 93"/>
                <a:gd name="T27" fmla="*/ 57 h 123"/>
                <a:gd name="T28" fmla="*/ 0 w 93"/>
                <a:gd name="T29" fmla="*/ 36 h 123"/>
                <a:gd name="T30" fmla="*/ 12 w 93"/>
                <a:gd name="T31" fmla="*/ 15 h 123"/>
                <a:gd name="T32" fmla="*/ 0 w 93"/>
                <a:gd name="T33" fmla="*/ 0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3" h="123">
                  <a:moveTo>
                    <a:pt x="0" y="0"/>
                  </a:moveTo>
                  <a:lnTo>
                    <a:pt x="17" y="15"/>
                  </a:lnTo>
                  <a:lnTo>
                    <a:pt x="36" y="28"/>
                  </a:lnTo>
                  <a:lnTo>
                    <a:pt x="55" y="28"/>
                  </a:lnTo>
                  <a:lnTo>
                    <a:pt x="74" y="44"/>
                  </a:lnTo>
                  <a:lnTo>
                    <a:pt x="87" y="66"/>
                  </a:lnTo>
                  <a:lnTo>
                    <a:pt x="93" y="87"/>
                  </a:lnTo>
                  <a:lnTo>
                    <a:pt x="93" y="110"/>
                  </a:lnTo>
                  <a:lnTo>
                    <a:pt x="74" y="123"/>
                  </a:lnTo>
                  <a:lnTo>
                    <a:pt x="55" y="123"/>
                  </a:lnTo>
                  <a:lnTo>
                    <a:pt x="31" y="115"/>
                  </a:lnTo>
                  <a:lnTo>
                    <a:pt x="12" y="102"/>
                  </a:lnTo>
                  <a:lnTo>
                    <a:pt x="6" y="79"/>
                  </a:lnTo>
                  <a:lnTo>
                    <a:pt x="0" y="57"/>
                  </a:lnTo>
                  <a:lnTo>
                    <a:pt x="0" y="36"/>
                  </a:lnTo>
                  <a:lnTo>
                    <a:pt x="12" y="15"/>
                  </a:lnTo>
                  <a:lnTo>
                    <a:pt x="0" y="0"/>
                  </a:lnTo>
                  <a:close/>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sp>
        <p:nvSpPr>
          <p:cNvPr id="1883155" name="Line 22"/>
          <p:cNvSpPr>
            <a:spLocks noChangeShapeType="1"/>
          </p:cNvSpPr>
          <p:nvPr/>
        </p:nvSpPr>
        <p:spPr bwMode="auto">
          <a:xfrm>
            <a:off x="209550" y="3181350"/>
            <a:ext cx="3868738" cy="22225"/>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883156" name="Line 23"/>
          <p:cNvSpPr>
            <a:spLocks noChangeShapeType="1"/>
          </p:cNvSpPr>
          <p:nvPr/>
        </p:nvSpPr>
        <p:spPr bwMode="auto">
          <a:xfrm>
            <a:off x="460375" y="2779713"/>
            <a:ext cx="0" cy="423862"/>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883157" name="Line 24"/>
          <p:cNvSpPr>
            <a:spLocks noChangeShapeType="1"/>
          </p:cNvSpPr>
          <p:nvPr/>
        </p:nvSpPr>
        <p:spPr bwMode="auto">
          <a:xfrm>
            <a:off x="3665538" y="3203575"/>
            <a:ext cx="0" cy="422275"/>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pic>
        <p:nvPicPr>
          <p:cNvPr id="1883158" name="Picture 25"/>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23825" y="2284413"/>
            <a:ext cx="673100" cy="690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83159" name="Text Box 26"/>
          <p:cNvSpPr txBox="1">
            <a:spLocks noChangeArrowheads="1"/>
          </p:cNvSpPr>
          <p:nvPr/>
        </p:nvSpPr>
        <p:spPr bwMode="auto">
          <a:xfrm>
            <a:off x="7292975" y="3586163"/>
            <a:ext cx="696913"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zh-CN" altLang="en-US" sz="2000" b="1">
                <a:solidFill>
                  <a:srgbClr val="000099"/>
                </a:solidFill>
                <a:ea typeface="黑体" panose="02010609060101010101" pitchFamily="49" charset="-122"/>
              </a:rPr>
              <a:t>其他</a:t>
            </a:r>
          </a:p>
          <a:p>
            <a:pPr algn="ctr"/>
            <a:r>
              <a:rPr lang="zh-CN" altLang="en-US" sz="2000" b="1">
                <a:solidFill>
                  <a:srgbClr val="000099"/>
                </a:solidFill>
                <a:ea typeface="黑体" panose="02010609060101010101" pitchFamily="49" charset="-122"/>
              </a:rPr>
              <a:t>网络</a:t>
            </a:r>
          </a:p>
        </p:txBody>
      </p:sp>
      <p:sp>
        <p:nvSpPr>
          <p:cNvPr id="1883160" name="Text Box 27"/>
          <p:cNvSpPr txBox="1">
            <a:spLocks noChangeArrowheads="1"/>
          </p:cNvSpPr>
          <p:nvPr/>
        </p:nvSpPr>
        <p:spPr bwMode="auto">
          <a:xfrm>
            <a:off x="3100388" y="4189413"/>
            <a:ext cx="1211262"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en-US" altLang="zh-CN" sz="2000" b="1">
                <a:solidFill>
                  <a:srgbClr val="660033"/>
                </a:solidFill>
                <a:ea typeface="黑体" panose="02010609060101010101" pitchFamily="49" charset="-122"/>
              </a:rPr>
              <a:t>DHCP</a:t>
            </a:r>
          </a:p>
          <a:p>
            <a:pPr algn="ctr"/>
            <a:r>
              <a:rPr lang="zh-CN" altLang="en-US" sz="2000" b="1">
                <a:solidFill>
                  <a:srgbClr val="660033"/>
                </a:solidFill>
                <a:ea typeface="黑体" panose="02010609060101010101" pitchFamily="49" charset="-122"/>
              </a:rPr>
              <a:t>中继代理</a:t>
            </a:r>
          </a:p>
        </p:txBody>
      </p:sp>
      <p:grpSp>
        <p:nvGrpSpPr>
          <p:cNvPr id="724009" name="Group 41"/>
          <p:cNvGrpSpPr>
            <a:grpSpLocks/>
          </p:cNvGrpSpPr>
          <p:nvPr/>
        </p:nvGrpSpPr>
        <p:grpSpPr bwMode="auto">
          <a:xfrm>
            <a:off x="1046163" y="2133600"/>
            <a:ext cx="2790825" cy="858838"/>
            <a:chOff x="571" y="1480"/>
            <a:chExt cx="1623" cy="541"/>
          </a:xfrm>
        </p:grpSpPr>
        <p:grpSp>
          <p:nvGrpSpPr>
            <p:cNvPr id="1883162" name="Group 31"/>
            <p:cNvGrpSpPr>
              <a:grpSpLocks/>
            </p:cNvGrpSpPr>
            <p:nvPr/>
          </p:nvGrpSpPr>
          <p:grpSpPr bwMode="auto">
            <a:xfrm>
              <a:off x="571" y="1754"/>
              <a:ext cx="1623" cy="267"/>
              <a:chOff x="1008" y="2400"/>
              <a:chExt cx="1296" cy="192"/>
            </a:xfrm>
          </p:grpSpPr>
          <p:sp>
            <p:nvSpPr>
              <p:cNvPr id="1883163" name="AutoShape 32"/>
              <p:cNvSpPr>
                <a:spLocks noChangeArrowheads="1"/>
              </p:cNvSpPr>
              <p:nvPr/>
            </p:nvSpPr>
            <p:spPr bwMode="auto">
              <a:xfrm>
                <a:off x="2064" y="2448"/>
                <a:ext cx="240" cy="96"/>
              </a:xfrm>
              <a:prstGeom prst="rightArrow">
                <a:avLst>
                  <a:gd name="adj1" fmla="val 50000"/>
                  <a:gd name="adj2" fmla="val 62500"/>
                </a:avLst>
              </a:prstGeom>
              <a:solidFill>
                <a:srgbClr val="CCECFF"/>
              </a:solidFill>
              <a:ln w="9525">
                <a:solidFill>
                  <a:schemeClr val="tx1"/>
                </a:solidFill>
                <a:miter lim="800000"/>
                <a:headEnd/>
                <a:tailEnd/>
              </a:ln>
            </p:spPr>
            <p:txBody>
              <a:bodyPr wrap="none" anchor="ctr"/>
              <a:lstStyle/>
              <a:p>
                <a:endParaRPr lang="zh-CN" altLang="en-US" b="1">
                  <a:solidFill>
                    <a:srgbClr val="000099"/>
                  </a:solidFill>
                  <a:ea typeface="宋体" panose="02010600030101010101" pitchFamily="2" charset="-122"/>
                </a:endParaRPr>
              </a:p>
            </p:txBody>
          </p:sp>
          <p:sp>
            <p:nvSpPr>
              <p:cNvPr id="1883164" name="Rectangle 33"/>
              <p:cNvSpPr>
                <a:spLocks noChangeArrowheads="1"/>
              </p:cNvSpPr>
              <p:nvPr/>
            </p:nvSpPr>
            <p:spPr bwMode="auto">
              <a:xfrm>
                <a:off x="1008" y="2400"/>
                <a:ext cx="1056" cy="192"/>
              </a:xfrm>
              <a:prstGeom prst="rect">
                <a:avLst/>
              </a:prstGeom>
              <a:solidFill>
                <a:srgbClr val="CCECFF"/>
              </a:solidFill>
              <a:ln w="9525">
                <a:solidFill>
                  <a:schemeClr val="folHlink"/>
                </a:solidFill>
                <a:miter lim="800000"/>
                <a:headEnd/>
                <a:tailEnd/>
              </a:ln>
              <a:effectLst>
                <a:outerShdw dist="35921" dir="2700000" algn="ctr" rotWithShape="0">
                  <a:schemeClr val="bg2"/>
                </a:outerShdw>
              </a:effectLst>
            </p:spPr>
            <p:txBody>
              <a:bodyPr wrap="none" anchor="ctr"/>
              <a:lstStyle/>
              <a:p>
                <a:pPr algn="ctr"/>
                <a:r>
                  <a:rPr lang="en-US" altLang="zh-CN" sz="2000" b="1">
                    <a:solidFill>
                      <a:srgbClr val="000099"/>
                    </a:solidFill>
                    <a:ea typeface="黑体" panose="02010609060101010101" pitchFamily="49" charset="-122"/>
                  </a:rPr>
                  <a:t>DHCPDISCOVER</a:t>
                </a:r>
              </a:p>
            </p:txBody>
          </p:sp>
        </p:grpSp>
        <p:sp>
          <p:nvSpPr>
            <p:cNvPr id="1883165" name="Text Box 34"/>
            <p:cNvSpPr txBox="1">
              <a:spLocks noChangeArrowheads="1"/>
            </p:cNvSpPr>
            <p:nvPr/>
          </p:nvSpPr>
          <p:spPr bwMode="auto">
            <a:xfrm>
              <a:off x="967" y="1480"/>
              <a:ext cx="406"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a:solidFill>
                    <a:srgbClr val="FF0000"/>
                  </a:solidFill>
                  <a:ea typeface="黑体" panose="02010609060101010101" pitchFamily="49" charset="-122"/>
                </a:rPr>
                <a:t>广播</a:t>
              </a:r>
            </a:p>
          </p:txBody>
        </p:sp>
      </p:grpSp>
      <p:grpSp>
        <p:nvGrpSpPr>
          <p:cNvPr id="724010" name="Group 42"/>
          <p:cNvGrpSpPr>
            <a:grpSpLocks/>
          </p:cNvGrpSpPr>
          <p:nvPr/>
        </p:nvGrpSpPr>
        <p:grpSpPr bwMode="auto">
          <a:xfrm>
            <a:off x="4078288" y="2998788"/>
            <a:ext cx="2792412" cy="838200"/>
            <a:chOff x="2334" y="2025"/>
            <a:chExt cx="1624" cy="528"/>
          </a:xfrm>
        </p:grpSpPr>
        <p:grpSp>
          <p:nvGrpSpPr>
            <p:cNvPr id="1883167" name="Group 28"/>
            <p:cNvGrpSpPr>
              <a:grpSpLocks/>
            </p:cNvGrpSpPr>
            <p:nvPr/>
          </p:nvGrpSpPr>
          <p:grpSpPr bwMode="auto">
            <a:xfrm>
              <a:off x="2334" y="2287"/>
              <a:ext cx="1624" cy="266"/>
              <a:chOff x="1008" y="2400"/>
              <a:chExt cx="1296" cy="192"/>
            </a:xfrm>
          </p:grpSpPr>
          <p:sp>
            <p:nvSpPr>
              <p:cNvPr id="1883168" name="AutoShape 29"/>
              <p:cNvSpPr>
                <a:spLocks noChangeArrowheads="1"/>
              </p:cNvSpPr>
              <p:nvPr/>
            </p:nvSpPr>
            <p:spPr bwMode="auto">
              <a:xfrm>
                <a:off x="2064" y="2448"/>
                <a:ext cx="240" cy="96"/>
              </a:xfrm>
              <a:prstGeom prst="rightArrow">
                <a:avLst>
                  <a:gd name="adj1" fmla="val 50000"/>
                  <a:gd name="adj2" fmla="val 62500"/>
                </a:avLst>
              </a:prstGeom>
              <a:solidFill>
                <a:srgbClr val="FFCCFF"/>
              </a:solidFill>
              <a:ln w="9525">
                <a:solidFill>
                  <a:schemeClr val="folHlink"/>
                </a:solidFill>
                <a:miter lim="800000"/>
                <a:headEnd/>
                <a:tailEnd/>
              </a:ln>
            </p:spPr>
            <p:txBody>
              <a:bodyPr wrap="none" anchor="ctr"/>
              <a:lstStyle/>
              <a:p>
                <a:endParaRPr lang="zh-CN" altLang="en-US" b="1">
                  <a:solidFill>
                    <a:srgbClr val="000099"/>
                  </a:solidFill>
                  <a:ea typeface="宋体" panose="02010600030101010101" pitchFamily="2" charset="-122"/>
                </a:endParaRPr>
              </a:p>
            </p:txBody>
          </p:sp>
          <p:sp>
            <p:nvSpPr>
              <p:cNvPr id="1883169" name="Rectangle 30"/>
              <p:cNvSpPr>
                <a:spLocks noChangeArrowheads="1"/>
              </p:cNvSpPr>
              <p:nvPr/>
            </p:nvSpPr>
            <p:spPr bwMode="auto">
              <a:xfrm>
                <a:off x="1008" y="2400"/>
                <a:ext cx="1056" cy="192"/>
              </a:xfrm>
              <a:prstGeom prst="rect">
                <a:avLst/>
              </a:prstGeom>
              <a:solidFill>
                <a:srgbClr val="FFCCFF"/>
              </a:solidFill>
              <a:ln w="9525">
                <a:solidFill>
                  <a:schemeClr val="folHlink"/>
                </a:solidFill>
                <a:miter lim="800000"/>
                <a:headEnd/>
                <a:tailEnd/>
              </a:ln>
              <a:effectLst>
                <a:outerShdw dist="35921" dir="2700000" algn="ctr" rotWithShape="0">
                  <a:schemeClr val="bg2"/>
                </a:outerShdw>
              </a:effectLst>
            </p:spPr>
            <p:txBody>
              <a:bodyPr wrap="none" anchor="ctr"/>
              <a:lstStyle/>
              <a:p>
                <a:pPr algn="ctr"/>
                <a:r>
                  <a:rPr lang="en-US" altLang="zh-CN" sz="2000" b="1">
                    <a:solidFill>
                      <a:srgbClr val="000099"/>
                    </a:solidFill>
                    <a:ea typeface="黑体" panose="02010609060101010101" pitchFamily="49" charset="-122"/>
                  </a:rPr>
                  <a:t>DHCPDISCOVER</a:t>
                </a:r>
              </a:p>
            </p:txBody>
          </p:sp>
        </p:grpSp>
        <p:sp>
          <p:nvSpPr>
            <p:cNvPr id="1883170" name="Text Box 35"/>
            <p:cNvSpPr txBox="1">
              <a:spLocks noChangeArrowheads="1"/>
            </p:cNvSpPr>
            <p:nvPr/>
          </p:nvSpPr>
          <p:spPr bwMode="auto">
            <a:xfrm>
              <a:off x="2764" y="2025"/>
              <a:ext cx="406"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a:solidFill>
                    <a:srgbClr val="FF0000"/>
                  </a:solidFill>
                  <a:ea typeface="黑体" panose="02010609060101010101" pitchFamily="49" charset="-122"/>
                </a:rPr>
                <a:t>单播</a:t>
              </a:r>
            </a:p>
          </p:txBody>
        </p:sp>
      </p:grpSp>
      <p:pic>
        <p:nvPicPr>
          <p:cNvPr id="1883171" name="Picture 36"/>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44575" y="3509963"/>
            <a:ext cx="671513" cy="690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83172" name="Picture 37"/>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327400" y="3546475"/>
            <a:ext cx="674688"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24008" name="Text Box 40"/>
          <p:cNvSpPr txBox="1">
            <a:spLocks noChangeArrowheads="1"/>
          </p:cNvSpPr>
          <p:nvPr/>
        </p:nvSpPr>
        <p:spPr bwMode="auto">
          <a:xfrm>
            <a:off x="450850" y="5197475"/>
            <a:ext cx="9255125" cy="523875"/>
          </a:xfrm>
          <a:prstGeom prst="rect">
            <a:avLst/>
          </a:prstGeom>
          <a:solidFill>
            <a:srgbClr val="FFFF66"/>
          </a:solidFill>
          <a:ln w="9525">
            <a:solidFill>
              <a:srgbClr val="333399"/>
            </a:solidFill>
            <a:miter lim="800000"/>
            <a:headEnd/>
            <a:tailEnd/>
          </a:ln>
        </p:spPr>
        <p:txBody>
          <a:bodyPr>
            <a:spAutoFit/>
          </a:bodyPr>
          <a:lstStyle/>
          <a:p>
            <a:pPr algn="ctr"/>
            <a:r>
              <a:rPr lang="zh-CN" altLang="en-US" sz="2800" b="1" dirty="0">
                <a:solidFill>
                  <a:srgbClr val="000099"/>
                </a:solidFill>
                <a:ea typeface="黑体" panose="02010609060101010101" pitchFamily="49" charset="-122"/>
              </a:rPr>
              <a:t>注意：</a:t>
            </a:r>
            <a:r>
              <a:rPr lang="en-US" altLang="zh-CN" sz="2800" b="1" dirty="0">
                <a:solidFill>
                  <a:srgbClr val="000099"/>
                </a:solidFill>
                <a:ea typeface="黑体" panose="02010609060101010101" pitchFamily="49" charset="-122"/>
              </a:rPr>
              <a:t>DHCP </a:t>
            </a:r>
            <a:r>
              <a:rPr lang="zh-CN" altLang="en-US" sz="2800" b="1" dirty="0">
                <a:solidFill>
                  <a:srgbClr val="000099"/>
                </a:solidFill>
                <a:ea typeface="黑体" panose="02010609060101010101" pitchFamily="49" charset="-122"/>
              </a:rPr>
              <a:t>报文只是 </a:t>
            </a:r>
            <a:r>
              <a:rPr lang="en-US" altLang="zh-CN" sz="2800" b="1" dirty="0">
                <a:solidFill>
                  <a:srgbClr val="FF0000"/>
                </a:solidFill>
                <a:ea typeface="黑体" panose="02010609060101010101" pitchFamily="49" charset="-122"/>
              </a:rPr>
              <a:t>UDP</a:t>
            </a:r>
            <a:r>
              <a:rPr lang="en-US" altLang="zh-CN" sz="2800" b="1" dirty="0">
                <a:solidFill>
                  <a:srgbClr val="000099"/>
                </a:solidFill>
                <a:ea typeface="黑体" panose="02010609060101010101" pitchFamily="49" charset="-122"/>
              </a:rPr>
              <a:t> </a:t>
            </a:r>
            <a:r>
              <a:rPr lang="zh-CN" altLang="en-US" sz="2800" b="1" dirty="0">
                <a:solidFill>
                  <a:srgbClr val="000099"/>
                </a:solidFill>
                <a:ea typeface="黑体" panose="02010609060101010101" pitchFamily="49" charset="-122"/>
              </a:rPr>
              <a:t>用户数据报中的数据。 </a:t>
            </a:r>
          </a:p>
        </p:txBody>
      </p:sp>
      <p:sp>
        <p:nvSpPr>
          <p:cNvPr id="1883174"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1BDB195C-8532-4FD1-92CC-ED0A12E11FCE}" type="slidenum">
              <a:rPr lang="zh-CN" altLang="en-US" smtClean="0"/>
              <a:pPr/>
              <a:t>46</a:t>
            </a:fld>
            <a:endParaRPr lang="en-US" altLang="zh-CN" smtClean="0"/>
          </a:p>
        </p:txBody>
      </p:sp>
      <p:sp>
        <p:nvSpPr>
          <p:cNvPr id="1883175"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500"/>
                                  </p:stCondLst>
                                  <p:childTnLst>
                                    <p:set>
                                      <p:cBhvr>
                                        <p:cTn id="6" dur="1" fill="hold">
                                          <p:stCondLst>
                                            <p:cond delay="0"/>
                                          </p:stCondLst>
                                        </p:cTn>
                                        <p:tgtEl>
                                          <p:spTgt spid="724009"/>
                                        </p:tgtEl>
                                        <p:attrNameLst>
                                          <p:attrName>style.visibility</p:attrName>
                                        </p:attrNameLst>
                                      </p:cBhvr>
                                      <p:to>
                                        <p:strVal val="visible"/>
                                      </p:to>
                                    </p:set>
                                    <p:animEffect transition="in" filter="wipe(left)">
                                      <p:cBhvr>
                                        <p:cTn id="7" dur="1000"/>
                                        <p:tgtEl>
                                          <p:spTgt spid="724009"/>
                                        </p:tgtEl>
                                      </p:cBhvr>
                                    </p:animEffect>
                                  </p:childTnLst>
                                </p:cTn>
                              </p:par>
                            </p:childTnLst>
                          </p:cTn>
                        </p:par>
                        <p:par>
                          <p:cTn id="8" fill="hold" nodeType="afterGroup">
                            <p:stCondLst>
                              <p:cond delay="1500"/>
                            </p:stCondLst>
                            <p:childTnLst>
                              <p:par>
                                <p:cTn id="9" presetID="22" presetClass="entr" presetSubtype="8" fill="hold" nodeType="afterEffect">
                                  <p:stCondLst>
                                    <p:cond delay="500"/>
                                  </p:stCondLst>
                                  <p:childTnLst>
                                    <p:set>
                                      <p:cBhvr>
                                        <p:cTn id="10" dur="1" fill="hold">
                                          <p:stCondLst>
                                            <p:cond delay="0"/>
                                          </p:stCondLst>
                                        </p:cTn>
                                        <p:tgtEl>
                                          <p:spTgt spid="724010"/>
                                        </p:tgtEl>
                                        <p:attrNameLst>
                                          <p:attrName>style.visibility</p:attrName>
                                        </p:attrNameLst>
                                      </p:cBhvr>
                                      <p:to>
                                        <p:strVal val="visible"/>
                                      </p:to>
                                    </p:set>
                                    <p:animEffect transition="in" filter="wipe(left)">
                                      <p:cBhvr>
                                        <p:cTn id="11" dur="1000"/>
                                        <p:tgtEl>
                                          <p:spTgt spid="724010"/>
                                        </p:tgtEl>
                                      </p:cBhvr>
                                    </p:animEffect>
                                  </p:childTnLst>
                                </p:cTn>
                              </p:par>
                            </p:childTnLst>
                          </p:cTn>
                        </p:par>
                        <p:par>
                          <p:cTn id="12" fill="hold" nodeType="afterGroup">
                            <p:stCondLst>
                              <p:cond delay="3000"/>
                            </p:stCondLst>
                            <p:childTnLst>
                              <p:par>
                                <p:cTn id="13" presetID="1" presetClass="entr" presetSubtype="0" fill="hold" grpId="0" nodeType="afterEffect">
                                  <p:stCondLst>
                                    <p:cond delay="0"/>
                                  </p:stCondLst>
                                  <p:childTnLst>
                                    <p:set>
                                      <p:cBhvr>
                                        <p:cTn id="14" dur="1" fill="hold">
                                          <p:stCondLst>
                                            <p:cond delay="0"/>
                                          </p:stCondLst>
                                        </p:cTn>
                                        <p:tgtEl>
                                          <p:spTgt spid="72400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4008"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5185"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租用期 </a:t>
            </a:r>
            <a:r>
              <a:rPr lang="en-US" altLang="zh-CN" smtClean="0">
                <a:ea typeface="黑体" panose="02010609060101010101" pitchFamily="49" charset="-122"/>
              </a:rPr>
              <a:t>(lease period) </a:t>
            </a:r>
          </a:p>
        </p:txBody>
      </p:sp>
      <p:sp>
        <p:nvSpPr>
          <p:cNvPr id="1885186" name="Rectangle 3"/>
          <p:cNvSpPr>
            <a:spLocks noGrp="1" noChangeArrowheads="1"/>
          </p:cNvSpPr>
          <p:nvPr>
            <p:ph idx="1"/>
          </p:nvPr>
        </p:nvSpPr>
        <p:spPr>
          <a:xfrm>
            <a:off x="495300" y="1196975"/>
            <a:ext cx="9066213" cy="4933950"/>
          </a:xfrm>
        </p:spPr>
        <p:txBody>
          <a:bodyPr/>
          <a:lstStyle/>
          <a:p>
            <a:r>
              <a:rPr lang="en-US" altLang="zh-CN" dirty="0" smtClean="0">
                <a:ea typeface="黑体" panose="02010609060101010101" pitchFamily="49" charset="-122"/>
              </a:rPr>
              <a:t>DHCP </a:t>
            </a:r>
            <a:r>
              <a:rPr lang="zh-CN" altLang="en-US" dirty="0" smtClean="0">
                <a:ea typeface="黑体" panose="02010609060101010101" pitchFamily="49" charset="-122"/>
              </a:rPr>
              <a:t>服务器分配给 </a:t>
            </a:r>
            <a:r>
              <a:rPr lang="en-US" altLang="zh-CN" dirty="0" smtClean="0">
                <a:ea typeface="黑体" panose="02010609060101010101" pitchFamily="49" charset="-122"/>
              </a:rPr>
              <a:t>DHCP </a:t>
            </a:r>
            <a:r>
              <a:rPr lang="zh-CN" altLang="en-US" dirty="0" smtClean="0">
                <a:solidFill>
                  <a:srgbClr val="0000FF"/>
                </a:solidFill>
                <a:ea typeface="黑体" panose="02010609060101010101" pitchFamily="49" charset="-122"/>
              </a:rPr>
              <a:t>客户</a:t>
            </a:r>
            <a:r>
              <a:rPr lang="zh-CN" altLang="en-US" dirty="0" smtClean="0">
                <a:ea typeface="黑体" panose="02010609060101010101" pitchFamily="49" charset="-122"/>
              </a:rPr>
              <a:t>的 </a:t>
            </a:r>
            <a:r>
              <a:rPr lang="en-US" altLang="zh-CN" dirty="0" smtClean="0">
                <a:solidFill>
                  <a:srgbClr val="0000FF"/>
                </a:solidFill>
                <a:ea typeface="黑体" panose="02010609060101010101" pitchFamily="49" charset="-122"/>
              </a:rPr>
              <a:t>IP </a:t>
            </a:r>
            <a:r>
              <a:rPr lang="zh-CN" altLang="en-US" dirty="0" smtClean="0">
                <a:solidFill>
                  <a:srgbClr val="0000FF"/>
                </a:solidFill>
                <a:ea typeface="黑体" panose="02010609060101010101" pitchFamily="49" charset="-122"/>
              </a:rPr>
              <a:t>地址</a:t>
            </a:r>
            <a:r>
              <a:rPr lang="zh-CN" altLang="en-US" dirty="0" smtClean="0">
                <a:ea typeface="黑体" panose="02010609060101010101" pitchFamily="49" charset="-122"/>
              </a:rPr>
              <a:t>的</a:t>
            </a:r>
            <a:r>
              <a:rPr lang="zh-CN" altLang="en-US" dirty="0" smtClean="0">
                <a:solidFill>
                  <a:srgbClr val="0000FF"/>
                </a:solidFill>
                <a:ea typeface="黑体" panose="02010609060101010101" pitchFamily="49" charset="-122"/>
              </a:rPr>
              <a:t>临时的</a:t>
            </a:r>
            <a:r>
              <a:rPr lang="zh-CN" altLang="en-US" dirty="0" smtClean="0">
                <a:ea typeface="黑体" panose="02010609060101010101" pitchFamily="49" charset="-122"/>
              </a:rPr>
              <a:t>，因此 </a:t>
            </a:r>
            <a:r>
              <a:rPr lang="en-US" altLang="zh-CN" dirty="0" smtClean="0">
                <a:ea typeface="黑体" panose="02010609060101010101" pitchFamily="49" charset="-122"/>
              </a:rPr>
              <a:t>DHCP </a:t>
            </a:r>
            <a:r>
              <a:rPr lang="zh-CN" altLang="en-US" dirty="0" smtClean="0">
                <a:ea typeface="黑体" panose="02010609060101010101" pitchFamily="49" charset="-122"/>
              </a:rPr>
              <a:t>客户只能在一段有限的时间内使用这个分配到的 </a:t>
            </a:r>
            <a:r>
              <a:rPr lang="en-US" altLang="zh-CN" dirty="0" smtClean="0">
                <a:ea typeface="黑体" panose="02010609060101010101" pitchFamily="49" charset="-122"/>
              </a:rPr>
              <a:t>IP </a:t>
            </a:r>
            <a:r>
              <a:rPr lang="zh-CN" altLang="en-US" dirty="0" smtClean="0">
                <a:ea typeface="黑体" panose="02010609060101010101" pitchFamily="49" charset="-122"/>
              </a:rPr>
              <a:t>地址。</a:t>
            </a:r>
            <a:r>
              <a:rPr lang="en-US" altLang="zh-CN" dirty="0" smtClean="0">
                <a:ea typeface="黑体" panose="02010609060101010101" pitchFamily="49" charset="-122"/>
              </a:rPr>
              <a:t>DHCP </a:t>
            </a:r>
            <a:r>
              <a:rPr lang="zh-CN" altLang="en-US" dirty="0" smtClean="0">
                <a:ea typeface="黑体" panose="02010609060101010101" pitchFamily="49" charset="-122"/>
              </a:rPr>
              <a:t>协议称这段时间为</a:t>
            </a:r>
            <a:r>
              <a:rPr lang="zh-CN" altLang="en-US" dirty="0" smtClean="0">
                <a:solidFill>
                  <a:srgbClr val="FF0000"/>
                </a:solidFill>
                <a:ea typeface="黑体" panose="02010609060101010101" pitchFamily="49" charset="-122"/>
              </a:rPr>
              <a:t>租用期</a:t>
            </a:r>
            <a:r>
              <a:rPr lang="zh-CN" altLang="en-US" dirty="0" smtClean="0">
                <a:ea typeface="黑体" panose="02010609060101010101" pitchFamily="49" charset="-122"/>
              </a:rPr>
              <a:t>。 </a:t>
            </a:r>
          </a:p>
          <a:p>
            <a:r>
              <a:rPr lang="zh-CN" altLang="en-US" dirty="0" smtClean="0">
                <a:ea typeface="黑体" panose="02010609060101010101" pitchFamily="49" charset="-122"/>
              </a:rPr>
              <a:t>租用期的数值应由 </a:t>
            </a:r>
            <a:r>
              <a:rPr lang="en-US" altLang="zh-CN" dirty="0" smtClean="0">
                <a:solidFill>
                  <a:srgbClr val="0000FF"/>
                </a:solidFill>
                <a:ea typeface="黑体" panose="02010609060101010101" pitchFamily="49" charset="-122"/>
              </a:rPr>
              <a:t>DHCP </a:t>
            </a:r>
            <a:r>
              <a:rPr lang="zh-CN" altLang="en-US" dirty="0" smtClean="0">
                <a:solidFill>
                  <a:srgbClr val="0000FF"/>
                </a:solidFill>
                <a:ea typeface="黑体" panose="02010609060101010101" pitchFamily="49" charset="-122"/>
              </a:rPr>
              <a:t>服务器</a:t>
            </a:r>
            <a:r>
              <a:rPr lang="zh-CN" altLang="en-US" dirty="0" smtClean="0">
                <a:ea typeface="黑体" panose="02010609060101010101" pitchFamily="49" charset="-122"/>
              </a:rPr>
              <a:t>自己</a:t>
            </a:r>
            <a:r>
              <a:rPr lang="zh-CN" altLang="en-US" dirty="0" smtClean="0">
                <a:solidFill>
                  <a:srgbClr val="0000FF"/>
                </a:solidFill>
                <a:ea typeface="黑体" panose="02010609060101010101" pitchFamily="49" charset="-122"/>
              </a:rPr>
              <a:t>决定</a:t>
            </a:r>
            <a:r>
              <a:rPr lang="zh-CN" altLang="en-US" dirty="0" smtClean="0">
                <a:ea typeface="黑体" panose="02010609060101010101" pitchFamily="49" charset="-122"/>
              </a:rPr>
              <a:t>。</a:t>
            </a:r>
          </a:p>
          <a:p>
            <a:r>
              <a:rPr lang="en-US" altLang="zh-CN" dirty="0" smtClean="0">
                <a:solidFill>
                  <a:srgbClr val="0000FF"/>
                </a:solidFill>
                <a:ea typeface="黑体" panose="02010609060101010101" pitchFamily="49" charset="-122"/>
              </a:rPr>
              <a:t>DHCP </a:t>
            </a:r>
            <a:r>
              <a:rPr lang="zh-CN" altLang="en-US" dirty="0" smtClean="0">
                <a:solidFill>
                  <a:srgbClr val="0000FF"/>
                </a:solidFill>
                <a:ea typeface="黑体" panose="02010609060101010101" pitchFamily="49" charset="-122"/>
              </a:rPr>
              <a:t>客户</a:t>
            </a:r>
            <a:r>
              <a:rPr lang="zh-CN" altLang="en-US" dirty="0" smtClean="0">
                <a:ea typeface="黑体" panose="02010609060101010101" pitchFamily="49" charset="-122"/>
              </a:rPr>
              <a:t>也</a:t>
            </a:r>
            <a:r>
              <a:rPr lang="zh-CN" altLang="en-US" dirty="0" smtClean="0">
                <a:solidFill>
                  <a:srgbClr val="0000FF"/>
                </a:solidFill>
                <a:ea typeface="黑体" panose="02010609060101010101" pitchFamily="49" charset="-122"/>
              </a:rPr>
              <a:t>可</a:t>
            </a:r>
            <a:r>
              <a:rPr lang="zh-CN" altLang="en-US" dirty="0" smtClean="0">
                <a:ea typeface="黑体" panose="02010609060101010101" pitchFamily="49" charset="-122"/>
              </a:rPr>
              <a:t>在自己发送的报文中（例如，发现报文）提出对租用期的</a:t>
            </a:r>
            <a:r>
              <a:rPr lang="zh-CN" altLang="en-US" dirty="0" smtClean="0">
                <a:solidFill>
                  <a:srgbClr val="0000FF"/>
                </a:solidFill>
                <a:ea typeface="黑体" panose="02010609060101010101" pitchFamily="49" charset="-122"/>
              </a:rPr>
              <a:t>要求</a:t>
            </a:r>
            <a:r>
              <a:rPr lang="zh-CN" altLang="en-US" dirty="0" smtClean="0">
                <a:ea typeface="黑体" panose="02010609060101010101" pitchFamily="49" charset="-122"/>
              </a:rPr>
              <a:t>。  </a:t>
            </a:r>
          </a:p>
        </p:txBody>
      </p:sp>
      <p:sp>
        <p:nvSpPr>
          <p:cNvPr id="1885187"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B530C2AB-FFF3-44FE-B804-3522128A6984}" type="slidenum">
              <a:rPr lang="zh-CN" altLang="en-US" smtClean="0"/>
              <a:pPr eaLnBrk="1" hangingPunct="1"/>
              <a:t>47</a:t>
            </a:fld>
            <a:endParaRPr lang="en-US" altLang="zh-CN" smtClean="0"/>
          </a:p>
        </p:txBody>
      </p:sp>
      <p:sp>
        <p:nvSpPr>
          <p:cNvPr id="1885188"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7233" name="Rectangle 2"/>
          <p:cNvSpPr>
            <a:spLocks noGrp="1" noChangeArrowheads="1"/>
          </p:cNvSpPr>
          <p:nvPr>
            <p:ph type="title" idx="4294967295"/>
          </p:nvPr>
        </p:nvSpPr>
        <p:spPr>
          <a:xfrm>
            <a:off x="704850" y="188913"/>
            <a:ext cx="8442325" cy="539750"/>
          </a:xfrm>
        </p:spPr>
        <p:txBody>
          <a:bodyPr/>
          <a:lstStyle/>
          <a:p>
            <a:pPr algn="ctr"/>
            <a:r>
              <a:rPr lang="en-US" altLang="zh-CN" smtClean="0">
                <a:ea typeface="黑体" panose="02010609060101010101" pitchFamily="49" charset="-122"/>
              </a:rPr>
              <a:t>DHCP </a:t>
            </a:r>
            <a:r>
              <a:rPr lang="zh-CN" altLang="zh-CN" smtClean="0">
                <a:ea typeface="黑体" panose="02010609060101010101" pitchFamily="49" charset="-122"/>
              </a:rPr>
              <a:t>协议的工作过程 </a:t>
            </a:r>
          </a:p>
        </p:txBody>
      </p:sp>
      <p:sp>
        <p:nvSpPr>
          <p:cNvPr id="1887234" name="Line 4"/>
          <p:cNvSpPr>
            <a:spLocks noChangeShapeType="1"/>
          </p:cNvSpPr>
          <p:nvPr/>
        </p:nvSpPr>
        <p:spPr bwMode="auto">
          <a:xfrm flipH="1">
            <a:off x="6130925" y="1100138"/>
            <a:ext cx="1506538" cy="0"/>
          </a:xfrm>
          <a:prstGeom prst="line">
            <a:avLst/>
          </a:prstGeom>
          <a:noFill/>
          <a:ln w="57150">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887235" name="Line 6"/>
          <p:cNvSpPr>
            <a:spLocks noChangeShapeType="1"/>
          </p:cNvSpPr>
          <p:nvPr/>
        </p:nvSpPr>
        <p:spPr bwMode="auto">
          <a:xfrm>
            <a:off x="2454275" y="1747838"/>
            <a:ext cx="5164138" cy="0"/>
          </a:xfrm>
          <a:prstGeom prst="line">
            <a:avLst/>
          </a:prstGeom>
          <a:noFill/>
          <a:ln w="57150">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887236" name="Rectangle 7"/>
          <p:cNvSpPr>
            <a:spLocks noChangeArrowheads="1"/>
          </p:cNvSpPr>
          <p:nvPr/>
        </p:nvSpPr>
        <p:spPr bwMode="auto">
          <a:xfrm>
            <a:off x="623888" y="1576388"/>
            <a:ext cx="1076325" cy="341312"/>
          </a:xfrm>
          <a:prstGeom prst="rect">
            <a:avLst/>
          </a:prstGeom>
          <a:solidFill>
            <a:srgbClr val="CCECFF"/>
          </a:solidFill>
          <a:ln w="9525">
            <a:solidFill>
              <a:schemeClr val="tx1"/>
            </a:solidFill>
            <a:miter lim="800000"/>
            <a:headEnd/>
            <a:tailEnd/>
          </a:ln>
        </p:spPr>
        <p:txBody>
          <a:bodyPr wrap="none" anchor="ctr"/>
          <a:lstStyle/>
          <a:p>
            <a:pPr algn="ctr"/>
            <a:r>
              <a:rPr lang="zh-CN" altLang="en-US" sz="2000" b="1">
                <a:solidFill>
                  <a:srgbClr val="000099"/>
                </a:solidFill>
                <a:ea typeface="黑体" panose="02010609060101010101" pitchFamily="49" charset="-122"/>
              </a:rPr>
              <a:t>客户</a:t>
            </a:r>
          </a:p>
        </p:txBody>
      </p:sp>
      <p:sp>
        <p:nvSpPr>
          <p:cNvPr id="1887237" name="Rectangle 8"/>
          <p:cNvSpPr>
            <a:spLocks noChangeArrowheads="1"/>
          </p:cNvSpPr>
          <p:nvPr/>
        </p:nvSpPr>
        <p:spPr bwMode="auto">
          <a:xfrm>
            <a:off x="3529013" y="1617663"/>
            <a:ext cx="2905125" cy="257175"/>
          </a:xfrm>
          <a:prstGeom prst="rect">
            <a:avLst/>
          </a:prstGeom>
          <a:solidFill>
            <a:srgbClr val="CCECFF"/>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DHCPDISCOVER</a:t>
            </a:r>
          </a:p>
        </p:txBody>
      </p:sp>
      <p:sp>
        <p:nvSpPr>
          <p:cNvPr id="1887238" name="Rectangle 9"/>
          <p:cNvSpPr>
            <a:spLocks noChangeArrowheads="1"/>
          </p:cNvSpPr>
          <p:nvPr/>
        </p:nvSpPr>
        <p:spPr bwMode="auto">
          <a:xfrm>
            <a:off x="8154988" y="1576388"/>
            <a:ext cx="1076325" cy="341312"/>
          </a:xfrm>
          <a:prstGeom prst="rect">
            <a:avLst/>
          </a:prstGeom>
          <a:solidFill>
            <a:srgbClr val="FFCCFF"/>
          </a:solidFill>
          <a:ln w="9525">
            <a:solidFill>
              <a:schemeClr val="tx1"/>
            </a:solidFill>
            <a:miter lim="800000"/>
            <a:headEnd/>
            <a:tailEnd/>
          </a:ln>
        </p:spPr>
        <p:txBody>
          <a:bodyPr wrap="none" anchor="ctr"/>
          <a:lstStyle/>
          <a:p>
            <a:pPr algn="ctr"/>
            <a:r>
              <a:rPr lang="zh-CN" altLang="en-US" sz="2000" b="1">
                <a:solidFill>
                  <a:srgbClr val="000099"/>
                </a:solidFill>
                <a:ea typeface="黑体" panose="02010609060101010101" pitchFamily="49" charset="-122"/>
              </a:rPr>
              <a:t>服务器</a:t>
            </a:r>
          </a:p>
        </p:txBody>
      </p:sp>
      <p:sp>
        <p:nvSpPr>
          <p:cNvPr id="1887239" name="Rectangle 10"/>
          <p:cNvSpPr>
            <a:spLocks noChangeArrowheads="1"/>
          </p:cNvSpPr>
          <p:nvPr/>
        </p:nvSpPr>
        <p:spPr bwMode="auto">
          <a:xfrm>
            <a:off x="7618413" y="1617663"/>
            <a:ext cx="536575" cy="257175"/>
          </a:xfrm>
          <a:prstGeom prst="rect">
            <a:avLst/>
          </a:prstGeom>
          <a:solidFill>
            <a:srgbClr val="FFCC99"/>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67</a:t>
            </a:r>
          </a:p>
        </p:txBody>
      </p:sp>
      <p:sp>
        <p:nvSpPr>
          <p:cNvPr id="1887240" name="Rectangle 11"/>
          <p:cNvSpPr>
            <a:spLocks noChangeArrowheads="1"/>
          </p:cNvSpPr>
          <p:nvPr/>
        </p:nvSpPr>
        <p:spPr bwMode="auto">
          <a:xfrm>
            <a:off x="1700213" y="1617663"/>
            <a:ext cx="754062" cy="257175"/>
          </a:xfrm>
          <a:prstGeom prst="rect">
            <a:avLst/>
          </a:prstGeom>
          <a:solidFill>
            <a:srgbClr val="CCFF99"/>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68</a:t>
            </a:r>
          </a:p>
        </p:txBody>
      </p:sp>
      <p:sp>
        <p:nvSpPr>
          <p:cNvPr id="1887241" name="Text Box 12"/>
          <p:cNvSpPr txBox="1">
            <a:spLocks noChangeArrowheads="1"/>
          </p:cNvSpPr>
          <p:nvPr/>
        </p:nvSpPr>
        <p:spPr bwMode="auto">
          <a:xfrm>
            <a:off x="1697038" y="1854200"/>
            <a:ext cx="7286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99"/>
                </a:solidFill>
                <a:ea typeface="黑体" panose="02010609060101010101" pitchFamily="49" charset="-122"/>
              </a:rPr>
              <a:t>UDP</a:t>
            </a:r>
          </a:p>
        </p:txBody>
      </p:sp>
      <p:sp>
        <p:nvSpPr>
          <p:cNvPr id="1887242" name="Text Box 13"/>
          <p:cNvSpPr txBox="1">
            <a:spLocks noChangeArrowheads="1"/>
          </p:cNvSpPr>
          <p:nvPr/>
        </p:nvSpPr>
        <p:spPr bwMode="auto">
          <a:xfrm>
            <a:off x="7419975" y="1851025"/>
            <a:ext cx="7270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99"/>
                </a:solidFill>
                <a:ea typeface="黑体" panose="02010609060101010101" pitchFamily="49" charset="-122"/>
              </a:rPr>
              <a:t>UDP</a:t>
            </a:r>
          </a:p>
        </p:txBody>
      </p:sp>
      <p:sp>
        <p:nvSpPr>
          <p:cNvPr id="1887243" name="Line 14"/>
          <p:cNvSpPr>
            <a:spLocks noChangeShapeType="1"/>
          </p:cNvSpPr>
          <p:nvPr/>
        </p:nvSpPr>
        <p:spPr bwMode="auto">
          <a:xfrm flipH="1">
            <a:off x="2452688" y="2359025"/>
            <a:ext cx="5165725" cy="0"/>
          </a:xfrm>
          <a:prstGeom prst="line">
            <a:avLst/>
          </a:prstGeom>
          <a:noFill/>
          <a:ln w="57150">
            <a:solidFill>
              <a:schemeClr val="hlink"/>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887244" name="Rectangle 15"/>
          <p:cNvSpPr>
            <a:spLocks noChangeArrowheads="1"/>
          </p:cNvSpPr>
          <p:nvPr/>
        </p:nvSpPr>
        <p:spPr bwMode="auto">
          <a:xfrm>
            <a:off x="623888" y="2187575"/>
            <a:ext cx="1074737" cy="339725"/>
          </a:xfrm>
          <a:prstGeom prst="rect">
            <a:avLst/>
          </a:prstGeom>
          <a:solidFill>
            <a:srgbClr val="CCECFF"/>
          </a:solidFill>
          <a:ln w="9525">
            <a:solidFill>
              <a:schemeClr val="tx1"/>
            </a:solidFill>
            <a:miter lim="800000"/>
            <a:headEnd/>
            <a:tailEnd/>
          </a:ln>
        </p:spPr>
        <p:txBody>
          <a:bodyPr wrap="none" anchor="ctr"/>
          <a:lstStyle/>
          <a:p>
            <a:pPr algn="ctr"/>
            <a:r>
              <a:rPr lang="zh-CN" altLang="en-US" sz="2000" b="1">
                <a:solidFill>
                  <a:srgbClr val="000099"/>
                </a:solidFill>
                <a:ea typeface="黑体" panose="02010609060101010101" pitchFamily="49" charset="-122"/>
              </a:rPr>
              <a:t>客户</a:t>
            </a:r>
          </a:p>
        </p:txBody>
      </p:sp>
      <p:sp>
        <p:nvSpPr>
          <p:cNvPr id="1887245" name="Rectangle 16"/>
          <p:cNvSpPr>
            <a:spLocks noChangeArrowheads="1"/>
          </p:cNvSpPr>
          <p:nvPr/>
        </p:nvSpPr>
        <p:spPr bwMode="auto">
          <a:xfrm>
            <a:off x="3529013" y="2230438"/>
            <a:ext cx="2905125" cy="255587"/>
          </a:xfrm>
          <a:prstGeom prst="rect">
            <a:avLst/>
          </a:prstGeom>
          <a:solidFill>
            <a:srgbClr val="FFCCFF"/>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DHCPOFFER</a:t>
            </a:r>
          </a:p>
        </p:txBody>
      </p:sp>
      <p:sp>
        <p:nvSpPr>
          <p:cNvPr id="1887246" name="Rectangle 17"/>
          <p:cNvSpPr>
            <a:spLocks noChangeArrowheads="1"/>
          </p:cNvSpPr>
          <p:nvPr/>
        </p:nvSpPr>
        <p:spPr bwMode="auto">
          <a:xfrm>
            <a:off x="8154988" y="2187575"/>
            <a:ext cx="1076325" cy="339725"/>
          </a:xfrm>
          <a:prstGeom prst="rect">
            <a:avLst/>
          </a:prstGeom>
          <a:solidFill>
            <a:srgbClr val="FFCCFF"/>
          </a:solidFill>
          <a:ln w="9525">
            <a:solidFill>
              <a:schemeClr val="tx1"/>
            </a:solidFill>
            <a:miter lim="800000"/>
            <a:headEnd/>
            <a:tailEnd/>
          </a:ln>
        </p:spPr>
        <p:txBody>
          <a:bodyPr wrap="none" anchor="ctr"/>
          <a:lstStyle/>
          <a:p>
            <a:pPr algn="ctr"/>
            <a:r>
              <a:rPr lang="zh-CN" altLang="en-US" sz="2000" b="1">
                <a:solidFill>
                  <a:srgbClr val="000099"/>
                </a:solidFill>
                <a:ea typeface="黑体" panose="02010609060101010101" pitchFamily="49" charset="-122"/>
              </a:rPr>
              <a:t>服务器</a:t>
            </a:r>
          </a:p>
        </p:txBody>
      </p:sp>
      <p:sp>
        <p:nvSpPr>
          <p:cNvPr id="1887247" name="Rectangle 18"/>
          <p:cNvSpPr>
            <a:spLocks noChangeArrowheads="1"/>
          </p:cNvSpPr>
          <p:nvPr/>
        </p:nvSpPr>
        <p:spPr bwMode="auto">
          <a:xfrm>
            <a:off x="7618413" y="2230438"/>
            <a:ext cx="536575" cy="255587"/>
          </a:xfrm>
          <a:prstGeom prst="rect">
            <a:avLst/>
          </a:prstGeom>
          <a:solidFill>
            <a:srgbClr val="FFCC99"/>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67</a:t>
            </a:r>
          </a:p>
        </p:txBody>
      </p:sp>
      <p:sp>
        <p:nvSpPr>
          <p:cNvPr id="1887248" name="Rectangle 19"/>
          <p:cNvSpPr>
            <a:spLocks noChangeArrowheads="1"/>
          </p:cNvSpPr>
          <p:nvPr/>
        </p:nvSpPr>
        <p:spPr bwMode="auto">
          <a:xfrm>
            <a:off x="1698625" y="2230438"/>
            <a:ext cx="754063" cy="255587"/>
          </a:xfrm>
          <a:prstGeom prst="rect">
            <a:avLst/>
          </a:prstGeom>
          <a:solidFill>
            <a:srgbClr val="CCFF99"/>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68</a:t>
            </a:r>
          </a:p>
        </p:txBody>
      </p:sp>
      <p:sp>
        <p:nvSpPr>
          <p:cNvPr id="1887249" name="Text Box 20"/>
          <p:cNvSpPr txBox="1">
            <a:spLocks noChangeArrowheads="1"/>
          </p:cNvSpPr>
          <p:nvPr/>
        </p:nvSpPr>
        <p:spPr bwMode="auto">
          <a:xfrm>
            <a:off x="1697038" y="2462213"/>
            <a:ext cx="7286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99"/>
                </a:solidFill>
                <a:ea typeface="黑体" panose="02010609060101010101" pitchFamily="49" charset="-122"/>
              </a:rPr>
              <a:t>UDP</a:t>
            </a:r>
          </a:p>
        </p:txBody>
      </p:sp>
      <p:sp>
        <p:nvSpPr>
          <p:cNvPr id="1887250" name="Text Box 21"/>
          <p:cNvSpPr txBox="1">
            <a:spLocks noChangeArrowheads="1"/>
          </p:cNvSpPr>
          <p:nvPr/>
        </p:nvSpPr>
        <p:spPr bwMode="auto">
          <a:xfrm>
            <a:off x="7419975" y="2462213"/>
            <a:ext cx="7270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99"/>
                </a:solidFill>
                <a:ea typeface="黑体" panose="02010609060101010101" pitchFamily="49" charset="-122"/>
              </a:rPr>
              <a:t>UDP</a:t>
            </a:r>
          </a:p>
        </p:txBody>
      </p:sp>
      <p:sp>
        <p:nvSpPr>
          <p:cNvPr id="1887251" name="Line 23"/>
          <p:cNvSpPr>
            <a:spLocks noChangeShapeType="1"/>
          </p:cNvSpPr>
          <p:nvPr/>
        </p:nvSpPr>
        <p:spPr bwMode="auto">
          <a:xfrm>
            <a:off x="2454275" y="2968625"/>
            <a:ext cx="5164138" cy="0"/>
          </a:xfrm>
          <a:prstGeom prst="line">
            <a:avLst/>
          </a:prstGeom>
          <a:noFill/>
          <a:ln w="57150">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887252" name="Rectangle 24"/>
          <p:cNvSpPr>
            <a:spLocks noChangeArrowheads="1"/>
          </p:cNvSpPr>
          <p:nvPr/>
        </p:nvSpPr>
        <p:spPr bwMode="auto">
          <a:xfrm>
            <a:off x="623888" y="2798763"/>
            <a:ext cx="1076325" cy="341312"/>
          </a:xfrm>
          <a:prstGeom prst="rect">
            <a:avLst/>
          </a:prstGeom>
          <a:solidFill>
            <a:srgbClr val="CCECFF"/>
          </a:solidFill>
          <a:ln w="9525">
            <a:solidFill>
              <a:schemeClr val="tx1"/>
            </a:solidFill>
            <a:miter lim="800000"/>
            <a:headEnd/>
            <a:tailEnd/>
          </a:ln>
        </p:spPr>
        <p:txBody>
          <a:bodyPr wrap="none" anchor="ctr"/>
          <a:lstStyle/>
          <a:p>
            <a:pPr algn="ctr"/>
            <a:r>
              <a:rPr lang="zh-CN" altLang="en-US" sz="2000" b="1">
                <a:solidFill>
                  <a:srgbClr val="000099"/>
                </a:solidFill>
                <a:ea typeface="黑体" panose="02010609060101010101" pitchFamily="49" charset="-122"/>
              </a:rPr>
              <a:t>客户</a:t>
            </a:r>
          </a:p>
        </p:txBody>
      </p:sp>
      <p:sp>
        <p:nvSpPr>
          <p:cNvPr id="1887253" name="Rectangle 25"/>
          <p:cNvSpPr>
            <a:spLocks noChangeArrowheads="1"/>
          </p:cNvSpPr>
          <p:nvPr/>
        </p:nvSpPr>
        <p:spPr bwMode="auto">
          <a:xfrm>
            <a:off x="3529013" y="2841625"/>
            <a:ext cx="2905125" cy="255588"/>
          </a:xfrm>
          <a:prstGeom prst="rect">
            <a:avLst/>
          </a:prstGeom>
          <a:solidFill>
            <a:srgbClr val="CCECFF"/>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DHCPREQUEST</a:t>
            </a:r>
          </a:p>
        </p:txBody>
      </p:sp>
      <p:sp>
        <p:nvSpPr>
          <p:cNvPr id="1887254" name="Rectangle 26"/>
          <p:cNvSpPr>
            <a:spLocks noChangeArrowheads="1"/>
          </p:cNvSpPr>
          <p:nvPr/>
        </p:nvSpPr>
        <p:spPr bwMode="auto">
          <a:xfrm>
            <a:off x="8154988" y="2798763"/>
            <a:ext cx="1076325" cy="341312"/>
          </a:xfrm>
          <a:prstGeom prst="rect">
            <a:avLst/>
          </a:prstGeom>
          <a:solidFill>
            <a:srgbClr val="FFCCFF"/>
          </a:solidFill>
          <a:ln w="9525">
            <a:solidFill>
              <a:schemeClr val="tx1"/>
            </a:solidFill>
            <a:miter lim="800000"/>
            <a:headEnd/>
            <a:tailEnd/>
          </a:ln>
        </p:spPr>
        <p:txBody>
          <a:bodyPr wrap="none" anchor="ctr"/>
          <a:lstStyle/>
          <a:p>
            <a:pPr algn="ctr"/>
            <a:r>
              <a:rPr lang="zh-CN" altLang="en-US" sz="2000" b="1">
                <a:solidFill>
                  <a:srgbClr val="000099"/>
                </a:solidFill>
                <a:ea typeface="黑体" panose="02010609060101010101" pitchFamily="49" charset="-122"/>
              </a:rPr>
              <a:t>服务器</a:t>
            </a:r>
          </a:p>
        </p:txBody>
      </p:sp>
      <p:sp>
        <p:nvSpPr>
          <p:cNvPr id="1887255" name="Rectangle 27"/>
          <p:cNvSpPr>
            <a:spLocks noChangeArrowheads="1"/>
          </p:cNvSpPr>
          <p:nvPr/>
        </p:nvSpPr>
        <p:spPr bwMode="auto">
          <a:xfrm>
            <a:off x="7618413" y="2841625"/>
            <a:ext cx="536575" cy="255588"/>
          </a:xfrm>
          <a:prstGeom prst="rect">
            <a:avLst/>
          </a:prstGeom>
          <a:solidFill>
            <a:srgbClr val="FFCC99"/>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67</a:t>
            </a:r>
          </a:p>
        </p:txBody>
      </p:sp>
      <p:sp>
        <p:nvSpPr>
          <p:cNvPr id="1887256" name="Rectangle 28"/>
          <p:cNvSpPr>
            <a:spLocks noChangeArrowheads="1"/>
          </p:cNvSpPr>
          <p:nvPr/>
        </p:nvSpPr>
        <p:spPr bwMode="auto">
          <a:xfrm>
            <a:off x="1700213" y="2841625"/>
            <a:ext cx="754062" cy="255588"/>
          </a:xfrm>
          <a:prstGeom prst="rect">
            <a:avLst/>
          </a:prstGeom>
          <a:solidFill>
            <a:srgbClr val="CCFF99"/>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68</a:t>
            </a:r>
          </a:p>
        </p:txBody>
      </p:sp>
      <p:sp>
        <p:nvSpPr>
          <p:cNvPr id="1887257" name="Text Box 29"/>
          <p:cNvSpPr txBox="1">
            <a:spLocks noChangeArrowheads="1"/>
          </p:cNvSpPr>
          <p:nvPr/>
        </p:nvSpPr>
        <p:spPr bwMode="auto">
          <a:xfrm>
            <a:off x="1697038" y="3074988"/>
            <a:ext cx="7286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99"/>
                </a:solidFill>
                <a:ea typeface="黑体" panose="02010609060101010101" pitchFamily="49" charset="-122"/>
              </a:rPr>
              <a:t>UDP</a:t>
            </a:r>
          </a:p>
        </p:txBody>
      </p:sp>
      <p:sp>
        <p:nvSpPr>
          <p:cNvPr id="1887258" name="Text Box 30"/>
          <p:cNvSpPr txBox="1">
            <a:spLocks noChangeArrowheads="1"/>
          </p:cNvSpPr>
          <p:nvPr/>
        </p:nvSpPr>
        <p:spPr bwMode="auto">
          <a:xfrm>
            <a:off x="7419975" y="3074988"/>
            <a:ext cx="7270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99"/>
                </a:solidFill>
                <a:ea typeface="黑体" panose="02010609060101010101" pitchFamily="49" charset="-122"/>
              </a:rPr>
              <a:t>UDP</a:t>
            </a:r>
          </a:p>
        </p:txBody>
      </p:sp>
      <p:sp>
        <p:nvSpPr>
          <p:cNvPr id="1887259" name="Line 31"/>
          <p:cNvSpPr>
            <a:spLocks noChangeShapeType="1"/>
          </p:cNvSpPr>
          <p:nvPr/>
        </p:nvSpPr>
        <p:spPr bwMode="auto">
          <a:xfrm flipH="1">
            <a:off x="2452688" y="3579813"/>
            <a:ext cx="5165725" cy="0"/>
          </a:xfrm>
          <a:prstGeom prst="line">
            <a:avLst/>
          </a:prstGeom>
          <a:noFill/>
          <a:ln w="57150">
            <a:solidFill>
              <a:schemeClr val="hlink"/>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887260" name="Rectangle 32"/>
          <p:cNvSpPr>
            <a:spLocks noChangeArrowheads="1"/>
          </p:cNvSpPr>
          <p:nvPr/>
        </p:nvSpPr>
        <p:spPr bwMode="auto">
          <a:xfrm>
            <a:off x="623888" y="3409950"/>
            <a:ext cx="1074737" cy="339725"/>
          </a:xfrm>
          <a:prstGeom prst="rect">
            <a:avLst/>
          </a:prstGeom>
          <a:solidFill>
            <a:srgbClr val="CCECFF"/>
          </a:solidFill>
          <a:ln w="9525">
            <a:solidFill>
              <a:schemeClr val="tx1"/>
            </a:solidFill>
            <a:miter lim="800000"/>
            <a:headEnd/>
            <a:tailEnd/>
          </a:ln>
        </p:spPr>
        <p:txBody>
          <a:bodyPr wrap="none" anchor="ctr"/>
          <a:lstStyle/>
          <a:p>
            <a:pPr algn="ctr"/>
            <a:r>
              <a:rPr lang="zh-CN" altLang="en-US" sz="2000" b="1">
                <a:solidFill>
                  <a:srgbClr val="000099"/>
                </a:solidFill>
                <a:ea typeface="黑体" panose="02010609060101010101" pitchFamily="49" charset="-122"/>
              </a:rPr>
              <a:t>客户</a:t>
            </a:r>
          </a:p>
        </p:txBody>
      </p:sp>
      <p:sp>
        <p:nvSpPr>
          <p:cNvPr id="1887261" name="Rectangle 33"/>
          <p:cNvSpPr>
            <a:spLocks noChangeArrowheads="1"/>
          </p:cNvSpPr>
          <p:nvPr/>
        </p:nvSpPr>
        <p:spPr bwMode="auto">
          <a:xfrm>
            <a:off x="3529013" y="3452813"/>
            <a:ext cx="2905125" cy="254000"/>
          </a:xfrm>
          <a:prstGeom prst="rect">
            <a:avLst/>
          </a:prstGeom>
          <a:solidFill>
            <a:srgbClr val="FFCCFF"/>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DHCPACK</a:t>
            </a:r>
          </a:p>
        </p:txBody>
      </p:sp>
      <p:sp>
        <p:nvSpPr>
          <p:cNvPr id="1887262" name="Rectangle 34"/>
          <p:cNvSpPr>
            <a:spLocks noChangeArrowheads="1"/>
          </p:cNvSpPr>
          <p:nvPr/>
        </p:nvSpPr>
        <p:spPr bwMode="auto">
          <a:xfrm>
            <a:off x="8154988" y="3409950"/>
            <a:ext cx="1076325" cy="339725"/>
          </a:xfrm>
          <a:prstGeom prst="rect">
            <a:avLst/>
          </a:prstGeom>
          <a:solidFill>
            <a:srgbClr val="FFCCFF"/>
          </a:solidFill>
          <a:ln w="9525">
            <a:solidFill>
              <a:schemeClr val="tx1"/>
            </a:solidFill>
            <a:miter lim="800000"/>
            <a:headEnd/>
            <a:tailEnd/>
          </a:ln>
        </p:spPr>
        <p:txBody>
          <a:bodyPr wrap="none" anchor="ctr"/>
          <a:lstStyle/>
          <a:p>
            <a:pPr algn="ctr"/>
            <a:r>
              <a:rPr lang="zh-CN" altLang="en-US" sz="2000" b="1">
                <a:solidFill>
                  <a:srgbClr val="000099"/>
                </a:solidFill>
                <a:ea typeface="黑体" panose="02010609060101010101" pitchFamily="49" charset="-122"/>
              </a:rPr>
              <a:t>服务器</a:t>
            </a:r>
          </a:p>
        </p:txBody>
      </p:sp>
      <p:sp>
        <p:nvSpPr>
          <p:cNvPr id="1887263" name="Rectangle 35"/>
          <p:cNvSpPr>
            <a:spLocks noChangeArrowheads="1"/>
          </p:cNvSpPr>
          <p:nvPr/>
        </p:nvSpPr>
        <p:spPr bwMode="auto">
          <a:xfrm>
            <a:off x="7618413" y="3452813"/>
            <a:ext cx="536575" cy="254000"/>
          </a:xfrm>
          <a:prstGeom prst="rect">
            <a:avLst/>
          </a:prstGeom>
          <a:solidFill>
            <a:srgbClr val="FFCC99"/>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67</a:t>
            </a:r>
          </a:p>
        </p:txBody>
      </p:sp>
      <p:sp>
        <p:nvSpPr>
          <p:cNvPr id="1887264" name="Rectangle 36"/>
          <p:cNvSpPr>
            <a:spLocks noChangeArrowheads="1"/>
          </p:cNvSpPr>
          <p:nvPr/>
        </p:nvSpPr>
        <p:spPr bwMode="auto">
          <a:xfrm>
            <a:off x="1698625" y="3452813"/>
            <a:ext cx="754063" cy="254000"/>
          </a:xfrm>
          <a:prstGeom prst="rect">
            <a:avLst/>
          </a:prstGeom>
          <a:solidFill>
            <a:srgbClr val="CCFF99"/>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68</a:t>
            </a:r>
          </a:p>
        </p:txBody>
      </p:sp>
      <p:sp>
        <p:nvSpPr>
          <p:cNvPr id="1887265" name="Text Box 37"/>
          <p:cNvSpPr txBox="1">
            <a:spLocks noChangeArrowheads="1"/>
          </p:cNvSpPr>
          <p:nvPr/>
        </p:nvSpPr>
        <p:spPr bwMode="auto">
          <a:xfrm>
            <a:off x="1697038" y="3684588"/>
            <a:ext cx="7286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99"/>
                </a:solidFill>
                <a:ea typeface="黑体" panose="02010609060101010101" pitchFamily="49" charset="-122"/>
              </a:rPr>
              <a:t>UDP</a:t>
            </a:r>
          </a:p>
        </p:txBody>
      </p:sp>
      <p:sp>
        <p:nvSpPr>
          <p:cNvPr id="1887266" name="Text Box 38"/>
          <p:cNvSpPr txBox="1">
            <a:spLocks noChangeArrowheads="1"/>
          </p:cNvSpPr>
          <p:nvPr/>
        </p:nvSpPr>
        <p:spPr bwMode="auto">
          <a:xfrm>
            <a:off x="7419975" y="3684588"/>
            <a:ext cx="7270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99"/>
                </a:solidFill>
                <a:ea typeface="黑体" panose="02010609060101010101" pitchFamily="49" charset="-122"/>
              </a:rPr>
              <a:t>UDP</a:t>
            </a:r>
          </a:p>
        </p:txBody>
      </p:sp>
      <p:sp>
        <p:nvSpPr>
          <p:cNvPr id="1887267" name="Line 40"/>
          <p:cNvSpPr>
            <a:spLocks noChangeShapeType="1"/>
          </p:cNvSpPr>
          <p:nvPr/>
        </p:nvSpPr>
        <p:spPr bwMode="auto">
          <a:xfrm>
            <a:off x="2454275" y="4187825"/>
            <a:ext cx="5164138" cy="0"/>
          </a:xfrm>
          <a:prstGeom prst="line">
            <a:avLst/>
          </a:prstGeom>
          <a:noFill/>
          <a:ln w="57150">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887268" name="Rectangle 41"/>
          <p:cNvSpPr>
            <a:spLocks noChangeArrowheads="1"/>
          </p:cNvSpPr>
          <p:nvPr/>
        </p:nvSpPr>
        <p:spPr bwMode="auto">
          <a:xfrm>
            <a:off x="623888" y="4017963"/>
            <a:ext cx="1076325" cy="338137"/>
          </a:xfrm>
          <a:prstGeom prst="rect">
            <a:avLst/>
          </a:prstGeom>
          <a:solidFill>
            <a:srgbClr val="CCECFF"/>
          </a:solidFill>
          <a:ln w="9525">
            <a:solidFill>
              <a:schemeClr val="tx1"/>
            </a:solidFill>
            <a:miter lim="800000"/>
            <a:headEnd/>
            <a:tailEnd/>
          </a:ln>
        </p:spPr>
        <p:txBody>
          <a:bodyPr wrap="none" anchor="ctr"/>
          <a:lstStyle/>
          <a:p>
            <a:pPr algn="ctr"/>
            <a:r>
              <a:rPr lang="zh-CN" altLang="en-US" sz="2000" b="1">
                <a:solidFill>
                  <a:srgbClr val="000099"/>
                </a:solidFill>
                <a:ea typeface="黑体" panose="02010609060101010101" pitchFamily="49" charset="-122"/>
              </a:rPr>
              <a:t>客户</a:t>
            </a:r>
          </a:p>
        </p:txBody>
      </p:sp>
      <p:sp>
        <p:nvSpPr>
          <p:cNvPr id="1887269" name="Rectangle 42"/>
          <p:cNvSpPr>
            <a:spLocks noChangeArrowheads="1"/>
          </p:cNvSpPr>
          <p:nvPr/>
        </p:nvSpPr>
        <p:spPr bwMode="auto">
          <a:xfrm>
            <a:off x="3529013" y="4060825"/>
            <a:ext cx="2905125" cy="254000"/>
          </a:xfrm>
          <a:prstGeom prst="rect">
            <a:avLst/>
          </a:prstGeom>
          <a:solidFill>
            <a:srgbClr val="CCECFF"/>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DHCPREQUEST</a:t>
            </a:r>
          </a:p>
        </p:txBody>
      </p:sp>
      <p:sp>
        <p:nvSpPr>
          <p:cNvPr id="1887270" name="Rectangle 43"/>
          <p:cNvSpPr>
            <a:spLocks noChangeArrowheads="1"/>
          </p:cNvSpPr>
          <p:nvPr/>
        </p:nvSpPr>
        <p:spPr bwMode="auto">
          <a:xfrm>
            <a:off x="8154988" y="4017963"/>
            <a:ext cx="1076325" cy="338137"/>
          </a:xfrm>
          <a:prstGeom prst="rect">
            <a:avLst/>
          </a:prstGeom>
          <a:solidFill>
            <a:srgbClr val="FFCCFF"/>
          </a:solidFill>
          <a:ln w="9525">
            <a:solidFill>
              <a:schemeClr val="tx1"/>
            </a:solidFill>
            <a:miter lim="800000"/>
            <a:headEnd/>
            <a:tailEnd/>
          </a:ln>
        </p:spPr>
        <p:txBody>
          <a:bodyPr wrap="none" anchor="ctr"/>
          <a:lstStyle/>
          <a:p>
            <a:pPr algn="ctr"/>
            <a:r>
              <a:rPr lang="zh-CN" altLang="en-US" sz="2000" b="1">
                <a:solidFill>
                  <a:srgbClr val="000099"/>
                </a:solidFill>
                <a:ea typeface="黑体" panose="02010609060101010101" pitchFamily="49" charset="-122"/>
              </a:rPr>
              <a:t>服务器</a:t>
            </a:r>
          </a:p>
        </p:txBody>
      </p:sp>
      <p:sp>
        <p:nvSpPr>
          <p:cNvPr id="1887271" name="Rectangle 44"/>
          <p:cNvSpPr>
            <a:spLocks noChangeArrowheads="1"/>
          </p:cNvSpPr>
          <p:nvPr/>
        </p:nvSpPr>
        <p:spPr bwMode="auto">
          <a:xfrm>
            <a:off x="7618413" y="4060825"/>
            <a:ext cx="536575" cy="254000"/>
          </a:xfrm>
          <a:prstGeom prst="rect">
            <a:avLst/>
          </a:prstGeom>
          <a:solidFill>
            <a:srgbClr val="FFCC99"/>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67</a:t>
            </a:r>
          </a:p>
        </p:txBody>
      </p:sp>
      <p:sp>
        <p:nvSpPr>
          <p:cNvPr id="1887272" name="Rectangle 45"/>
          <p:cNvSpPr>
            <a:spLocks noChangeArrowheads="1"/>
          </p:cNvSpPr>
          <p:nvPr/>
        </p:nvSpPr>
        <p:spPr bwMode="auto">
          <a:xfrm>
            <a:off x="1700213" y="4060825"/>
            <a:ext cx="754062" cy="254000"/>
          </a:xfrm>
          <a:prstGeom prst="rect">
            <a:avLst/>
          </a:prstGeom>
          <a:solidFill>
            <a:srgbClr val="CCFF99"/>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68</a:t>
            </a:r>
          </a:p>
        </p:txBody>
      </p:sp>
      <p:sp>
        <p:nvSpPr>
          <p:cNvPr id="1887273" name="Text Box 46"/>
          <p:cNvSpPr txBox="1">
            <a:spLocks noChangeArrowheads="1"/>
          </p:cNvSpPr>
          <p:nvPr/>
        </p:nvSpPr>
        <p:spPr bwMode="auto">
          <a:xfrm>
            <a:off x="1697038" y="4292600"/>
            <a:ext cx="7286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99"/>
                </a:solidFill>
                <a:ea typeface="黑体" panose="02010609060101010101" pitchFamily="49" charset="-122"/>
              </a:rPr>
              <a:t>UDP</a:t>
            </a:r>
          </a:p>
        </p:txBody>
      </p:sp>
      <p:sp>
        <p:nvSpPr>
          <p:cNvPr id="1887274" name="Text Box 47"/>
          <p:cNvSpPr txBox="1">
            <a:spLocks noChangeArrowheads="1"/>
          </p:cNvSpPr>
          <p:nvPr/>
        </p:nvSpPr>
        <p:spPr bwMode="auto">
          <a:xfrm>
            <a:off x="7419975" y="4292600"/>
            <a:ext cx="7270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99"/>
                </a:solidFill>
                <a:ea typeface="黑体" panose="02010609060101010101" pitchFamily="49" charset="-122"/>
              </a:rPr>
              <a:t>UDP</a:t>
            </a:r>
          </a:p>
        </p:txBody>
      </p:sp>
      <p:sp>
        <p:nvSpPr>
          <p:cNvPr id="1887275" name="Line 48"/>
          <p:cNvSpPr>
            <a:spLocks noChangeShapeType="1"/>
          </p:cNvSpPr>
          <p:nvPr/>
        </p:nvSpPr>
        <p:spPr bwMode="auto">
          <a:xfrm flipH="1">
            <a:off x="2452688" y="4800600"/>
            <a:ext cx="5165725" cy="0"/>
          </a:xfrm>
          <a:prstGeom prst="line">
            <a:avLst/>
          </a:prstGeom>
          <a:noFill/>
          <a:ln w="57150">
            <a:solidFill>
              <a:schemeClr val="hlink"/>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887276" name="Rectangle 49"/>
          <p:cNvSpPr>
            <a:spLocks noChangeArrowheads="1"/>
          </p:cNvSpPr>
          <p:nvPr/>
        </p:nvSpPr>
        <p:spPr bwMode="auto">
          <a:xfrm>
            <a:off x="623888" y="4629150"/>
            <a:ext cx="1074737" cy="338138"/>
          </a:xfrm>
          <a:prstGeom prst="rect">
            <a:avLst/>
          </a:prstGeom>
          <a:solidFill>
            <a:srgbClr val="CCECFF"/>
          </a:solidFill>
          <a:ln w="9525">
            <a:solidFill>
              <a:schemeClr val="tx1"/>
            </a:solidFill>
            <a:miter lim="800000"/>
            <a:headEnd/>
            <a:tailEnd/>
          </a:ln>
        </p:spPr>
        <p:txBody>
          <a:bodyPr wrap="none" anchor="ctr"/>
          <a:lstStyle/>
          <a:p>
            <a:pPr algn="ctr"/>
            <a:r>
              <a:rPr lang="zh-CN" altLang="en-US" sz="2000" b="1">
                <a:solidFill>
                  <a:srgbClr val="000099"/>
                </a:solidFill>
                <a:ea typeface="黑体" panose="02010609060101010101" pitchFamily="49" charset="-122"/>
              </a:rPr>
              <a:t>客户</a:t>
            </a:r>
          </a:p>
        </p:txBody>
      </p:sp>
      <p:sp>
        <p:nvSpPr>
          <p:cNvPr id="1887277" name="Rectangle 50"/>
          <p:cNvSpPr>
            <a:spLocks noChangeArrowheads="1"/>
          </p:cNvSpPr>
          <p:nvPr/>
        </p:nvSpPr>
        <p:spPr bwMode="auto">
          <a:xfrm>
            <a:off x="3529013" y="4672013"/>
            <a:ext cx="2905125" cy="255587"/>
          </a:xfrm>
          <a:prstGeom prst="rect">
            <a:avLst/>
          </a:prstGeom>
          <a:solidFill>
            <a:srgbClr val="FFCCFF"/>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DHCPNACK</a:t>
            </a:r>
          </a:p>
        </p:txBody>
      </p:sp>
      <p:sp>
        <p:nvSpPr>
          <p:cNvPr id="1887278" name="Rectangle 51"/>
          <p:cNvSpPr>
            <a:spLocks noChangeArrowheads="1"/>
          </p:cNvSpPr>
          <p:nvPr/>
        </p:nvSpPr>
        <p:spPr bwMode="auto">
          <a:xfrm>
            <a:off x="8154988" y="4629150"/>
            <a:ext cx="1076325" cy="338138"/>
          </a:xfrm>
          <a:prstGeom prst="rect">
            <a:avLst/>
          </a:prstGeom>
          <a:solidFill>
            <a:srgbClr val="FFCCFF"/>
          </a:solidFill>
          <a:ln w="9525">
            <a:solidFill>
              <a:schemeClr val="tx1"/>
            </a:solidFill>
            <a:miter lim="800000"/>
            <a:headEnd/>
            <a:tailEnd/>
          </a:ln>
        </p:spPr>
        <p:txBody>
          <a:bodyPr wrap="none" anchor="ctr"/>
          <a:lstStyle/>
          <a:p>
            <a:pPr algn="ctr"/>
            <a:r>
              <a:rPr lang="zh-CN" altLang="en-US" sz="2000" b="1">
                <a:solidFill>
                  <a:srgbClr val="000099"/>
                </a:solidFill>
                <a:ea typeface="黑体" panose="02010609060101010101" pitchFamily="49" charset="-122"/>
              </a:rPr>
              <a:t>服务器</a:t>
            </a:r>
          </a:p>
        </p:txBody>
      </p:sp>
      <p:sp>
        <p:nvSpPr>
          <p:cNvPr id="1887279" name="Rectangle 52"/>
          <p:cNvSpPr>
            <a:spLocks noChangeArrowheads="1"/>
          </p:cNvSpPr>
          <p:nvPr/>
        </p:nvSpPr>
        <p:spPr bwMode="auto">
          <a:xfrm>
            <a:off x="7618413" y="4672013"/>
            <a:ext cx="536575" cy="255587"/>
          </a:xfrm>
          <a:prstGeom prst="rect">
            <a:avLst/>
          </a:prstGeom>
          <a:solidFill>
            <a:srgbClr val="FFCC99"/>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67</a:t>
            </a:r>
          </a:p>
        </p:txBody>
      </p:sp>
      <p:sp>
        <p:nvSpPr>
          <p:cNvPr id="1887280" name="Rectangle 53"/>
          <p:cNvSpPr>
            <a:spLocks noChangeArrowheads="1"/>
          </p:cNvSpPr>
          <p:nvPr/>
        </p:nvSpPr>
        <p:spPr bwMode="auto">
          <a:xfrm>
            <a:off x="1698625" y="4672013"/>
            <a:ext cx="754063" cy="255587"/>
          </a:xfrm>
          <a:prstGeom prst="rect">
            <a:avLst/>
          </a:prstGeom>
          <a:solidFill>
            <a:srgbClr val="CCFF99"/>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68</a:t>
            </a:r>
          </a:p>
        </p:txBody>
      </p:sp>
      <p:sp>
        <p:nvSpPr>
          <p:cNvPr id="1887281" name="Text Box 54"/>
          <p:cNvSpPr txBox="1">
            <a:spLocks noChangeArrowheads="1"/>
          </p:cNvSpPr>
          <p:nvPr/>
        </p:nvSpPr>
        <p:spPr bwMode="auto">
          <a:xfrm>
            <a:off x="1697038" y="4903788"/>
            <a:ext cx="7286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99"/>
                </a:solidFill>
                <a:ea typeface="黑体" panose="02010609060101010101" pitchFamily="49" charset="-122"/>
              </a:rPr>
              <a:t>UDP</a:t>
            </a:r>
          </a:p>
        </p:txBody>
      </p:sp>
      <p:sp>
        <p:nvSpPr>
          <p:cNvPr id="1887282" name="Text Box 55"/>
          <p:cNvSpPr txBox="1">
            <a:spLocks noChangeArrowheads="1"/>
          </p:cNvSpPr>
          <p:nvPr/>
        </p:nvSpPr>
        <p:spPr bwMode="auto">
          <a:xfrm>
            <a:off x="7419975" y="4903788"/>
            <a:ext cx="7270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99"/>
                </a:solidFill>
                <a:ea typeface="黑体" panose="02010609060101010101" pitchFamily="49" charset="-122"/>
              </a:rPr>
              <a:t>UDP</a:t>
            </a:r>
          </a:p>
        </p:txBody>
      </p:sp>
      <p:sp>
        <p:nvSpPr>
          <p:cNvPr id="1887283" name="Line 56"/>
          <p:cNvSpPr>
            <a:spLocks noChangeShapeType="1"/>
          </p:cNvSpPr>
          <p:nvPr/>
        </p:nvSpPr>
        <p:spPr bwMode="auto">
          <a:xfrm flipH="1">
            <a:off x="2452688" y="5411788"/>
            <a:ext cx="5165725" cy="0"/>
          </a:xfrm>
          <a:prstGeom prst="line">
            <a:avLst/>
          </a:prstGeom>
          <a:noFill/>
          <a:ln w="57150">
            <a:solidFill>
              <a:schemeClr val="hlink"/>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887284" name="Rectangle 57"/>
          <p:cNvSpPr>
            <a:spLocks noChangeArrowheads="1"/>
          </p:cNvSpPr>
          <p:nvPr/>
        </p:nvSpPr>
        <p:spPr bwMode="auto">
          <a:xfrm>
            <a:off x="623888" y="5240338"/>
            <a:ext cx="1074737" cy="338137"/>
          </a:xfrm>
          <a:prstGeom prst="rect">
            <a:avLst/>
          </a:prstGeom>
          <a:solidFill>
            <a:srgbClr val="CCECFF"/>
          </a:solidFill>
          <a:ln w="9525">
            <a:solidFill>
              <a:schemeClr val="tx1"/>
            </a:solidFill>
            <a:miter lim="800000"/>
            <a:headEnd/>
            <a:tailEnd/>
          </a:ln>
        </p:spPr>
        <p:txBody>
          <a:bodyPr wrap="none" anchor="ctr"/>
          <a:lstStyle/>
          <a:p>
            <a:pPr algn="ctr"/>
            <a:r>
              <a:rPr lang="zh-CN" altLang="en-US" sz="2000" b="1">
                <a:solidFill>
                  <a:srgbClr val="000099"/>
                </a:solidFill>
                <a:ea typeface="黑体" panose="02010609060101010101" pitchFamily="49" charset="-122"/>
              </a:rPr>
              <a:t>客户</a:t>
            </a:r>
          </a:p>
        </p:txBody>
      </p:sp>
      <p:sp>
        <p:nvSpPr>
          <p:cNvPr id="1887285" name="Rectangle 58"/>
          <p:cNvSpPr>
            <a:spLocks noChangeArrowheads="1"/>
          </p:cNvSpPr>
          <p:nvPr/>
        </p:nvSpPr>
        <p:spPr bwMode="auto">
          <a:xfrm>
            <a:off x="3529013" y="5283200"/>
            <a:ext cx="2905125" cy="255588"/>
          </a:xfrm>
          <a:prstGeom prst="rect">
            <a:avLst/>
          </a:prstGeom>
          <a:solidFill>
            <a:srgbClr val="FFCCFF"/>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DHCPACK</a:t>
            </a:r>
          </a:p>
        </p:txBody>
      </p:sp>
      <p:sp>
        <p:nvSpPr>
          <p:cNvPr id="1887286" name="Rectangle 59"/>
          <p:cNvSpPr>
            <a:spLocks noChangeArrowheads="1"/>
          </p:cNvSpPr>
          <p:nvPr/>
        </p:nvSpPr>
        <p:spPr bwMode="auto">
          <a:xfrm>
            <a:off x="8154988" y="5240338"/>
            <a:ext cx="1076325" cy="338137"/>
          </a:xfrm>
          <a:prstGeom prst="rect">
            <a:avLst/>
          </a:prstGeom>
          <a:solidFill>
            <a:srgbClr val="FFCCFF"/>
          </a:solidFill>
          <a:ln w="9525">
            <a:solidFill>
              <a:schemeClr val="tx1"/>
            </a:solidFill>
            <a:miter lim="800000"/>
            <a:headEnd/>
            <a:tailEnd/>
          </a:ln>
        </p:spPr>
        <p:txBody>
          <a:bodyPr wrap="none" anchor="ctr"/>
          <a:lstStyle/>
          <a:p>
            <a:pPr algn="ctr"/>
            <a:r>
              <a:rPr lang="zh-CN" altLang="en-US" sz="2000" b="1">
                <a:solidFill>
                  <a:srgbClr val="000099"/>
                </a:solidFill>
                <a:ea typeface="黑体" panose="02010609060101010101" pitchFamily="49" charset="-122"/>
              </a:rPr>
              <a:t>服务器</a:t>
            </a:r>
          </a:p>
        </p:txBody>
      </p:sp>
      <p:sp>
        <p:nvSpPr>
          <p:cNvPr id="1887287" name="Rectangle 60"/>
          <p:cNvSpPr>
            <a:spLocks noChangeArrowheads="1"/>
          </p:cNvSpPr>
          <p:nvPr/>
        </p:nvSpPr>
        <p:spPr bwMode="auto">
          <a:xfrm>
            <a:off x="7618413" y="5283200"/>
            <a:ext cx="536575" cy="255588"/>
          </a:xfrm>
          <a:prstGeom prst="rect">
            <a:avLst/>
          </a:prstGeom>
          <a:solidFill>
            <a:srgbClr val="FFCC99"/>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67</a:t>
            </a:r>
          </a:p>
        </p:txBody>
      </p:sp>
      <p:sp>
        <p:nvSpPr>
          <p:cNvPr id="1887288" name="Rectangle 61"/>
          <p:cNvSpPr>
            <a:spLocks noChangeArrowheads="1"/>
          </p:cNvSpPr>
          <p:nvPr/>
        </p:nvSpPr>
        <p:spPr bwMode="auto">
          <a:xfrm>
            <a:off x="1698625" y="5283200"/>
            <a:ext cx="754063" cy="255588"/>
          </a:xfrm>
          <a:prstGeom prst="rect">
            <a:avLst/>
          </a:prstGeom>
          <a:solidFill>
            <a:srgbClr val="CCFF99"/>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68</a:t>
            </a:r>
          </a:p>
        </p:txBody>
      </p:sp>
      <p:sp>
        <p:nvSpPr>
          <p:cNvPr id="1887289" name="Text Box 62"/>
          <p:cNvSpPr txBox="1">
            <a:spLocks noChangeArrowheads="1"/>
          </p:cNvSpPr>
          <p:nvPr/>
        </p:nvSpPr>
        <p:spPr bwMode="auto">
          <a:xfrm>
            <a:off x="1697038" y="5514975"/>
            <a:ext cx="7286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99"/>
                </a:solidFill>
                <a:ea typeface="黑体" panose="02010609060101010101" pitchFamily="49" charset="-122"/>
              </a:rPr>
              <a:t>UDP</a:t>
            </a:r>
          </a:p>
        </p:txBody>
      </p:sp>
      <p:sp>
        <p:nvSpPr>
          <p:cNvPr id="1887290" name="Text Box 63"/>
          <p:cNvSpPr txBox="1">
            <a:spLocks noChangeArrowheads="1"/>
          </p:cNvSpPr>
          <p:nvPr/>
        </p:nvSpPr>
        <p:spPr bwMode="auto">
          <a:xfrm>
            <a:off x="7419975" y="5514975"/>
            <a:ext cx="7270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99"/>
                </a:solidFill>
                <a:ea typeface="黑体" panose="02010609060101010101" pitchFamily="49" charset="-122"/>
              </a:rPr>
              <a:t>UDP</a:t>
            </a:r>
          </a:p>
        </p:txBody>
      </p:sp>
      <p:sp>
        <p:nvSpPr>
          <p:cNvPr id="1887291" name="Line 65"/>
          <p:cNvSpPr>
            <a:spLocks noChangeShapeType="1"/>
          </p:cNvSpPr>
          <p:nvPr/>
        </p:nvSpPr>
        <p:spPr bwMode="auto">
          <a:xfrm>
            <a:off x="2454275" y="6256338"/>
            <a:ext cx="5164138" cy="0"/>
          </a:xfrm>
          <a:prstGeom prst="line">
            <a:avLst/>
          </a:prstGeom>
          <a:noFill/>
          <a:ln w="57150">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887292" name="Rectangle 66"/>
          <p:cNvSpPr>
            <a:spLocks noChangeArrowheads="1"/>
          </p:cNvSpPr>
          <p:nvPr/>
        </p:nvSpPr>
        <p:spPr bwMode="auto">
          <a:xfrm>
            <a:off x="623888" y="6086475"/>
            <a:ext cx="1076325" cy="338138"/>
          </a:xfrm>
          <a:prstGeom prst="rect">
            <a:avLst/>
          </a:prstGeom>
          <a:solidFill>
            <a:srgbClr val="CCECFF"/>
          </a:solidFill>
          <a:ln w="9525">
            <a:solidFill>
              <a:schemeClr val="tx1"/>
            </a:solidFill>
            <a:miter lim="800000"/>
            <a:headEnd/>
            <a:tailEnd/>
          </a:ln>
        </p:spPr>
        <p:txBody>
          <a:bodyPr wrap="none" anchor="ctr"/>
          <a:lstStyle/>
          <a:p>
            <a:pPr algn="ctr"/>
            <a:r>
              <a:rPr lang="zh-CN" altLang="en-US" sz="2000" b="1">
                <a:solidFill>
                  <a:srgbClr val="000099"/>
                </a:solidFill>
                <a:ea typeface="黑体" panose="02010609060101010101" pitchFamily="49" charset="-122"/>
              </a:rPr>
              <a:t>客户</a:t>
            </a:r>
          </a:p>
        </p:txBody>
      </p:sp>
      <p:sp>
        <p:nvSpPr>
          <p:cNvPr id="1887293" name="Rectangle 67"/>
          <p:cNvSpPr>
            <a:spLocks noChangeArrowheads="1"/>
          </p:cNvSpPr>
          <p:nvPr/>
        </p:nvSpPr>
        <p:spPr bwMode="auto">
          <a:xfrm>
            <a:off x="3529013" y="6129338"/>
            <a:ext cx="2905125" cy="254000"/>
          </a:xfrm>
          <a:prstGeom prst="rect">
            <a:avLst/>
          </a:prstGeom>
          <a:solidFill>
            <a:srgbClr val="CCECFF"/>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DHCPRELEASE</a:t>
            </a:r>
          </a:p>
        </p:txBody>
      </p:sp>
      <p:sp>
        <p:nvSpPr>
          <p:cNvPr id="1887294" name="Rectangle 68"/>
          <p:cNvSpPr>
            <a:spLocks noChangeArrowheads="1"/>
          </p:cNvSpPr>
          <p:nvPr/>
        </p:nvSpPr>
        <p:spPr bwMode="auto">
          <a:xfrm>
            <a:off x="8154988" y="6086475"/>
            <a:ext cx="1076325" cy="338138"/>
          </a:xfrm>
          <a:prstGeom prst="rect">
            <a:avLst/>
          </a:prstGeom>
          <a:solidFill>
            <a:srgbClr val="FFCCFF"/>
          </a:solidFill>
          <a:ln w="9525">
            <a:solidFill>
              <a:schemeClr val="tx1"/>
            </a:solidFill>
            <a:miter lim="800000"/>
            <a:headEnd/>
            <a:tailEnd/>
          </a:ln>
        </p:spPr>
        <p:txBody>
          <a:bodyPr wrap="none" anchor="ctr"/>
          <a:lstStyle/>
          <a:p>
            <a:pPr algn="ctr"/>
            <a:r>
              <a:rPr lang="zh-CN" altLang="en-US" sz="2000" b="1">
                <a:solidFill>
                  <a:srgbClr val="000099"/>
                </a:solidFill>
                <a:ea typeface="黑体" panose="02010609060101010101" pitchFamily="49" charset="-122"/>
              </a:rPr>
              <a:t>服务器</a:t>
            </a:r>
          </a:p>
        </p:txBody>
      </p:sp>
      <p:sp>
        <p:nvSpPr>
          <p:cNvPr id="1887295" name="Rectangle 69"/>
          <p:cNvSpPr>
            <a:spLocks noChangeArrowheads="1"/>
          </p:cNvSpPr>
          <p:nvPr/>
        </p:nvSpPr>
        <p:spPr bwMode="auto">
          <a:xfrm>
            <a:off x="7618413" y="6129338"/>
            <a:ext cx="536575" cy="254000"/>
          </a:xfrm>
          <a:prstGeom prst="rect">
            <a:avLst/>
          </a:prstGeom>
          <a:solidFill>
            <a:srgbClr val="FFCC99"/>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67</a:t>
            </a:r>
          </a:p>
        </p:txBody>
      </p:sp>
      <p:sp>
        <p:nvSpPr>
          <p:cNvPr id="1887296" name="Rectangle 70"/>
          <p:cNvSpPr>
            <a:spLocks noChangeArrowheads="1"/>
          </p:cNvSpPr>
          <p:nvPr/>
        </p:nvSpPr>
        <p:spPr bwMode="auto">
          <a:xfrm>
            <a:off x="1700213" y="6129338"/>
            <a:ext cx="754062" cy="254000"/>
          </a:xfrm>
          <a:prstGeom prst="rect">
            <a:avLst/>
          </a:prstGeom>
          <a:solidFill>
            <a:srgbClr val="CCFF99"/>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68</a:t>
            </a:r>
          </a:p>
        </p:txBody>
      </p:sp>
      <p:sp>
        <p:nvSpPr>
          <p:cNvPr id="1887297" name="Text Box 71"/>
          <p:cNvSpPr txBox="1">
            <a:spLocks noChangeArrowheads="1"/>
          </p:cNvSpPr>
          <p:nvPr/>
        </p:nvSpPr>
        <p:spPr bwMode="auto">
          <a:xfrm>
            <a:off x="1697038" y="6361113"/>
            <a:ext cx="7286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99"/>
                </a:solidFill>
                <a:ea typeface="黑体" panose="02010609060101010101" pitchFamily="49" charset="-122"/>
              </a:rPr>
              <a:t>UDP</a:t>
            </a:r>
          </a:p>
        </p:txBody>
      </p:sp>
      <p:sp>
        <p:nvSpPr>
          <p:cNvPr id="1887298" name="Text Box 72"/>
          <p:cNvSpPr txBox="1">
            <a:spLocks noChangeArrowheads="1"/>
          </p:cNvSpPr>
          <p:nvPr/>
        </p:nvSpPr>
        <p:spPr bwMode="auto">
          <a:xfrm>
            <a:off x="7419975" y="6361113"/>
            <a:ext cx="7270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99"/>
                </a:solidFill>
                <a:ea typeface="黑体" panose="02010609060101010101" pitchFamily="49" charset="-122"/>
              </a:rPr>
              <a:t>UDP</a:t>
            </a:r>
          </a:p>
        </p:txBody>
      </p:sp>
      <p:sp>
        <p:nvSpPr>
          <p:cNvPr id="1887299" name="Rectangle 73"/>
          <p:cNvSpPr>
            <a:spLocks noChangeArrowheads="1"/>
          </p:cNvSpPr>
          <p:nvPr/>
        </p:nvSpPr>
        <p:spPr bwMode="auto">
          <a:xfrm>
            <a:off x="8154988" y="936625"/>
            <a:ext cx="1076325" cy="338138"/>
          </a:xfrm>
          <a:prstGeom prst="rect">
            <a:avLst/>
          </a:prstGeom>
          <a:solidFill>
            <a:srgbClr val="FFCCFF"/>
          </a:solidFill>
          <a:ln w="9525">
            <a:solidFill>
              <a:schemeClr val="tx1"/>
            </a:solidFill>
            <a:miter lim="800000"/>
            <a:headEnd/>
            <a:tailEnd/>
          </a:ln>
        </p:spPr>
        <p:txBody>
          <a:bodyPr wrap="none" anchor="ctr"/>
          <a:lstStyle/>
          <a:p>
            <a:pPr algn="ctr"/>
            <a:r>
              <a:rPr lang="zh-CN" altLang="en-US" sz="2000" b="1">
                <a:solidFill>
                  <a:srgbClr val="000099"/>
                </a:solidFill>
                <a:ea typeface="黑体" panose="02010609060101010101" pitchFamily="49" charset="-122"/>
              </a:rPr>
              <a:t>服务器</a:t>
            </a:r>
          </a:p>
        </p:txBody>
      </p:sp>
      <p:sp>
        <p:nvSpPr>
          <p:cNvPr id="1887300" name="Rectangle 74"/>
          <p:cNvSpPr>
            <a:spLocks noChangeArrowheads="1"/>
          </p:cNvSpPr>
          <p:nvPr/>
        </p:nvSpPr>
        <p:spPr bwMode="auto">
          <a:xfrm>
            <a:off x="7618413" y="977900"/>
            <a:ext cx="536575" cy="254000"/>
          </a:xfrm>
          <a:prstGeom prst="rect">
            <a:avLst/>
          </a:prstGeom>
          <a:solidFill>
            <a:srgbClr val="FFCC99"/>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67</a:t>
            </a:r>
          </a:p>
        </p:txBody>
      </p:sp>
      <p:sp>
        <p:nvSpPr>
          <p:cNvPr id="1887301" name="Text Box 75"/>
          <p:cNvSpPr txBox="1">
            <a:spLocks noChangeArrowheads="1"/>
          </p:cNvSpPr>
          <p:nvPr/>
        </p:nvSpPr>
        <p:spPr bwMode="auto">
          <a:xfrm>
            <a:off x="7419975" y="1209675"/>
            <a:ext cx="7270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99"/>
                </a:solidFill>
                <a:ea typeface="黑体" panose="02010609060101010101" pitchFamily="49" charset="-122"/>
              </a:rPr>
              <a:t>UDP</a:t>
            </a:r>
          </a:p>
        </p:txBody>
      </p:sp>
      <p:sp>
        <p:nvSpPr>
          <p:cNvPr id="1887302" name="Text Box 76"/>
          <p:cNvSpPr txBox="1">
            <a:spLocks noChangeArrowheads="1"/>
          </p:cNvSpPr>
          <p:nvPr/>
        </p:nvSpPr>
        <p:spPr bwMode="auto">
          <a:xfrm>
            <a:off x="6218238" y="692150"/>
            <a:ext cx="12112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a:solidFill>
                  <a:srgbClr val="000099"/>
                </a:solidFill>
                <a:ea typeface="黑体" panose="02010609060101010101" pitchFamily="49" charset="-122"/>
              </a:rPr>
              <a:t>被动打开</a:t>
            </a:r>
          </a:p>
        </p:txBody>
      </p:sp>
      <p:sp>
        <p:nvSpPr>
          <p:cNvPr id="1887303" name="Text Box 77"/>
          <p:cNvSpPr txBox="1">
            <a:spLocks noChangeArrowheads="1"/>
          </p:cNvSpPr>
          <p:nvPr/>
        </p:nvSpPr>
        <p:spPr bwMode="auto">
          <a:xfrm>
            <a:off x="9237663" y="820738"/>
            <a:ext cx="5048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800" b="1">
                <a:solidFill>
                  <a:srgbClr val="000099"/>
                </a:solidFill>
                <a:ea typeface="黑体" panose="02010609060101010101" pitchFamily="49" charset="-122"/>
                <a:sym typeface="Wingdings" panose="05000000000000000000" pitchFamily="2" charset="2"/>
              </a:rPr>
              <a:t></a:t>
            </a:r>
          </a:p>
        </p:txBody>
      </p:sp>
      <p:sp>
        <p:nvSpPr>
          <p:cNvPr id="1887304" name="Text Box 78"/>
          <p:cNvSpPr txBox="1">
            <a:spLocks noChangeArrowheads="1"/>
          </p:cNvSpPr>
          <p:nvPr/>
        </p:nvSpPr>
        <p:spPr bwMode="auto">
          <a:xfrm>
            <a:off x="85725" y="1435100"/>
            <a:ext cx="5048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800" b="1">
                <a:solidFill>
                  <a:srgbClr val="000099"/>
                </a:solidFill>
                <a:ea typeface="黑体" panose="02010609060101010101" pitchFamily="49" charset="-122"/>
                <a:sym typeface="Wingdings" panose="05000000000000000000" pitchFamily="2" charset="2"/>
              </a:rPr>
              <a:t></a:t>
            </a:r>
          </a:p>
        </p:txBody>
      </p:sp>
      <p:sp>
        <p:nvSpPr>
          <p:cNvPr id="1887305" name="Text Box 79"/>
          <p:cNvSpPr txBox="1">
            <a:spLocks noChangeArrowheads="1"/>
          </p:cNvSpPr>
          <p:nvPr/>
        </p:nvSpPr>
        <p:spPr bwMode="auto">
          <a:xfrm>
            <a:off x="9237663" y="2057400"/>
            <a:ext cx="5048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800" b="1">
                <a:solidFill>
                  <a:srgbClr val="000099"/>
                </a:solidFill>
                <a:ea typeface="黑体" panose="02010609060101010101" pitchFamily="49" charset="-122"/>
                <a:sym typeface="Wingdings" panose="05000000000000000000" pitchFamily="2" charset="2"/>
              </a:rPr>
              <a:t></a:t>
            </a:r>
          </a:p>
        </p:txBody>
      </p:sp>
      <p:sp>
        <p:nvSpPr>
          <p:cNvPr id="1887306" name="Text Box 80"/>
          <p:cNvSpPr txBox="1">
            <a:spLocks noChangeArrowheads="1"/>
          </p:cNvSpPr>
          <p:nvPr/>
        </p:nvSpPr>
        <p:spPr bwMode="auto">
          <a:xfrm>
            <a:off x="85725" y="2654300"/>
            <a:ext cx="5048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800" b="1">
                <a:solidFill>
                  <a:srgbClr val="000099"/>
                </a:solidFill>
                <a:ea typeface="黑体" panose="02010609060101010101" pitchFamily="49" charset="-122"/>
                <a:sym typeface="Wingdings" panose="05000000000000000000" pitchFamily="2" charset="2"/>
              </a:rPr>
              <a:t></a:t>
            </a:r>
          </a:p>
        </p:txBody>
      </p:sp>
      <p:sp>
        <p:nvSpPr>
          <p:cNvPr id="1887307" name="Text Box 81"/>
          <p:cNvSpPr txBox="1">
            <a:spLocks noChangeArrowheads="1"/>
          </p:cNvSpPr>
          <p:nvPr/>
        </p:nvSpPr>
        <p:spPr bwMode="auto">
          <a:xfrm>
            <a:off x="9231313" y="3278188"/>
            <a:ext cx="50641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800" b="1">
                <a:solidFill>
                  <a:srgbClr val="000099"/>
                </a:solidFill>
                <a:ea typeface="黑体" panose="02010609060101010101" pitchFamily="49" charset="-122"/>
                <a:sym typeface="Wingdings" panose="05000000000000000000" pitchFamily="2" charset="2"/>
              </a:rPr>
              <a:t></a:t>
            </a:r>
          </a:p>
        </p:txBody>
      </p:sp>
      <p:sp>
        <p:nvSpPr>
          <p:cNvPr id="1887308" name="Text Box 82"/>
          <p:cNvSpPr txBox="1">
            <a:spLocks noChangeArrowheads="1"/>
          </p:cNvSpPr>
          <p:nvPr/>
        </p:nvSpPr>
        <p:spPr bwMode="auto">
          <a:xfrm>
            <a:off x="85725" y="3902075"/>
            <a:ext cx="5048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800" b="1">
                <a:solidFill>
                  <a:srgbClr val="000099"/>
                </a:solidFill>
                <a:ea typeface="黑体" panose="02010609060101010101" pitchFamily="49" charset="-122"/>
                <a:sym typeface="Wingdings" panose="05000000000000000000" pitchFamily="2" charset="2"/>
              </a:rPr>
              <a:t></a:t>
            </a:r>
          </a:p>
        </p:txBody>
      </p:sp>
      <p:sp>
        <p:nvSpPr>
          <p:cNvPr id="1887309" name="Text Box 83"/>
          <p:cNvSpPr txBox="1">
            <a:spLocks noChangeArrowheads="1"/>
          </p:cNvSpPr>
          <p:nvPr/>
        </p:nvSpPr>
        <p:spPr bwMode="auto">
          <a:xfrm>
            <a:off x="9231313" y="4486275"/>
            <a:ext cx="50641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800" b="1">
                <a:solidFill>
                  <a:srgbClr val="000099"/>
                </a:solidFill>
                <a:ea typeface="黑体" panose="02010609060101010101" pitchFamily="49" charset="-122"/>
                <a:sym typeface="Wingdings" panose="05000000000000000000" pitchFamily="2" charset="2"/>
              </a:rPr>
              <a:t></a:t>
            </a:r>
          </a:p>
        </p:txBody>
      </p:sp>
      <p:sp>
        <p:nvSpPr>
          <p:cNvPr id="1887310" name="Text Box 84"/>
          <p:cNvSpPr txBox="1">
            <a:spLocks noChangeArrowheads="1"/>
          </p:cNvSpPr>
          <p:nvPr/>
        </p:nvSpPr>
        <p:spPr bwMode="auto">
          <a:xfrm>
            <a:off x="9231313" y="5110163"/>
            <a:ext cx="50641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800" b="1">
                <a:solidFill>
                  <a:srgbClr val="000099"/>
                </a:solidFill>
                <a:ea typeface="黑体" panose="02010609060101010101" pitchFamily="49" charset="-122"/>
                <a:sym typeface="Wingdings" panose="05000000000000000000" pitchFamily="2" charset="2"/>
              </a:rPr>
              <a:t></a:t>
            </a:r>
          </a:p>
        </p:txBody>
      </p:sp>
      <p:sp>
        <p:nvSpPr>
          <p:cNvPr id="1887311" name="Text Box 85"/>
          <p:cNvSpPr txBox="1">
            <a:spLocks noChangeArrowheads="1"/>
          </p:cNvSpPr>
          <p:nvPr/>
        </p:nvSpPr>
        <p:spPr bwMode="auto">
          <a:xfrm rot="-5400000">
            <a:off x="4385469" y="5480844"/>
            <a:ext cx="6477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3600" b="1">
                <a:solidFill>
                  <a:srgbClr val="000099"/>
                </a:solidFill>
                <a:ea typeface="黑体" panose="02010609060101010101" pitchFamily="49" charset="-122"/>
              </a:rPr>
              <a:t>…</a:t>
            </a:r>
          </a:p>
        </p:txBody>
      </p:sp>
      <p:sp>
        <p:nvSpPr>
          <p:cNvPr id="1887312" name="Text Box 86"/>
          <p:cNvSpPr txBox="1">
            <a:spLocks noChangeArrowheads="1"/>
          </p:cNvSpPr>
          <p:nvPr/>
        </p:nvSpPr>
        <p:spPr bwMode="auto">
          <a:xfrm>
            <a:off x="85725" y="5892800"/>
            <a:ext cx="5048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800" b="1">
                <a:solidFill>
                  <a:srgbClr val="000099"/>
                </a:solidFill>
                <a:ea typeface="黑体" panose="02010609060101010101" pitchFamily="49" charset="-122"/>
                <a:sym typeface="Wingdings" panose="05000000000000000000" pitchFamily="2" charset="2"/>
              </a:rPr>
              <a:t></a:t>
            </a:r>
          </a:p>
        </p:txBody>
      </p:sp>
      <p:grpSp>
        <p:nvGrpSpPr>
          <p:cNvPr id="727131" name="Group 91"/>
          <p:cNvGrpSpPr>
            <a:grpSpLocks/>
          </p:cNvGrpSpPr>
          <p:nvPr/>
        </p:nvGrpSpPr>
        <p:grpSpPr bwMode="auto">
          <a:xfrm>
            <a:off x="0" y="4622800"/>
            <a:ext cx="9906000" cy="2235200"/>
            <a:chOff x="0" y="2840"/>
            <a:chExt cx="5760" cy="1480"/>
          </a:xfrm>
        </p:grpSpPr>
        <p:sp>
          <p:nvSpPr>
            <p:cNvPr id="1887314" name="Rectangle 88"/>
            <p:cNvSpPr>
              <a:spLocks noChangeArrowheads="1"/>
            </p:cNvSpPr>
            <p:nvPr/>
          </p:nvSpPr>
          <p:spPr bwMode="auto">
            <a:xfrm>
              <a:off x="0" y="2840"/>
              <a:ext cx="5760" cy="1480"/>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zh-CN" sz="2800" b="1">
                <a:solidFill>
                  <a:srgbClr val="000099"/>
                </a:solidFill>
                <a:ea typeface="宋体" panose="02010600030101010101" pitchFamily="2" charset="-122"/>
              </a:endParaRPr>
            </a:p>
          </p:txBody>
        </p:sp>
        <p:sp>
          <p:nvSpPr>
            <p:cNvPr id="1887315" name="Text Box 90"/>
            <p:cNvSpPr txBox="1">
              <a:spLocks noChangeArrowheads="1"/>
            </p:cNvSpPr>
            <p:nvPr/>
          </p:nvSpPr>
          <p:spPr bwMode="auto">
            <a:xfrm>
              <a:off x="781" y="3176"/>
              <a:ext cx="4133" cy="713"/>
            </a:xfrm>
            <a:prstGeom prst="rect">
              <a:avLst/>
            </a:prstGeom>
            <a:solidFill>
              <a:srgbClr val="FFFF99"/>
            </a:solidFill>
            <a:ln w="9525">
              <a:solidFill>
                <a:srgbClr val="333399"/>
              </a:solidFill>
              <a:miter lim="800000"/>
              <a:headEnd/>
              <a:tailEnd/>
            </a:ln>
          </p:spPr>
          <p:txBody>
            <a:bodyPr wrap="none">
              <a:spAutoFit/>
            </a:bodyPr>
            <a:lstStyle/>
            <a:p>
              <a:r>
                <a:rPr lang="en-US" altLang="zh-CN" sz="3600" b="1">
                  <a:solidFill>
                    <a:srgbClr val="000099"/>
                  </a:solidFill>
                  <a:ea typeface="黑体" panose="02010609060101010101" pitchFamily="49" charset="-122"/>
                  <a:sym typeface="Wingdings" panose="05000000000000000000" pitchFamily="2" charset="2"/>
                </a:rPr>
                <a:t></a:t>
              </a:r>
              <a:r>
                <a:rPr lang="zh-CN" altLang="en-US" sz="2800" b="1">
                  <a:solidFill>
                    <a:srgbClr val="000099"/>
                  </a:solidFill>
                  <a:ea typeface="黑体" panose="02010609060101010101" pitchFamily="49" charset="-122"/>
                </a:rPr>
                <a:t>：</a:t>
              </a:r>
              <a:r>
                <a:rPr lang="en-US" altLang="zh-CN" sz="2800" b="1">
                  <a:solidFill>
                    <a:srgbClr val="000099"/>
                  </a:solidFill>
                  <a:ea typeface="黑体" panose="02010609060101010101" pitchFamily="49" charset="-122"/>
                </a:rPr>
                <a:t>DHCP </a:t>
              </a:r>
              <a:r>
                <a:rPr lang="zh-CN" altLang="en-US" sz="2800" b="1">
                  <a:solidFill>
                    <a:srgbClr val="000099"/>
                  </a:solidFill>
                  <a:ea typeface="黑体" panose="02010609060101010101" pitchFamily="49" charset="-122"/>
                </a:rPr>
                <a:t>服务器被动打开 </a:t>
              </a:r>
              <a:r>
                <a:rPr lang="en-US" altLang="zh-CN" sz="2800" b="1">
                  <a:solidFill>
                    <a:srgbClr val="000099"/>
                  </a:solidFill>
                  <a:ea typeface="黑体" panose="02010609060101010101" pitchFamily="49" charset="-122"/>
                </a:rPr>
                <a:t>UDP </a:t>
              </a:r>
              <a:r>
                <a:rPr lang="zh-CN" altLang="en-US" sz="2800" b="1">
                  <a:solidFill>
                    <a:srgbClr val="000099"/>
                  </a:solidFill>
                  <a:ea typeface="黑体" panose="02010609060101010101" pitchFamily="49" charset="-122"/>
                </a:rPr>
                <a:t>端口 </a:t>
              </a:r>
              <a:r>
                <a:rPr lang="en-US" altLang="zh-CN" sz="2800" b="1">
                  <a:solidFill>
                    <a:srgbClr val="000099"/>
                  </a:solidFill>
                  <a:ea typeface="黑体" panose="02010609060101010101" pitchFamily="49" charset="-122"/>
                </a:rPr>
                <a:t>67</a:t>
              </a:r>
              <a:r>
                <a:rPr lang="zh-CN" altLang="en-US" sz="2800" b="1">
                  <a:solidFill>
                    <a:srgbClr val="000099"/>
                  </a:solidFill>
                  <a:ea typeface="黑体" panose="02010609060101010101" pitchFamily="49" charset="-122"/>
                </a:rPr>
                <a:t>，</a:t>
              </a:r>
            </a:p>
            <a:p>
              <a:r>
                <a:rPr lang="zh-CN" altLang="en-US" sz="2800" b="1">
                  <a:solidFill>
                    <a:srgbClr val="000099"/>
                  </a:solidFill>
                  <a:ea typeface="黑体" panose="02010609060101010101" pitchFamily="49" charset="-122"/>
                </a:rPr>
                <a:t>        等待客户端发来的报文。</a:t>
              </a:r>
            </a:p>
          </p:txBody>
        </p:sp>
      </p:grpSp>
      <p:sp>
        <p:nvSpPr>
          <p:cNvPr id="1887316"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2BA34421-BD7D-4986-AE66-FCF68006408B}" type="slidenum">
              <a:rPr lang="zh-CN" altLang="en-US" smtClean="0"/>
              <a:pPr/>
              <a:t>48</a:t>
            </a:fld>
            <a:endParaRPr lang="en-US" altLang="zh-CN" smtClean="0"/>
          </a:p>
        </p:txBody>
      </p:sp>
      <p:sp>
        <p:nvSpPr>
          <p:cNvPr id="1887317"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7271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4915" name="Rectangle 2"/>
          <p:cNvSpPr>
            <a:spLocks noGrp="1" noChangeArrowheads="1"/>
          </p:cNvSpPr>
          <p:nvPr>
            <p:ph type="title" idx="4294967295"/>
          </p:nvPr>
        </p:nvSpPr>
        <p:spPr>
          <a:xfrm>
            <a:off x="590550" y="188913"/>
            <a:ext cx="8466138" cy="539750"/>
          </a:xfrm>
        </p:spPr>
        <p:txBody>
          <a:bodyPr/>
          <a:lstStyle/>
          <a:p>
            <a:pPr algn="ctr">
              <a:defRPr/>
            </a:pPr>
            <a:r>
              <a:rPr lang="en-US" altLang="zh-CN" sz="4060" noProof="1"/>
              <a:t>DHCP </a:t>
            </a:r>
            <a:r>
              <a:rPr noProof="1"/>
              <a:t>协议的工作过程</a:t>
            </a:r>
            <a:r>
              <a:rPr sz="4060" noProof="1"/>
              <a:t> </a:t>
            </a:r>
          </a:p>
        </p:txBody>
      </p:sp>
      <p:sp>
        <p:nvSpPr>
          <p:cNvPr id="1889282" name="Line 3"/>
          <p:cNvSpPr>
            <a:spLocks noChangeShapeType="1"/>
          </p:cNvSpPr>
          <p:nvPr/>
        </p:nvSpPr>
        <p:spPr bwMode="auto">
          <a:xfrm flipH="1">
            <a:off x="6130925" y="1100138"/>
            <a:ext cx="1506538" cy="0"/>
          </a:xfrm>
          <a:prstGeom prst="line">
            <a:avLst/>
          </a:prstGeom>
          <a:noFill/>
          <a:ln w="57150">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1889283" name="Line 4"/>
          <p:cNvSpPr>
            <a:spLocks noChangeShapeType="1"/>
          </p:cNvSpPr>
          <p:nvPr/>
        </p:nvSpPr>
        <p:spPr bwMode="auto">
          <a:xfrm>
            <a:off x="2454275" y="1747838"/>
            <a:ext cx="5164138" cy="0"/>
          </a:xfrm>
          <a:prstGeom prst="line">
            <a:avLst/>
          </a:prstGeom>
          <a:noFill/>
          <a:ln w="57150">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889284" name="Rectangle 5"/>
          <p:cNvSpPr>
            <a:spLocks noChangeArrowheads="1"/>
          </p:cNvSpPr>
          <p:nvPr/>
        </p:nvSpPr>
        <p:spPr bwMode="auto">
          <a:xfrm>
            <a:off x="623888" y="1576388"/>
            <a:ext cx="1076325" cy="341312"/>
          </a:xfrm>
          <a:prstGeom prst="rect">
            <a:avLst/>
          </a:prstGeom>
          <a:solidFill>
            <a:srgbClr val="CCECFF"/>
          </a:solidFill>
          <a:ln w="9525">
            <a:solidFill>
              <a:schemeClr val="tx1"/>
            </a:solidFill>
            <a:miter lim="800000"/>
            <a:headEnd/>
            <a:tailEnd/>
          </a:ln>
        </p:spPr>
        <p:txBody>
          <a:bodyPr wrap="none" anchor="ctr"/>
          <a:lstStyle/>
          <a:p>
            <a:pPr algn="ctr"/>
            <a:r>
              <a:rPr lang="zh-CN" altLang="en-US" sz="2000" b="1">
                <a:solidFill>
                  <a:srgbClr val="000099"/>
                </a:solidFill>
                <a:ea typeface="黑体" panose="02010609060101010101" pitchFamily="49" charset="-122"/>
              </a:rPr>
              <a:t>客户</a:t>
            </a:r>
          </a:p>
        </p:txBody>
      </p:sp>
      <p:sp>
        <p:nvSpPr>
          <p:cNvPr id="1889285" name="Rectangle 6"/>
          <p:cNvSpPr>
            <a:spLocks noChangeArrowheads="1"/>
          </p:cNvSpPr>
          <p:nvPr/>
        </p:nvSpPr>
        <p:spPr bwMode="auto">
          <a:xfrm>
            <a:off x="3529013" y="1617663"/>
            <a:ext cx="2905125" cy="257175"/>
          </a:xfrm>
          <a:prstGeom prst="rect">
            <a:avLst/>
          </a:prstGeom>
          <a:solidFill>
            <a:srgbClr val="CCECFF"/>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DHCPDISCOVER</a:t>
            </a:r>
          </a:p>
        </p:txBody>
      </p:sp>
      <p:sp>
        <p:nvSpPr>
          <p:cNvPr id="1889286" name="Rectangle 7"/>
          <p:cNvSpPr>
            <a:spLocks noChangeArrowheads="1"/>
          </p:cNvSpPr>
          <p:nvPr/>
        </p:nvSpPr>
        <p:spPr bwMode="auto">
          <a:xfrm>
            <a:off x="8154988" y="1576388"/>
            <a:ext cx="1076325" cy="341312"/>
          </a:xfrm>
          <a:prstGeom prst="rect">
            <a:avLst/>
          </a:prstGeom>
          <a:solidFill>
            <a:srgbClr val="FFCCFF"/>
          </a:solidFill>
          <a:ln w="9525">
            <a:solidFill>
              <a:schemeClr val="tx1"/>
            </a:solidFill>
            <a:miter lim="800000"/>
            <a:headEnd/>
            <a:tailEnd/>
          </a:ln>
        </p:spPr>
        <p:txBody>
          <a:bodyPr wrap="none" anchor="ctr"/>
          <a:lstStyle/>
          <a:p>
            <a:pPr algn="ctr"/>
            <a:r>
              <a:rPr lang="zh-CN" altLang="en-US" sz="2000" b="1">
                <a:solidFill>
                  <a:srgbClr val="000099"/>
                </a:solidFill>
                <a:ea typeface="黑体" panose="02010609060101010101" pitchFamily="49" charset="-122"/>
              </a:rPr>
              <a:t>服务器</a:t>
            </a:r>
          </a:p>
        </p:txBody>
      </p:sp>
      <p:sp>
        <p:nvSpPr>
          <p:cNvPr id="1889287" name="Rectangle 8"/>
          <p:cNvSpPr>
            <a:spLocks noChangeArrowheads="1"/>
          </p:cNvSpPr>
          <p:nvPr/>
        </p:nvSpPr>
        <p:spPr bwMode="auto">
          <a:xfrm>
            <a:off x="7618413" y="1617663"/>
            <a:ext cx="536575" cy="257175"/>
          </a:xfrm>
          <a:prstGeom prst="rect">
            <a:avLst/>
          </a:prstGeom>
          <a:solidFill>
            <a:srgbClr val="FFCC99"/>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67</a:t>
            </a:r>
          </a:p>
        </p:txBody>
      </p:sp>
      <p:sp>
        <p:nvSpPr>
          <p:cNvPr id="1889288" name="Rectangle 9"/>
          <p:cNvSpPr>
            <a:spLocks noChangeArrowheads="1"/>
          </p:cNvSpPr>
          <p:nvPr/>
        </p:nvSpPr>
        <p:spPr bwMode="auto">
          <a:xfrm>
            <a:off x="1700213" y="1617663"/>
            <a:ext cx="754062" cy="257175"/>
          </a:xfrm>
          <a:prstGeom prst="rect">
            <a:avLst/>
          </a:prstGeom>
          <a:solidFill>
            <a:srgbClr val="CCFF99"/>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68</a:t>
            </a:r>
          </a:p>
        </p:txBody>
      </p:sp>
      <p:sp>
        <p:nvSpPr>
          <p:cNvPr id="1889289" name="Text Box 10"/>
          <p:cNvSpPr txBox="1">
            <a:spLocks noChangeArrowheads="1"/>
          </p:cNvSpPr>
          <p:nvPr/>
        </p:nvSpPr>
        <p:spPr bwMode="auto">
          <a:xfrm>
            <a:off x="1697038" y="1854200"/>
            <a:ext cx="7286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99"/>
                </a:solidFill>
                <a:ea typeface="黑体" panose="02010609060101010101" pitchFamily="49" charset="-122"/>
              </a:rPr>
              <a:t>UDP</a:t>
            </a:r>
          </a:p>
        </p:txBody>
      </p:sp>
      <p:sp>
        <p:nvSpPr>
          <p:cNvPr id="1889290" name="Text Box 11"/>
          <p:cNvSpPr txBox="1">
            <a:spLocks noChangeArrowheads="1"/>
          </p:cNvSpPr>
          <p:nvPr/>
        </p:nvSpPr>
        <p:spPr bwMode="auto">
          <a:xfrm>
            <a:off x="7419975" y="1851025"/>
            <a:ext cx="7270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99"/>
                </a:solidFill>
                <a:ea typeface="黑体" panose="02010609060101010101" pitchFamily="49" charset="-122"/>
              </a:rPr>
              <a:t>UDP</a:t>
            </a:r>
          </a:p>
        </p:txBody>
      </p:sp>
      <p:sp>
        <p:nvSpPr>
          <p:cNvPr id="1889291" name="Line 12"/>
          <p:cNvSpPr>
            <a:spLocks noChangeShapeType="1"/>
          </p:cNvSpPr>
          <p:nvPr/>
        </p:nvSpPr>
        <p:spPr bwMode="auto">
          <a:xfrm flipH="1">
            <a:off x="2452688" y="2359025"/>
            <a:ext cx="5165725" cy="0"/>
          </a:xfrm>
          <a:prstGeom prst="line">
            <a:avLst/>
          </a:prstGeom>
          <a:noFill/>
          <a:ln w="57150">
            <a:solidFill>
              <a:schemeClr val="hlink"/>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889292" name="Rectangle 13"/>
          <p:cNvSpPr>
            <a:spLocks noChangeArrowheads="1"/>
          </p:cNvSpPr>
          <p:nvPr/>
        </p:nvSpPr>
        <p:spPr bwMode="auto">
          <a:xfrm>
            <a:off x="623888" y="2187575"/>
            <a:ext cx="1074737" cy="339725"/>
          </a:xfrm>
          <a:prstGeom prst="rect">
            <a:avLst/>
          </a:prstGeom>
          <a:solidFill>
            <a:srgbClr val="CCECFF"/>
          </a:solidFill>
          <a:ln w="9525">
            <a:solidFill>
              <a:schemeClr val="tx1"/>
            </a:solidFill>
            <a:miter lim="800000"/>
            <a:headEnd/>
            <a:tailEnd/>
          </a:ln>
        </p:spPr>
        <p:txBody>
          <a:bodyPr wrap="none" anchor="ctr"/>
          <a:lstStyle/>
          <a:p>
            <a:pPr algn="ctr"/>
            <a:r>
              <a:rPr lang="zh-CN" altLang="en-US" sz="2000" b="1">
                <a:solidFill>
                  <a:srgbClr val="000099"/>
                </a:solidFill>
                <a:ea typeface="黑体" panose="02010609060101010101" pitchFamily="49" charset="-122"/>
              </a:rPr>
              <a:t>客户</a:t>
            </a:r>
          </a:p>
        </p:txBody>
      </p:sp>
      <p:sp>
        <p:nvSpPr>
          <p:cNvPr id="1889293" name="Rectangle 14"/>
          <p:cNvSpPr>
            <a:spLocks noChangeArrowheads="1"/>
          </p:cNvSpPr>
          <p:nvPr/>
        </p:nvSpPr>
        <p:spPr bwMode="auto">
          <a:xfrm>
            <a:off x="3529013" y="2230438"/>
            <a:ext cx="2905125" cy="255587"/>
          </a:xfrm>
          <a:prstGeom prst="rect">
            <a:avLst/>
          </a:prstGeom>
          <a:solidFill>
            <a:srgbClr val="FFCCFF"/>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DHCPOFFER</a:t>
            </a:r>
          </a:p>
        </p:txBody>
      </p:sp>
      <p:sp>
        <p:nvSpPr>
          <p:cNvPr id="1889294" name="Rectangle 15"/>
          <p:cNvSpPr>
            <a:spLocks noChangeArrowheads="1"/>
          </p:cNvSpPr>
          <p:nvPr/>
        </p:nvSpPr>
        <p:spPr bwMode="auto">
          <a:xfrm>
            <a:off x="8154988" y="2187575"/>
            <a:ext cx="1076325" cy="339725"/>
          </a:xfrm>
          <a:prstGeom prst="rect">
            <a:avLst/>
          </a:prstGeom>
          <a:solidFill>
            <a:srgbClr val="FFCCFF"/>
          </a:solidFill>
          <a:ln w="9525">
            <a:solidFill>
              <a:schemeClr val="tx1"/>
            </a:solidFill>
            <a:miter lim="800000"/>
            <a:headEnd/>
            <a:tailEnd/>
          </a:ln>
        </p:spPr>
        <p:txBody>
          <a:bodyPr wrap="none" anchor="ctr"/>
          <a:lstStyle/>
          <a:p>
            <a:pPr algn="ctr"/>
            <a:r>
              <a:rPr lang="zh-CN" altLang="en-US" sz="2000" b="1">
                <a:solidFill>
                  <a:srgbClr val="000099"/>
                </a:solidFill>
                <a:ea typeface="黑体" panose="02010609060101010101" pitchFamily="49" charset="-122"/>
              </a:rPr>
              <a:t>服务器</a:t>
            </a:r>
          </a:p>
        </p:txBody>
      </p:sp>
      <p:sp>
        <p:nvSpPr>
          <p:cNvPr id="1889295" name="Rectangle 16"/>
          <p:cNvSpPr>
            <a:spLocks noChangeArrowheads="1"/>
          </p:cNvSpPr>
          <p:nvPr/>
        </p:nvSpPr>
        <p:spPr bwMode="auto">
          <a:xfrm>
            <a:off x="7618413" y="2230438"/>
            <a:ext cx="536575" cy="255587"/>
          </a:xfrm>
          <a:prstGeom prst="rect">
            <a:avLst/>
          </a:prstGeom>
          <a:solidFill>
            <a:srgbClr val="FFCC99"/>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67</a:t>
            </a:r>
          </a:p>
        </p:txBody>
      </p:sp>
      <p:sp>
        <p:nvSpPr>
          <p:cNvPr id="1889296" name="Rectangle 17"/>
          <p:cNvSpPr>
            <a:spLocks noChangeArrowheads="1"/>
          </p:cNvSpPr>
          <p:nvPr/>
        </p:nvSpPr>
        <p:spPr bwMode="auto">
          <a:xfrm>
            <a:off x="1698625" y="2230438"/>
            <a:ext cx="754063" cy="255587"/>
          </a:xfrm>
          <a:prstGeom prst="rect">
            <a:avLst/>
          </a:prstGeom>
          <a:solidFill>
            <a:srgbClr val="CCFF99"/>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68</a:t>
            </a:r>
          </a:p>
        </p:txBody>
      </p:sp>
      <p:sp>
        <p:nvSpPr>
          <p:cNvPr id="1889297" name="Text Box 18"/>
          <p:cNvSpPr txBox="1">
            <a:spLocks noChangeArrowheads="1"/>
          </p:cNvSpPr>
          <p:nvPr/>
        </p:nvSpPr>
        <p:spPr bwMode="auto">
          <a:xfrm>
            <a:off x="1697038" y="2462213"/>
            <a:ext cx="7286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99"/>
                </a:solidFill>
                <a:ea typeface="黑体" panose="02010609060101010101" pitchFamily="49" charset="-122"/>
              </a:rPr>
              <a:t>UDP</a:t>
            </a:r>
          </a:p>
        </p:txBody>
      </p:sp>
      <p:sp>
        <p:nvSpPr>
          <p:cNvPr id="1889298" name="Text Box 19"/>
          <p:cNvSpPr txBox="1">
            <a:spLocks noChangeArrowheads="1"/>
          </p:cNvSpPr>
          <p:nvPr/>
        </p:nvSpPr>
        <p:spPr bwMode="auto">
          <a:xfrm>
            <a:off x="7419975" y="2462213"/>
            <a:ext cx="7270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99"/>
                </a:solidFill>
                <a:ea typeface="黑体" panose="02010609060101010101" pitchFamily="49" charset="-122"/>
              </a:rPr>
              <a:t>UDP</a:t>
            </a:r>
          </a:p>
        </p:txBody>
      </p:sp>
      <p:sp>
        <p:nvSpPr>
          <p:cNvPr id="1889299" name="Line 20"/>
          <p:cNvSpPr>
            <a:spLocks noChangeShapeType="1"/>
          </p:cNvSpPr>
          <p:nvPr/>
        </p:nvSpPr>
        <p:spPr bwMode="auto">
          <a:xfrm>
            <a:off x="2454275" y="2968625"/>
            <a:ext cx="5164138" cy="0"/>
          </a:xfrm>
          <a:prstGeom prst="line">
            <a:avLst/>
          </a:prstGeom>
          <a:noFill/>
          <a:ln w="57150">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889300" name="Rectangle 21"/>
          <p:cNvSpPr>
            <a:spLocks noChangeArrowheads="1"/>
          </p:cNvSpPr>
          <p:nvPr/>
        </p:nvSpPr>
        <p:spPr bwMode="auto">
          <a:xfrm>
            <a:off x="623888" y="2798763"/>
            <a:ext cx="1076325" cy="341312"/>
          </a:xfrm>
          <a:prstGeom prst="rect">
            <a:avLst/>
          </a:prstGeom>
          <a:solidFill>
            <a:srgbClr val="CCECFF"/>
          </a:solidFill>
          <a:ln w="9525">
            <a:solidFill>
              <a:schemeClr val="tx1"/>
            </a:solidFill>
            <a:miter lim="800000"/>
            <a:headEnd/>
            <a:tailEnd/>
          </a:ln>
        </p:spPr>
        <p:txBody>
          <a:bodyPr wrap="none" anchor="ctr"/>
          <a:lstStyle/>
          <a:p>
            <a:pPr algn="ctr"/>
            <a:r>
              <a:rPr lang="zh-CN" altLang="en-US" sz="2000" b="1">
                <a:solidFill>
                  <a:srgbClr val="000099"/>
                </a:solidFill>
                <a:ea typeface="黑体" panose="02010609060101010101" pitchFamily="49" charset="-122"/>
              </a:rPr>
              <a:t>客户</a:t>
            </a:r>
          </a:p>
        </p:txBody>
      </p:sp>
      <p:sp>
        <p:nvSpPr>
          <p:cNvPr id="1889301" name="Rectangle 22"/>
          <p:cNvSpPr>
            <a:spLocks noChangeArrowheads="1"/>
          </p:cNvSpPr>
          <p:nvPr/>
        </p:nvSpPr>
        <p:spPr bwMode="auto">
          <a:xfrm>
            <a:off x="3529013" y="2841625"/>
            <a:ext cx="2905125" cy="255588"/>
          </a:xfrm>
          <a:prstGeom prst="rect">
            <a:avLst/>
          </a:prstGeom>
          <a:solidFill>
            <a:srgbClr val="CCECFF"/>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DHCPREQUEST</a:t>
            </a:r>
          </a:p>
        </p:txBody>
      </p:sp>
      <p:sp>
        <p:nvSpPr>
          <p:cNvPr id="1889302" name="Rectangle 23"/>
          <p:cNvSpPr>
            <a:spLocks noChangeArrowheads="1"/>
          </p:cNvSpPr>
          <p:nvPr/>
        </p:nvSpPr>
        <p:spPr bwMode="auto">
          <a:xfrm>
            <a:off x="8154988" y="2798763"/>
            <a:ext cx="1076325" cy="341312"/>
          </a:xfrm>
          <a:prstGeom prst="rect">
            <a:avLst/>
          </a:prstGeom>
          <a:solidFill>
            <a:srgbClr val="FFCCFF"/>
          </a:solidFill>
          <a:ln w="9525">
            <a:solidFill>
              <a:schemeClr val="tx1"/>
            </a:solidFill>
            <a:miter lim="800000"/>
            <a:headEnd/>
            <a:tailEnd/>
          </a:ln>
        </p:spPr>
        <p:txBody>
          <a:bodyPr wrap="none" anchor="ctr"/>
          <a:lstStyle/>
          <a:p>
            <a:pPr algn="ctr"/>
            <a:r>
              <a:rPr lang="zh-CN" altLang="en-US" sz="2000" b="1">
                <a:solidFill>
                  <a:srgbClr val="000099"/>
                </a:solidFill>
                <a:ea typeface="黑体" panose="02010609060101010101" pitchFamily="49" charset="-122"/>
              </a:rPr>
              <a:t>服务器</a:t>
            </a:r>
          </a:p>
        </p:txBody>
      </p:sp>
      <p:sp>
        <p:nvSpPr>
          <p:cNvPr id="1889303" name="Rectangle 24"/>
          <p:cNvSpPr>
            <a:spLocks noChangeArrowheads="1"/>
          </p:cNvSpPr>
          <p:nvPr/>
        </p:nvSpPr>
        <p:spPr bwMode="auto">
          <a:xfrm>
            <a:off x="7618413" y="2841625"/>
            <a:ext cx="536575" cy="255588"/>
          </a:xfrm>
          <a:prstGeom prst="rect">
            <a:avLst/>
          </a:prstGeom>
          <a:solidFill>
            <a:srgbClr val="FFCC99"/>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67</a:t>
            </a:r>
          </a:p>
        </p:txBody>
      </p:sp>
      <p:sp>
        <p:nvSpPr>
          <p:cNvPr id="1889304" name="Rectangle 25"/>
          <p:cNvSpPr>
            <a:spLocks noChangeArrowheads="1"/>
          </p:cNvSpPr>
          <p:nvPr/>
        </p:nvSpPr>
        <p:spPr bwMode="auto">
          <a:xfrm>
            <a:off x="1700213" y="2841625"/>
            <a:ext cx="754062" cy="255588"/>
          </a:xfrm>
          <a:prstGeom prst="rect">
            <a:avLst/>
          </a:prstGeom>
          <a:solidFill>
            <a:srgbClr val="CCFF99"/>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68</a:t>
            </a:r>
          </a:p>
        </p:txBody>
      </p:sp>
      <p:sp>
        <p:nvSpPr>
          <p:cNvPr id="1889305" name="Text Box 26"/>
          <p:cNvSpPr txBox="1">
            <a:spLocks noChangeArrowheads="1"/>
          </p:cNvSpPr>
          <p:nvPr/>
        </p:nvSpPr>
        <p:spPr bwMode="auto">
          <a:xfrm>
            <a:off x="1697038" y="3074988"/>
            <a:ext cx="7286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99"/>
                </a:solidFill>
                <a:ea typeface="黑体" panose="02010609060101010101" pitchFamily="49" charset="-122"/>
              </a:rPr>
              <a:t>UDP</a:t>
            </a:r>
          </a:p>
        </p:txBody>
      </p:sp>
      <p:sp>
        <p:nvSpPr>
          <p:cNvPr id="1889306" name="Text Box 27"/>
          <p:cNvSpPr txBox="1">
            <a:spLocks noChangeArrowheads="1"/>
          </p:cNvSpPr>
          <p:nvPr/>
        </p:nvSpPr>
        <p:spPr bwMode="auto">
          <a:xfrm>
            <a:off x="7419975" y="3074988"/>
            <a:ext cx="7270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99"/>
                </a:solidFill>
                <a:ea typeface="黑体" panose="02010609060101010101" pitchFamily="49" charset="-122"/>
              </a:rPr>
              <a:t>UDP</a:t>
            </a:r>
          </a:p>
        </p:txBody>
      </p:sp>
      <p:sp>
        <p:nvSpPr>
          <p:cNvPr id="1889307" name="Line 28"/>
          <p:cNvSpPr>
            <a:spLocks noChangeShapeType="1"/>
          </p:cNvSpPr>
          <p:nvPr/>
        </p:nvSpPr>
        <p:spPr bwMode="auto">
          <a:xfrm flipH="1">
            <a:off x="2452688" y="3579813"/>
            <a:ext cx="5165725" cy="0"/>
          </a:xfrm>
          <a:prstGeom prst="line">
            <a:avLst/>
          </a:prstGeom>
          <a:noFill/>
          <a:ln w="57150">
            <a:solidFill>
              <a:schemeClr val="hlink"/>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889308" name="Rectangle 29"/>
          <p:cNvSpPr>
            <a:spLocks noChangeArrowheads="1"/>
          </p:cNvSpPr>
          <p:nvPr/>
        </p:nvSpPr>
        <p:spPr bwMode="auto">
          <a:xfrm>
            <a:off x="623888" y="3409950"/>
            <a:ext cx="1074737" cy="339725"/>
          </a:xfrm>
          <a:prstGeom prst="rect">
            <a:avLst/>
          </a:prstGeom>
          <a:solidFill>
            <a:srgbClr val="CCECFF"/>
          </a:solidFill>
          <a:ln w="9525">
            <a:solidFill>
              <a:schemeClr val="tx1"/>
            </a:solidFill>
            <a:miter lim="800000"/>
            <a:headEnd/>
            <a:tailEnd/>
          </a:ln>
        </p:spPr>
        <p:txBody>
          <a:bodyPr wrap="none" anchor="ctr"/>
          <a:lstStyle/>
          <a:p>
            <a:pPr algn="ctr"/>
            <a:r>
              <a:rPr lang="zh-CN" altLang="en-US" sz="2000" b="1">
                <a:solidFill>
                  <a:srgbClr val="000099"/>
                </a:solidFill>
                <a:ea typeface="黑体" panose="02010609060101010101" pitchFamily="49" charset="-122"/>
              </a:rPr>
              <a:t>客户</a:t>
            </a:r>
          </a:p>
        </p:txBody>
      </p:sp>
      <p:sp>
        <p:nvSpPr>
          <p:cNvPr id="1889309" name="Rectangle 30"/>
          <p:cNvSpPr>
            <a:spLocks noChangeArrowheads="1"/>
          </p:cNvSpPr>
          <p:nvPr/>
        </p:nvSpPr>
        <p:spPr bwMode="auto">
          <a:xfrm>
            <a:off x="3529013" y="3452813"/>
            <a:ext cx="2905125" cy="254000"/>
          </a:xfrm>
          <a:prstGeom prst="rect">
            <a:avLst/>
          </a:prstGeom>
          <a:solidFill>
            <a:srgbClr val="FFCCFF"/>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DHCPACK</a:t>
            </a:r>
          </a:p>
        </p:txBody>
      </p:sp>
      <p:sp>
        <p:nvSpPr>
          <p:cNvPr id="1889310" name="Rectangle 31"/>
          <p:cNvSpPr>
            <a:spLocks noChangeArrowheads="1"/>
          </p:cNvSpPr>
          <p:nvPr/>
        </p:nvSpPr>
        <p:spPr bwMode="auto">
          <a:xfrm>
            <a:off x="8154988" y="3409950"/>
            <a:ext cx="1076325" cy="339725"/>
          </a:xfrm>
          <a:prstGeom prst="rect">
            <a:avLst/>
          </a:prstGeom>
          <a:solidFill>
            <a:srgbClr val="FFCCFF"/>
          </a:solidFill>
          <a:ln w="9525">
            <a:solidFill>
              <a:schemeClr val="tx1"/>
            </a:solidFill>
            <a:miter lim="800000"/>
            <a:headEnd/>
            <a:tailEnd/>
          </a:ln>
        </p:spPr>
        <p:txBody>
          <a:bodyPr wrap="none" anchor="ctr"/>
          <a:lstStyle/>
          <a:p>
            <a:pPr algn="ctr"/>
            <a:r>
              <a:rPr lang="zh-CN" altLang="en-US" sz="2000" b="1">
                <a:solidFill>
                  <a:srgbClr val="000099"/>
                </a:solidFill>
                <a:ea typeface="黑体" panose="02010609060101010101" pitchFamily="49" charset="-122"/>
              </a:rPr>
              <a:t>服务器</a:t>
            </a:r>
          </a:p>
        </p:txBody>
      </p:sp>
      <p:sp>
        <p:nvSpPr>
          <p:cNvPr id="1889311" name="Rectangle 32"/>
          <p:cNvSpPr>
            <a:spLocks noChangeArrowheads="1"/>
          </p:cNvSpPr>
          <p:nvPr/>
        </p:nvSpPr>
        <p:spPr bwMode="auto">
          <a:xfrm>
            <a:off x="7618413" y="3452813"/>
            <a:ext cx="536575" cy="254000"/>
          </a:xfrm>
          <a:prstGeom prst="rect">
            <a:avLst/>
          </a:prstGeom>
          <a:solidFill>
            <a:srgbClr val="FFCC99"/>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67</a:t>
            </a:r>
          </a:p>
        </p:txBody>
      </p:sp>
      <p:sp>
        <p:nvSpPr>
          <p:cNvPr id="1889312" name="Rectangle 33"/>
          <p:cNvSpPr>
            <a:spLocks noChangeArrowheads="1"/>
          </p:cNvSpPr>
          <p:nvPr/>
        </p:nvSpPr>
        <p:spPr bwMode="auto">
          <a:xfrm>
            <a:off x="1698625" y="3452813"/>
            <a:ext cx="754063" cy="254000"/>
          </a:xfrm>
          <a:prstGeom prst="rect">
            <a:avLst/>
          </a:prstGeom>
          <a:solidFill>
            <a:srgbClr val="CCFF99"/>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68</a:t>
            </a:r>
          </a:p>
        </p:txBody>
      </p:sp>
      <p:sp>
        <p:nvSpPr>
          <p:cNvPr id="1889313" name="Text Box 34"/>
          <p:cNvSpPr txBox="1">
            <a:spLocks noChangeArrowheads="1"/>
          </p:cNvSpPr>
          <p:nvPr/>
        </p:nvSpPr>
        <p:spPr bwMode="auto">
          <a:xfrm>
            <a:off x="1697038" y="3684588"/>
            <a:ext cx="7286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99"/>
                </a:solidFill>
                <a:ea typeface="黑体" panose="02010609060101010101" pitchFamily="49" charset="-122"/>
              </a:rPr>
              <a:t>UDP</a:t>
            </a:r>
          </a:p>
        </p:txBody>
      </p:sp>
      <p:sp>
        <p:nvSpPr>
          <p:cNvPr id="1889314" name="Text Box 35"/>
          <p:cNvSpPr txBox="1">
            <a:spLocks noChangeArrowheads="1"/>
          </p:cNvSpPr>
          <p:nvPr/>
        </p:nvSpPr>
        <p:spPr bwMode="auto">
          <a:xfrm>
            <a:off x="7419975" y="3684588"/>
            <a:ext cx="7270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99"/>
                </a:solidFill>
                <a:ea typeface="黑体" panose="02010609060101010101" pitchFamily="49" charset="-122"/>
              </a:rPr>
              <a:t>UDP</a:t>
            </a:r>
          </a:p>
        </p:txBody>
      </p:sp>
      <p:sp>
        <p:nvSpPr>
          <p:cNvPr id="1889315" name="Line 36"/>
          <p:cNvSpPr>
            <a:spLocks noChangeShapeType="1"/>
          </p:cNvSpPr>
          <p:nvPr/>
        </p:nvSpPr>
        <p:spPr bwMode="auto">
          <a:xfrm>
            <a:off x="2454275" y="4187825"/>
            <a:ext cx="5164138" cy="0"/>
          </a:xfrm>
          <a:prstGeom prst="line">
            <a:avLst/>
          </a:prstGeom>
          <a:noFill/>
          <a:ln w="57150">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889316" name="Rectangle 37"/>
          <p:cNvSpPr>
            <a:spLocks noChangeArrowheads="1"/>
          </p:cNvSpPr>
          <p:nvPr/>
        </p:nvSpPr>
        <p:spPr bwMode="auto">
          <a:xfrm>
            <a:off x="623888" y="4017963"/>
            <a:ext cx="1076325" cy="338137"/>
          </a:xfrm>
          <a:prstGeom prst="rect">
            <a:avLst/>
          </a:prstGeom>
          <a:solidFill>
            <a:srgbClr val="CCECFF"/>
          </a:solidFill>
          <a:ln w="9525">
            <a:solidFill>
              <a:schemeClr val="tx1"/>
            </a:solidFill>
            <a:miter lim="800000"/>
            <a:headEnd/>
            <a:tailEnd/>
          </a:ln>
        </p:spPr>
        <p:txBody>
          <a:bodyPr wrap="none" anchor="ctr"/>
          <a:lstStyle/>
          <a:p>
            <a:pPr algn="ctr"/>
            <a:r>
              <a:rPr lang="zh-CN" altLang="en-US" sz="2000" b="1">
                <a:solidFill>
                  <a:srgbClr val="000099"/>
                </a:solidFill>
                <a:ea typeface="黑体" panose="02010609060101010101" pitchFamily="49" charset="-122"/>
              </a:rPr>
              <a:t>客户</a:t>
            </a:r>
          </a:p>
        </p:txBody>
      </p:sp>
      <p:sp>
        <p:nvSpPr>
          <p:cNvPr id="1889317" name="Rectangle 38"/>
          <p:cNvSpPr>
            <a:spLocks noChangeArrowheads="1"/>
          </p:cNvSpPr>
          <p:nvPr/>
        </p:nvSpPr>
        <p:spPr bwMode="auto">
          <a:xfrm>
            <a:off x="3529013" y="4060825"/>
            <a:ext cx="2905125" cy="254000"/>
          </a:xfrm>
          <a:prstGeom prst="rect">
            <a:avLst/>
          </a:prstGeom>
          <a:solidFill>
            <a:srgbClr val="CCECFF"/>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DHCPREQUEST</a:t>
            </a:r>
          </a:p>
        </p:txBody>
      </p:sp>
      <p:sp>
        <p:nvSpPr>
          <p:cNvPr id="1889318" name="Rectangle 39"/>
          <p:cNvSpPr>
            <a:spLocks noChangeArrowheads="1"/>
          </p:cNvSpPr>
          <p:nvPr/>
        </p:nvSpPr>
        <p:spPr bwMode="auto">
          <a:xfrm>
            <a:off x="8154988" y="4017963"/>
            <a:ext cx="1076325" cy="338137"/>
          </a:xfrm>
          <a:prstGeom prst="rect">
            <a:avLst/>
          </a:prstGeom>
          <a:solidFill>
            <a:srgbClr val="FFCCFF"/>
          </a:solidFill>
          <a:ln w="9525">
            <a:solidFill>
              <a:schemeClr val="tx1"/>
            </a:solidFill>
            <a:miter lim="800000"/>
            <a:headEnd/>
            <a:tailEnd/>
          </a:ln>
        </p:spPr>
        <p:txBody>
          <a:bodyPr wrap="none" anchor="ctr"/>
          <a:lstStyle/>
          <a:p>
            <a:pPr algn="ctr"/>
            <a:r>
              <a:rPr lang="zh-CN" altLang="en-US" sz="2000" b="1">
                <a:solidFill>
                  <a:srgbClr val="000099"/>
                </a:solidFill>
                <a:ea typeface="黑体" panose="02010609060101010101" pitchFamily="49" charset="-122"/>
              </a:rPr>
              <a:t>服务器</a:t>
            </a:r>
          </a:p>
        </p:txBody>
      </p:sp>
      <p:sp>
        <p:nvSpPr>
          <p:cNvPr id="1889319" name="Rectangle 40"/>
          <p:cNvSpPr>
            <a:spLocks noChangeArrowheads="1"/>
          </p:cNvSpPr>
          <p:nvPr/>
        </p:nvSpPr>
        <p:spPr bwMode="auto">
          <a:xfrm>
            <a:off x="7618413" y="4060825"/>
            <a:ext cx="536575" cy="254000"/>
          </a:xfrm>
          <a:prstGeom prst="rect">
            <a:avLst/>
          </a:prstGeom>
          <a:solidFill>
            <a:srgbClr val="FFCC99"/>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67</a:t>
            </a:r>
          </a:p>
        </p:txBody>
      </p:sp>
      <p:sp>
        <p:nvSpPr>
          <p:cNvPr id="1889320" name="Rectangle 41"/>
          <p:cNvSpPr>
            <a:spLocks noChangeArrowheads="1"/>
          </p:cNvSpPr>
          <p:nvPr/>
        </p:nvSpPr>
        <p:spPr bwMode="auto">
          <a:xfrm>
            <a:off x="1700213" y="4060825"/>
            <a:ext cx="754062" cy="254000"/>
          </a:xfrm>
          <a:prstGeom prst="rect">
            <a:avLst/>
          </a:prstGeom>
          <a:solidFill>
            <a:srgbClr val="CCFF99"/>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68</a:t>
            </a:r>
          </a:p>
        </p:txBody>
      </p:sp>
      <p:sp>
        <p:nvSpPr>
          <p:cNvPr id="1889321" name="Text Box 42"/>
          <p:cNvSpPr txBox="1">
            <a:spLocks noChangeArrowheads="1"/>
          </p:cNvSpPr>
          <p:nvPr/>
        </p:nvSpPr>
        <p:spPr bwMode="auto">
          <a:xfrm>
            <a:off x="1697038" y="4292600"/>
            <a:ext cx="7286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99"/>
                </a:solidFill>
                <a:ea typeface="黑体" panose="02010609060101010101" pitchFamily="49" charset="-122"/>
              </a:rPr>
              <a:t>UDP</a:t>
            </a:r>
          </a:p>
        </p:txBody>
      </p:sp>
      <p:sp>
        <p:nvSpPr>
          <p:cNvPr id="1889322" name="Text Box 43"/>
          <p:cNvSpPr txBox="1">
            <a:spLocks noChangeArrowheads="1"/>
          </p:cNvSpPr>
          <p:nvPr/>
        </p:nvSpPr>
        <p:spPr bwMode="auto">
          <a:xfrm>
            <a:off x="7419975" y="4292600"/>
            <a:ext cx="7270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99"/>
                </a:solidFill>
                <a:ea typeface="黑体" panose="02010609060101010101" pitchFamily="49" charset="-122"/>
              </a:rPr>
              <a:t>UDP</a:t>
            </a:r>
          </a:p>
        </p:txBody>
      </p:sp>
      <p:sp>
        <p:nvSpPr>
          <p:cNvPr id="1889323" name="Line 44"/>
          <p:cNvSpPr>
            <a:spLocks noChangeShapeType="1"/>
          </p:cNvSpPr>
          <p:nvPr/>
        </p:nvSpPr>
        <p:spPr bwMode="auto">
          <a:xfrm flipH="1">
            <a:off x="2452688" y="4800600"/>
            <a:ext cx="5165725" cy="0"/>
          </a:xfrm>
          <a:prstGeom prst="line">
            <a:avLst/>
          </a:prstGeom>
          <a:noFill/>
          <a:ln w="57150">
            <a:solidFill>
              <a:schemeClr val="hlink"/>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889324" name="Rectangle 45"/>
          <p:cNvSpPr>
            <a:spLocks noChangeArrowheads="1"/>
          </p:cNvSpPr>
          <p:nvPr/>
        </p:nvSpPr>
        <p:spPr bwMode="auto">
          <a:xfrm>
            <a:off x="623888" y="4629150"/>
            <a:ext cx="1074737" cy="338138"/>
          </a:xfrm>
          <a:prstGeom prst="rect">
            <a:avLst/>
          </a:prstGeom>
          <a:solidFill>
            <a:srgbClr val="CCECFF"/>
          </a:solidFill>
          <a:ln w="9525">
            <a:solidFill>
              <a:schemeClr val="tx1"/>
            </a:solidFill>
            <a:miter lim="800000"/>
            <a:headEnd/>
            <a:tailEnd/>
          </a:ln>
        </p:spPr>
        <p:txBody>
          <a:bodyPr wrap="none" anchor="ctr"/>
          <a:lstStyle/>
          <a:p>
            <a:pPr algn="ctr"/>
            <a:r>
              <a:rPr lang="zh-CN" altLang="en-US" sz="2000" b="1">
                <a:solidFill>
                  <a:srgbClr val="000099"/>
                </a:solidFill>
                <a:ea typeface="黑体" panose="02010609060101010101" pitchFamily="49" charset="-122"/>
              </a:rPr>
              <a:t>客户</a:t>
            </a:r>
          </a:p>
        </p:txBody>
      </p:sp>
      <p:sp>
        <p:nvSpPr>
          <p:cNvPr id="1889325" name="Rectangle 46"/>
          <p:cNvSpPr>
            <a:spLocks noChangeArrowheads="1"/>
          </p:cNvSpPr>
          <p:nvPr/>
        </p:nvSpPr>
        <p:spPr bwMode="auto">
          <a:xfrm>
            <a:off x="3529013" y="4672013"/>
            <a:ext cx="2905125" cy="255587"/>
          </a:xfrm>
          <a:prstGeom prst="rect">
            <a:avLst/>
          </a:prstGeom>
          <a:solidFill>
            <a:srgbClr val="FFCCFF"/>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DHCPNACK</a:t>
            </a:r>
          </a:p>
        </p:txBody>
      </p:sp>
      <p:sp>
        <p:nvSpPr>
          <p:cNvPr id="1889326" name="Rectangle 47"/>
          <p:cNvSpPr>
            <a:spLocks noChangeArrowheads="1"/>
          </p:cNvSpPr>
          <p:nvPr/>
        </p:nvSpPr>
        <p:spPr bwMode="auto">
          <a:xfrm>
            <a:off x="8154988" y="4629150"/>
            <a:ext cx="1076325" cy="338138"/>
          </a:xfrm>
          <a:prstGeom prst="rect">
            <a:avLst/>
          </a:prstGeom>
          <a:solidFill>
            <a:srgbClr val="FFCCFF"/>
          </a:solidFill>
          <a:ln w="9525">
            <a:solidFill>
              <a:schemeClr val="tx1"/>
            </a:solidFill>
            <a:miter lim="800000"/>
            <a:headEnd/>
            <a:tailEnd/>
          </a:ln>
        </p:spPr>
        <p:txBody>
          <a:bodyPr wrap="none" anchor="ctr"/>
          <a:lstStyle/>
          <a:p>
            <a:pPr algn="ctr"/>
            <a:r>
              <a:rPr lang="zh-CN" altLang="en-US" sz="2000" b="1">
                <a:solidFill>
                  <a:srgbClr val="000099"/>
                </a:solidFill>
                <a:ea typeface="黑体" panose="02010609060101010101" pitchFamily="49" charset="-122"/>
              </a:rPr>
              <a:t>服务器</a:t>
            </a:r>
          </a:p>
        </p:txBody>
      </p:sp>
      <p:sp>
        <p:nvSpPr>
          <p:cNvPr id="1889327" name="Rectangle 48"/>
          <p:cNvSpPr>
            <a:spLocks noChangeArrowheads="1"/>
          </p:cNvSpPr>
          <p:nvPr/>
        </p:nvSpPr>
        <p:spPr bwMode="auto">
          <a:xfrm>
            <a:off x="7618413" y="4672013"/>
            <a:ext cx="536575" cy="255587"/>
          </a:xfrm>
          <a:prstGeom prst="rect">
            <a:avLst/>
          </a:prstGeom>
          <a:solidFill>
            <a:srgbClr val="FFCC99"/>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67</a:t>
            </a:r>
          </a:p>
        </p:txBody>
      </p:sp>
      <p:sp>
        <p:nvSpPr>
          <p:cNvPr id="1889328" name="Rectangle 49"/>
          <p:cNvSpPr>
            <a:spLocks noChangeArrowheads="1"/>
          </p:cNvSpPr>
          <p:nvPr/>
        </p:nvSpPr>
        <p:spPr bwMode="auto">
          <a:xfrm>
            <a:off x="1698625" y="4672013"/>
            <a:ext cx="754063" cy="255587"/>
          </a:xfrm>
          <a:prstGeom prst="rect">
            <a:avLst/>
          </a:prstGeom>
          <a:solidFill>
            <a:srgbClr val="CCFF99"/>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68</a:t>
            </a:r>
          </a:p>
        </p:txBody>
      </p:sp>
      <p:sp>
        <p:nvSpPr>
          <p:cNvPr id="1889329" name="Text Box 50"/>
          <p:cNvSpPr txBox="1">
            <a:spLocks noChangeArrowheads="1"/>
          </p:cNvSpPr>
          <p:nvPr/>
        </p:nvSpPr>
        <p:spPr bwMode="auto">
          <a:xfrm>
            <a:off x="1697038" y="4903788"/>
            <a:ext cx="7286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99"/>
                </a:solidFill>
                <a:ea typeface="黑体" panose="02010609060101010101" pitchFamily="49" charset="-122"/>
              </a:rPr>
              <a:t>UDP</a:t>
            </a:r>
          </a:p>
        </p:txBody>
      </p:sp>
      <p:sp>
        <p:nvSpPr>
          <p:cNvPr id="1889330" name="Text Box 51"/>
          <p:cNvSpPr txBox="1">
            <a:spLocks noChangeArrowheads="1"/>
          </p:cNvSpPr>
          <p:nvPr/>
        </p:nvSpPr>
        <p:spPr bwMode="auto">
          <a:xfrm>
            <a:off x="7419975" y="4903788"/>
            <a:ext cx="7270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99"/>
                </a:solidFill>
                <a:ea typeface="黑体" panose="02010609060101010101" pitchFamily="49" charset="-122"/>
              </a:rPr>
              <a:t>UDP</a:t>
            </a:r>
          </a:p>
        </p:txBody>
      </p:sp>
      <p:sp>
        <p:nvSpPr>
          <p:cNvPr id="1889331" name="Line 52"/>
          <p:cNvSpPr>
            <a:spLocks noChangeShapeType="1"/>
          </p:cNvSpPr>
          <p:nvPr/>
        </p:nvSpPr>
        <p:spPr bwMode="auto">
          <a:xfrm flipH="1">
            <a:off x="2452688" y="5411788"/>
            <a:ext cx="5165725" cy="0"/>
          </a:xfrm>
          <a:prstGeom prst="line">
            <a:avLst/>
          </a:prstGeom>
          <a:noFill/>
          <a:ln w="57150">
            <a:solidFill>
              <a:schemeClr val="hlink"/>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889332" name="Rectangle 53"/>
          <p:cNvSpPr>
            <a:spLocks noChangeArrowheads="1"/>
          </p:cNvSpPr>
          <p:nvPr/>
        </p:nvSpPr>
        <p:spPr bwMode="auto">
          <a:xfrm>
            <a:off x="623888" y="5240338"/>
            <a:ext cx="1074737" cy="338137"/>
          </a:xfrm>
          <a:prstGeom prst="rect">
            <a:avLst/>
          </a:prstGeom>
          <a:solidFill>
            <a:srgbClr val="CCECFF"/>
          </a:solidFill>
          <a:ln w="9525">
            <a:solidFill>
              <a:schemeClr val="tx1"/>
            </a:solidFill>
            <a:miter lim="800000"/>
            <a:headEnd/>
            <a:tailEnd/>
          </a:ln>
        </p:spPr>
        <p:txBody>
          <a:bodyPr wrap="none" anchor="ctr"/>
          <a:lstStyle/>
          <a:p>
            <a:pPr algn="ctr"/>
            <a:r>
              <a:rPr lang="zh-CN" altLang="en-US" sz="2000" b="1">
                <a:solidFill>
                  <a:srgbClr val="000099"/>
                </a:solidFill>
                <a:ea typeface="黑体" panose="02010609060101010101" pitchFamily="49" charset="-122"/>
              </a:rPr>
              <a:t>客户</a:t>
            </a:r>
          </a:p>
        </p:txBody>
      </p:sp>
      <p:sp>
        <p:nvSpPr>
          <p:cNvPr id="1889333" name="Rectangle 54"/>
          <p:cNvSpPr>
            <a:spLocks noChangeArrowheads="1"/>
          </p:cNvSpPr>
          <p:nvPr/>
        </p:nvSpPr>
        <p:spPr bwMode="auto">
          <a:xfrm>
            <a:off x="3529013" y="5283200"/>
            <a:ext cx="2905125" cy="255588"/>
          </a:xfrm>
          <a:prstGeom prst="rect">
            <a:avLst/>
          </a:prstGeom>
          <a:solidFill>
            <a:srgbClr val="FFCCFF"/>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DHCPACK</a:t>
            </a:r>
          </a:p>
        </p:txBody>
      </p:sp>
      <p:sp>
        <p:nvSpPr>
          <p:cNvPr id="1889334" name="Rectangle 55"/>
          <p:cNvSpPr>
            <a:spLocks noChangeArrowheads="1"/>
          </p:cNvSpPr>
          <p:nvPr/>
        </p:nvSpPr>
        <p:spPr bwMode="auto">
          <a:xfrm>
            <a:off x="8154988" y="5240338"/>
            <a:ext cx="1076325" cy="338137"/>
          </a:xfrm>
          <a:prstGeom prst="rect">
            <a:avLst/>
          </a:prstGeom>
          <a:solidFill>
            <a:srgbClr val="FFCCFF"/>
          </a:solidFill>
          <a:ln w="9525">
            <a:solidFill>
              <a:schemeClr val="tx1"/>
            </a:solidFill>
            <a:miter lim="800000"/>
            <a:headEnd/>
            <a:tailEnd/>
          </a:ln>
        </p:spPr>
        <p:txBody>
          <a:bodyPr wrap="none" anchor="ctr"/>
          <a:lstStyle/>
          <a:p>
            <a:pPr algn="ctr"/>
            <a:r>
              <a:rPr lang="zh-CN" altLang="en-US" sz="2000" b="1">
                <a:solidFill>
                  <a:srgbClr val="000099"/>
                </a:solidFill>
                <a:ea typeface="黑体" panose="02010609060101010101" pitchFamily="49" charset="-122"/>
              </a:rPr>
              <a:t>服务器</a:t>
            </a:r>
          </a:p>
        </p:txBody>
      </p:sp>
      <p:sp>
        <p:nvSpPr>
          <p:cNvPr id="1889335" name="Rectangle 56"/>
          <p:cNvSpPr>
            <a:spLocks noChangeArrowheads="1"/>
          </p:cNvSpPr>
          <p:nvPr/>
        </p:nvSpPr>
        <p:spPr bwMode="auto">
          <a:xfrm>
            <a:off x="7618413" y="5283200"/>
            <a:ext cx="536575" cy="255588"/>
          </a:xfrm>
          <a:prstGeom prst="rect">
            <a:avLst/>
          </a:prstGeom>
          <a:solidFill>
            <a:srgbClr val="FFCC99"/>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67</a:t>
            </a:r>
          </a:p>
        </p:txBody>
      </p:sp>
      <p:sp>
        <p:nvSpPr>
          <p:cNvPr id="1889336" name="Rectangle 57"/>
          <p:cNvSpPr>
            <a:spLocks noChangeArrowheads="1"/>
          </p:cNvSpPr>
          <p:nvPr/>
        </p:nvSpPr>
        <p:spPr bwMode="auto">
          <a:xfrm>
            <a:off x="1698625" y="5283200"/>
            <a:ext cx="754063" cy="255588"/>
          </a:xfrm>
          <a:prstGeom prst="rect">
            <a:avLst/>
          </a:prstGeom>
          <a:solidFill>
            <a:srgbClr val="CCFF99"/>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68</a:t>
            </a:r>
          </a:p>
        </p:txBody>
      </p:sp>
      <p:sp>
        <p:nvSpPr>
          <p:cNvPr id="1889337" name="Text Box 58"/>
          <p:cNvSpPr txBox="1">
            <a:spLocks noChangeArrowheads="1"/>
          </p:cNvSpPr>
          <p:nvPr/>
        </p:nvSpPr>
        <p:spPr bwMode="auto">
          <a:xfrm>
            <a:off x="1697038" y="5514975"/>
            <a:ext cx="7286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99"/>
                </a:solidFill>
                <a:ea typeface="黑体" panose="02010609060101010101" pitchFamily="49" charset="-122"/>
              </a:rPr>
              <a:t>UDP</a:t>
            </a:r>
          </a:p>
        </p:txBody>
      </p:sp>
      <p:sp>
        <p:nvSpPr>
          <p:cNvPr id="1889338" name="Text Box 59"/>
          <p:cNvSpPr txBox="1">
            <a:spLocks noChangeArrowheads="1"/>
          </p:cNvSpPr>
          <p:nvPr/>
        </p:nvSpPr>
        <p:spPr bwMode="auto">
          <a:xfrm>
            <a:off x="7419975" y="5514975"/>
            <a:ext cx="7270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99"/>
                </a:solidFill>
                <a:ea typeface="黑体" panose="02010609060101010101" pitchFamily="49" charset="-122"/>
              </a:rPr>
              <a:t>UDP</a:t>
            </a:r>
          </a:p>
        </p:txBody>
      </p:sp>
      <p:sp>
        <p:nvSpPr>
          <p:cNvPr id="1889339" name="Line 60"/>
          <p:cNvSpPr>
            <a:spLocks noChangeShapeType="1"/>
          </p:cNvSpPr>
          <p:nvPr/>
        </p:nvSpPr>
        <p:spPr bwMode="auto">
          <a:xfrm>
            <a:off x="2454275" y="6256338"/>
            <a:ext cx="5164138" cy="0"/>
          </a:xfrm>
          <a:prstGeom prst="line">
            <a:avLst/>
          </a:prstGeom>
          <a:noFill/>
          <a:ln w="57150">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889340" name="Rectangle 61"/>
          <p:cNvSpPr>
            <a:spLocks noChangeArrowheads="1"/>
          </p:cNvSpPr>
          <p:nvPr/>
        </p:nvSpPr>
        <p:spPr bwMode="auto">
          <a:xfrm>
            <a:off x="623888" y="6086475"/>
            <a:ext cx="1076325" cy="338138"/>
          </a:xfrm>
          <a:prstGeom prst="rect">
            <a:avLst/>
          </a:prstGeom>
          <a:solidFill>
            <a:srgbClr val="CCECFF"/>
          </a:solidFill>
          <a:ln w="9525">
            <a:solidFill>
              <a:schemeClr val="tx1"/>
            </a:solidFill>
            <a:miter lim="800000"/>
            <a:headEnd/>
            <a:tailEnd/>
          </a:ln>
        </p:spPr>
        <p:txBody>
          <a:bodyPr wrap="none" anchor="ctr"/>
          <a:lstStyle/>
          <a:p>
            <a:pPr algn="ctr"/>
            <a:r>
              <a:rPr lang="zh-CN" altLang="en-US" sz="2000" b="1">
                <a:solidFill>
                  <a:srgbClr val="000099"/>
                </a:solidFill>
                <a:ea typeface="黑体" panose="02010609060101010101" pitchFamily="49" charset="-122"/>
              </a:rPr>
              <a:t>客户</a:t>
            </a:r>
          </a:p>
        </p:txBody>
      </p:sp>
      <p:sp>
        <p:nvSpPr>
          <p:cNvPr id="1889341" name="Rectangle 62"/>
          <p:cNvSpPr>
            <a:spLocks noChangeArrowheads="1"/>
          </p:cNvSpPr>
          <p:nvPr/>
        </p:nvSpPr>
        <p:spPr bwMode="auto">
          <a:xfrm>
            <a:off x="3529013" y="6129338"/>
            <a:ext cx="2905125" cy="254000"/>
          </a:xfrm>
          <a:prstGeom prst="rect">
            <a:avLst/>
          </a:prstGeom>
          <a:solidFill>
            <a:srgbClr val="CCECFF"/>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DHCPRELEASE</a:t>
            </a:r>
          </a:p>
        </p:txBody>
      </p:sp>
      <p:sp>
        <p:nvSpPr>
          <p:cNvPr id="1889342" name="Rectangle 63"/>
          <p:cNvSpPr>
            <a:spLocks noChangeArrowheads="1"/>
          </p:cNvSpPr>
          <p:nvPr/>
        </p:nvSpPr>
        <p:spPr bwMode="auto">
          <a:xfrm>
            <a:off x="8154988" y="6086475"/>
            <a:ext cx="1076325" cy="338138"/>
          </a:xfrm>
          <a:prstGeom prst="rect">
            <a:avLst/>
          </a:prstGeom>
          <a:solidFill>
            <a:srgbClr val="FFCCFF"/>
          </a:solidFill>
          <a:ln w="9525">
            <a:solidFill>
              <a:schemeClr val="tx1"/>
            </a:solidFill>
            <a:miter lim="800000"/>
            <a:headEnd/>
            <a:tailEnd/>
          </a:ln>
        </p:spPr>
        <p:txBody>
          <a:bodyPr wrap="none" anchor="ctr"/>
          <a:lstStyle/>
          <a:p>
            <a:pPr algn="ctr"/>
            <a:r>
              <a:rPr lang="zh-CN" altLang="en-US" sz="2000" b="1">
                <a:solidFill>
                  <a:srgbClr val="000099"/>
                </a:solidFill>
                <a:ea typeface="黑体" panose="02010609060101010101" pitchFamily="49" charset="-122"/>
              </a:rPr>
              <a:t>服务器</a:t>
            </a:r>
          </a:p>
        </p:txBody>
      </p:sp>
      <p:sp>
        <p:nvSpPr>
          <p:cNvPr id="1889343" name="Rectangle 64"/>
          <p:cNvSpPr>
            <a:spLocks noChangeArrowheads="1"/>
          </p:cNvSpPr>
          <p:nvPr/>
        </p:nvSpPr>
        <p:spPr bwMode="auto">
          <a:xfrm>
            <a:off x="7618413" y="6129338"/>
            <a:ext cx="536575" cy="254000"/>
          </a:xfrm>
          <a:prstGeom prst="rect">
            <a:avLst/>
          </a:prstGeom>
          <a:solidFill>
            <a:srgbClr val="FFCC99"/>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67</a:t>
            </a:r>
          </a:p>
        </p:txBody>
      </p:sp>
      <p:sp>
        <p:nvSpPr>
          <p:cNvPr id="1889344" name="Rectangle 65"/>
          <p:cNvSpPr>
            <a:spLocks noChangeArrowheads="1"/>
          </p:cNvSpPr>
          <p:nvPr/>
        </p:nvSpPr>
        <p:spPr bwMode="auto">
          <a:xfrm>
            <a:off x="1700213" y="6129338"/>
            <a:ext cx="754062" cy="254000"/>
          </a:xfrm>
          <a:prstGeom prst="rect">
            <a:avLst/>
          </a:prstGeom>
          <a:solidFill>
            <a:srgbClr val="CCFF99"/>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68</a:t>
            </a:r>
          </a:p>
        </p:txBody>
      </p:sp>
      <p:sp>
        <p:nvSpPr>
          <p:cNvPr id="1889345" name="Text Box 66"/>
          <p:cNvSpPr txBox="1">
            <a:spLocks noChangeArrowheads="1"/>
          </p:cNvSpPr>
          <p:nvPr/>
        </p:nvSpPr>
        <p:spPr bwMode="auto">
          <a:xfrm>
            <a:off x="1697038" y="6361113"/>
            <a:ext cx="7286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99"/>
                </a:solidFill>
                <a:ea typeface="黑体" panose="02010609060101010101" pitchFamily="49" charset="-122"/>
              </a:rPr>
              <a:t>UDP</a:t>
            </a:r>
          </a:p>
        </p:txBody>
      </p:sp>
      <p:sp>
        <p:nvSpPr>
          <p:cNvPr id="1889346" name="Text Box 67"/>
          <p:cNvSpPr txBox="1">
            <a:spLocks noChangeArrowheads="1"/>
          </p:cNvSpPr>
          <p:nvPr/>
        </p:nvSpPr>
        <p:spPr bwMode="auto">
          <a:xfrm>
            <a:off x="7419975" y="6361113"/>
            <a:ext cx="7270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99"/>
                </a:solidFill>
                <a:ea typeface="黑体" panose="02010609060101010101" pitchFamily="49" charset="-122"/>
              </a:rPr>
              <a:t>UDP</a:t>
            </a:r>
          </a:p>
        </p:txBody>
      </p:sp>
      <p:sp>
        <p:nvSpPr>
          <p:cNvPr id="1889347" name="Rectangle 68"/>
          <p:cNvSpPr>
            <a:spLocks noChangeArrowheads="1"/>
          </p:cNvSpPr>
          <p:nvPr/>
        </p:nvSpPr>
        <p:spPr bwMode="auto">
          <a:xfrm>
            <a:off x="8154988" y="936625"/>
            <a:ext cx="1076325" cy="338138"/>
          </a:xfrm>
          <a:prstGeom prst="rect">
            <a:avLst/>
          </a:prstGeom>
          <a:solidFill>
            <a:srgbClr val="FFCCFF"/>
          </a:solidFill>
          <a:ln w="9525">
            <a:solidFill>
              <a:schemeClr val="tx1"/>
            </a:solidFill>
            <a:miter lim="800000"/>
            <a:headEnd/>
            <a:tailEnd/>
          </a:ln>
        </p:spPr>
        <p:txBody>
          <a:bodyPr wrap="none" anchor="ctr"/>
          <a:lstStyle/>
          <a:p>
            <a:pPr algn="ctr"/>
            <a:r>
              <a:rPr lang="zh-CN" altLang="en-US" sz="2000">
                <a:solidFill>
                  <a:srgbClr val="333399"/>
                </a:solidFill>
                <a:ea typeface="黑体" panose="02010609060101010101" pitchFamily="49" charset="-122"/>
              </a:rPr>
              <a:t>服务器</a:t>
            </a:r>
          </a:p>
        </p:txBody>
      </p:sp>
      <p:sp>
        <p:nvSpPr>
          <p:cNvPr id="1889348" name="Rectangle 69"/>
          <p:cNvSpPr>
            <a:spLocks noChangeArrowheads="1"/>
          </p:cNvSpPr>
          <p:nvPr/>
        </p:nvSpPr>
        <p:spPr bwMode="auto">
          <a:xfrm>
            <a:off x="7618413" y="977900"/>
            <a:ext cx="536575" cy="254000"/>
          </a:xfrm>
          <a:prstGeom prst="rect">
            <a:avLst/>
          </a:prstGeom>
          <a:solidFill>
            <a:srgbClr val="FFCC99"/>
          </a:solidFill>
          <a:ln w="9525">
            <a:solidFill>
              <a:schemeClr val="tx1"/>
            </a:solidFill>
            <a:miter lim="800000"/>
            <a:headEnd/>
            <a:tailEnd/>
          </a:ln>
        </p:spPr>
        <p:txBody>
          <a:bodyPr wrap="none" anchor="ctr"/>
          <a:lstStyle/>
          <a:p>
            <a:pPr algn="ctr"/>
            <a:r>
              <a:rPr lang="en-US" altLang="zh-CN" sz="2000">
                <a:solidFill>
                  <a:srgbClr val="333399"/>
                </a:solidFill>
                <a:ea typeface="黑体" panose="02010609060101010101" pitchFamily="49" charset="-122"/>
              </a:rPr>
              <a:t>67</a:t>
            </a:r>
          </a:p>
        </p:txBody>
      </p:sp>
      <p:sp>
        <p:nvSpPr>
          <p:cNvPr id="1889349" name="Text Box 70"/>
          <p:cNvSpPr txBox="1">
            <a:spLocks noChangeArrowheads="1"/>
          </p:cNvSpPr>
          <p:nvPr/>
        </p:nvSpPr>
        <p:spPr bwMode="auto">
          <a:xfrm>
            <a:off x="7419975" y="1209675"/>
            <a:ext cx="7270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333399"/>
                </a:solidFill>
                <a:ea typeface="黑体" panose="02010609060101010101" pitchFamily="49" charset="-122"/>
              </a:rPr>
              <a:t>UDP</a:t>
            </a:r>
          </a:p>
        </p:txBody>
      </p:sp>
      <p:sp>
        <p:nvSpPr>
          <p:cNvPr id="1889350" name="Text Box 71"/>
          <p:cNvSpPr txBox="1">
            <a:spLocks noChangeArrowheads="1"/>
          </p:cNvSpPr>
          <p:nvPr/>
        </p:nvSpPr>
        <p:spPr bwMode="auto">
          <a:xfrm>
            <a:off x="6218238" y="692150"/>
            <a:ext cx="12112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a:solidFill>
                  <a:srgbClr val="333399"/>
                </a:solidFill>
                <a:ea typeface="黑体" panose="02010609060101010101" pitchFamily="49" charset="-122"/>
              </a:rPr>
              <a:t>被动打开</a:t>
            </a:r>
          </a:p>
        </p:txBody>
      </p:sp>
      <p:sp>
        <p:nvSpPr>
          <p:cNvPr id="1889351" name="Text Box 72"/>
          <p:cNvSpPr txBox="1">
            <a:spLocks noChangeArrowheads="1"/>
          </p:cNvSpPr>
          <p:nvPr/>
        </p:nvSpPr>
        <p:spPr bwMode="auto">
          <a:xfrm>
            <a:off x="9237663" y="820738"/>
            <a:ext cx="5048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800">
                <a:solidFill>
                  <a:srgbClr val="333399"/>
                </a:solidFill>
                <a:ea typeface="黑体" panose="02010609060101010101" pitchFamily="49" charset="-122"/>
                <a:sym typeface="Wingdings" panose="05000000000000000000" pitchFamily="2" charset="2"/>
              </a:rPr>
              <a:t></a:t>
            </a:r>
          </a:p>
        </p:txBody>
      </p:sp>
      <p:sp>
        <p:nvSpPr>
          <p:cNvPr id="1889352" name="Text Box 73"/>
          <p:cNvSpPr txBox="1">
            <a:spLocks noChangeArrowheads="1"/>
          </p:cNvSpPr>
          <p:nvPr/>
        </p:nvSpPr>
        <p:spPr bwMode="auto">
          <a:xfrm>
            <a:off x="85725" y="1435100"/>
            <a:ext cx="5048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800" b="1">
                <a:solidFill>
                  <a:srgbClr val="000099"/>
                </a:solidFill>
                <a:ea typeface="黑体" panose="02010609060101010101" pitchFamily="49" charset="-122"/>
                <a:sym typeface="Wingdings" panose="05000000000000000000" pitchFamily="2" charset="2"/>
              </a:rPr>
              <a:t></a:t>
            </a:r>
          </a:p>
        </p:txBody>
      </p:sp>
      <p:sp>
        <p:nvSpPr>
          <p:cNvPr id="1889353" name="Text Box 74"/>
          <p:cNvSpPr txBox="1">
            <a:spLocks noChangeArrowheads="1"/>
          </p:cNvSpPr>
          <p:nvPr/>
        </p:nvSpPr>
        <p:spPr bwMode="auto">
          <a:xfrm>
            <a:off x="9237663" y="2057400"/>
            <a:ext cx="5048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800" b="1">
                <a:solidFill>
                  <a:srgbClr val="000099"/>
                </a:solidFill>
                <a:ea typeface="黑体" panose="02010609060101010101" pitchFamily="49" charset="-122"/>
                <a:sym typeface="Wingdings" panose="05000000000000000000" pitchFamily="2" charset="2"/>
              </a:rPr>
              <a:t></a:t>
            </a:r>
          </a:p>
        </p:txBody>
      </p:sp>
      <p:sp>
        <p:nvSpPr>
          <p:cNvPr id="1889354" name="Text Box 75"/>
          <p:cNvSpPr txBox="1">
            <a:spLocks noChangeArrowheads="1"/>
          </p:cNvSpPr>
          <p:nvPr/>
        </p:nvSpPr>
        <p:spPr bwMode="auto">
          <a:xfrm>
            <a:off x="85725" y="2654300"/>
            <a:ext cx="5048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800" b="1">
                <a:solidFill>
                  <a:srgbClr val="000099"/>
                </a:solidFill>
                <a:ea typeface="黑体" panose="02010609060101010101" pitchFamily="49" charset="-122"/>
                <a:sym typeface="Wingdings" panose="05000000000000000000" pitchFamily="2" charset="2"/>
              </a:rPr>
              <a:t></a:t>
            </a:r>
          </a:p>
        </p:txBody>
      </p:sp>
      <p:sp>
        <p:nvSpPr>
          <p:cNvPr id="1889355" name="Text Box 76"/>
          <p:cNvSpPr txBox="1">
            <a:spLocks noChangeArrowheads="1"/>
          </p:cNvSpPr>
          <p:nvPr/>
        </p:nvSpPr>
        <p:spPr bwMode="auto">
          <a:xfrm>
            <a:off x="9231313" y="3278188"/>
            <a:ext cx="50641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800" b="1">
                <a:solidFill>
                  <a:srgbClr val="000099"/>
                </a:solidFill>
                <a:ea typeface="黑体" panose="02010609060101010101" pitchFamily="49" charset="-122"/>
                <a:sym typeface="Wingdings" panose="05000000000000000000" pitchFamily="2" charset="2"/>
              </a:rPr>
              <a:t></a:t>
            </a:r>
          </a:p>
        </p:txBody>
      </p:sp>
      <p:sp>
        <p:nvSpPr>
          <p:cNvPr id="1889356" name="Text Box 77"/>
          <p:cNvSpPr txBox="1">
            <a:spLocks noChangeArrowheads="1"/>
          </p:cNvSpPr>
          <p:nvPr/>
        </p:nvSpPr>
        <p:spPr bwMode="auto">
          <a:xfrm>
            <a:off x="85725" y="3902075"/>
            <a:ext cx="5048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800" b="1">
                <a:solidFill>
                  <a:srgbClr val="000099"/>
                </a:solidFill>
                <a:ea typeface="黑体" panose="02010609060101010101" pitchFamily="49" charset="-122"/>
                <a:sym typeface="Wingdings" panose="05000000000000000000" pitchFamily="2" charset="2"/>
              </a:rPr>
              <a:t></a:t>
            </a:r>
          </a:p>
        </p:txBody>
      </p:sp>
      <p:sp>
        <p:nvSpPr>
          <p:cNvPr id="1889357" name="Text Box 78"/>
          <p:cNvSpPr txBox="1">
            <a:spLocks noChangeArrowheads="1"/>
          </p:cNvSpPr>
          <p:nvPr/>
        </p:nvSpPr>
        <p:spPr bwMode="auto">
          <a:xfrm>
            <a:off x="9231313" y="4486275"/>
            <a:ext cx="50641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800" b="1">
                <a:solidFill>
                  <a:srgbClr val="000099"/>
                </a:solidFill>
                <a:ea typeface="黑体" panose="02010609060101010101" pitchFamily="49" charset="-122"/>
                <a:sym typeface="Wingdings" panose="05000000000000000000" pitchFamily="2" charset="2"/>
              </a:rPr>
              <a:t></a:t>
            </a:r>
          </a:p>
        </p:txBody>
      </p:sp>
      <p:sp>
        <p:nvSpPr>
          <p:cNvPr id="1889358" name="Text Box 79"/>
          <p:cNvSpPr txBox="1">
            <a:spLocks noChangeArrowheads="1"/>
          </p:cNvSpPr>
          <p:nvPr/>
        </p:nvSpPr>
        <p:spPr bwMode="auto">
          <a:xfrm>
            <a:off x="9231313" y="5110163"/>
            <a:ext cx="50641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800" b="1">
                <a:solidFill>
                  <a:srgbClr val="000099"/>
                </a:solidFill>
                <a:ea typeface="黑体" panose="02010609060101010101" pitchFamily="49" charset="-122"/>
                <a:sym typeface="Wingdings" panose="05000000000000000000" pitchFamily="2" charset="2"/>
              </a:rPr>
              <a:t></a:t>
            </a:r>
          </a:p>
        </p:txBody>
      </p:sp>
      <p:sp>
        <p:nvSpPr>
          <p:cNvPr id="1889359" name="Text Box 80"/>
          <p:cNvSpPr txBox="1">
            <a:spLocks noChangeArrowheads="1"/>
          </p:cNvSpPr>
          <p:nvPr/>
        </p:nvSpPr>
        <p:spPr bwMode="auto">
          <a:xfrm rot="-5400000">
            <a:off x="4385469" y="5480844"/>
            <a:ext cx="6477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3600" b="1">
                <a:solidFill>
                  <a:srgbClr val="000099"/>
                </a:solidFill>
                <a:ea typeface="黑体" panose="02010609060101010101" pitchFamily="49" charset="-122"/>
              </a:rPr>
              <a:t>…</a:t>
            </a:r>
          </a:p>
        </p:txBody>
      </p:sp>
      <p:sp>
        <p:nvSpPr>
          <p:cNvPr id="1889360" name="Text Box 81"/>
          <p:cNvSpPr txBox="1">
            <a:spLocks noChangeArrowheads="1"/>
          </p:cNvSpPr>
          <p:nvPr/>
        </p:nvSpPr>
        <p:spPr bwMode="auto">
          <a:xfrm>
            <a:off x="85725" y="5892800"/>
            <a:ext cx="5048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800" b="1">
                <a:solidFill>
                  <a:srgbClr val="000099"/>
                </a:solidFill>
                <a:ea typeface="黑体" panose="02010609060101010101" pitchFamily="49" charset="-122"/>
                <a:sym typeface="Wingdings" panose="05000000000000000000" pitchFamily="2" charset="2"/>
              </a:rPr>
              <a:t></a:t>
            </a:r>
          </a:p>
        </p:txBody>
      </p:sp>
      <p:sp>
        <p:nvSpPr>
          <p:cNvPr id="1889361" name="Rectangle 83"/>
          <p:cNvSpPr>
            <a:spLocks noChangeArrowheads="1"/>
          </p:cNvSpPr>
          <p:nvPr/>
        </p:nvSpPr>
        <p:spPr bwMode="auto">
          <a:xfrm>
            <a:off x="0" y="4622800"/>
            <a:ext cx="9906000" cy="2235200"/>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zh-CN" sz="2800" b="1">
              <a:solidFill>
                <a:srgbClr val="000099"/>
              </a:solidFill>
              <a:ea typeface="宋体" panose="02010600030101010101" pitchFamily="2" charset="-122"/>
            </a:endParaRPr>
          </a:p>
        </p:txBody>
      </p:sp>
      <p:sp>
        <p:nvSpPr>
          <p:cNvPr id="1889362" name="Text Box 85"/>
          <p:cNvSpPr txBox="1">
            <a:spLocks noChangeArrowheads="1"/>
          </p:cNvSpPr>
          <p:nvPr/>
        </p:nvSpPr>
        <p:spPr bwMode="auto">
          <a:xfrm>
            <a:off x="1343025" y="5138738"/>
            <a:ext cx="6262688" cy="1077912"/>
          </a:xfrm>
          <a:prstGeom prst="rect">
            <a:avLst/>
          </a:prstGeom>
          <a:solidFill>
            <a:srgbClr val="FFFF99"/>
          </a:solidFill>
          <a:ln w="9525">
            <a:solidFill>
              <a:srgbClr val="333399"/>
            </a:solidFill>
            <a:miter lim="800000"/>
            <a:headEnd/>
            <a:tailEnd/>
          </a:ln>
        </p:spPr>
        <p:txBody>
          <a:bodyPr>
            <a:spAutoFit/>
          </a:bodyPr>
          <a:lstStyle/>
          <a:p>
            <a:r>
              <a:rPr lang="en-US" altLang="zh-CN" sz="3600" b="1">
                <a:solidFill>
                  <a:srgbClr val="000099"/>
                </a:solidFill>
                <a:latin typeface="Tahoma" panose="020B0604030504040204" pitchFamily="34" charset="0"/>
                <a:ea typeface="宋体" panose="02010600030101010101" pitchFamily="2" charset="-122"/>
                <a:sym typeface="Wingdings" panose="05000000000000000000" pitchFamily="2" charset="2"/>
              </a:rPr>
              <a:t></a:t>
            </a:r>
            <a:r>
              <a:rPr lang="zh-CN" altLang="en-US" sz="2800" b="1">
                <a:solidFill>
                  <a:srgbClr val="000099"/>
                </a:solidFill>
                <a:latin typeface="Tahoma" panose="020B0604030504040204" pitchFamily="34" charset="0"/>
                <a:ea typeface="宋体" panose="02010600030101010101" pitchFamily="2" charset="-122"/>
              </a:rPr>
              <a:t>：</a:t>
            </a:r>
            <a:r>
              <a:rPr lang="en-US" altLang="zh-CN" sz="2800" b="1">
                <a:solidFill>
                  <a:srgbClr val="000099"/>
                </a:solidFill>
                <a:latin typeface="Tahoma" panose="020B0604030504040204" pitchFamily="34" charset="0"/>
                <a:ea typeface="宋体" panose="02010600030101010101" pitchFamily="2" charset="-122"/>
              </a:rPr>
              <a:t>DHCP </a:t>
            </a:r>
            <a:r>
              <a:rPr lang="zh-CN" altLang="en-US" sz="2800" b="1">
                <a:solidFill>
                  <a:srgbClr val="000099"/>
                </a:solidFill>
                <a:latin typeface="Tahoma" panose="020B0604030504040204" pitchFamily="34" charset="0"/>
                <a:ea typeface="宋体" panose="02010600030101010101" pitchFamily="2" charset="-122"/>
              </a:rPr>
              <a:t>客户从 </a:t>
            </a:r>
            <a:r>
              <a:rPr lang="en-US" altLang="zh-CN" sz="2800" b="1">
                <a:solidFill>
                  <a:srgbClr val="000099"/>
                </a:solidFill>
                <a:latin typeface="Tahoma" panose="020B0604030504040204" pitchFamily="34" charset="0"/>
                <a:ea typeface="宋体" panose="02010600030101010101" pitchFamily="2" charset="-122"/>
              </a:rPr>
              <a:t>UDP </a:t>
            </a:r>
            <a:r>
              <a:rPr lang="zh-CN" altLang="en-US" sz="2800" b="1">
                <a:solidFill>
                  <a:srgbClr val="000099"/>
                </a:solidFill>
                <a:latin typeface="Tahoma" panose="020B0604030504040204" pitchFamily="34" charset="0"/>
                <a:ea typeface="宋体" panose="02010600030101010101" pitchFamily="2" charset="-122"/>
              </a:rPr>
              <a:t>端口 </a:t>
            </a:r>
            <a:r>
              <a:rPr lang="en-US" altLang="zh-CN" sz="2800" b="1">
                <a:solidFill>
                  <a:srgbClr val="000099"/>
                </a:solidFill>
                <a:latin typeface="Tahoma" panose="020B0604030504040204" pitchFamily="34" charset="0"/>
                <a:ea typeface="宋体" panose="02010600030101010101" pitchFamily="2" charset="-122"/>
              </a:rPr>
              <a:t>68</a:t>
            </a:r>
          </a:p>
          <a:p>
            <a:r>
              <a:rPr lang="en-US" altLang="zh-CN" sz="2800" b="1">
                <a:solidFill>
                  <a:srgbClr val="000099"/>
                </a:solidFill>
                <a:latin typeface="Tahoma" panose="020B0604030504040204" pitchFamily="34" charset="0"/>
                <a:ea typeface="宋体" panose="02010600030101010101" pitchFamily="2" charset="-122"/>
              </a:rPr>
              <a:t>      </a:t>
            </a:r>
            <a:r>
              <a:rPr lang="zh-CN" altLang="en-US" sz="2800" b="1">
                <a:solidFill>
                  <a:srgbClr val="000099"/>
                </a:solidFill>
                <a:latin typeface="Tahoma" panose="020B0604030504040204" pitchFamily="34" charset="0"/>
                <a:ea typeface="宋体" panose="02010600030101010101" pitchFamily="2" charset="-122"/>
              </a:rPr>
              <a:t>发送 </a:t>
            </a:r>
            <a:r>
              <a:rPr lang="en-US" altLang="zh-CN" sz="2800" b="1">
                <a:solidFill>
                  <a:srgbClr val="000099"/>
                </a:solidFill>
                <a:latin typeface="Tahoma" panose="020B0604030504040204" pitchFamily="34" charset="0"/>
                <a:ea typeface="宋体" panose="02010600030101010101" pitchFamily="2" charset="-122"/>
              </a:rPr>
              <a:t>DHCP </a:t>
            </a:r>
            <a:r>
              <a:rPr lang="zh-CN" altLang="en-US" sz="2800" b="1">
                <a:solidFill>
                  <a:srgbClr val="000099"/>
                </a:solidFill>
                <a:latin typeface="Tahoma" panose="020B0604030504040204" pitchFamily="34" charset="0"/>
                <a:ea typeface="宋体" panose="02010600030101010101" pitchFamily="2" charset="-122"/>
              </a:rPr>
              <a:t>发现报文。</a:t>
            </a:r>
          </a:p>
        </p:txBody>
      </p:sp>
      <p:sp>
        <p:nvSpPr>
          <p:cNvPr id="1889363" name="灯片编号占位符 2"/>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406A0692-9D59-4E06-85EA-D8E780CB81E2}" type="slidenum">
              <a:rPr lang="zh-CN" altLang="en-US" smtClean="0"/>
              <a:pPr/>
              <a:t>49</a:t>
            </a:fld>
            <a:endParaRPr lang="en-US" altLang="zh-CN" smtClean="0"/>
          </a:p>
        </p:txBody>
      </p:sp>
      <p:sp>
        <p:nvSpPr>
          <p:cNvPr id="1889364" name="页脚占位符 3"/>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en-US" altLang="zh-CN" smtClean="0"/>
              <a:t>ppt课件</a:t>
            </a:r>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1329" name="Rectangle 2"/>
          <p:cNvSpPr>
            <a:spLocks noGrp="1" noChangeArrowheads="1"/>
          </p:cNvSpPr>
          <p:nvPr>
            <p:ph type="title" idx="4294967295"/>
          </p:nvPr>
        </p:nvSpPr>
        <p:spPr>
          <a:xfrm>
            <a:off x="428625" y="188913"/>
            <a:ext cx="9047163" cy="571500"/>
          </a:xfrm>
        </p:spPr>
        <p:txBody>
          <a:bodyPr/>
          <a:lstStyle/>
          <a:p>
            <a:pPr algn="ctr"/>
            <a:r>
              <a:rPr lang="en-US" altLang="zh-CN" smtClean="0">
                <a:solidFill>
                  <a:srgbClr val="000099"/>
                </a:solidFill>
                <a:ea typeface="黑体" panose="02010609060101010101" pitchFamily="49" charset="-122"/>
              </a:rPr>
              <a:t>DHCP </a:t>
            </a:r>
            <a:r>
              <a:rPr lang="zh-CN" altLang="zh-CN" smtClean="0">
                <a:solidFill>
                  <a:srgbClr val="000099"/>
                </a:solidFill>
                <a:ea typeface="黑体" panose="02010609060101010101" pitchFamily="49" charset="-122"/>
              </a:rPr>
              <a:t>协议的工作过程 </a:t>
            </a:r>
          </a:p>
        </p:txBody>
      </p:sp>
      <p:sp>
        <p:nvSpPr>
          <p:cNvPr id="1891330" name="Line 3"/>
          <p:cNvSpPr>
            <a:spLocks noChangeShapeType="1"/>
          </p:cNvSpPr>
          <p:nvPr/>
        </p:nvSpPr>
        <p:spPr bwMode="auto">
          <a:xfrm flipH="1">
            <a:off x="6130925" y="1100138"/>
            <a:ext cx="1506538" cy="0"/>
          </a:xfrm>
          <a:prstGeom prst="line">
            <a:avLst/>
          </a:prstGeom>
          <a:noFill/>
          <a:ln w="57150">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891331" name="Line 4"/>
          <p:cNvSpPr>
            <a:spLocks noChangeShapeType="1"/>
          </p:cNvSpPr>
          <p:nvPr/>
        </p:nvSpPr>
        <p:spPr bwMode="auto">
          <a:xfrm>
            <a:off x="2454275" y="1747838"/>
            <a:ext cx="5164138" cy="0"/>
          </a:xfrm>
          <a:prstGeom prst="line">
            <a:avLst/>
          </a:prstGeom>
          <a:noFill/>
          <a:ln w="57150">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891332" name="Rectangle 5"/>
          <p:cNvSpPr>
            <a:spLocks noChangeArrowheads="1"/>
          </p:cNvSpPr>
          <p:nvPr/>
        </p:nvSpPr>
        <p:spPr bwMode="auto">
          <a:xfrm>
            <a:off x="623888" y="1576388"/>
            <a:ext cx="1076325" cy="341312"/>
          </a:xfrm>
          <a:prstGeom prst="rect">
            <a:avLst/>
          </a:prstGeom>
          <a:solidFill>
            <a:srgbClr val="CCECFF"/>
          </a:solidFill>
          <a:ln w="9525">
            <a:solidFill>
              <a:schemeClr val="tx1"/>
            </a:solidFill>
            <a:miter lim="800000"/>
            <a:headEnd/>
            <a:tailEnd/>
          </a:ln>
        </p:spPr>
        <p:txBody>
          <a:bodyPr wrap="none" anchor="ctr"/>
          <a:lstStyle/>
          <a:p>
            <a:pPr algn="ctr"/>
            <a:r>
              <a:rPr lang="zh-CN" altLang="en-US" sz="2000" b="1">
                <a:solidFill>
                  <a:srgbClr val="000099"/>
                </a:solidFill>
                <a:ea typeface="黑体" panose="02010609060101010101" pitchFamily="49" charset="-122"/>
              </a:rPr>
              <a:t>客户</a:t>
            </a:r>
          </a:p>
        </p:txBody>
      </p:sp>
      <p:sp>
        <p:nvSpPr>
          <p:cNvPr id="1891333" name="Rectangle 6"/>
          <p:cNvSpPr>
            <a:spLocks noChangeArrowheads="1"/>
          </p:cNvSpPr>
          <p:nvPr/>
        </p:nvSpPr>
        <p:spPr bwMode="auto">
          <a:xfrm>
            <a:off x="3529013" y="1617663"/>
            <a:ext cx="2905125" cy="257175"/>
          </a:xfrm>
          <a:prstGeom prst="rect">
            <a:avLst/>
          </a:prstGeom>
          <a:solidFill>
            <a:srgbClr val="CCECFF"/>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DHCPDISCOVER</a:t>
            </a:r>
          </a:p>
        </p:txBody>
      </p:sp>
      <p:sp>
        <p:nvSpPr>
          <p:cNvPr id="1891334" name="Rectangle 7"/>
          <p:cNvSpPr>
            <a:spLocks noChangeArrowheads="1"/>
          </p:cNvSpPr>
          <p:nvPr/>
        </p:nvSpPr>
        <p:spPr bwMode="auto">
          <a:xfrm>
            <a:off x="8154988" y="1576388"/>
            <a:ext cx="1076325" cy="341312"/>
          </a:xfrm>
          <a:prstGeom prst="rect">
            <a:avLst/>
          </a:prstGeom>
          <a:solidFill>
            <a:srgbClr val="FFCCFF"/>
          </a:solidFill>
          <a:ln w="9525">
            <a:solidFill>
              <a:schemeClr val="tx1"/>
            </a:solidFill>
            <a:miter lim="800000"/>
            <a:headEnd/>
            <a:tailEnd/>
          </a:ln>
        </p:spPr>
        <p:txBody>
          <a:bodyPr wrap="none" anchor="ctr"/>
          <a:lstStyle/>
          <a:p>
            <a:pPr algn="ctr"/>
            <a:r>
              <a:rPr lang="zh-CN" altLang="en-US" sz="2000" b="1">
                <a:solidFill>
                  <a:srgbClr val="000099"/>
                </a:solidFill>
                <a:ea typeface="黑体" panose="02010609060101010101" pitchFamily="49" charset="-122"/>
              </a:rPr>
              <a:t>服务器</a:t>
            </a:r>
          </a:p>
        </p:txBody>
      </p:sp>
      <p:sp>
        <p:nvSpPr>
          <p:cNvPr id="1891335" name="Rectangle 8"/>
          <p:cNvSpPr>
            <a:spLocks noChangeArrowheads="1"/>
          </p:cNvSpPr>
          <p:nvPr/>
        </p:nvSpPr>
        <p:spPr bwMode="auto">
          <a:xfrm>
            <a:off x="7618413" y="1617663"/>
            <a:ext cx="536575" cy="257175"/>
          </a:xfrm>
          <a:prstGeom prst="rect">
            <a:avLst/>
          </a:prstGeom>
          <a:solidFill>
            <a:srgbClr val="FFCC99"/>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67</a:t>
            </a:r>
          </a:p>
        </p:txBody>
      </p:sp>
      <p:sp>
        <p:nvSpPr>
          <p:cNvPr id="1891336" name="Rectangle 9"/>
          <p:cNvSpPr>
            <a:spLocks noChangeArrowheads="1"/>
          </p:cNvSpPr>
          <p:nvPr/>
        </p:nvSpPr>
        <p:spPr bwMode="auto">
          <a:xfrm>
            <a:off x="1700213" y="1617663"/>
            <a:ext cx="754062" cy="257175"/>
          </a:xfrm>
          <a:prstGeom prst="rect">
            <a:avLst/>
          </a:prstGeom>
          <a:solidFill>
            <a:srgbClr val="CCFF99"/>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68</a:t>
            </a:r>
          </a:p>
        </p:txBody>
      </p:sp>
      <p:sp>
        <p:nvSpPr>
          <p:cNvPr id="1891337" name="Text Box 10"/>
          <p:cNvSpPr txBox="1">
            <a:spLocks noChangeArrowheads="1"/>
          </p:cNvSpPr>
          <p:nvPr/>
        </p:nvSpPr>
        <p:spPr bwMode="auto">
          <a:xfrm>
            <a:off x="1697038" y="1854200"/>
            <a:ext cx="7286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99"/>
                </a:solidFill>
                <a:ea typeface="黑体" panose="02010609060101010101" pitchFamily="49" charset="-122"/>
              </a:rPr>
              <a:t>UDP</a:t>
            </a:r>
          </a:p>
        </p:txBody>
      </p:sp>
      <p:sp>
        <p:nvSpPr>
          <p:cNvPr id="1891338" name="Text Box 11"/>
          <p:cNvSpPr txBox="1">
            <a:spLocks noChangeArrowheads="1"/>
          </p:cNvSpPr>
          <p:nvPr/>
        </p:nvSpPr>
        <p:spPr bwMode="auto">
          <a:xfrm>
            <a:off x="7419975" y="1851025"/>
            <a:ext cx="7270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99"/>
                </a:solidFill>
                <a:ea typeface="黑体" panose="02010609060101010101" pitchFamily="49" charset="-122"/>
              </a:rPr>
              <a:t>UDP</a:t>
            </a:r>
          </a:p>
        </p:txBody>
      </p:sp>
      <p:sp>
        <p:nvSpPr>
          <p:cNvPr id="1891339" name="Line 12"/>
          <p:cNvSpPr>
            <a:spLocks noChangeShapeType="1"/>
          </p:cNvSpPr>
          <p:nvPr/>
        </p:nvSpPr>
        <p:spPr bwMode="auto">
          <a:xfrm flipH="1">
            <a:off x="2452688" y="2359025"/>
            <a:ext cx="5165725" cy="0"/>
          </a:xfrm>
          <a:prstGeom prst="line">
            <a:avLst/>
          </a:prstGeom>
          <a:noFill/>
          <a:ln w="57150">
            <a:solidFill>
              <a:schemeClr val="hlink"/>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891340" name="Rectangle 13"/>
          <p:cNvSpPr>
            <a:spLocks noChangeArrowheads="1"/>
          </p:cNvSpPr>
          <p:nvPr/>
        </p:nvSpPr>
        <p:spPr bwMode="auto">
          <a:xfrm>
            <a:off x="623888" y="2187575"/>
            <a:ext cx="1074737" cy="339725"/>
          </a:xfrm>
          <a:prstGeom prst="rect">
            <a:avLst/>
          </a:prstGeom>
          <a:solidFill>
            <a:srgbClr val="CCECFF"/>
          </a:solidFill>
          <a:ln w="9525">
            <a:solidFill>
              <a:schemeClr val="tx1"/>
            </a:solidFill>
            <a:miter lim="800000"/>
            <a:headEnd/>
            <a:tailEnd/>
          </a:ln>
        </p:spPr>
        <p:txBody>
          <a:bodyPr wrap="none" anchor="ctr"/>
          <a:lstStyle/>
          <a:p>
            <a:pPr algn="ctr"/>
            <a:r>
              <a:rPr lang="zh-CN" altLang="en-US" sz="2000" b="1">
                <a:solidFill>
                  <a:srgbClr val="000099"/>
                </a:solidFill>
                <a:ea typeface="黑体" panose="02010609060101010101" pitchFamily="49" charset="-122"/>
              </a:rPr>
              <a:t>客户</a:t>
            </a:r>
          </a:p>
        </p:txBody>
      </p:sp>
      <p:sp>
        <p:nvSpPr>
          <p:cNvPr id="1891341" name="Rectangle 14"/>
          <p:cNvSpPr>
            <a:spLocks noChangeArrowheads="1"/>
          </p:cNvSpPr>
          <p:nvPr/>
        </p:nvSpPr>
        <p:spPr bwMode="auto">
          <a:xfrm>
            <a:off x="3529013" y="2230438"/>
            <a:ext cx="2905125" cy="255587"/>
          </a:xfrm>
          <a:prstGeom prst="rect">
            <a:avLst/>
          </a:prstGeom>
          <a:solidFill>
            <a:srgbClr val="FFCCFF"/>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DHCPOFFER</a:t>
            </a:r>
          </a:p>
        </p:txBody>
      </p:sp>
      <p:sp>
        <p:nvSpPr>
          <p:cNvPr id="1891342" name="Rectangle 15"/>
          <p:cNvSpPr>
            <a:spLocks noChangeArrowheads="1"/>
          </p:cNvSpPr>
          <p:nvPr/>
        </p:nvSpPr>
        <p:spPr bwMode="auto">
          <a:xfrm>
            <a:off x="8154988" y="2187575"/>
            <a:ext cx="1076325" cy="339725"/>
          </a:xfrm>
          <a:prstGeom prst="rect">
            <a:avLst/>
          </a:prstGeom>
          <a:solidFill>
            <a:srgbClr val="FFCCFF"/>
          </a:solidFill>
          <a:ln w="9525">
            <a:solidFill>
              <a:schemeClr val="tx1"/>
            </a:solidFill>
            <a:miter lim="800000"/>
            <a:headEnd/>
            <a:tailEnd/>
          </a:ln>
        </p:spPr>
        <p:txBody>
          <a:bodyPr wrap="none" anchor="ctr"/>
          <a:lstStyle/>
          <a:p>
            <a:pPr algn="ctr"/>
            <a:r>
              <a:rPr lang="zh-CN" altLang="en-US" sz="2000" b="1">
                <a:solidFill>
                  <a:srgbClr val="000099"/>
                </a:solidFill>
                <a:ea typeface="黑体" panose="02010609060101010101" pitchFamily="49" charset="-122"/>
              </a:rPr>
              <a:t>服务器</a:t>
            </a:r>
          </a:p>
        </p:txBody>
      </p:sp>
      <p:sp>
        <p:nvSpPr>
          <p:cNvPr id="1891343" name="Rectangle 16"/>
          <p:cNvSpPr>
            <a:spLocks noChangeArrowheads="1"/>
          </p:cNvSpPr>
          <p:nvPr/>
        </p:nvSpPr>
        <p:spPr bwMode="auto">
          <a:xfrm>
            <a:off x="7618413" y="2230438"/>
            <a:ext cx="536575" cy="255587"/>
          </a:xfrm>
          <a:prstGeom prst="rect">
            <a:avLst/>
          </a:prstGeom>
          <a:solidFill>
            <a:srgbClr val="FFCC99"/>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67</a:t>
            </a:r>
          </a:p>
        </p:txBody>
      </p:sp>
      <p:sp>
        <p:nvSpPr>
          <p:cNvPr id="1891344" name="Rectangle 17"/>
          <p:cNvSpPr>
            <a:spLocks noChangeArrowheads="1"/>
          </p:cNvSpPr>
          <p:nvPr/>
        </p:nvSpPr>
        <p:spPr bwMode="auto">
          <a:xfrm>
            <a:off x="1698625" y="2230438"/>
            <a:ext cx="754063" cy="255587"/>
          </a:xfrm>
          <a:prstGeom prst="rect">
            <a:avLst/>
          </a:prstGeom>
          <a:solidFill>
            <a:srgbClr val="CCFF99"/>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68</a:t>
            </a:r>
          </a:p>
        </p:txBody>
      </p:sp>
      <p:sp>
        <p:nvSpPr>
          <p:cNvPr id="1891345" name="Text Box 18"/>
          <p:cNvSpPr txBox="1">
            <a:spLocks noChangeArrowheads="1"/>
          </p:cNvSpPr>
          <p:nvPr/>
        </p:nvSpPr>
        <p:spPr bwMode="auto">
          <a:xfrm>
            <a:off x="1697038" y="2462213"/>
            <a:ext cx="7286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99"/>
                </a:solidFill>
                <a:ea typeface="黑体" panose="02010609060101010101" pitchFamily="49" charset="-122"/>
              </a:rPr>
              <a:t>UDP</a:t>
            </a:r>
          </a:p>
        </p:txBody>
      </p:sp>
      <p:sp>
        <p:nvSpPr>
          <p:cNvPr id="1891346" name="Text Box 19"/>
          <p:cNvSpPr txBox="1">
            <a:spLocks noChangeArrowheads="1"/>
          </p:cNvSpPr>
          <p:nvPr/>
        </p:nvSpPr>
        <p:spPr bwMode="auto">
          <a:xfrm>
            <a:off x="7419975" y="2462213"/>
            <a:ext cx="7270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99"/>
                </a:solidFill>
                <a:ea typeface="黑体" panose="02010609060101010101" pitchFamily="49" charset="-122"/>
              </a:rPr>
              <a:t>UDP</a:t>
            </a:r>
          </a:p>
        </p:txBody>
      </p:sp>
      <p:sp>
        <p:nvSpPr>
          <p:cNvPr id="1891347" name="Line 20"/>
          <p:cNvSpPr>
            <a:spLocks noChangeShapeType="1"/>
          </p:cNvSpPr>
          <p:nvPr/>
        </p:nvSpPr>
        <p:spPr bwMode="auto">
          <a:xfrm>
            <a:off x="2454275" y="2968625"/>
            <a:ext cx="5164138" cy="0"/>
          </a:xfrm>
          <a:prstGeom prst="line">
            <a:avLst/>
          </a:prstGeom>
          <a:noFill/>
          <a:ln w="57150">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891348" name="Rectangle 21"/>
          <p:cNvSpPr>
            <a:spLocks noChangeArrowheads="1"/>
          </p:cNvSpPr>
          <p:nvPr/>
        </p:nvSpPr>
        <p:spPr bwMode="auto">
          <a:xfrm>
            <a:off x="623888" y="2798763"/>
            <a:ext cx="1076325" cy="341312"/>
          </a:xfrm>
          <a:prstGeom prst="rect">
            <a:avLst/>
          </a:prstGeom>
          <a:solidFill>
            <a:srgbClr val="CCECFF"/>
          </a:solidFill>
          <a:ln w="9525">
            <a:solidFill>
              <a:schemeClr val="tx1"/>
            </a:solidFill>
            <a:miter lim="800000"/>
            <a:headEnd/>
            <a:tailEnd/>
          </a:ln>
        </p:spPr>
        <p:txBody>
          <a:bodyPr wrap="none" anchor="ctr"/>
          <a:lstStyle/>
          <a:p>
            <a:pPr algn="ctr"/>
            <a:r>
              <a:rPr lang="zh-CN" altLang="en-US" sz="2000" b="1">
                <a:solidFill>
                  <a:srgbClr val="000099"/>
                </a:solidFill>
                <a:ea typeface="黑体" panose="02010609060101010101" pitchFamily="49" charset="-122"/>
              </a:rPr>
              <a:t>客户</a:t>
            </a:r>
          </a:p>
        </p:txBody>
      </p:sp>
      <p:sp>
        <p:nvSpPr>
          <p:cNvPr id="1891349" name="Rectangle 22"/>
          <p:cNvSpPr>
            <a:spLocks noChangeArrowheads="1"/>
          </p:cNvSpPr>
          <p:nvPr/>
        </p:nvSpPr>
        <p:spPr bwMode="auto">
          <a:xfrm>
            <a:off x="3529013" y="2841625"/>
            <a:ext cx="2905125" cy="255588"/>
          </a:xfrm>
          <a:prstGeom prst="rect">
            <a:avLst/>
          </a:prstGeom>
          <a:solidFill>
            <a:srgbClr val="CCECFF"/>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DHCPREQUEST</a:t>
            </a:r>
          </a:p>
        </p:txBody>
      </p:sp>
      <p:sp>
        <p:nvSpPr>
          <p:cNvPr id="1891350" name="Rectangle 23"/>
          <p:cNvSpPr>
            <a:spLocks noChangeArrowheads="1"/>
          </p:cNvSpPr>
          <p:nvPr/>
        </p:nvSpPr>
        <p:spPr bwMode="auto">
          <a:xfrm>
            <a:off x="8154988" y="2798763"/>
            <a:ext cx="1076325" cy="341312"/>
          </a:xfrm>
          <a:prstGeom prst="rect">
            <a:avLst/>
          </a:prstGeom>
          <a:solidFill>
            <a:srgbClr val="FFCCFF"/>
          </a:solidFill>
          <a:ln w="9525">
            <a:solidFill>
              <a:schemeClr val="tx1"/>
            </a:solidFill>
            <a:miter lim="800000"/>
            <a:headEnd/>
            <a:tailEnd/>
          </a:ln>
        </p:spPr>
        <p:txBody>
          <a:bodyPr wrap="none" anchor="ctr"/>
          <a:lstStyle/>
          <a:p>
            <a:pPr algn="ctr"/>
            <a:r>
              <a:rPr lang="zh-CN" altLang="en-US" sz="2000" b="1">
                <a:solidFill>
                  <a:srgbClr val="000099"/>
                </a:solidFill>
                <a:ea typeface="黑体" panose="02010609060101010101" pitchFamily="49" charset="-122"/>
              </a:rPr>
              <a:t>服务器</a:t>
            </a:r>
          </a:p>
        </p:txBody>
      </p:sp>
      <p:sp>
        <p:nvSpPr>
          <p:cNvPr id="1891351" name="Rectangle 24"/>
          <p:cNvSpPr>
            <a:spLocks noChangeArrowheads="1"/>
          </p:cNvSpPr>
          <p:nvPr/>
        </p:nvSpPr>
        <p:spPr bwMode="auto">
          <a:xfrm>
            <a:off x="7618413" y="2841625"/>
            <a:ext cx="536575" cy="255588"/>
          </a:xfrm>
          <a:prstGeom prst="rect">
            <a:avLst/>
          </a:prstGeom>
          <a:solidFill>
            <a:srgbClr val="FFCC99"/>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67</a:t>
            </a:r>
          </a:p>
        </p:txBody>
      </p:sp>
      <p:sp>
        <p:nvSpPr>
          <p:cNvPr id="1891352" name="Rectangle 25"/>
          <p:cNvSpPr>
            <a:spLocks noChangeArrowheads="1"/>
          </p:cNvSpPr>
          <p:nvPr/>
        </p:nvSpPr>
        <p:spPr bwMode="auto">
          <a:xfrm>
            <a:off x="1700213" y="2841625"/>
            <a:ext cx="754062" cy="255588"/>
          </a:xfrm>
          <a:prstGeom prst="rect">
            <a:avLst/>
          </a:prstGeom>
          <a:solidFill>
            <a:srgbClr val="CCFF99"/>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68</a:t>
            </a:r>
          </a:p>
        </p:txBody>
      </p:sp>
      <p:sp>
        <p:nvSpPr>
          <p:cNvPr id="1891353" name="Text Box 26"/>
          <p:cNvSpPr txBox="1">
            <a:spLocks noChangeArrowheads="1"/>
          </p:cNvSpPr>
          <p:nvPr/>
        </p:nvSpPr>
        <p:spPr bwMode="auto">
          <a:xfrm>
            <a:off x="1697038" y="3074988"/>
            <a:ext cx="7286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99"/>
                </a:solidFill>
                <a:ea typeface="黑体" panose="02010609060101010101" pitchFamily="49" charset="-122"/>
              </a:rPr>
              <a:t>UDP</a:t>
            </a:r>
          </a:p>
        </p:txBody>
      </p:sp>
      <p:sp>
        <p:nvSpPr>
          <p:cNvPr id="1891354" name="Text Box 27"/>
          <p:cNvSpPr txBox="1">
            <a:spLocks noChangeArrowheads="1"/>
          </p:cNvSpPr>
          <p:nvPr/>
        </p:nvSpPr>
        <p:spPr bwMode="auto">
          <a:xfrm>
            <a:off x="7419975" y="3074988"/>
            <a:ext cx="7270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99"/>
                </a:solidFill>
                <a:ea typeface="黑体" panose="02010609060101010101" pitchFamily="49" charset="-122"/>
              </a:rPr>
              <a:t>UDP</a:t>
            </a:r>
          </a:p>
        </p:txBody>
      </p:sp>
      <p:sp>
        <p:nvSpPr>
          <p:cNvPr id="1891355" name="Line 28"/>
          <p:cNvSpPr>
            <a:spLocks noChangeShapeType="1"/>
          </p:cNvSpPr>
          <p:nvPr/>
        </p:nvSpPr>
        <p:spPr bwMode="auto">
          <a:xfrm flipH="1">
            <a:off x="2452688" y="3579813"/>
            <a:ext cx="5165725" cy="0"/>
          </a:xfrm>
          <a:prstGeom prst="line">
            <a:avLst/>
          </a:prstGeom>
          <a:noFill/>
          <a:ln w="57150">
            <a:solidFill>
              <a:schemeClr val="hlink"/>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891356" name="Rectangle 29"/>
          <p:cNvSpPr>
            <a:spLocks noChangeArrowheads="1"/>
          </p:cNvSpPr>
          <p:nvPr/>
        </p:nvSpPr>
        <p:spPr bwMode="auto">
          <a:xfrm>
            <a:off x="623888" y="3409950"/>
            <a:ext cx="1074737" cy="339725"/>
          </a:xfrm>
          <a:prstGeom prst="rect">
            <a:avLst/>
          </a:prstGeom>
          <a:solidFill>
            <a:srgbClr val="CCECFF"/>
          </a:solidFill>
          <a:ln w="9525">
            <a:solidFill>
              <a:schemeClr val="tx1"/>
            </a:solidFill>
            <a:miter lim="800000"/>
            <a:headEnd/>
            <a:tailEnd/>
          </a:ln>
        </p:spPr>
        <p:txBody>
          <a:bodyPr wrap="none" anchor="ctr"/>
          <a:lstStyle/>
          <a:p>
            <a:pPr algn="ctr"/>
            <a:r>
              <a:rPr lang="zh-CN" altLang="en-US" sz="2000" b="1">
                <a:solidFill>
                  <a:srgbClr val="000099"/>
                </a:solidFill>
                <a:ea typeface="黑体" panose="02010609060101010101" pitchFamily="49" charset="-122"/>
              </a:rPr>
              <a:t>客户</a:t>
            </a:r>
          </a:p>
        </p:txBody>
      </p:sp>
      <p:sp>
        <p:nvSpPr>
          <p:cNvPr id="1891357" name="Rectangle 30"/>
          <p:cNvSpPr>
            <a:spLocks noChangeArrowheads="1"/>
          </p:cNvSpPr>
          <p:nvPr/>
        </p:nvSpPr>
        <p:spPr bwMode="auto">
          <a:xfrm>
            <a:off x="3529013" y="3452813"/>
            <a:ext cx="2905125" cy="254000"/>
          </a:xfrm>
          <a:prstGeom prst="rect">
            <a:avLst/>
          </a:prstGeom>
          <a:solidFill>
            <a:srgbClr val="FFCCFF"/>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DHCPACK</a:t>
            </a:r>
          </a:p>
        </p:txBody>
      </p:sp>
      <p:sp>
        <p:nvSpPr>
          <p:cNvPr id="1891358" name="Rectangle 31"/>
          <p:cNvSpPr>
            <a:spLocks noChangeArrowheads="1"/>
          </p:cNvSpPr>
          <p:nvPr/>
        </p:nvSpPr>
        <p:spPr bwMode="auto">
          <a:xfrm>
            <a:off x="8154988" y="3409950"/>
            <a:ext cx="1076325" cy="339725"/>
          </a:xfrm>
          <a:prstGeom prst="rect">
            <a:avLst/>
          </a:prstGeom>
          <a:solidFill>
            <a:srgbClr val="FFCCFF"/>
          </a:solidFill>
          <a:ln w="9525">
            <a:solidFill>
              <a:schemeClr val="tx1"/>
            </a:solidFill>
            <a:miter lim="800000"/>
            <a:headEnd/>
            <a:tailEnd/>
          </a:ln>
        </p:spPr>
        <p:txBody>
          <a:bodyPr wrap="none" anchor="ctr"/>
          <a:lstStyle/>
          <a:p>
            <a:pPr algn="ctr"/>
            <a:r>
              <a:rPr lang="zh-CN" altLang="en-US" sz="2000" b="1">
                <a:solidFill>
                  <a:srgbClr val="000099"/>
                </a:solidFill>
                <a:ea typeface="黑体" panose="02010609060101010101" pitchFamily="49" charset="-122"/>
              </a:rPr>
              <a:t>服务器</a:t>
            </a:r>
          </a:p>
        </p:txBody>
      </p:sp>
      <p:sp>
        <p:nvSpPr>
          <p:cNvPr id="1891359" name="Rectangle 32"/>
          <p:cNvSpPr>
            <a:spLocks noChangeArrowheads="1"/>
          </p:cNvSpPr>
          <p:nvPr/>
        </p:nvSpPr>
        <p:spPr bwMode="auto">
          <a:xfrm>
            <a:off x="7618413" y="3452813"/>
            <a:ext cx="536575" cy="254000"/>
          </a:xfrm>
          <a:prstGeom prst="rect">
            <a:avLst/>
          </a:prstGeom>
          <a:solidFill>
            <a:srgbClr val="FFCC99"/>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67</a:t>
            </a:r>
          </a:p>
        </p:txBody>
      </p:sp>
      <p:sp>
        <p:nvSpPr>
          <p:cNvPr id="1891360" name="Rectangle 33"/>
          <p:cNvSpPr>
            <a:spLocks noChangeArrowheads="1"/>
          </p:cNvSpPr>
          <p:nvPr/>
        </p:nvSpPr>
        <p:spPr bwMode="auto">
          <a:xfrm>
            <a:off x="1698625" y="3452813"/>
            <a:ext cx="754063" cy="254000"/>
          </a:xfrm>
          <a:prstGeom prst="rect">
            <a:avLst/>
          </a:prstGeom>
          <a:solidFill>
            <a:srgbClr val="CCFF99"/>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68</a:t>
            </a:r>
          </a:p>
        </p:txBody>
      </p:sp>
      <p:sp>
        <p:nvSpPr>
          <p:cNvPr id="1891361" name="Text Box 34"/>
          <p:cNvSpPr txBox="1">
            <a:spLocks noChangeArrowheads="1"/>
          </p:cNvSpPr>
          <p:nvPr/>
        </p:nvSpPr>
        <p:spPr bwMode="auto">
          <a:xfrm>
            <a:off x="1697038" y="3684588"/>
            <a:ext cx="7286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99"/>
                </a:solidFill>
                <a:ea typeface="黑体" panose="02010609060101010101" pitchFamily="49" charset="-122"/>
              </a:rPr>
              <a:t>UDP</a:t>
            </a:r>
          </a:p>
        </p:txBody>
      </p:sp>
      <p:sp>
        <p:nvSpPr>
          <p:cNvPr id="1891362" name="Text Box 35"/>
          <p:cNvSpPr txBox="1">
            <a:spLocks noChangeArrowheads="1"/>
          </p:cNvSpPr>
          <p:nvPr/>
        </p:nvSpPr>
        <p:spPr bwMode="auto">
          <a:xfrm>
            <a:off x="7419975" y="3684588"/>
            <a:ext cx="7270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99"/>
                </a:solidFill>
                <a:ea typeface="黑体" panose="02010609060101010101" pitchFamily="49" charset="-122"/>
              </a:rPr>
              <a:t>UDP</a:t>
            </a:r>
          </a:p>
        </p:txBody>
      </p:sp>
      <p:sp>
        <p:nvSpPr>
          <p:cNvPr id="1891363" name="Line 36"/>
          <p:cNvSpPr>
            <a:spLocks noChangeShapeType="1"/>
          </p:cNvSpPr>
          <p:nvPr/>
        </p:nvSpPr>
        <p:spPr bwMode="auto">
          <a:xfrm>
            <a:off x="2454275" y="4187825"/>
            <a:ext cx="5164138" cy="0"/>
          </a:xfrm>
          <a:prstGeom prst="line">
            <a:avLst/>
          </a:prstGeom>
          <a:noFill/>
          <a:ln w="57150">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891364" name="Rectangle 37"/>
          <p:cNvSpPr>
            <a:spLocks noChangeArrowheads="1"/>
          </p:cNvSpPr>
          <p:nvPr/>
        </p:nvSpPr>
        <p:spPr bwMode="auto">
          <a:xfrm>
            <a:off x="623888" y="4017963"/>
            <a:ext cx="1076325" cy="338137"/>
          </a:xfrm>
          <a:prstGeom prst="rect">
            <a:avLst/>
          </a:prstGeom>
          <a:solidFill>
            <a:srgbClr val="CCECFF"/>
          </a:solidFill>
          <a:ln w="9525">
            <a:solidFill>
              <a:schemeClr val="tx1"/>
            </a:solidFill>
            <a:miter lim="800000"/>
            <a:headEnd/>
            <a:tailEnd/>
          </a:ln>
        </p:spPr>
        <p:txBody>
          <a:bodyPr wrap="none" anchor="ctr"/>
          <a:lstStyle/>
          <a:p>
            <a:pPr algn="ctr"/>
            <a:r>
              <a:rPr lang="zh-CN" altLang="en-US" sz="2000" b="1">
                <a:solidFill>
                  <a:srgbClr val="000099"/>
                </a:solidFill>
                <a:ea typeface="黑体" panose="02010609060101010101" pitchFamily="49" charset="-122"/>
              </a:rPr>
              <a:t>客户</a:t>
            </a:r>
          </a:p>
        </p:txBody>
      </p:sp>
      <p:sp>
        <p:nvSpPr>
          <p:cNvPr id="1891365" name="Rectangle 38"/>
          <p:cNvSpPr>
            <a:spLocks noChangeArrowheads="1"/>
          </p:cNvSpPr>
          <p:nvPr/>
        </p:nvSpPr>
        <p:spPr bwMode="auto">
          <a:xfrm>
            <a:off x="3529013" y="4060825"/>
            <a:ext cx="2905125" cy="254000"/>
          </a:xfrm>
          <a:prstGeom prst="rect">
            <a:avLst/>
          </a:prstGeom>
          <a:solidFill>
            <a:srgbClr val="CCECFF"/>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DHCPREQUEST</a:t>
            </a:r>
          </a:p>
        </p:txBody>
      </p:sp>
      <p:sp>
        <p:nvSpPr>
          <p:cNvPr id="1891366" name="Rectangle 39"/>
          <p:cNvSpPr>
            <a:spLocks noChangeArrowheads="1"/>
          </p:cNvSpPr>
          <p:nvPr/>
        </p:nvSpPr>
        <p:spPr bwMode="auto">
          <a:xfrm>
            <a:off x="8154988" y="4017963"/>
            <a:ext cx="1076325" cy="338137"/>
          </a:xfrm>
          <a:prstGeom prst="rect">
            <a:avLst/>
          </a:prstGeom>
          <a:solidFill>
            <a:srgbClr val="FFCCFF"/>
          </a:solidFill>
          <a:ln w="9525">
            <a:solidFill>
              <a:schemeClr val="tx1"/>
            </a:solidFill>
            <a:miter lim="800000"/>
            <a:headEnd/>
            <a:tailEnd/>
          </a:ln>
        </p:spPr>
        <p:txBody>
          <a:bodyPr wrap="none" anchor="ctr"/>
          <a:lstStyle/>
          <a:p>
            <a:pPr algn="ctr"/>
            <a:r>
              <a:rPr lang="zh-CN" altLang="en-US" sz="2000" b="1">
                <a:solidFill>
                  <a:srgbClr val="000099"/>
                </a:solidFill>
                <a:ea typeface="黑体" panose="02010609060101010101" pitchFamily="49" charset="-122"/>
              </a:rPr>
              <a:t>服务器</a:t>
            </a:r>
          </a:p>
        </p:txBody>
      </p:sp>
      <p:sp>
        <p:nvSpPr>
          <p:cNvPr id="1891367" name="Rectangle 40"/>
          <p:cNvSpPr>
            <a:spLocks noChangeArrowheads="1"/>
          </p:cNvSpPr>
          <p:nvPr/>
        </p:nvSpPr>
        <p:spPr bwMode="auto">
          <a:xfrm>
            <a:off x="7618413" y="4060825"/>
            <a:ext cx="536575" cy="254000"/>
          </a:xfrm>
          <a:prstGeom prst="rect">
            <a:avLst/>
          </a:prstGeom>
          <a:solidFill>
            <a:srgbClr val="FFCC99"/>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67</a:t>
            </a:r>
          </a:p>
        </p:txBody>
      </p:sp>
      <p:sp>
        <p:nvSpPr>
          <p:cNvPr id="1891368" name="Rectangle 41"/>
          <p:cNvSpPr>
            <a:spLocks noChangeArrowheads="1"/>
          </p:cNvSpPr>
          <p:nvPr/>
        </p:nvSpPr>
        <p:spPr bwMode="auto">
          <a:xfrm>
            <a:off x="1700213" y="4060825"/>
            <a:ext cx="754062" cy="254000"/>
          </a:xfrm>
          <a:prstGeom prst="rect">
            <a:avLst/>
          </a:prstGeom>
          <a:solidFill>
            <a:srgbClr val="CCFF99"/>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68</a:t>
            </a:r>
          </a:p>
        </p:txBody>
      </p:sp>
      <p:sp>
        <p:nvSpPr>
          <p:cNvPr id="1891369" name="Text Box 42"/>
          <p:cNvSpPr txBox="1">
            <a:spLocks noChangeArrowheads="1"/>
          </p:cNvSpPr>
          <p:nvPr/>
        </p:nvSpPr>
        <p:spPr bwMode="auto">
          <a:xfrm>
            <a:off x="1697038" y="4292600"/>
            <a:ext cx="7286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99"/>
                </a:solidFill>
                <a:ea typeface="黑体" panose="02010609060101010101" pitchFamily="49" charset="-122"/>
              </a:rPr>
              <a:t>UDP</a:t>
            </a:r>
          </a:p>
        </p:txBody>
      </p:sp>
      <p:sp>
        <p:nvSpPr>
          <p:cNvPr id="1891370" name="Text Box 43"/>
          <p:cNvSpPr txBox="1">
            <a:spLocks noChangeArrowheads="1"/>
          </p:cNvSpPr>
          <p:nvPr/>
        </p:nvSpPr>
        <p:spPr bwMode="auto">
          <a:xfrm>
            <a:off x="7419975" y="4292600"/>
            <a:ext cx="7270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99"/>
                </a:solidFill>
                <a:ea typeface="黑体" panose="02010609060101010101" pitchFamily="49" charset="-122"/>
              </a:rPr>
              <a:t>UDP</a:t>
            </a:r>
          </a:p>
        </p:txBody>
      </p:sp>
      <p:sp>
        <p:nvSpPr>
          <p:cNvPr id="1891371" name="Line 44"/>
          <p:cNvSpPr>
            <a:spLocks noChangeShapeType="1"/>
          </p:cNvSpPr>
          <p:nvPr/>
        </p:nvSpPr>
        <p:spPr bwMode="auto">
          <a:xfrm flipH="1">
            <a:off x="2452688" y="4800600"/>
            <a:ext cx="5165725" cy="0"/>
          </a:xfrm>
          <a:prstGeom prst="line">
            <a:avLst/>
          </a:prstGeom>
          <a:noFill/>
          <a:ln w="57150">
            <a:solidFill>
              <a:schemeClr val="hlink"/>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891372" name="Rectangle 45"/>
          <p:cNvSpPr>
            <a:spLocks noChangeArrowheads="1"/>
          </p:cNvSpPr>
          <p:nvPr/>
        </p:nvSpPr>
        <p:spPr bwMode="auto">
          <a:xfrm>
            <a:off x="623888" y="4629150"/>
            <a:ext cx="1074737" cy="338138"/>
          </a:xfrm>
          <a:prstGeom prst="rect">
            <a:avLst/>
          </a:prstGeom>
          <a:solidFill>
            <a:srgbClr val="CCECFF"/>
          </a:solidFill>
          <a:ln w="9525">
            <a:solidFill>
              <a:schemeClr val="tx1"/>
            </a:solidFill>
            <a:miter lim="800000"/>
            <a:headEnd/>
            <a:tailEnd/>
          </a:ln>
        </p:spPr>
        <p:txBody>
          <a:bodyPr wrap="none" anchor="ctr"/>
          <a:lstStyle/>
          <a:p>
            <a:pPr algn="ctr"/>
            <a:r>
              <a:rPr lang="zh-CN" altLang="en-US" sz="2000" b="1">
                <a:solidFill>
                  <a:srgbClr val="000099"/>
                </a:solidFill>
                <a:ea typeface="黑体" panose="02010609060101010101" pitchFamily="49" charset="-122"/>
              </a:rPr>
              <a:t>客户</a:t>
            </a:r>
          </a:p>
        </p:txBody>
      </p:sp>
      <p:sp>
        <p:nvSpPr>
          <p:cNvPr id="1891373" name="Rectangle 46"/>
          <p:cNvSpPr>
            <a:spLocks noChangeArrowheads="1"/>
          </p:cNvSpPr>
          <p:nvPr/>
        </p:nvSpPr>
        <p:spPr bwMode="auto">
          <a:xfrm>
            <a:off x="3529013" y="4672013"/>
            <a:ext cx="2905125" cy="255587"/>
          </a:xfrm>
          <a:prstGeom prst="rect">
            <a:avLst/>
          </a:prstGeom>
          <a:solidFill>
            <a:srgbClr val="FFCCFF"/>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DHCPNACK</a:t>
            </a:r>
          </a:p>
        </p:txBody>
      </p:sp>
      <p:sp>
        <p:nvSpPr>
          <p:cNvPr id="1891374" name="Rectangle 47"/>
          <p:cNvSpPr>
            <a:spLocks noChangeArrowheads="1"/>
          </p:cNvSpPr>
          <p:nvPr/>
        </p:nvSpPr>
        <p:spPr bwMode="auto">
          <a:xfrm>
            <a:off x="8154988" y="4629150"/>
            <a:ext cx="1076325" cy="338138"/>
          </a:xfrm>
          <a:prstGeom prst="rect">
            <a:avLst/>
          </a:prstGeom>
          <a:solidFill>
            <a:srgbClr val="FFCCFF"/>
          </a:solidFill>
          <a:ln w="9525">
            <a:solidFill>
              <a:schemeClr val="tx1"/>
            </a:solidFill>
            <a:miter lim="800000"/>
            <a:headEnd/>
            <a:tailEnd/>
          </a:ln>
        </p:spPr>
        <p:txBody>
          <a:bodyPr wrap="none" anchor="ctr"/>
          <a:lstStyle/>
          <a:p>
            <a:pPr algn="ctr"/>
            <a:r>
              <a:rPr lang="zh-CN" altLang="en-US" sz="2000" b="1">
                <a:solidFill>
                  <a:srgbClr val="000099"/>
                </a:solidFill>
                <a:ea typeface="黑体" panose="02010609060101010101" pitchFamily="49" charset="-122"/>
              </a:rPr>
              <a:t>服务器</a:t>
            </a:r>
          </a:p>
        </p:txBody>
      </p:sp>
      <p:sp>
        <p:nvSpPr>
          <p:cNvPr id="1891375" name="Rectangle 48"/>
          <p:cNvSpPr>
            <a:spLocks noChangeArrowheads="1"/>
          </p:cNvSpPr>
          <p:nvPr/>
        </p:nvSpPr>
        <p:spPr bwMode="auto">
          <a:xfrm>
            <a:off x="7618413" y="4672013"/>
            <a:ext cx="536575" cy="255587"/>
          </a:xfrm>
          <a:prstGeom prst="rect">
            <a:avLst/>
          </a:prstGeom>
          <a:solidFill>
            <a:srgbClr val="FFCC99"/>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67</a:t>
            </a:r>
          </a:p>
        </p:txBody>
      </p:sp>
      <p:sp>
        <p:nvSpPr>
          <p:cNvPr id="1891376" name="Rectangle 49"/>
          <p:cNvSpPr>
            <a:spLocks noChangeArrowheads="1"/>
          </p:cNvSpPr>
          <p:nvPr/>
        </p:nvSpPr>
        <p:spPr bwMode="auto">
          <a:xfrm>
            <a:off x="1698625" y="4672013"/>
            <a:ext cx="754063" cy="255587"/>
          </a:xfrm>
          <a:prstGeom prst="rect">
            <a:avLst/>
          </a:prstGeom>
          <a:solidFill>
            <a:srgbClr val="CCFF99"/>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68</a:t>
            </a:r>
          </a:p>
        </p:txBody>
      </p:sp>
      <p:sp>
        <p:nvSpPr>
          <p:cNvPr id="1891377" name="Text Box 50"/>
          <p:cNvSpPr txBox="1">
            <a:spLocks noChangeArrowheads="1"/>
          </p:cNvSpPr>
          <p:nvPr/>
        </p:nvSpPr>
        <p:spPr bwMode="auto">
          <a:xfrm>
            <a:off x="1697038" y="4903788"/>
            <a:ext cx="7286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99"/>
                </a:solidFill>
                <a:ea typeface="黑体" panose="02010609060101010101" pitchFamily="49" charset="-122"/>
              </a:rPr>
              <a:t>UDP</a:t>
            </a:r>
          </a:p>
        </p:txBody>
      </p:sp>
      <p:sp>
        <p:nvSpPr>
          <p:cNvPr id="1891378" name="Text Box 51"/>
          <p:cNvSpPr txBox="1">
            <a:spLocks noChangeArrowheads="1"/>
          </p:cNvSpPr>
          <p:nvPr/>
        </p:nvSpPr>
        <p:spPr bwMode="auto">
          <a:xfrm>
            <a:off x="7419975" y="4903788"/>
            <a:ext cx="7270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99"/>
                </a:solidFill>
                <a:ea typeface="黑体" panose="02010609060101010101" pitchFamily="49" charset="-122"/>
              </a:rPr>
              <a:t>UDP</a:t>
            </a:r>
          </a:p>
        </p:txBody>
      </p:sp>
      <p:sp>
        <p:nvSpPr>
          <p:cNvPr id="1891379" name="Line 52"/>
          <p:cNvSpPr>
            <a:spLocks noChangeShapeType="1"/>
          </p:cNvSpPr>
          <p:nvPr/>
        </p:nvSpPr>
        <p:spPr bwMode="auto">
          <a:xfrm flipH="1">
            <a:off x="2452688" y="5411788"/>
            <a:ext cx="5165725" cy="0"/>
          </a:xfrm>
          <a:prstGeom prst="line">
            <a:avLst/>
          </a:prstGeom>
          <a:noFill/>
          <a:ln w="57150">
            <a:solidFill>
              <a:schemeClr val="hlink"/>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891380" name="Rectangle 53"/>
          <p:cNvSpPr>
            <a:spLocks noChangeArrowheads="1"/>
          </p:cNvSpPr>
          <p:nvPr/>
        </p:nvSpPr>
        <p:spPr bwMode="auto">
          <a:xfrm>
            <a:off x="623888" y="5240338"/>
            <a:ext cx="1074737" cy="338137"/>
          </a:xfrm>
          <a:prstGeom prst="rect">
            <a:avLst/>
          </a:prstGeom>
          <a:solidFill>
            <a:srgbClr val="CCECFF"/>
          </a:solidFill>
          <a:ln w="9525">
            <a:solidFill>
              <a:schemeClr val="tx1"/>
            </a:solidFill>
            <a:miter lim="800000"/>
            <a:headEnd/>
            <a:tailEnd/>
          </a:ln>
        </p:spPr>
        <p:txBody>
          <a:bodyPr wrap="none" anchor="ctr"/>
          <a:lstStyle/>
          <a:p>
            <a:pPr algn="ctr"/>
            <a:r>
              <a:rPr lang="zh-CN" altLang="en-US" sz="2000" b="1">
                <a:solidFill>
                  <a:srgbClr val="000099"/>
                </a:solidFill>
                <a:ea typeface="黑体" panose="02010609060101010101" pitchFamily="49" charset="-122"/>
              </a:rPr>
              <a:t>客户</a:t>
            </a:r>
          </a:p>
        </p:txBody>
      </p:sp>
      <p:sp>
        <p:nvSpPr>
          <p:cNvPr id="1891381" name="Rectangle 54"/>
          <p:cNvSpPr>
            <a:spLocks noChangeArrowheads="1"/>
          </p:cNvSpPr>
          <p:nvPr/>
        </p:nvSpPr>
        <p:spPr bwMode="auto">
          <a:xfrm>
            <a:off x="3529013" y="5283200"/>
            <a:ext cx="2905125" cy="255588"/>
          </a:xfrm>
          <a:prstGeom prst="rect">
            <a:avLst/>
          </a:prstGeom>
          <a:solidFill>
            <a:srgbClr val="FFCCFF"/>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DHCPACK</a:t>
            </a:r>
          </a:p>
        </p:txBody>
      </p:sp>
      <p:sp>
        <p:nvSpPr>
          <p:cNvPr id="1891382" name="Rectangle 55"/>
          <p:cNvSpPr>
            <a:spLocks noChangeArrowheads="1"/>
          </p:cNvSpPr>
          <p:nvPr/>
        </p:nvSpPr>
        <p:spPr bwMode="auto">
          <a:xfrm>
            <a:off x="8154988" y="5240338"/>
            <a:ext cx="1076325" cy="338137"/>
          </a:xfrm>
          <a:prstGeom prst="rect">
            <a:avLst/>
          </a:prstGeom>
          <a:solidFill>
            <a:srgbClr val="FFCCFF"/>
          </a:solidFill>
          <a:ln w="9525">
            <a:solidFill>
              <a:schemeClr val="tx1"/>
            </a:solidFill>
            <a:miter lim="800000"/>
            <a:headEnd/>
            <a:tailEnd/>
          </a:ln>
        </p:spPr>
        <p:txBody>
          <a:bodyPr wrap="none" anchor="ctr"/>
          <a:lstStyle/>
          <a:p>
            <a:pPr algn="ctr"/>
            <a:r>
              <a:rPr lang="zh-CN" altLang="en-US" sz="2000" b="1">
                <a:solidFill>
                  <a:srgbClr val="000099"/>
                </a:solidFill>
                <a:ea typeface="黑体" panose="02010609060101010101" pitchFamily="49" charset="-122"/>
              </a:rPr>
              <a:t>服务器</a:t>
            </a:r>
          </a:p>
        </p:txBody>
      </p:sp>
      <p:sp>
        <p:nvSpPr>
          <p:cNvPr id="1891383" name="Rectangle 56"/>
          <p:cNvSpPr>
            <a:spLocks noChangeArrowheads="1"/>
          </p:cNvSpPr>
          <p:nvPr/>
        </p:nvSpPr>
        <p:spPr bwMode="auto">
          <a:xfrm>
            <a:off x="7618413" y="5283200"/>
            <a:ext cx="536575" cy="255588"/>
          </a:xfrm>
          <a:prstGeom prst="rect">
            <a:avLst/>
          </a:prstGeom>
          <a:solidFill>
            <a:srgbClr val="FFCC99"/>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67</a:t>
            </a:r>
          </a:p>
        </p:txBody>
      </p:sp>
      <p:sp>
        <p:nvSpPr>
          <p:cNvPr id="1891384" name="Rectangle 57"/>
          <p:cNvSpPr>
            <a:spLocks noChangeArrowheads="1"/>
          </p:cNvSpPr>
          <p:nvPr/>
        </p:nvSpPr>
        <p:spPr bwMode="auto">
          <a:xfrm>
            <a:off x="1698625" y="5283200"/>
            <a:ext cx="754063" cy="255588"/>
          </a:xfrm>
          <a:prstGeom prst="rect">
            <a:avLst/>
          </a:prstGeom>
          <a:solidFill>
            <a:srgbClr val="CCFF99"/>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68</a:t>
            </a:r>
          </a:p>
        </p:txBody>
      </p:sp>
      <p:sp>
        <p:nvSpPr>
          <p:cNvPr id="1891385" name="Text Box 58"/>
          <p:cNvSpPr txBox="1">
            <a:spLocks noChangeArrowheads="1"/>
          </p:cNvSpPr>
          <p:nvPr/>
        </p:nvSpPr>
        <p:spPr bwMode="auto">
          <a:xfrm>
            <a:off x="1697038" y="5514975"/>
            <a:ext cx="7286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99"/>
                </a:solidFill>
                <a:ea typeface="黑体" panose="02010609060101010101" pitchFamily="49" charset="-122"/>
              </a:rPr>
              <a:t>UDP</a:t>
            </a:r>
          </a:p>
        </p:txBody>
      </p:sp>
      <p:sp>
        <p:nvSpPr>
          <p:cNvPr id="1891386" name="Text Box 59"/>
          <p:cNvSpPr txBox="1">
            <a:spLocks noChangeArrowheads="1"/>
          </p:cNvSpPr>
          <p:nvPr/>
        </p:nvSpPr>
        <p:spPr bwMode="auto">
          <a:xfrm>
            <a:off x="7419975" y="5514975"/>
            <a:ext cx="7270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99"/>
                </a:solidFill>
                <a:ea typeface="黑体" panose="02010609060101010101" pitchFamily="49" charset="-122"/>
              </a:rPr>
              <a:t>UDP</a:t>
            </a:r>
          </a:p>
        </p:txBody>
      </p:sp>
      <p:sp>
        <p:nvSpPr>
          <p:cNvPr id="1891387" name="Line 60"/>
          <p:cNvSpPr>
            <a:spLocks noChangeShapeType="1"/>
          </p:cNvSpPr>
          <p:nvPr/>
        </p:nvSpPr>
        <p:spPr bwMode="auto">
          <a:xfrm>
            <a:off x="2454275" y="6256338"/>
            <a:ext cx="5164138" cy="0"/>
          </a:xfrm>
          <a:prstGeom prst="line">
            <a:avLst/>
          </a:prstGeom>
          <a:noFill/>
          <a:ln w="57150">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891388" name="Rectangle 61"/>
          <p:cNvSpPr>
            <a:spLocks noChangeArrowheads="1"/>
          </p:cNvSpPr>
          <p:nvPr/>
        </p:nvSpPr>
        <p:spPr bwMode="auto">
          <a:xfrm>
            <a:off x="623888" y="6086475"/>
            <a:ext cx="1076325" cy="338138"/>
          </a:xfrm>
          <a:prstGeom prst="rect">
            <a:avLst/>
          </a:prstGeom>
          <a:solidFill>
            <a:srgbClr val="CCECFF"/>
          </a:solidFill>
          <a:ln w="9525">
            <a:solidFill>
              <a:schemeClr val="tx1"/>
            </a:solidFill>
            <a:miter lim="800000"/>
            <a:headEnd/>
            <a:tailEnd/>
          </a:ln>
        </p:spPr>
        <p:txBody>
          <a:bodyPr wrap="none" anchor="ctr"/>
          <a:lstStyle/>
          <a:p>
            <a:pPr algn="ctr"/>
            <a:r>
              <a:rPr lang="zh-CN" altLang="en-US" sz="2000" b="1">
                <a:solidFill>
                  <a:srgbClr val="000099"/>
                </a:solidFill>
                <a:ea typeface="黑体" panose="02010609060101010101" pitchFamily="49" charset="-122"/>
              </a:rPr>
              <a:t>客户</a:t>
            </a:r>
          </a:p>
        </p:txBody>
      </p:sp>
      <p:sp>
        <p:nvSpPr>
          <p:cNvPr id="1891389" name="Rectangle 62"/>
          <p:cNvSpPr>
            <a:spLocks noChangeArrowheads="1"/>
          </p:cNvSpPr>
          <p:nvPr/>
        </p:nvSpPr>
        <p:spPr bwMode="auto">
          <a:xfrm>
            <a:off x="3529013" y="6129338"/>
            <a:ext cx="2905125" cy="254000"/>
          </a:xfrm>
          <a:prstGeom prst="rect">
            <a:avLst/>
          </a:prstGeom>
          <a:solidFill>
            <a:srgbClr val="CCECFF"/>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DHCPRELEASE</a:t>
            </a:r>
          </a:p>
        </p:txBody>
      </p:sp>
      <p:sp>
        <p:nvSpPr>
          <p:cNvPr id="1891390" name="Rectangle 63"/>
          <p:cNvSpPr>
            <a:spLocks noChangeArrowheads="1"/>
          </p:cNvSpPr>
          <p:nvPr/>
        </p:nvSpPr>
        <p:spPr bwMode="auto">
          <a:xfrm>
            <a:off x="8154988" y="6086475"/>
            <a:ext cx="1076325" cy="338138"/>
          </a:xfrm>
          <a:prstGeom prst="rect">
            <a:avLst/>
          </a:prstGeom>
          <a:solidFill>
            <a:srgbClr val="FFCCFF"/>
          </a:solidFill>
          <a:ln w="9525">
            <a:solidFill>
              <a:schemeClr val="tx1"/>
            </a:solidFill>
            <a:miter lim="800000"/>
            <a:headEnd/>
            <a:tailEnd/>
          </a:ln>
        </p:spPr>
        <p:txBody>
          <a:bodyPr wrap="none" anchor="ctr"/>
          <a:lstStyle/>
          <a:p>
            <a:pPr algn="ctr"/>
            <a:r>
              <a:rPr lang="zh-CN" altLang="en-US" sz="2000" b="1">
                <a:solidFill>
                  <a:srgbClr val="000099"/>
                </a:solidFill>
                <a:ea typeface="黑体" panose="02010609060101010101" pitchFamily="49" charset="-122"/>
              </a:rPr>
              <a:t>服务器</a:t>
            </a:r>
          </a:p>
        </p:txBody>
      </p:sp>
      <p:sp>
        <p:nvSpPr>
          <p:cNvPr id="1891391" name="Rectangle 64"/>
          <p:cNvSpPr>
            <a:spLocks noChangeArrowheads="1"/>
          </p:cNvSpPr>
          <p:nvPr/>
        </p:nvSpPr>
        <p:spPr bwMode="auto">
          <a:xfrm>
            <a:off x="7618413" y="6129338"/>
            <a:ext cx="536575" cy="254000"/>
          </a:xfrm>
          <a:prstGeom prst="rect">
            <a:avLst/>
          </a:prstGeom>
          <a:solidFill>
            <a:srgbClr val="FFCC99"/>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67</a:t>
            </a:r>
          </a:p>
        </p:txBody>
      </p:sp>
      <p:sp>
        <p:nvSpPr>
          <p:cNvPr id="1891392" name="Rectangle 65"/>
          <p:cNvSpPr>
            <a:spLocks noChangeArrowheads="1"/>
          </p:cNvSpPr>
          <p:nvPr/>
        </p:nvSpPr>
        <p:spPr bwMode="auto">
          <a:xfrm>
            <a:off x="1700213" y="6129338"/>
            <a:ext cx="754062" cy="254000"/>
          </a:xfrm>
          <a:prstGeom prst="rect">
            <a:avLst/>
          </a:prstGeom>
          <a:solidFill>
            <a:srgbClr val="CCFF99"/>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68</a:t>
            </a:r>
          </a:p>
        </p:txBody>
      </p:sp>
      <p:sp>
        <p:nvSpPr>
          <p:cNvPr id="1891393" name="Text Box 66"/>
          <p:cNvSpPr txBox="1">
            <a:spLocks noChangeArrowheads="1"/>
          </p:cNvSpPr>
          <p:nvPr/>
        </p:nvSpPr>
        <p:spPr bwMode="auto">
          <a:xfrm>
            <a:off x="1697038" y="6361113"/>
            <a:ext cx="7286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99"/>
                </a:solidFill>
                <a:ea typeface="黑体" panose="02010609060101010101" pitchFamily="49" charset="-122"/>
              </a:rPr>
              <a:t>UDP</a:t>
            </a:r>
          </a:p>
        </p:txBody>
      </p:sp>
      <p:sp>
        <p:nvSpPr>
          <p:cNvPr id="1891394" name="Text Box 67"/>
          <p:cNvSpPr txBox="1">
            <a:spLocks noChangeArrowheads="1"/>
          </p:cNvSpPr>
          <p:nvPr/>
        </p:nvSpPr>
        <p:spPr bwMode="auto">
          <a:xfrm>
            <a:off x="7419975" y="6361113"/>
            <a:ext cx="7270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99"/>
                </a:solidFill>
                <a:ea typeface="黑体" panose="02010609060101010101" pitchFamily="49" charset="-122"/>
              </a:rPr>
              <a:t>UDP</a:t>
            </a:r>
          </a:p>
        </p:txBody>
      </p:sp>
      <p:sp>
        <p:nvSpPr>
          <p:cNvPr id="1891395" name="Rectangle 68"/>
          <p:cNvSpPr>
            <a:spLocks noChangeArrowheads="1"/>
          </p:cNvSpPr>
          <p:nvPr/>
        </p:nvSpPr>
        <p:spPr bwMode="auto">
          <a:xfrm>
            <a:off x="8154988" y="936625"/>
            <a:ext cx="1076325" cy="338138"/>
          </a:xfrm>
          <a:prstGeom prst="rect">
            <a:avLst/>
          </a:prstGeom>
          <a:solidFill>
            <a:srgbClr val="FFCCFF"/>
          </a:solidFill>
          <a:ln w="9525">
            <a:solidFill>
              <a:schemeClr val="tx1"/>
            </a:solidFill>
            <a:miter lim="800000"/>
            <a:headEnd/>
            <a:tailEnd/>
          </a:ln>
        </p:spPr>
        <p:txBody>
          <a:bodyPr wrap="none" anchor="ctr"/>
          <a:lstStyle/>
          <a:p>
            <a:pPr algn="ctr"/>
            <a:r>
              <a:rPr lang="zh-CN" altLang="en-US" sz="2000" b="1">
                <a:solidFill>
                  <a:srgbClr val="000099"/>
                </a:solidFill>
                <a:ea typeface="黑体" panose="02010609060101010101" pitchFamily="49" charset="-122"/>
              </a:rPr>
              <a:t>服务器</a:t>
            </a:r>
          </a:p>
        </p:txBody>
      </p:sp>
      <p:sp>
        <p:nvSpPr>
          <p:cNvPr id="1891396" name="Rectangle 69"/>
          <p:cNvSpPr>
            <a:spLocks noChangeArrowheads="1"/>
          </p:cNvSpPr>
          <p:nvPr/>
        </p:nvSpPr>
        <p:spPr bwMode="auto">
          <a:xfrm>
            <a:off x="7618413" y="977900"/>
            <a:ext cx="536575" cy="254000"/>
          </a:xfrm>
          <a:prstGeom prst="rect">
            <a:avLst/>
          </a:prstGeom>
          <a:solidFill>
            <a:srgbClr val="FFCC99"/>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67</a:t>
            </a:r>
          </a:p>
        </p:txBody>
      </p:sp>
      <p:sp>
        <p:nvSpPr>
          <p:cNvPr id="1891397" name="Text Box 70"/>
          <p:cNvSpPr txBox="1">
            <a:spLocks noChangeArrowheads="1"/>
          </p:cNvSpPr>
          <p:nvPr/>
        </p:nvSpPr>
        <p:spPr bwMode="auto">
          <a:xfrm>
            <a:off x="7419975" y="1209675"/>
            <a:ext cx="7270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99"/>
                </a:solidFill>
                <a:ea typeface="黑体" panose="02010609060101010101" pitchFamily="49" charset="-122"/>
              </a:rPr>
              <a:t>UDP</a:t>
            </a:r>
          </a:p>
        </p:txBody>
      </p:sp>
      <p:sp>
        <p:nvSpPr>
          <p:cNvPr id="1891398" name="Text Box 71"/>
          <p:cNvSpPr txBox="1">
            <a:spLocks noChangeArrowheads="1"/>
          </p:cNvSpPr>
          <p:nvPr/>
        </p:nvSpPr>
        <p:spPr bwMode="auto">
          <a:xfrm>
            <a:off x="6218238" y="692150"/>
            <a:ext cx="12112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a:solidFill>
                  <a:srgbClr val="000099"/>
                </a:solidFill>
                <a:ea typeface="黑体" panose="02010609060101010101" pitchFamily="49" charset="-122"/>
              </a:rPr>
              <a:t>被动打开</a:t>
            </a:r>
          </a:p>
        </p:txBody>
      </p:sp>
      <p:sp>
        <p:nvSpPr>
          <p:cNvPr id="1891399" name="Text Box 72"/>
          <p:cNvSpPr txBox="1">
            <a:spLocks noChangeArrowheads="1"/>
          </p:cNvSpPr>
          <p:nvPr/>
        </p:nvSpPr>
        <p:spPr bwMode="auto">
          <a:xfrm>
            <a:off x="9237663" y="820738"/>
            <a:ext cx="5048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800" b="1">
                <a:solidFill>
                  <a:srgbClr val="000099"/>
                </a:solidFill>
                <a:ea typeface="黑体" panose="02010609060101010101" pitchFamily="49" charset="-122"/>
                <a:sym typeface="Wingdings" panose="05000000000000000000" pitchFamily="2" charset="2"/>
              </a:rPr>
              <a:t></a:t>
            </a:r>
          </a:p>
        </p:txBody>
      </p:sp>
      <p:sp>
        <p:nvSpPr>
          <p:cNvPr id="1891400" name="Text Box 73"/>
          <p:cNvSpPr txBox="1">
            <a:spLocks noChangeArrowheads="1"/>
          </p:cNvSpPr>
          <p:nvPr/>
        </p:nvSpPr>
        <p:spPr bwMode="auto">
          <a:xfrm>
            <a:off x="85725" y="1435100"/>
            <a:ext cx="5048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800" b="1">
                <a:solidFill>
                  <a:srgbClr val="000099"/>
                </a:solidFill>
                <a:ea typeface="黑体" panose="02010609060101010101" pitchFamily="49" charset="-122"/>
                <a:sym typeface="Wingdings" panose="05000000000000000000" pitchFamily="2" charset="2"/>
              </a:rPr>
              <a:t></a:t>
            </a:r>
          </a:p>
        </p:txBody>
      </p:sp>
      <p:sp>
        <p:nvSpPr>
          <p:cNvPr id="1891401" name="Text Box 74"/>
          <p:cNvSpPr txBox="1">
            <a:spLocks noChangeArrowheads="1"/>
          </p:cNvSpPr>
          <p:nvPr/>
        </p:nvSpPr>
        <p:spPr bwMode="auto">
          <a:xfrm>
            <a:off x="9237663" y="2057400"/>
            <a:ext cx="5048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800" b="1">
                <a:solidFill>
                  <a:srgbClr val="000099"/>
                </a:solidFill>
                <a:ea typeface="黑体" panose="02010609060101010101" pitchFamily="49" charset="-122"/>
                <a:sym typeface="Wingdings" panose="05000000000000000000" pitchFamily="2" charset="2"/>
              </a:rPr>
              <a:t></a:t>
            </a:r>
          </a:p>
        </p:txBody>
      </p:sp>
      <p:sp>
        <p:nvSpPr>
          <p:cNvPr id="1891402" name="Text Box 75"/>
          <p:cNvSpPr txBox="1">
            <a:spLocks noChangeArrowheads="1"/>
          </p:cNvSpPr>
          <p:nvPr/>
        </p:nvSpPr>
        <p:spPr bwMode="auto">
          <a:xfrm>
            <a:off x="85725" y="2654300"/>
            <a:ext cx="5048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800" b="1">
                <a:solidFill>
                  <a:srgbClr val="000099"/>
                </a:solidFill>
                <a:ea typeface="黑体" panose="02010609060101010101" pitchFamily="49" charset="-122"/>
                <a:sym typeface="Wingdings" panose="05000000000000000000" pitchFamily="2" charset="2"/>
              </a:rPr>
              <a:t></a:t>
            </a:r>
          </a:p>
        </p:txBody>
      </p:sp>
      <p:sp>
        <p:nvSpPr>
          <p:cNvPr id="1891403" name="Text Box 76"/>
          <p:cNvSpPr txBox="1">
            <a:spLocks noChangeArrowheads="1"/>
          </p:cNvSpPr>
          <p:nvPr/>
        </p:nvSpPr>
        <p:spPr bwMode="auto">
          <a:xfrm>
            <a:off x="9231313" y="3278188"/>
            <a:ext cx="50641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800" b="1">
                <a:solidFill>
                  <a:srgbClr val="000099"/>
                </a:solidFill>
                <a:ea typeface="黑体" panose="02010609060101010101" pitchFamily="49" charset="-122"/>
                <a:sym typeface="Wingdings" panose="05000000000000000000" pitchFamily="2" charset="2"/>
              </a:rPr>
              <a:t></a:t>
            </a:r>
          </a:p>
        </p:txBody>
      </p:sp>
      <p:sp>
        <p:nvSpPr>
          <p:cNvPr id="1891404" name="Text Box 77"/>
          <p:cNvSpPr txBox="1">
            <a:spLocks noChangeArrowheads="1"/>
          </p:cNvSpPr>
          <p:nvPr/>
        </p:nvSpPr>
        <p:spPr bwMode="auto">
          <a:xfrm>
            <a:off x="85725" y="3902075"/>
            <a:ext cx="5048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800" b="1">
                <a:solidFill>
                  <a:srgbClr val="000099"/>
                </a:solidFill>
                <a:ea typeface="黑体" panose="02010609060101010101" pitchFamily="49" charset="-122"/>
                <a:sym typeface="Wingdings" panose="05000000000000000000" pitchFamily="2" charset="2"/>
              </a:rPr>
              <a:t></a:t>
            </a:r>
          </a:p>
        </p:txBody>
      </p:sp>
      <p:sp>
        <p:nvSpPr>
          <p:cNvPr id="1891405" name="Text Box 78"/>
          <p:cNvSpPr txBox="1">
            <a:spLocks noChangeArrowheads="1"/>
          </p:cNvSpPr>
          <p:nvPr/>
        </p:nvSpPr>
        <p:spPr bwMode="auto">
          <a:xfrm>
            <a:off x="9231313" y="4486275"/>
            <a:ext cx="50641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800" b="1">
                <a:solidFill>
                  <a:srgbClr val="000099"/>
                </a:solidFill>
                <a:ea typeface="黑体" panose="02010609060101010101" pitchFamily="49" charset="-122"/>
                <a:sym typeface="Wingdings" panose="05000000000000000000" pitchFamily="2" charset="2"/>
              </a:rPr>
              <a:t></a:t>
            </a:r>
          </a:p>
        </p:txBody>
      </p:sp>
      <p:sp>
        <p:nvSpPr>
          <p:cNvPr id="1891406" name="Text Box 79"/>
          <p:cNvSpPr txBox="1">
            <a:spLocks noChangeArrowheads="1"/>
          </p:cNvSpPr>
          <p:nvPr/>
        </p:nvSpPr>
        <p:spPr bwMode="auto">
          <a:xfrm>
            <a:off x="9231313" y="5110163"/>
            <a:ext cx="50641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800" b="1">
                <a:solidFill>
                  <a:srgbClr val="000099"/>
                </a:solidFill>
                <a:ea typeface="黑体" panose="02010609060101010101" pitchFamily="49" charset="-122"/>
                <a:sym typeface="Wingdings" panose="05000000000000000000" pitchFamily="2" charset="2"/>
              </a:rPr>
              <a:t></a:t>
            </a:r>
          </a:p>
        </p:txBody>
      </p:sp>
      <p:sp>
        <p:nvSpPr>
          <p:cNvPr id="1891407" name="Text Box 80"/>
          <p:cNvSpPr txBox="1">
            <a:spLocks noChangeArrowheads="1"/>
          </p:cNvSpPr>
          <p:nvPr/>
        </p:nvSpPr>
        <p:spPr bwMode="auto">
          <a:xfrm rot="-5400000">
            <a:off x="4385469" y="5480844"/>
            <a:ext cx="6477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3600" b="1">
                <a:solidFill>
                  <a:srgbClr val="000099"/>
                </a:solidFill>
                <a:ea typeface="黑体" panose="02010609060101010101" pitchFamily="49" charset="-122"/>
              </a:rPr>
              <a:t>…</a:t>
            </a:r>
          </a:p>
        </p:txBody>
      </p:sp>
      <p:sp>
        <p:nvSpPr>
          <p:cNvPr id="1891408" name="Text Box 81"/>
          <p:cNvSpPr txBox="1">
            <a:spLocks noChangeArrowheads="1"/>
          </p:cNvSpPr>
          <p:nvPr/>
        </p:nvSpPr>
        <p:spPr bwMode="auto">
          <a:xfrm>
            <a:off x="85725" y="5892800"/>
            <a:ext cx="5048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800" b="1">
                <a:solidFill>
                  <a:srgbClr val="000099"/>
                </a:solidFill>
                <a:ea typeface="黑体" panose="02010609060101010101" pitchFamily="49" charset="-122"/>
                <a:sym typeface="Wingdings" panose="05000000000000000000" pitchFamily="2" charset="2"/>
              </a:rPr>
              <a:t></a:t>
            </a:r>
          </a:p>
        </p:txBody>
      </p:sp>
      <p:sp>
        <p:nvSpPr>
          <p:cNvPr id="1891409" name="Rectangle 83"/>
          <p:cNvSpPr>
            <a:spLocks noChangeArrowheads="1"/>
          </p:cNvSpPr>
          <p:nvPr/>
        </p:nvSpPr>
        <p:spPr bwMode="auto">
          <a:xfrm>
            <a:off x="0" y="4622800"/>
            <a:ext cx="9906000" cy="2235200"/>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zh-CN" sz="2800" b="1">
              <a:solidFill>
                <a:srgbClr val="000099"/>
              </a:solidFill>
              <a:ea typeface="宋体" panose="02010600030101010101" pitchFamily="2" charset="-122"/>
            </a:endParaRPr>
          </a:p>
        </p:txBody>
      </p:sp>
      <p:sp>
        <p:nvSpPr>
          <p:cNvPr id="1891410" name="Text Box 85"/>
          <p:cNvSpPr txBox="1">
            <a:spLocks noChangeArrowheads="1"/>
          </p:cNvSpPr>
          <p:nvPr/>
        </p:nvSpPr>
        <p:spPr bwMode="auto">
          <a:xfrm>
            <a:off x="819150" y="5013325"/>
            <a:ext cx="8578850" cy="1504950"/>
          </a:xfrm>
          <a:prstGeom prst="rect">
            <a:avLst/>
          </a:prstGeom>
          <a:solidFill>
            <a:srgbClr val="FFFF99"/>
          </a:solidFill>
          <a:ln w="9525">
            <a:solidFill>
              <a:srgbClr val="333399"/>
            </a:solidFill>
            <a:miter lim="800000"/>
            <a:headEnd/>
            <a:tailEnd/>
          </a:ln>
        </p:spPr>
        <p:txBody>
          <a:bodyPr>
            <a:spAutoFit/>
          </a:bodyPr>
          <a:lstStyle/>
          <a:p>
            <a:pPr algn="just"/>
            <a:r>
              <a:rPr lang="en-US" altLang="zh-CN" sz="3600" b="1">
                <a:solidFill>
                  <a:srgbClr val="000099"/>
                </a:solidFill>
                <a:ea typeface="黑体" panose="02010609060101010101" pitchFamily="49" charset="-122"/>
                <a:sym typeface="Wingdings" panose="05000000000000000000" pitchFamily="2" charset="2"/>
              </a:rPr>
              <a:t></a:t>
            </a:r>
            <a:r>
              <a:rPr lang="zh-CN" altLang="en-US" sz="2800" b="1">
                <a:solidFill>
                  <a:srgbClr val="000099"/>
                </a:solidFill>
                <a:ea typeface="黑体" panose="02010609060101010101" pitchFamily="49" charset="-122"/>
              </a:rPr>
              <a:t>：凡收到 </a:t>
            </a:r>
            <a:r>
              <a:rPr lang="en-US" altLang="zh-CN" sz="2800" b="1">
                <a:solidFill>
                  <a:srgbClr val="000099"/>
                </a:solidFill>
                <a:ea typeface="黑体" panose="02010609060101010101" pitchFamily="49" charset="-122"/>
              </a:rPr>
              <a:t>DHCP </a:t>
            </a:r>
            <a:r>
              <a:rPr lang="zh-CN" altLang="en-US" sz="2800" b="1">
                <a:solidFill>
                  <a:srgbClr val="000099"/>
                </a:solidFill>
                <a:ea typeface="黑体" panose="02010609060101010101" pitchFamily="49" charset="-122"/>
              </a:rPr>
              <a:t>发现报文的 </a:t>
            </a:r>
            <a:r>
              <a:rPr lang="en-US" altLang="zh-CN" sz="2800" b="1">
                <a:solidFill>
                  <a:srgbClr val="000099"/>
                </a:solidFill>
                <a:ea typeface="黑体" panose="02010609060101010101" pitchFamily="49" charset="-122"/>
              </a:rPr>
              <a:t>DHCP </a:t>
            </a:r>
            <a:r>
              <a:rPr lang="zh-CN" altLang="en-US" sz="2800" b="1">
                <a:solidFill>
                  <a:srgbClr val="000099"/>
                </a:solidFill>
                <a:ea typeface="黑体" panose="02010609060101010101" pitchFamily="49" charset="-122"/>
              </a:rPr>
              <a:t>服务器</a:t>
            </a:r>
          </a:p>
          <a:p>
            <a:pPr algn="just"/>
            <a:r>
              <a:rPr lang="zh-CN" altLang="en-US" sz="2800" b="1">
                <a:solidFill>
                  <a:srgbClr val="000099"/>
                </a:solidFill>
                <a:ea typeface="黑体" panose="02010609060101010101" pitchFamily="49" charset="-122"/>
              </a:rPr>
              <a:t>       都发出 </a:t>
            </a:r>
            <a:r>
              <a:rPr lang="en-US" altLang="zh-CN" sz="2800" b="1">
                <a:solidFill>
                  <a:srgbClr val="000099"/>
                </a:solidFill>
                <a:ea typeface="黑体" panose="02010609060101010101" pitchFamily="49" charset="-122"/>
              </a:rPr>
              <a:t>DHCP </a:t>
            </a:r>
            <a:r>
              <a:rPr lang="zh-CN" altLang="en-US" sz="2800" b="1">
                <a:solidFill>
                  <a:srgbClr val="000099"/>
                </a:solidFill>
                <a:ea typeface="黑体" panose="02010609060101010101" pitchFamily="49" charset="-122"/>
              </a:rPr>
              <a:t>提供报文，因此 </a:t>
            </a:r>
            <a:r>
              <a:rPr lang="en-US" altLang="zh-CN" sz="2800" b="1">
                <a:solidFill>
                  <a:srgbClr val="000099"/>
                </a:solidFill>
                <a:ea typeface="黑体" panose="02010609060101010101" pitchFamily="49" charset="-122"/>
              </a:rPr>
              <a:t>DHCP </a:t>
            </a:r>
            <a:r>
              <a:rPr lang="zh-CN" altLang="en-US" sz="2800" b="1">
                <a:solidFill>
                  <a:srgbClr val="000099"/>
                </a:solidFill>
                <a:ea typeface="黑体" panose="02010609060101010101" pitchFamily="49" charset="-122"/>
              </a:rPr>
              <a:t>客户</a:t>
            </a:r>
          </a:p>
          <a:p>
            <a:pPr algn="just"/>
            <a:r>
              <a:rPr lang="zh-CN" altLang="en-US" sz="2800" b="1">
                <a:solidFill>
                  <a:srgbClr val="000099"/>
                </a:solidFill>
                <a:ea typeface="黑体" panose="02010609060101010101" pitchFamily="49" charset="-122"/>
              </a:rPr>
              <a:t>       可能收到多个 </a:t>
            </a:r>
            <a:r>
              <a:rPr lang="en-US" altLang="zh-CN" sz="2800" b="1">
                <a:solidFill>
                  <a:srgbClr val="000099"/>
                </a:solidFill>
                <a:ea typeface="黑体" panose="02010609060101010101" pitchFamily="49" charset="-122"/>
              </a:rPr>
              <a:t>DHCP </a:t>
            </a:r>
            <a:r>
              <a:rPr lang="zh-CN" altLang="en-US" sz="2800" b="1">
                <a:solidFill>
                  <a:srgbClr val="000099"/>
                </a:solidFill>
                <a:ea typeface="黑体" panose="02010609060101010101" pitchFamily="49" charset="-122"/>
              </a:rPr>
              <a:t>提供报文。</a:t>
            </a:r>
          </a:p>
        </p:txBody>
      </p:sp>
      <p:sp>
        <p:nvSpPr>
          <p:cNvPr id="1891411" name="灯片编号占位符 2"/>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71822211-949F-4C90-899C-3FDBD330C903}" type="slidenum">
              <a:rPr lang="zh-CN" altLang="en-US" smtClean="0"/>
              <a:pPr/>
              <a:t>50</a:t>
            </a:fld>
            <a:endParaRPr lang="en-US" altLang="zh-CN" smtClean="0"/>
          </a:p>
        </p:txBody>
      </p:sp>
      <p:sp>
        <p:nvSpPr>
          <p:cNvPr id="1891412" name="页脚占位符 3"/>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en-US" altLang="zh-CN" smtClean="0"/>
              <a:t>ppt课件</a:t>
            </a:r>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3377" name="Rectangle 2"/>
          <p:cNvSpPr>
            <a:spLocks noGrp="1" noChangeArrowheads="1"/>
          </p:cNvSpPr>
          <p:nvPr>
            <p:ph type="title" idx="4294967295"/>
          </p:nvPr>
        </p:nvSpPr>
        <p:spPr>
          <a:xfrm>
            <a:off x="631825" y="188913"/>
            <a:ext cx="8443913" cy="539750"/>
          </a:xfrm>
        </p:spPr>
        <p:txBody>
          <a:bodyPr/>
          <a:lstStyle/>
          <a:p>
            <a:pPr algn="ctr"/>
            <a:r>
              <a:rPr lang="en-US" altLang="zh-CN" smtClean="0">
                <a:ea typeface="黑体" panose="02010609060101010101" pitchFamily="49" charset="-122"/>
              </a:rPr>
              <a:t>DHCP </a:t>
            </a:r>
            <a:r>
              <a:rPr lang="zh-CN" altLang="zh-CN" smtClean="0">
                <a:ea typeface="黑体" panose="02010609060101010101" pitchFamily="49" charset="-122"/>
              </a:rPr>
              <a:t>协议的工作过程 </a:t>
            </a:r>
          </a:p>
        </p:txBody>
      </p:sp>
      <p:sp>
        <p:nvSpPr>
          <p:cNvPr id="1893378" name="Line 3"/>
          <p:cNvSpPr>
            <a:spLocks noChangeShapeType="1"/>
          </p:cNvSpPr>
          <p:nvPr/>
        </p:nvSpPr>
        <p:spPr bwMode="auto">
          <a:xfrm flipH="1">
            <a:off x="6130925" y="1100138"/>
            <a:ext cx="1506538" cy="0"/>
          </a:xfrm>
          <a:prstGeom prst="line">
            <a:avLst/>
          </a:prstGeom>
          <a:noFill/>
          <a:ln w="57150">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893379" name="Line 4"/>
          <p:cNvSpPr>
            <a:spLocks noChangeShapeType="1"/>
          </p:cNvSpPr>
          <p:nvPr/>
        </p:nvSpPr>
        <p:spPr bwMode="auto">
          <a:xfrm>
            <a:off x="2454275" y="1747838"/>
            <a:ext cx="5164138" cy="0"/>
          </a:xfrm>
          <a:prstGeom prst="line">
            <a:avLst/>
          </a:prstGeom>
          <a:noFill/>
          <a:ln w="57150">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893380" name="Rectangle 5"/>
          <p:cNvSpPr>
            <a:spLocks noChangeArrowheads="1"/>
          </p:cNvSpPr>
          <p:nvPr/>
        </p:nvSpPr>
        <p:spPr bwMode="auto">
          <a:xfrm>
            <a:off x="623888" y="1576388"/>
            <a:ext cx="1076325" cy="341312"/>
          </a:xfrm>
          <a:prstGeom prst="rect">
            <a:avLst/>
          </a:prstGeom>
          <a:solidFill>
            <a:srgbClr val="CCECFF"/>
          </a:solidFill>
          <a:ln w="9525">
            <a:solidFill>
              <a:schemeClr val="tx1"/>
            </a:solidFill>
            <a:miter lim="800000"/>
            <a:headEnd/>
            <a:tailEnd/>
          </a:ln>
        </p:spPr>
        <p:txBody>
          <a:bodyPr wrap="none" anchor="ctr"/>
          <a:lstStyle/>
          <a:p>
            <a:pPr algn="ctr"/>
            <a:r>
              <a:rPr lang="zh-CN" altLang="en-US" sz="2000" b="1">
                <a:solidFill>
                  <a:srgbClr val="000099"/>
                </a:solidFill>
                <a:ea typeface="黑体" panose="02010609060101010101" pitchFamily="49" charset="-122"/>
              </a:rPr>
              <a:t>客户</a:t>
            </a:r>
          </a:p>
        </p:txBody>
      </p:sp>
      <p:sp>
        <p:nvSpPr>
          <p:cNvPr id="1893381" name="Rectangle 6"/>
          <p:cNvSpPr>
            <a:spLocks noChangeArrowheads="1"/>
          </p:cNvSpPr>
          <p:nvPr/>
        </p:nvSpPr>
        <p:spPr bwMode="auto">
          <a:xfrm>
            <a:off x="3529013" y="1617663"/>
            <a:ext cx="2905125" cy="257175"/>
          </a:xfrm>
          <a:prstGeom prst="rect">
            <a:avLst/>
          </a:prstGeom>
          <a:solidFill>
            <a:srgbClr val="CCECFF"/>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DHCPDISCOVER</a:t>
            </a:r>
          </a:p>
        </p:txBody>
      </p:sp>
      <p:sp>
        <p:nvSpPr>
          <p:cNvPr id="1893382" name="Rectangle 7"/>
          <p:cNvSpPr>
            <a:spLocks noChangeArrowheads="1"/>
          </p:cNvSpPr>
          <p:nvPr/>
        </p:nvSpPr>
        <p:spPr bwMode="auto">
          <a:xfrm>
            <a:off x="8154988" y="1576388"/>
            <a:ext cx="1076325" cy="341312"/>
          </a:xfrm>
          <a:prstGeom prst="rect">
            <a:avLst/>
          </a:prstGeom>
          <a:solidFill>
            <a:srgbClr val="FFCCFF"/>
          </a:solidFill>
          <a:ln w="9525">
            <a:solidFill>
              <a:schemeClr val="tx1"/>
            </a:solidFill>
            <a:miter lim="800000"/>
            <a:headEnd/>
            <a:tailEnd/>
          </a:ln>
        </p:spPr>
        <p:txBody>
          <a:bodyPr wrap="none" anchor="ctr"/>
          <a:lstStyle/>
          <a:p>
            <a:pPr algn="ctr"/>
            <a:r>
              <a:rPr lang="zh-CN" altLang="en-US" sz="2000" b="1">
                <a:solidFill>
                  <a:srgbClr val="000099"/>
                </a:solidFill>
                <a:ea typeface="黑体" panose="02010609060101010101" pitchFamily="49" charset="-122"/>
              </a:rPr>
              <a:t>服务器</a:t>
            </a:r>
          </a:p>
        </p:txBody>
      </p:sp>
      <p:sp>
        <p:nvSpPr>
          <p:cNvPr id="1893383" name="Rectangle 8"/>
          <p:cNvSpPr>
            <a:spLocks noChangeArrowheads="1"/>
          </p:cNvSpPr>
          <p:nvPr/>
        </p:nvSpPr>
        <p:spPr bwMode="auto">
          <a:xfrm>
            <a:off x="7618413" y="1617663"/>
            <a:ext cx="536575" cy="257175"/>
          </a:xfrm>
          <a:prstGeom prst="rect">
            <a:avLst/>
          </a:prstGeom>
          <a:solidFill>
            <a:srgbClr val="FFCC99"/>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67</a:t>
            </a:r>
          </a:p>
        </p:txBody>
      </p:sp>
      <p:sp>
        <p:nvSpPr>
          <p:cNvPr id="1893384" name="Rectangle 9"/>
          <p:cNvSpPr>
            <a:spLocks noChangeArrowheads="1"/>
          </p:cNvSpPr>
          <p:nvPr/>
        </p:nvSpPr>
        <p:spPr bwMode="auto">
          <a:xfrm>
            <a:off x="1700213" y="1617663"/>
            <a:ext cx="754062" cy="257175"/>
          </a:xfrm>
          <a:prstGeom prst="rect">
            <a:avLst/>
          </a:prstGeom>
          <a:solidFill>
            <a:srgbClr val="CCFF99"/>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68</a:t>
            </a:r>
          </a:p>
        </p:txBody>
      </p:sp>
      <p:sp>
        <p:nvSpPr>
          <p:cNvPr id="1893385" name="Text Box 10"/>
          <p:cNvSpPr txBox="1">
            <a:spLocks noChangeArrowheads="1"/>
          </p:cNvSpPr>
          <p:nvPr/>
        </p:nvSpPr>
        <p:spPr bwMode="auto">
          <a:xfrm>
            <a:off x="1697038" y="1854200"/>
            <a:ext cx="7286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99"/>
                </a:solidFill>
                <a:ea typeface="黑体" panose="02010609060101010101" pitchFamily="49" charset="-122"/>
              </a:rPr>
              <a:t>UDP</a:t>
            </a:r>
          </a:p>
        </p:txBody>
      </p:sp>
      <p:sp>
        <p:nvSpPr>
          <p:cNvPr id="1893386" name="Text Box 11"/>
          <p:cNvSpPr txBox="1">
            <a:spLocks noChangeArrowheads="1"/>
          </p:cNvSpPr>
          <p:nvPr/>
        </p:nvSpPr>
        <p:spPr bwMode="auto">
          <a:xfrm>
            <a:off x="7419975" y="1851025"/>
            <a:ext cx="7270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99"/>
                </a:solidFill>
                <a:ea typeface="黑体" panose="02010609060101010101" pitchFamily="49" charset="-122"/>
              </a:rPr>
              <a:t>UDP</a:t>
            </a:r>
          </a:p>
        </p:txBody>
      </p:sp>
      <p:sp>
        <p:nvSpPr>
          <p:cNvPr id="1893387" name="Line 12"/>
          <p:cNvSpPr>
            <a:spLocks noChangeShapeType="1"/>
          </p:cNvSpPr>
          <p:nvPr/>
        </p:nvSpPr>
        <p:spPr bwMode="auto">
          <a:xfrm flipH="1">
            <a:off x="2452688" y="2359025"/>
            <a:ext cx="5165725" cy="0"/>
          </a:xfrm>
          <a:prstGeom prst="line">
            <a:avLst/>
          </a:prstGeom>
          <a:noFill/>
          <a:ln w="57150">
            <a:solidFill>
              <a:schemeClr val="hlink"/>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893388" name="Rectangle 13"/>
          <p:cNvSpPr>
            <a:spLocks noChangeArrowheads="1"/>
          </p:cNvSpPr>
          <p:nvPr/>
        </p:nvSpPr>
        <p:spPr bwMode="auto">
          <a:xfrm>
            <a:off x="623888" y="2187575"/>
            <a:ext cx="1074737" cy="339725"/>
          </a:xfrm>
          <a:prstGeom prst="rect">
            <a:avLst/>
          </a:prstGeom>
          <a:solidFill>
            <a:srgbClr val="CCECFF"/>
          </a:solidFill>
          <a:ln w="9525">
            <a:solidFill>
              <a:schemeClr val="tx1"/>
            </a:solidFill>
            <a:miter lim="800000"/>
            <a:headEnd/>
            <a:tailEnd/>
          </a:ln>
        </p:spPr>
        <p:txBody>
          <a:bodyPr wrap="none" anchor="ctr"/>
          <a:lstStyle/>
          <a:p>
            <a:pPr algn="ctr"/>
            <a:r>
              <a:rPr lang="zh-CN" altLang="en-US" sz="2000" b="1">
                <a:solidFill>
                  <a:srgbClr val="000099"/>
                </a:solidFill>
                <a:ea typeface="黑体" panose="02010609060101010101" pitchFamily="49" charset="-122"/>
              </a:rPr>
              <a:t>客户</a:t>
            </a:r>
          </a:p>
        </p:txBody>
      </p:sp>
      <p:sp>
        <p:nvSpPr>
          <p:cNvPr id="1893389" name="Rectangle 14"/>
          <p:cNvSpPr>
            <a:spLocks noChangeArrowheads="1"/>
          </p:cNvSpPr>
          <p:nvPr/>
        </p:nvSpPr>
        <p:spPr bwMode="auto">
          <a:xfrm>
            <a:off x="3529013" y="2230438"/>
            <a:ext cx="2905125" cy="255587"/>
          </a:xfrm>
          <a:prstGeom prst="rect">
            <a:avLst/>
          </a:prstGeom>
          <a:solidFill>
            <a:srgbClr val="FFCCFF"/>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DHCPOFFER</a:t>
            </a:r>
          </a:p>
        </p:txBody>
      </p:sp>
      <p:sp>
        <p:nvSpPr>
          <p:cNvPr id="1893390" name="Rectangle 15"/>
          <p:cNvSpPr>
            <a:spLocks noChangeArrowheads="1"/>
          </p:cNvSpPr>
          <p:nvPr/>
        </p:nvSpPr>
        <p:spPr bwMode="auto">
          <a:xfrm>
            <a:off x="8154988" y="2187575"/>
            <a:ext cx="1076325" cy="339725"/>
          </a:xfrm>
          <a:prstGeom prst="rect">
            <a:avLst/>
          </a:prstGeom>
          <a:solidFill>
            <a:srgbClr val="FFCCFF"/>
          </a:solidFill>
          <a:ln w="9525">
            <a:solidFill>
              <a:schemeClr val="tx1"/>
            </a:solidFill>
            <a:miter lim="800000"/>
            <a:headEnd/>
            <a:tailEnd/>
          </a:ln>
        </p:spPr>
        <p:txBody>
          <a:bodyPr wrap="none" anchor="ctr"/>
          <a:lstStyle/>
          <a:p>
            <a:pPr algn="ctr"/>
            <a:r>
              <a:rPr lang="zh-CN" altLang="en-US" sz="2000" b="1">
                <a:solidFill>
                  <a:srgbClr val="000099"/>
                </a:solidFill>
                <a:ea typeface="黑体" panose="02010609060101010101" pitchFamily="49" charset="-122"/>
              </a:rPr>
              <a:t>服务器</a:t>
            </a:r>
          </a:p>
        </p:txBody>
      </p:sp>
      <p:sp>
        <p:nvSpPr>
          <p:cNvPr id="1893391" name="Rectangle 16"/>
          <p:cNvSpPr>
            <a:spLocks noChangeArrowheads="1"/>
          </p:cNvSpPr>
          <p:nvPr/>
        </p:nvSpPr>
        <p:spPr bwMode="auto">
          <a:xfrm>
            <a:off x="7618413" y="2230438"/>
            <a:ext cx="536575" cy="255587"/>
          </a:xfrm>
          <a:prstGeom prst="rect">
            <a:avLst/>
          </a:prstGeom>
          <a:solidFill>
            <a:srgbClr val="FFCC99"/>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67</a:t>
            </a:r>
          </a:p>
        </p:txBody>
      </p:sp>
      <p:sp>
        <p:nvSpPr>
          <p:cNvPr id="1893392" name="Rectangle 17"/>
          <p:cNvSpPr>
            <a:spLocks noChangeArrowheads="1"/>
          </p:cNvSpPr>
          <p:nvPr/>
        </p:nvSpPr>
        <p:spPr bwMode="auto">
          <a:xfrm>
            <a:off x="1698625" y="2230438"/>
            <a:ext cx="754063" cy="255587"/>
          </a:xfrm>
          <a:prstGeom prst="rect">
            <a:avLst/>
          </a:prstGeom>
          <a:solidFill>
            <a:srgbClr val="CCFF99"/>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68</a:t>
            </a:r>
          </a:p>
        </p:txBody>
      </p:sp>
      <p:sp>
        <p:nvSpPr>
          <p:cNvPr id="1893393" name="Text Box 18"/>
          <p:cNvSpPr txBox="1">
            <a:spLocks noChangeArrowheads="1"/>
          </p:cNvSpPr>
          <p:nvPr/>
        </p:nvSpPr>
        <p:spPr bwMode="auto">
          <a:xfrm>
            <a:off x="1697038" y="2462213"/>
            <a:ext cx="7286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99"/>
                </a:solidFill>
                <a:ea typeface="黑体" panose="02010609060101010101" pitchFamily="49" charset="-122"/>
              </a:rPr>
              <a:t>UDP</a:t>
            </a:r>
          </a:p>
        </p:txBody>
      </p:sp>
      <p:sp>
        <p:nvSpPr>
          <p:cNvPr id="1893394" name="Text Box 19"/>
          <p:cNvSpPr txBox="1">
            <a:spLocks noChangeArrowheads="1"/>
          </p:cNvSpPr>
          <p:nvPr/>
        </p:nvSpPr>
        <p:spPr bwMode="auto">
          <a:xfrm>
            <a:off x="7419975" y="2462213"/>
            <a:ext cx="7270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99"/>
                </a:solidFill>
                <a:ea typeface="黑体" panose="02010609060101010101" pitchFamily="49" charset="-122"/>
              </a:rPr>
              <a:t>UDP</a:t>
            </a:r>
          </a:p>
        </p:txBody>
      </p:sp>
      <p:sp>
        <p:nvSpPr>
          <p:cNvPr id="1893395" name="Line 20"/>
          <p:cNvSpPr>
            <a:spLocks noChangeShapeType="1"/>
          </p:cNvSpPr>
          <p:nvPr/>
        </p:nvSpPr>
        <p:spPr bwMode="auto">
          <a:xfrm>
            <a:off x="2454275" y="2968625"/>
            <a:ext cx="5164138" cy="0"/>
          </a:xfrm>
          <a:prstGeom prst="line">
            <a:avLst/>
          </a:prstGeom>
          <a:noFill/>
          <a:ln w="57150">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893396" name="Rectangle 21"/>
          <p:cNvSpPr>
            <a:spLocks noChangeArrowheads="1"/>
          </p:cNvSpPr>
          <p:nvPr/>
        </p:nvSpPr>
        <p:spPr bwMode="auto">
          <a:xfrm>
            <a:off x="623888" y="2798763"/>
            <a:ext cx="1076325" cy="341312"/>
          </a:xfrm>
          <a:prstGeom prst="rect">
            <a:avLst/>
          </a:prstGeom>
          <a:solidFill>
            <a:srgbClr val="CCECFF"/>
          </a:solidFill>
          <a:ln w="9525">
            <a:solidFill>
              <a:schemeClr val="tx1"/>
            </a:solidFill>
            <a:miter lim="800000"/>
            <a:headEnd/>
            <a:tailEnd/>
          </a:ln>
        </p:spPr>
        <p:txBody>
          <a:bodyPr wrap="none" anchor="ctr"/>
          <a:lstStyle/>
          <a:p>
            <a:pPr algn="ctr"/>
            <a:r>
              <a:rPr lang="zh-CN" altLang="en-US" sz="2000" b="1">
                <a:solidFill>
                  <a:srgbClr val="000099"/>
                </a:solidFill>
                <a:ea typeface="黑体" panose="02010609060101010101" pitchFamily="49" charset="-122"/>
              </a:rPr>
              <a:t>客户</a:t>
            </a:r>
          </a:p>
        </p:txBody>
      </p:sp>
      <p:sp>
        <p:nvSpPr>
          <p:cNvPr id="1893397" name="Rectangle 22"/>
          <p:cNvSpPr>
            <a:spLocks noChangeArrowheads="1"/>
          </p:cNvSpPr>
          <p:nvPr/>
        </p:nvSpPr>
        <p:spPr bwMode="auto">
          <a:xfrm>
            <a:off x="3529013" y="2841625"/>
            <a:ext cx="2905125" cy="255588"/>
          </a:xfrm>
          <a:prstGeom prst="rect">
            <a:avLst/>
          </a:prstGeom>
          <a:solidFill>
            <a:srgbClr val="CCECFF"/>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DHCPREQUEST</a:t>
            </a:r>
          </a:p>
        </p:txBody>
      </p:sp>
      <p:sp>
        <p:nvSpPr>
          <p:cNvPr id="1893398" name="Rectangle 23"/>
          <p:cNvSpPr>
            <a:spLocks noChangeArrowheads="1"/>
          </p:cNvSpPr>
          <p:nvPr/>
        </p:nvSpPr>
        <p:spPr bwMode="auto">
          <a:xfrm>
            <a:off x="8154988" y="2798763"/>
            <a:ext cx="1076325" cy="341312"/>
          </a:xfrm>
          <a:prstGeom prst="rect">
            <a:avLst/>
          </a:prstGeom>
          <a:solidFill>
            <a:srgbClr val="FFCCFF"/>
          </a:solidFill>
          <a:ln w="9525">
            <a:solidFill>
              <a:schemeClr val="tx1"/>
            </a:solidFill>
            <a:miter lim="800000"/>
            <a:headEnd/>
            <a:tailEnd/>
          </a:ln>
        </p:spPr>
        <p:txBody>
          <a:bodyPr wrap="none" anchor="ctr"/>
          <a:lstStyle/>
          <a:p>
            <a:pPr algn="ctr"/>
            <a:r>
              <a:rPr lang="zh-CN" altLang="en-US" sz="2000" b="1">
                <a:solidFill>
                  <a:srgbClr val="000099"/>
                </a:solidFill>
                <a:ea typeface="黑体" panose="02010609060101010101" pitchFamily="49" charset="-122"/>
              </a:rPr>
              <a:t>服务器</a:t>
            </a:r>
          </a:p>
        </p:txBody>
      </p:sp>
      <p:sp>
        <p:nvSpPr>
          <p:cNvPr id="1893399" name="Rectangle 24"/>
          <p:cNvSpPr>
            <a:spLocks noChangeArrowheads="1"/>
          </p:cNvSpPr>
          <p:nvPr/>
        </p:nvSpPr>
        <p:spPr bwMode="auto">
          <a:xfrm>
            <a:off x="7618413" y="2841625"/>
            <a:ext cx="536575" cy="255588"/>
          </a:xfrm>
          <a:prstGeom prst="rect">
            <a:avLst/>
          </a:prstGeom>
          <a:solidFill>
            <a:srgbClr val="FFCC99"/>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67</a:t>
            </a:r>
          </a:p>
        </p:txBody>
      </p:sp>
      <p:sp>
        <p:nvSpPr>
          <p:cNvPr id="1893400" name="Rectangle 25"/>
          <p:cNvSpPr>
            <a:spLocks noChangeArrowheads="1"/>
          </p:cNvSpPr>
          <p:nvPr/>
        </p:nvSpPr>
        <p:spPr bwMode="auto">
          <a:xfrm>
            <a:off x="1700213" y="2841625"/>
            <a:ext cx="754062" cy="255588"/>
          </a:xfrm>
          <a:prstGeom prst="rect">
            <a:avLst/>
          </a:prstGeom>
          <a:solidFill>
            <a:srgbClr val="CCFF99"/>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68</a:t>
            </a:r>
          </a:p>
        </p:txBody>
      </p:sp>
      <p:sp>
        <p:nvSpPr>
          <p:cNvPr id="1893401" name="Text Box 26"/>
          <p:cNvSpPr txBox="1">
            <a:spLocks noChangeArrowheads="1"/>
          </p:cNvSpPr>
          <p:nvPr/>
        </p:nvSpPr>
        <p:spPr bwMode="auto">
          <a:xfrm>
            <a:off x="1697038" y="3074988"/>
            <a:ext cx="7286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99"/>
                </a:solidFill>
                <a:ea typeface="黑体" panose="02010609060101010101" pitchFamily="49" charset="-122"/>
              </a:rPr>
              <a:t>UDP</a:t>
            </a:r>
          </a:p>
        </p:txBody>
      </p:sp>
      <p:sp>
        <p:nvSpPr>
          <p:cNvPr id="1893402" name="Text Box 27"/>
          <p:cNvSpPr txBox="1">
            <a:spLocks noChangeArrowheads="1"/>
          </p:cNvSpPr>
          <p:nvPr/>
        </p:nvSpPr>
        <p:spPr bwMode="auto">
          <a:xfrm>
            <a:off x="7419975" y="3074988"/>
            <a:ext cx="7270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99"/>
                </a:solidFill>
                <a:ea typeface="黑体" panose="02010609060101010101" pitchFamily="49" charset="-122"/>
              </a:rPr>
              <a:t>UDP</a:t>
            </a:r>
          </a:p>
        </p:txBody>
      </p:sp>
      <p:sp>
        <p:nvSpPr>
          <p:cNvPr id="1893403" name="Line 28"/>
          <p:cNvSpPr>
            <a:spLocks noChangeShapeType="1"/>
          </p:cNvSpPr>
          <p:nvPr/>
        </p:nvSpPr>
        <p:spPr bwMode="auto">
          <a:xfrm flipH="1">
            <a:off x="2452688" y="3579813"/>
            <a:ext cx="5165725" cy="0"/>
          </a:xfrm>
          <a:prstGeom prst="line">
            <a:avLst/>
          </a:prstGeom>
          <a:noFill/>
          <a:ln w="57150">
            <a:solidFill>
              <a:schemeClr val="hlink"/>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893404" name="Rectangle 29"/>
          <p:cNvSpPr>
            <a:spLocks noChangeArrowheads="1"/>
          </p:cNvSpPr>
          <p:nvPr/>
        </p:nvSpPr>
        <p:spPr bwMode="auto">
          <a:xfrm>
            <a:off x="623888" y="3409950"/>
            <a:ext cx="1074737" cy="339725"/>
          </a:xfrm>
          <a:prstGeom prst="rect">
            <a:avLst/>
          </a:prstGeom>
          <a:solidFill>
            <a:srgbClr val="CCECFF"/>
          </a:solidFill>
          <a:ln w="9525">
            <a:solidFill>
              <a:schemeClr val="tx1"/>
            </a:solidFill>
            <a:miter lim="800000"/>
            <a:headEnd/>
            <a:tailEnd/>
          </a:ln>
        </p:spPr>
        <p:txBody>
          <a:bodyPr wrap="none" anchor="ctr"/>
          <a:lstStyle/>
          <a:p>
            <a:pPr algn="ctr"/>
            <a:r>
              <a:rPr lang="zh-CN" altLang="en-US" sz="2000" b="1">
                <a:solidFill>
                  <a:srgbClr val="000099"/>
                </a:solidFill>
                <a:ea typeface="黑体" panose="02010609060101010101" pitchFamily="49" charset="-122"/>
              </a:rPr>
              <a:t>客户</a:t>
            </a:r>
          </a:p>
        </p:txBody>
      </p:sp>
      <p:sp>
        <p:nvSpPr>
          <p:cNvPr id="1893405" name="Rectangle 30"/>
          <p:cNvSpPr>
            <a:spLocks noChangeArrowheads="1"/>
          </p:cNvSpPr>
          <p:nvPr/>
        </p:nvSpPr>
        <p:spPr bwMode="auto">
          <a:xfrm>
            <a:off x="3529013" y="3452813"/>
            <a:ext cx="2905125" cy="254000"/>
          </a:xfrm>
          <a:prstGeom prst="rect">
            <a:avLst/>
          </a:prstGeom>
          <a:solidFill>
            <a:srgbClr val="FFCCFF"/>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DHCPACK</a:t>
            </a:r>
          </a:p>
        </p:txBody>
      </p:sp>
      <p:sp>
        <p:nvSpPr>
          <p:cNvPr id="1893406" name="Rectangle 31"/>
          <p:cNvSpPr>
            <a:spLocks noChangeArrowheads="1"/>
          </p:cNvSpPr>
          <p:nvPr/>
        </p:nvSpPr>
        <p:spPr bwMode="auto">
          <a:xfrm>
            <a:off x="8154988" y="3409950"/>
            <a:ext cx="1076325" cy="339725"/>
          </a:xfrm>
          <a:prstGeom prst="rect">
            <a:avLst/>
          </a:prstGeom>
          <a:solidFill>
            <a:srgbClr val="FFCCFF"/>
          </a:solidFill>
          <a:ln w="9525">
            <a:solidFill>
              <a:schemeClr val="tx1"/>
            </a:solidFill>
            <a:miter lim="800000"/>
            <a:headEnd/>
            <a:tailEnd/>
          </a:ln>
        </p:spPr>
        <p:txBody>
          <a:bodyPr wrap="none" anchor="ctr"/>
          <a:lstStyle/>
          <a:p>
            <a:pPr algn="ctr"/>
            <a:r>
              <a:rPr lang="zh-CN" altLang="en-US" sz="2000" b="1">
                <a:solidFill>
                  <a:srgbClr val="000099"/>
                </a:solidFill>
                <a:ea typeface="黑体" panose="02010609060101010101" pitchFamily="49" charset="-122"/>
              </a:rPr>
              <a:t>服务器</a:t>
            </a:r>
          </a:p>
        </p:txBody>
      </p:sp>
      <p:sp>
        <p:nvSpPr>
          <p:cNvPr id="1893407" name="Rectangle 32"/>
          <p:cNvSpPr>
            <a:spLocks noChangeArrowheads="1"/>
          </p:cNvSpPr>
          <p:nvPr/>
        </p:nvSpPr>
        <p:spPr bwMode="auto">
          <a:xfrm>
            <a:off x="7618413" y="3452813"/>
            <a:ext cx="536575" cy="254000"/>
          </a:xfrm>
          <a:prstGeom prst="rect">
            <a:avLst/>
          </a:prstGeom>
          <a:solidFill>
            <a:srgbClr val="FFCC99"/>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67</a:t>
            </a:r>
          </a:p>
        </p:txBody>
      </p:sp>
      <p:sp>
        <p:nvSpPr>
          <p:cNvPr id="1893408" name="Rectangle 33"/>
          <p:cNvSpPr>
            <a:spLocks noChangeArrowheads="1"/>
          </p:cNvSpPr>
          <p:nvPr/>
        </p:nvSpPr>
        <p:spPr bwMode="auto">
          <a:xfrm>
            <a:off x="1698625" y="3452813"/>
            <a:ext cx="754063" cy="254000"/>
          </a:xfrm>
          <a:prstGeom prst="rect">
            <a:avLst/>
          </a:prstGeom>
          <a:solidFill>
            <a:srgbClr val="CCFF99"/>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68</a:t>
            </a:r>
          </a:p>
        </p:txBody>
      </p:sp>
      <p:sp>
        <p:nvSpPr>
          <p:cNvPr id="1893409" name="Text Box 34"/>
          <p:cNvSpPr txBox="1">
            <a:spLocks noChangeArrowheads="1"/>
          </p:cNvSpPr>
          <p:nvPr/>
        </p:nvSpPr>
        <p:spPr bwMode="auto">
          <a:xfrm>
            <a:off x="1697038" y="3684588"/>
            <a:ext cx="7286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99"/>
                </a:solidFill>
                <a:ea typeface="黑体" panose="02010609060101010101" pitchFamily="49" charset="-122"/>
              </a:rPr>
              <a:t>UDP</a:t>
            </a:r>
          </a:p>
        </p:txBody>
      </p:sp>
      <p:sp>
        <p:nvSpPr>
          <p:cNvPr id="1893410" name="Text Box 35"/>
          <p:cNvSpPr txBox="1">
            <a:spLocks noChangeArrowheads="1"/>
          </p:cNvSpPr>
          <p:nvPr/>
        </p:nvSpPr>
        <p:spPr bwMode="auto">
          <a:xfrm>
            <a:off x="7419975" y="3684588"/>
            <a:ext cx="7270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99"/>
                </a:solidFill>
                <a:ea typeface="黑体" panose="02010609060101010101" pitchFamily="49" charset="-122"/>
              </a:rPr>
              <a:t>UDP</a:t>
            </a:r>
          </a:p>
        </p:txBody>
      </p:sp>
      <p:sp>
        <p:nvSpPr>
          <p:cNvPr id="1893411" name="Line 36"/>
          <p:cNvSpPr>
            <a:spLocks noChangeShapeType="1"/>
          </p:cNvSpPr>
          <p:nvPr/>
        </p:nvSpPr>
        <p:spPr bwMode="auto">
          <a:xfrm>
            <a:off x="2454275" y="4187825"/>
            <a:ext cx="5164138" cy="0"/>
          </a:xfrm>
          <a:prstGeom prst="line">
            <a:avLst/>
          </a:prstGeom>
          <a:noFill/>
          <a:ln w="57150">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893412" name="Rectangle 37"/>
          <p:cNvSpPr>
            <a:spLocks noChangeArrowheads="1"/>
          </p:cNvSpPr>
          <p:nvPr/>
        </p:nvSpPr>
        <p:spPr bwMode="auto">
          <a:xfrm>
            <a:off x="623888" y="4017963"/>
            <a:ext cx="1076325" cy="338137"/>
          </a:xfrm>
          <a:prstGeom prst="rect">
            <a:avLst/>
          </a:prstGeom>
          <a:solidFill>
            <a:srgbClr val="CCECFF"/>
          </a:solidFill>
          <a:ln w="9525">
            <a:solidFill>
              <a:schemeClr val="tx1"/>
            </a:solidFill>
            <a:miter lim="800000"/>
            <a:headEnd/>
            <a:tailEnd/>
          </a:ln>
        </p:spPr>
        <p:txBody>
          <a:bodyPr wrap="none" anchor="ctr"/>
          <a:lstStyle/>
          <a:p>
            <a:pPr algn="ctr"/>
            <a:r>
              <a:rPr lang="zh-CN" altLang="en-US" sz="2000" b="1">
                <a:solidFill>
                  <a:srgbClr val="000099"/>
                </a:solidFill>
                <a:ea typeface="黑体" panose="02010609060101010101" pitchFamily="49" charset="-122"/>
              </a:rPr>
              <a:t>客户</a:t>
            </a:r>
          </a:p>
        </p:txBody>
      </p:sp>
      <p:sp>
        <p:nvSpPr>
          <p:cNvPr id="1893413" name="Rectangle 38"/>
          <p:cNvSpPr>
            <a:spLocks noChangeArrowheads="1"/>
          </p:cNvSpPr>
          <p:nvPr/>
        </p:nvSpPr>
        <p:spPr bwMode="auto">
          <a:xfrm>
            <a:off x="3529013" y="4060825"/>
            <a:ext cx="2905125" cy="254000"/>
          </a:xfrm>
          <a:prstGeom prst="rect">
            <a:avLst/>
          </a:prstGeom>
          <a:solidFill>
            <a:srgbClr val="CCECFF"/>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DHCPREQUEST</a:t>
            </a:r>
          </a:p>
        </p:txBody>
      </p:sp>
      <p:sp>
        <p:nvSpPr>
          <p:cNvPr id="1893414" name="Rectangle 39"/>
          <p:cNvSpPr>
            <a:spLocks noChangeArrowheads="1"/>
          </p:cNvSpPr>
          <p:nvPr/>
        </p:nvSpPr>
        <p:spPr bwMode="auto">
          <a:xfrm>
            <a:off x="8154988" y="4017963"/>
            <a:ext cx="1076325" cy="338137"/>
          </a:xfrm>
          <a:prstGeom prst="rect">
            <a:avLst/>
          </a:prstGeom>
          <a:solidFill>
            <a:srgbClr val="FFCCFF"/>
          </a:solidFill>
          <a:ln w="9525">
            <a:solidFill>
              <a:schemeClr val="tx1"/>
            </a:solidFill>
            <a:miter lim="800000"/>
            <a:headEnd/>
            <a:tailEnd/>
          </a:ln>
        </p:spPr>
        <p:txBody>
          <a:bodyPr wrap="none" anchor="ctr"/>
          <a:lstStyle/>
          <a:p>
            <a:pPr algn="ctr"/>
            <a:r>
              <a:rPr lang="zh-CN" altLang="en-US" sz="2000" b="1">
                <a:solidFill>
                  <a:srgbClr val="000099"/>
                </a:solidFill>
                <a:ea typeface="黑体" panose="02010609060101010101" pitchFamily="49" charset="-122"/>
              </a:rPr>
              <a:t>服务器</a:t>
            </a:r>
          </a:p>
        </p:txBody>
      </p:sp>
      <p:sp>
        <p:nvSpPr>
          <p:cNvPr id="1893415" name="Rectangle 40"/>
          <p:cNvSpPr>
            <a:spLocks noChangeArrowheads="1"/>
          </p:cNvSpPr>
          <p:nvPr/>
        </p:nvSpPr>
        <p:spPr bwMode="auto">
          <a:xfrm>
            <a:off x="7618413" y="4060825"/>
            <a:ext cx="536575" cy="254000"/>
          </a:xfrm>
          <a:prstGeom prst="rect">
            <a:avLst/>
          </a:prstGeom>
          <a:solidFill>
            <a:srgbClr val="FFCC99"/>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67</a:t>
            </a:r>
          </a:p>
        </p:txBody>
      </p:sp>
      <p:sp>
        <p:nvSpPr>
          <p:cNvPr id="1893416" name="Rectangle 41"/>
          <p:cNvSpPr>
            <a:spLocks noChangeArrowheads="1"/>
          </p:cNvSpPr>
          <p:nvPr/>
        </p:nvSpPr>
        <p:spPr bwMode="auto">
          <a:xfrm>
            <a:off x="1700213" y="4060825"/>
            <a:ext cx="754062" cy="254000"/>
          </a:xfrm>
          <a:prstGeom prst="rect">
            <a:avLst/>
          </a:prstGeom>
          <a:solidFill>
            <a:srgbClr val="CCFF99"/>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68</a:t>
            </a:r>
          </a:p>
        </p:txBody>
      </p:sp>
      <p:sp>
        <p:nvSpPr>
          <p:cNvPr id="1893417" name="Text Box 42"/>
          <p:cNvSpPr txBox="1">
            <a:spLocks noChangeArrowheads="1"/>
          </p:cNvSpPr>
          <p:nvPr/>
        </p:nvSpPr>
        <p:spPr bwMode="auto">
          <a:xfrm>
            <a:off x="1697038" y="4292600"/>
            <a:ext cx="7286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99"/>
                </a:solidFill>
                <a:ea typeface="黑体" panose="02010609060101010101" pitchFamily="49" charset="-122"/>
              </a:rPr>
              <a:t>UDP</a:t>
            </a:r>
          </a:p>
        </p:txBody>
      </p:sp>
      <p:sp>
        <p:nvSpPr>
          <p:cNvPr id="1893418" name="Text Box 43"/>
          <p:cNvSpPr txBox="1">
            <a:spLocks noChangeArrowheads="1"/>
          </p:cNvSpPr>
          <p:nvPr/>
        </p:nvSpPr>
        <p:spPr bwMode="auto">
          <a:xfrm>
            <a:off x="7419975" y="4292600"/>
            <a:ext cx="7270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99"/>
                </a:solidFill>
                <a:ea typeface="黑体" panose="02010609060101010101" pitchFamily="49" charset="-122"/>
              </a:rPr>
              <a:t>UDP</a:t>
            </a:r>
          </a:p>
        </p:txBody>
      </p:sp>
      <p:sp>
        <p:nvSpPr>
          <p:cNvPr id="1893419" name="Line 44"/>
          <p:cNvSpPr>
            <a:spLocks noChangeShapeType="1"/>
          </p:cNvSpPr>
          <p:nvPr/>
        </p:nvSpPr>
        <p:spPr bwMode="auto">
          <a:xfrm flipH="1">
            <a:off x="2452688" y="4800600"/>
            <a:ext cx="5165725" cy="0"/>
          </a:xfrm>
          <a:prstGeom prst="line">
            <a:avLst/>
          </a:prstGeom>
          <a:noFill/>
          <a:ln w="57150">
            <a:solidFill>
              <a:schemeClr val="hlink"/>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893420" name="Rectangle 45"/>
          <p:cNvSpPr>
            <a:spLocks noChangeArrowheads="1"/>
          </p:cNvSpPr>
          <p:nvPr/>
        </p:nvSpPr>
        <p:spPr bwMode="auto">
          <a:xfrm>
            <a:off x="623888" y="4629150"/>
            <a:ext cx="1074737" cy="338138"/>
          </a:xfrm>
          <a:prstGeom prst="rect">
            <a:avLst/>
          </a:prstGeom>
          <a:solidFill>
            <a:srgbClr val="CCECFF"/>
          </a:solidFill>
          <a:ln w="9525">
            <a:solidFill>
              <a:schemeClr val="tx1"/>
            </a:solidFill>
            <a:miter lim="800000"/>
            <a:headEnd/>
            <a:tailEnd/>
          </a:ln>
        </p:spPr>
        <p:txBody>
          <a:bodyPr wrap="none" anchor="ctr"/>
          <a:lstStyle/>
          <a:p>
            <a:pPr algn="ctr"/>
            <a:r>
              <a:rPr lang="zh-CN" altLang="en-US" sz="2000" b="1">
                <a:solidFill>
                  <a:srgbClr val="000099"/>
                </a:solidFill>
                <a:ea typeface="黑体" panose="02010609060101010101" pitchFamily="49" charset="-122"/>
              </a:rPr>
              <a:t>客户</a:t>
            </a:r>
          </a:p>
        </p:txBody>
      </p:sp>
      <p:sp>
        <p:nvSpPr>
          <p:cNvPr id="1893421" name="Rectangle 46"/>
          <p:cNvSpPr>
            <a:spLocks noChangeArrowheads="1"/>
          </p:cNvSpPr>
          <p:nvPr/>
        </p:nvSpPr>
        <p:spPr bwMode="auto">
          <a:xfrm>
            <a:off x="3529013" y="4672013"/>
            <a:ext cx="2905125" cy="255587"/>
          </a:xfrm>
          <a:prstGeom prst="rect">
            <a:avLst/>
          </a:prstGeom>
          <a:solidFill>
            <a:srgbClr val="FFCCFF"/>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DHCPNACK</a:t>
            </a:r>
          </a:p>
        </p:txBody>
      </p:sp>
      <p:sp>
        <p:nvSpPr>
          <p:cNvPr id="1893422" name="Rectangle 47"/>
          <p:cNvSpPr>
            <a:spLocks noChangeArrowheads="1"/>
          </p:cNvSpPr>
          <p:nvPr/>
        </p:nvSpPr>
        <p:spPr bwMode="auto">
          <a:xfrm>
            <a:off x="8154988" y="4629150"/>
            <a:ext cx="1076325" cy="338138"/>
          </a:xfrm>
          <a:prstGeom prst="rect">
            <a:avLst/>
          </a:prstGeom>
          <a:solidFill>
            <a:srgbClr val="FFCCFF"/>
          </a:solidFill>
          <a:ln w="9525">
            <a:solidFill>
              <a:schemeClr val="tx1"/>
            </a:solidFill>
            <a:miter lim="800000"/>
            <a:headEnd/>
            <a:tailEnd/>
          </a:ln>
        </p:spPr>
        <p:txBody>
          <a:bodyPr wrap="none" anchor="ctr"/>
          <a:lstStyle/>
          <a:p>
            <a:pPr algn="ctr"/>
            <a:r>
              <a:rPr lang="zh-CN" altLang="en-US" sz="2000" b="1">
                <a:solidFill>
                  <a:srgbClr val="000099"/>
                </a:solidFill>
                <a:ea typeface="黑体" panose="02010609060101010101" pitchFamily="49" charset="-122"/>
              </a:rPr>
              <a:t>服务器</a:t>
            </a:r>
          </a:p>
        </p:txBody>
      </p:sp>
      <p:sp>
        <p:nvSpPr>
          <p:cNvPr id="1893423" name="Rectangle 48"/>
          <p:cNvSpPr>
            <a:spLocks noChangeArrowheads="1"/>
          </p:cNvSpPr>
          <p:nvPr/>
        </p:nvSpPr>
        <p:spPr bwMode="auto">
          <a:xfrm>
            <a:off x="7618413" y="4672013"/>
            <a:ext cx="536575" cy="255587"/>
          </a:xfrm>
          <a:prstGeom prst="rect">
            <a:avLst/>
          </a:prstGeom>
          <a:solidFill>
            <a:srgbClr val="FFCC99"/>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67</a:t>
            </a:r>
          </a:p>
        </p:txBody>
      </p:sp>
      <p:sp>
        <p:nvSpPr>
          <p:cNvPr id="1893424" name="Rectangle 49"/>
          <p:cNvSpPr>
            <a:spLocks noChangeArrowheads="1"/>
          </p:cNvSpPr>
          <p:nvPr/>
        </p:nvSpPr>
        <p:spPr bwMode="auto">
          <a:xfrm>
            <a:off x="1698625" y="4672013"/>
            <a:ext cx="754063" cy="255587"/>
          </a:xfrm>
          <a:prstGeom prst="rect">
            <a:avLst/>
          </a:prstGeom>
          <a:solidFill>
            <a:srgbClr val="CCFF99"/>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68</a:t>
            </a:r>
          </a:p>
        </p:txBody>
      </p:sp>
      <p:sp>
        <p:nvSpPr>
          <p:cNvPr id="1893425" name="Text Box 50"/>
          <p:cNvSpPr txBox="1">
            <a:spLocks noChangeArrowheads="1"/>
          </p:cNvSpPr>
          <p:nvPr/>
        </p:nvSpPr>
        <p:spPr bwMode="auto">
          <a:xfrm>
            <a:off x="1697038" y="4903788"/>
            <a:ext cx="7286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99"/>
                </a:solidFill>
                <a:ea typeface="黑体" panose="02010609060101010101" pitchFamily="49" charset="-122"/>
              </a:rPr>
              <a:t>UDP</a:t>
            </a:r>
          </a:p>
        </p:txBody>
      </p:sp>
      <p:sp>
        <p:nvSpPr>
          <p:cNvPr id="1893426" name="Text Box 51"/>
          <p:cNvSpPr txBox="1">
            <a:spLocks noChangeArrowheads="1"/>
          </p:cNvSpPr>
          <p:nvPr/>
        </p:nvSpPr>
        <p:spPr bwMode="auto">
          <a:xfrm>
            <a:off x="7419975" y="4903788"/>
            <a:ext cx="7270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99"/>
                </a:solidFill>
                <a:ea typeface="黑体" panose="02010609060101010101" pitchFamily="49" charset="-122"/>
              </a:rPr>
              <a:t>UDP</a:t>
            </a:r>
          </a:p>
        </p:txBody>
      </p:sp>
      <p:sp>
        <p:nvSpPr>
          <p:cNvPr id="1893427" name="Line 52"/>
          <p:cNvSpPr>
            <a:spLocks noChangeShapeType="1"/>
          </p:cNvSpPr>
          <p:nvPr/>
        </p:nvSpPr>
        <p:spPr bwMode="auto">
          <a:xfrm flipH="1">
            <a:off x="2452688" y="5411788"/>
            <a:ext cx="5165725" cy="0"/>
          </a:xfrm>
          <a:prstGeom prst="line">
            <a:avLst/>
          </a:prstGeom>
          <a:noFill/>
          <a:ln w="57150">
            <a:solidFill>
              <a:schemeClr val="hlink"/>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893428" name="Rectangle 53"/>
          <p:cNvSpPr>
            <a:spLocks noChangeArrowheads="1"/>
          </p:cNvSpPr>
          <p:nvPr/>
        </p:nvSpPr>
        <p:spPr bwMode="auto">
          <a:xfrm>
            <a:off x="623888" y="5240338"/>
            <a:ext cx="1074737" cy="338137"/>
          </a:xfrm>
          <a:prstGeom prst="rect">
            <a:avLst/>
          </a:prstGeom>
          <a:solidFill>
            <a:srgbClr val="CCECFF"/>
          </a:solidFill>
          <a:ln w="9525">
            <a:solidFill>
              <a:schemeClr val="tx1"/>
            </a:solidFill>
            <a:miter lim="800000"/>
            <a:headEnd/>
            <a:tailEnd/>
          </a:ln>
        </p:spPr>
        <p:txBody>
          <a:bodyPr wrap="none" anchor="ctr"/>
          <a:lstStyle/>
          <a:p>
            <a:pPr algn="ctr"/>
            <a:r>
              <a:rPr lang="zh-CN" altLang="en-US" sz="2000" b="1">
                <a:solidFill>
                  <a:srgbClr val="000099"/>
                </a:solidFill>
                <a:ea typeface="黑体" panose="02010609060101010101" pitchFamily="49" charset="-122"/>
              </a:rPr>
              <a:t>客户</a:t>
            </a:r>
          </a:p>
        </p:txBody>
      </p:sp>
      <p:sp>
        <p:nvSpPr>
          <p:cNvPr id="1893429" name="Rectangle 54"/>
          <p:cNvSpPr>
            <a:spLocks noChangeArrowheads="1"/>
          </p:cNvSpPr>
          <p:nvPr/>
        </p:nvSpPr>
        <p:spPr bwMode="auto">
          <a:xfrm>
            <a:off x="3529013" y="5283200"/>
            <a:ext cx="2905125" cy="255588"/>
          </a:xfrm>
          <a:prstGeom prst="rect">
            <a:avLst/>
          </a:prstGeom>
          <a:solidFill>
            <a:srgbClr val="FFCCFF"/>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DHCPACK</a:t>
            </a:r>
          </a:p>
        </p:txBody>
      </p:sp>
      <p:sp>
        <p:nvSpPr>
          <p:cNvPr id="1893430" name="Rectangle 55"/>
          <p:cNvSpPr>
            <a:spLocks noChangeArrowheads="1"/>
          </p:cNvSpPr>
          <p:nvPr/>
        </p:nvSpPr>
        <p:spPr bwMode="auto">
          <a:xfrm>
            <a:off x="8154988" y="5240338"/>
            <a:ext cx="1076325" cy="338137"/>
          </a:xfrm>
          <a:prstGeom prst="rect">
            <a:avLst/>
          </a:prstGeom>
          <a:solidFill>
            <a:srgbClr val="FFCCFF"/>
          </a:solidFill>
          <a:ln w="9525">
            <a:solidFill>
              <a:schemeClr val="tx1"/>
            </a:solidFill>
            <a:miter lim="800000"/>
            <a:headEnd/>
            <a:tailEnd/>
          </a:ln>
        </p:spPr>
        <p:txBody>
          <a:bodyPr wrap="none" anchor="ctr"/>
          <a:lstStyle/>
          <a:p>
            <a:pPr algn="ctr"/>
            <a:r>
              <a:rPr lang="zh-CN" altLang="en-US" sz="2000" b="1">
                <a:solidFill>
                  <a:srgbClr val="000099"/>
                </a:solidFill>
                <a:ea typeface="黑体" panose="02010609060101010101" pitchFamily="49" charset="-122"/>
              </a:rPr>
              <a:t>服务器</a:t>
            </a:r>
          </a:p>
        </p:txBody>
      </p:sp>
      <p:sp>
        <p:nvSpPr>
          <p:cNvPr id="1893431" name="Rectangle 56"/>
          <p:cNvSpPr>
            <a:spLocks noChangeArrowheads="1"/>
          </p:cNvSpPr>
          <p:nvPr/>
        </p:nvSpPr>
        <p:spPr bwMode="auto">
          <a:xfrm>
            <a:off x="7618413" y="5283200"/>
            <a:ext cx="536575" cy="255588"/>
          </a:xfrm>
          <a:prstGeom prst="rect">
            <a:avLst/>
          </a:prstGeom>
          <a:solidFill>
            <a:srgbClr val="FFCC99"/>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67</a:t>
            </a:r>
          </a:p>
        </p:txBody>
      </p:sp>
      <p:sp>
        <p:nvSpPr>
          <p:cNvPr id="1893432" name="Rectangle 57"/>
          <p:cNvSpPr>
            <a:spLocks noChangeArrowheads="1"/>
          </p:cNvSpPr>
          <p:nvPr/>
        </p:nvSpPr>
        <p:spPr bwMode="auto">
          <a:xfrm>
            <a:off x="1698625" y="5283200"/>
            <a:ext cx="754063" cy="255588"/>
          </a:xfrm>
          <a:prstGeom prst="rect">
            <a:avLst/>
          </a:prstGeom>
          <a:solidFill>
            <a:srgbClr val="CCFF99"/>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68</a:t>
            </a:r>
          </a:p>
        </p:txBody>
      </p:sp>
      <p:sp>
        <p:nvSpPr>
          <p:cNvPr id="1893433" name="Text Box 58"/>
          <p:cNvSpPr txBox="1">
            <a:spLocks noChangeArrowheads="1"/>
          </p:cNvSpPr>
          <p:nvPr/>
        </p:nvSpPr>
        <p:spPr bwMode="auto">
          <a:xfrm>
            <a:off x="1697038" y="5514975"/>
            <a:ext cx="7286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99"/>
                </a:solidFill>
                <a:ea typeface="黑体" panose="02010609060101010101" pitchFamily="49" charset="-122"/>
              </a:rPr>
              <a:t>UDP</a:t>
            </a:r>
          </a:p>
        </p:txBody>
      </p:sp>
      <p:sp>
        <p:nvSpPr>
          <p:cNvPr id="1893434" name="Text Box 59"/>
          <p:cNvSpPr txBox="1">
            <a:spLocks noChangeArrowheads="1"/>
          </p:cNvSpPr>
          <p:nvPr/>
        </p:nvSpPr>
        <p:spPr bwMode="auto">
          <a:xfrm>
            <a:off x="7419975" y="5514975"/>
            <a:ext cx="7270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99"/>
                </a:solidFill>
                <a:ea typeface="黑体" panose="02010609060101010101" pitchFamily="49" charset="-122"/>
              </a:rPr>
              <a:t>UDP</a:t>
            </a:r>
          </a:p>
        </p:txBody>
      </p:sp>
      <p:sp>
        <p:nvSpPr>
          <p:cNvPr id="1893435" name="Line 60"/>
          <p:cNvSpPr>
            <a:spLocks noChangeShapeType="1"/>
          </p:cNvSpPr>
          <p:nvPr/>
        </p:nvSpPr>
        <p:spPr bwMode="auto">
          <a:xfrm>
            <a:off x="2454275" y="6256338"/>
            <a:ext cx="5164138" cy="0"/>
          </a:xfrm>
          <a:prstGeom prst="line">
            <a:avLst/>
          </a:prstGeom>
          <a:noFill/>
          <a:ln w="57150">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893436" name="Rectangle 61"/>
          <p:cNvSpPr>
            <a:spLocks noChangeArrowheads="1"/>
          </p:cNvSpPr>
          <p:nvPr/>
        </p:nvSpPr>
        <p:spPr bwMode="auto">
          <a:xfrm>
            <a:off x="623888" y="6086475"/>
            <a:ext cx="1076325" cy="338138"/>
          </a:xfrm>
          <a:prstGeom prst="rect">
            <a:avLst/>
          </a:prstGeom>
          <a:solidFill>
            <a:srgbClr val="CCECFF"/>
          </a:solidFill>
          <a:ln w="9525">
            <a:solidFill>
              <a:schemeClr val="tx1"/>
            </a:solidFill>
            <a:miter lim="800000"/>
            <a:headEnd/>
            <a:tailEnd/>
          </a:ln>
        </p:spPr>
        <p:txBody>
          <a:bodyPr wrap="none" anchor="ctr"/>
          <a:lstStyle/>
          <a:p>
            <a:pPr algn="ctr"/>
            <a:r>
              <a:rPr lang="zh-CN" altLang="en-US" sz="2000" b="1">
                <a:solidFill>
                  <a:srgbClr val="000099"/>
                </a:solidFill>
                <a:ea typeface="黑体" panose="02010609060101010101" pitchFamily="49" charset="-122"/>
              </a:rPr>
              <a:t>客户</a:t>
            </a:r>
          </a:p>
        </p:txBody>
      </p:sp>
      <p:sp>
        <p:nvSpPr>
          <p:cNvPr id="1893437" name="Rectangle 62"/>
          <p:cNvSpPr>
            <a:spLocks noChangeArrowheads="1"/>
          </p:cNvSpPr>
          <p:nvPr/>
        </p:nvSpPr>
        <p:spPr bwMode="auto">
          <a:xfrm>
            <a:off x="3529013" y="6129338"/>
            <a:ext cx="2905125" cy="254000"/>
          </a:xfrm>
          <a:prstGeom prst="rect">
            <a:avLst/>
          </a:prstGeom>
          <a:solidFill>
            <a:srgbClr val="CCECFF"/>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DHCPRELEASE</a:t>
            </a:r>
          </a:p>
        </p:txBody>
      </p:sp>
      <p:sp>
        <p:nvSpPr>
          <p:cNvPr id="1893438" name="Rectangle 63"/>
          <p:cNvSpPr>
            <a:spLocks noChangeArrowheads="1"/>
          </p:cNvSpPr>
          <p:nvPr/>
        </p:nvSpPr>
        <p:spPr bwMode="auto">
          <a:xfrm>
            <a:off x="8154988" y="6086475"/>
            <a:ext cx="1076325" cy="338138"/>
          </a:xfrm>
          <a:prstGeom prst="rect">
            <a:avLst/>
          </a:prstGeom>
          <a:solidFill>
            <a:srgbClr val="FFCCFF"/>
          </a:solidFill>
          <a:ln w="9525">
            <a:solidFill>
              <a:schemeClr val="tx1"/>
            </a:solidFill>
            <a:miter lim="800000"/>
            <a:headEnd/>
            <a:tailEnd/>
          </a:ln>
        </p:spPr>
        <p:txBody>
          <a:bodyPr wrap="none" anchor="ctr"/>
          <a:lstStyle/>
          <a:p>
            <a:pPr algn="ctr"/>
            <a:r>
              <a:rPr lang="zh-CN" altLang="en-US" sz="2000" b="1">
                <a:solidFill>
                  <a:srgbClr val="000099"/>
                </a:solidFill>
                <a:ea typeface="黑体" panose="02010609060101010101" pitchFamily="49" charset="-122"/>
              </a:rPr>
              <a:t>服务器</a:t>
            </a:r>
          </a:p>
        </p:txBody>
      </p:sp>
      <p:sp>
        <p:nvSpPr>
          <p:cNvPr id="1893439" name="Rectangle 64"/>
          <p:cNvSpPr>
            <a:spLocks noChangeArrowheads="1"/>
          </p:cNvSpPr>
          <p:nvPr/>
        </p:nvSpPr>
        <p:spPr bwMode="auto">
          <a:xfrm>
            <a:off x="7618413" y="6129338"/>
            <a:ext cx="536575" cy="254000"/>
          </a:xfrm>
          <a:prstGeom prst="rect">
            <a:avLst/>
          </a:prstGeom>
          <a:solidFill>
            <a:srgbClr val="FFCC99"/>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67</a:t>
            </a:r>
          </a:p>
        </p:txBody>
      </p:sp>
      <p:sp>
        <p:nvSpPr>
          <p:cNvPr id="1893440" name="Rectangle 65"/>
          <p:cNvSpPr>
            <a:spLocks noChangeArrowheads="1"/>
          </p:cNvSpPr>
          <p:nvPr/>
        </p:nvSpPr>
        <p:spPr bwMode="auto">
          <a:xfrm>
            <a:off x="1700213" y="6129338"/>
            <a:ext cx="754062" cy="254000"/>
          </a:xfrm>
          <a:prstGeom prst="rect">
            <a:avLst/>
          </a:prstGeom>
          <a:solidFill>
            <a:srgbClr val="CCFF99"/>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68</a:t>
            </a:r>
          </a:p>
        </p:txBody>
      </p:sp>
      <p:sp>
        <p:nvSpPr>
          <p:cNvPr id="1893441" name="Text Box 66"/>
          <p:cNvSpPr txBox="1">
            <a:spLocks noChangeArrowheads="1"/>
          </p:cNvSpPr>
          <p:nvPr/>
        </p:nvSpPr>
        <p:spPr bwMode="auto">
          <a:xfrm>
            <a:off x="1697038" y="6361113"/>
            <a:ext cx="7286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a:solidFill>
                  <a:srgbClr val="333399"/>
                </a:solidFill>
                <a:ea typeface="黑体" panose="02010609060101010101" pitchFamily="49" charset="-122"/>
              </a:rPr>
              <a:t>UDP</a:t>
            </a:r>
          </a:p>
        </p:txBody>
      </p:sp>
      <p:sp>
        <p:nvSpPr>
          <p:cNvPr id="1893442" name="Text Box 67"/>
          <p:cNvSpPr txBox="1">
            <a:spLocks noChangeArrowheads="1"/>
          </p:cNvSpPr>
          <p:nvPr/>
        </p:nvSpPr>
        <p:spPr bwMode="auto">
          <a:xfrm>
            <a:off x="7419975" y="6361113"/>
            <a:ext cx="7270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a:solidFill>
                  <a:srgbClr val="333399"/>
                </a:solidFill>
                <a:ea typeface="黑体" panose="02010609060101010101" pitchFamily="49" charset="-122"/>
              </a:rPr>
              <a:t>UDP</a:t>
            </a:r>
          </a:p>
        </p:txBody>
      </p:sp>
      <p:sp>
        <p:nvSpPr>
          <p:cNvPr id="1893443" name="Rectangle 68"/>
          <p:cNvSpPr>
            <a:spLocks noChangeArrowheads="1"/>
          </p:cNvSpPr>
          <p:nvPr/>
        </p:nvSpPr>
        <p:spPr bwMode="auto">
          <a:xfrm>
            <a:off x="8154988" y="936625"/>
            <a:ext cx="1076325" cy="338138"/>
          </a:xfrm>
          <a:prstGeom prst="rect">
            <a:avLst/>
          </a:prstGeom>
          <a:solidFill>
            <a:srgbClr val="FFCCFF"/>
          </a:solidFill>
          <a:ln w="9525">
            <a:solidFill>
              <a:schemeClr val="tx1"/>
            </a:solidFill>
            <a:miter lim="800000"/>
            <a:headEnd/>
            <a:tailEnd/>
          </a:ln>
        </p:spPr>
        <p:txBody>
          <a:bodyPr wrap="none" anchor="ctr"/>
          <a:lstStyle/>
          <a:p>
            <a:pPr algn="ctr"/>
            <a:r>
              <a:rPr lang="zh-CN" altLang="en-US" sz="2000" b="1">
                <a:solidFill>
                  <a:srgbClr val="000099"/>
                </a:solidFill>
                <a:ea typeface="黑体" panose="02010609060101010101" pitchFamily="49" charset="-122"/>
              </a:rPr>
              <a:t>服务器</a:t>
            </a:r>
          </a:p>
        </p:txBody>
      </p:sp>
      <p:sp>
        <p:nvSpPr>
          <p:cNvPr id="1893444" name="Rectangle 69"/>
          <p:cNvSpPr>
            <a:spLocks noChangeArrowheads="1"/>
          </p:cNvSpPr>
          <p:nvPr/>
        </p:nvSpPr>
        <p:spPr bwMode="auto">
          <a:xfrm>
            <a:off x="7618413" y="977900"/>
            <a:ext cx="536575" cy="254000"/>
          </a:xfrm>
          <a:prstGeom prst="rect">
            <a:avLst/>
          </a:prstGeom>
          <a:solidFill>
            <a:srgbClr val="FFCC99"/>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67</a:t>
            </a:r>
          </a:p>
        </p:txBody>
      </p:sp>
      <p:sp>
        <p:nvSpPr>
          <p:cNvPr id="1893445" name="Text Box 70"/>
          <p:cNvSpPr txBox="1">
            <a:spLocks noChangeArrowheads="1"/>
          </p:cNvSpPr>
          <p:nvPr/>
        </p:nvSpPr>
        <p:spPr bwMode="auto">
          <a:xfrm>
            <a:off x="7419975" y="1209675"/>
            <a:ext cx="7270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99"/>
                </a:solidFill>
                <a:ea typeface="黑体" panose="02010609060101010101" pitchFamily="49" charset="-122"/>
              </a:rPr>
              <a:t>UDP</a:t>
            </a:r>
          </a:p>
        </p:txBody>
      </p:sp>
      <p:sp>
        <p:nvSpPr>
          <p:cNvPr id="1893446" name="Text Box 71"/>
          <p:cNvSpPr txBox="1">
            <a:spLocks noChangeArrowheads="1"/>
          </p:cNvSpPr>
          <p:nvPr/>
        </p:nvSpPr>
        <p:spPr bwMode="auto">
          <a:xfrm>
            <a:off x="6218238" y="692150"/>
            <a:ext cx="12112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a:solidFill>
                  <a:srgbClr val="000099"/>
                </a:solidFill>
                <a:ea typeface="黑体" panose="02010609060101010101" pitchFamily="49" charset="-122"/>
              </a:rPr>
              <a:t>被动打开</a:t>
            </a:r>
          </a:p>
        </p:txBody>
      </p:sp>
      <p:sp>
        <p:nvSpPr>
          <p:cNvPr id="1893447" name="Text Box 72"/>
          <p:cNvSpPr txBox="1">
            <a:spLocks noChangeArrowheads="1"/>
          </p:cNvSpPr>
          <p:nvPr/>
        </p:nvSpPr>
        <p:spPr bwMode="auto">
          <a:xfrm>
            <a:off x="9237663" y="820738"/>
            <a:ext cx="5048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800" b="1">
                <a:solidFill>
                  <a:srgbClr val="000099"/>
                </a:solidFill>
                <a:ea typeface="黑体" panose="02010609060101010101" pitchFamily="49" charset="-122"/>
                <a:sym typeface="Wingdings" panose="05000000000000000000" pitchFamily="2" charset="2"/>
              </a:rPr>
              <a:t></a:t>
            </a:r>
          </a:p>
        </p:txBody>
      </p:sp>
      <p:sp>
        <p:nvSpPr>
          <p:cNvPr id="1893448" name="Text Box 73"/>
          <p:cNvSpPr txBox="1">
            <a:spLocks noChangeArrowheads="1"/>
          </p:cNvSpPr>
          <p:nvPr/>
        </p:nvSpPr>
        <p:spPr bwMode="auto">
          <a:xfrm>
            <a:off x="85725" y="1435100"/>
            <a:ext cx="5048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800" b="1">
                <a:solidFill>
                  <a:srgbClr val="000099"/>
                </a:solidFill>
                <a:ea typeface="黑体" panose="02010609060101010101" pitchFamily="49" charset="-122"/>
                <a:sym typeface="Wingdings" panose="05000000000000000000" pitchFamily="2" charset="2"/>
              </a:rPr>
              <a:t></a:t>
            </a:r>
          </a:p>
        </p:txBody>
      </p:sp>
      <p:sp>
        <p:nvSpPr>
          <p:cNvPr id="1893449" name="Text Box 74"/>
          <p:cNvSpPr txBox="1">
            <a:spLocks noChangeArrowheads="1"/>
          </p:cNvSpPr>
          <p:nvPr/>
        </p:nvSpPr>
        <p:spPr bwMode="auto">
          <a:xfrm>
            <a:off x="9237663" y="2057400"/>
            <a:ext cx="5048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800" b="1">
                <a:solidFill>
                  <a:srgbClr val="000099"/>
                </a:solidFill>
                <a:ea typeface="黑体" panose="02010609060101010101" pitchFamily="49" charset="-122"/>
                <a:sym typeface="Wingdings" panose="05000000000000000000" pitchFamily="2" charset="2"/>
              </a:rPr>
              <a:t></a:t>
            </a:r>
          </a:p>
        </p:txBody>
      </p:sp>
      <p:sp>
        <p:nvSpPr>
          <p:cNvPr id="1893450" name="Text Box 75"/>
          <p:cNvSpPr txBox="1">
            <a:spLocks noChangeArrowheads="1"/>
          </p:cNvSpPr>
          <p:nvPr/>
        </p:nvSpPr>
        <p:spPr bwMode="auto">
          <a:xfrm>
            <a:off x="85725" y="2654300"/>
            <a:ext cx="5048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800" b="1">
                <a:solidFill>
                  <a:srgbClr val="000099"/>
                </a:solidFill>
                <a:ea typeface="黑体" panose="02010609060101010101" pitchFamily="49" charset="-122"/>
                <a:sym typeface="Wingdings" panose="05000000000000000000" pitchFamily="2" charset="2"/>
              </a:rPr>
              <a:t></a:t>
            </a:r>
          </a:p>
        </p:txBody>
      </p:sp>
      <p:sp>
        <p:nvSpPr>
          <p:cNvPr id="1893451" name="Text Box 76"/>
          <p:cNvSpPr txBox="1">
            <a:spLocks noChangeArrowheads="1"/>
          </p:cNvSpPr>
          <p:nvPr/>
        </p:nvSpPr>
        <p:spPr bwMode="auto">
          <a:xfrm>
            <a:off x="9231313" y="3278188"/>
            <a:ext cx="50641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800" b="1">
                <a:solidFill>
                  <a:srgbClr val="000099"/>
                </a:solidFill>
                <a:ea typeface="黑体" panose="02010609060101010101" pitchFamily="49" charset="-122"/>
                <a:sym typeface="Wingdings" panose="05000000000000000000" pitchFamily="2" charset="2"/>
              </a:rPr>
              <a:t></a:t>
            </a:r>
          </a:p>
        </p:txBody>
      </p:sp>
      <p:sp>
        <p:nvSpPr>
          <p:cNvPr id="1893452" name="Text Box 77"/>
          <p:cNvSpPr txBox="1">
            <a:spLocks noChangeArrowheads="1"/>
          </p:cNvSpPr>
          <p:nvPr/>
        </p:nvSpPr>
        <p:spPr bwMode="auto">
          <a:xfrm>
            <a:off x="85725" y="3902075"/>
            <a:ext cx="5048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800" b="1">
                <a:solidFill>
                  <a:srgbClr val="000099"/>
                </a:solidFill>
                <a:ea typeface="黑体" panose="02010609060101010101" pitchFamily="49" charset="-122"/>
                <a:sym typeface="Wingdings" panose="05000000000000000000" pitchFamily="2" charset="2"/>
              </a:rPr>
              <a:t></a:t>
            </a:r>
          </a:p>
        </p:txBody>
      </p:sp>
      <p:sp>
        <p:nvSpPr>
          <p:cNvPr id="1893453" name="Text Box 78"/>
          <p:cNvSpPr txBox="1">
            <a:spLocks noChangeArrowheads="1"/>
          </p:cNvSpPr>
          <p:nvPr/>
        </p:nvSpPr>
        <p:spPr bwMode="auto">
          <a:xfrm>
            <a:off x="9231313" y="4486275"/>
            <a:ext cx="50641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800" b="1">
                <a:solidFill>
                  <a:srgbClr val="000099"/>
                </a:solidFill>
                <a:ea typeface="黑体" panose="02010609060101010101" pitchFamily="49" charset="-122"/>
                <a:sym typeface="Wingdings" panose="05000000000000000000" pitchFamily="2" charset="2"/>
              </a:rPr>
              <a:t></a:t>
            </a:r>
          </a:p>
        </p:txBody>
      </p:sp>
      <p:sp>
        <p:nvSpPr>
          <p:cNvPr id="1893454" name="Text Box 79"/>
          <p:cNvSpPr txBox="1">
            <a:spLocks noChangeArrowheads="1"/>
          </p:cNvSpPr>
          <p:nvPr/>
        </p:nvSpPr>
        <p:spPr bwMode="auto">
          <a:xfrm>
            <a:off x="9231313" y="5110163"/>
            <a:ext cx="50641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800" b="1">
                <a:solidFill>
                  <a:srgbClr val="000099"/>
                </a:solidFill>
                <a:ea typeface="黑体" panose="02010609060101010101" pitchFamily="49" charset="-122"/>
                <a:sym typeface="Wingdings" panose="05000000000000000000" pitchFamily="2" charset="2"/>
              </a:rPr>
              <a:t></a:t>
            </a:r>
          </a:p>
        </p:txBody>
      </p:sp>
      <p:sp>
        <p:nvSpPr>
          <p:cNvPr id="1893455" name="Text Box 80"/>
          <p:cNvSpPr txBox="1">
            <a:spLocks noChangeArrowheads="1"/>
          </p:cNvSpPr>
          <p:nvPr/>
        </p:nvSpPr>
        <p:spPr bwMode="auto">
          <a:xfrm rot="-5400000">
            <a:off x="4385469" y="5480844"/>
            <a:ext cx="6477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3600" b="1">
                <a:solidFill>
                  <a:srgbClr val="000099"/>
                </a:solidFill>
                <a:ea typeface="黑体" panose="02010609060101010101" pitchFamily="49" charset="-122"/>
              </a:rPr>
              <a:t>…</a:t>
            </a:r>
          </a:p>
        </p:txBody>
      </p:sp>
      <p:sp>
        <p:nvSpPr>
          <p:cNvPr id="1893456" name="Text Box 81"/>
          <p:cNvSpPr txBox="1">
            <a:spLocks noChangeArrowheads="1"/>
          </p:cNvSpPr>
          <p:nvPr/>
        </p:nvSpPr>
        <p:spPr bwMode="auto">
          <a:xfrm>
            <a:off x="85725" y="5892800"/>
            <a:ext cx="5048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800" b="1">
                <a:solidFill>
                  <a:srgbClr val="000099"/>
                </a:solidFill>
                <a:ea typeface="黑体" panose="02010609060101010101" pitchFamily="49" charset="-122"/>
                <a:sym typeface="Wingdings" panose="05000000000000000000" pitchFamily="2" charset="2"/>
              </a:rPr>
              <a:t></a:t>
            </a:r>
          </a:p>
        </p:txBody>
      </p:sp>
      <p:sp>
        <p:nvSpPr>
          <p:cNvPr id="1893457" name="Rectangle 83"/>
          <p:cNvSpPr>
            <a:spLocks noChangeArrowheads="1"/>
          </p:cNvSpPr>
          <p:nvPr/>
        </p:nvSpPr>
        <p:spPr bwMode="auto">
          <a:xfrm>
            <a:off x="0" y="4622800"/>
            <a:ext cx="9906000" cy="2235200"/>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zh-CN" sz="2800">
              <a:ea typeface="宋体" panose="02010600030101010101" pitchFamily="2" charset="-122"/>
            </a:endParaRPr>
          </a:p>
        </p:txBody>
      </p:sp>
      <p:sp>
        <p:nvSpPr>
          <p:cNvPr id="1893458" name="Text Box 85"/>
          <p:cNvSpPr txBox="1">
            <a:spLocks noChangeArrowheads="1"/>
          </p:cNvSpPr>
          <p:nvPr/>
        </p:nvSpPr>
        <p:spPr bwMode="auto">
          <a:xfrm>
            <a:off x="819150" y="5013325"/>
            <a:ext cx="8267700" cy="1504950"/>
          </a:xfrm>
          <a:prstGeom prst="rect">
            <a:avLst/>
          </a:prstGeom>
          <a:solidFill>
            <a:srgbClr val="FFFF99"/>
          </a:solidFill>
          <a:ln w="9525">
            <a:solidFill>
              <a:srgbClr val="333399"/>
            </a:solidFill>
            <a:miter lim="800000"/>
            <a:headEnd/>
            <a:tailEnd/>
          </a:ln>
        </p:spPr>
        <p:txBody>
          <a:bodyPr>
            <a:spAutoFit/>
          </a:bodyPr>
          <a:lstStyle/>
          <a:p>
            <a:pPr algn="just"/>
            <a:r>
              <a:rPr lang="en-US" altLang="zh-CN" sz="3600" b="1">
                <a:solidFill>
                  <a:srgbClr val="000099"/>
                </a:solidFill>
                <a:ea typeface="黑体" panose="02010609060101010101" pitchFamily="49" charset="-122"/>
                <a:sym typeface="Wingdings" panose="05000000000000000000" pitchFamily="2" charset="2"/>
              </a:rPr>
              <a:t></a:t>
            </a:r>
            <a:r>
              <a:rPr lang="zh-CN" altLang="en-US" sz="2800" b="1">
                <a:solidFill>
                  <a:srgbClr val="000099"/>
                </a:solidFill>
                <a:ea typeface="黑体" panose="02010609060101010101" pitchFamily="49" charset="-122"/>
              </a:rPr>
              <a:t>：</a:t>
            </a:r>
            <a:r>
              <a:rPr lang="en-US" altLang="zh-CN" sz="2800" b="1">
                <a:solidFill>
                  <a:srgbClr val="000099"/>
                </a:solidFill>
                <a:ea typeface="黑体" panose="02010609060101010101" pitchFamily="49" charset="-122"/>
              </a:rPr>
              <a:t>DHCP </a:t>
            </a:r>
            <a:r>
              <a:rPr lang="zh-CN" altLang="en-US" sz="2800" b="1">
                <a:solidFill>
                  <a:srgbClr val="000099"/>
                </a:solidFill>
                <a:ea typeface="黑体" panose="02010609060101010101" pitchFamily="49" charset="-122"/>
              </a:rPr>
              <a:t>客户从几个 </a:t>
            </a:r>
            <a:r>
              <a:rPr lang="en-US" altLang="zh-CN" sz="2800" b="1">
                <a:solidFill>
                  <a:srgbClr val="000099"/>
                </a:solidFill>
                <a:ea typeface="黑体" panose="02010609060101010101" pitchFamily="49" charset="-122"/>
              </a:rPr>
              <a:t>DHCP </a:t>
            </a:r>
            <a:r>
              <a:rPr lang="zh-CN" altLang="en-US" sz="2800" b="1">
                <a:solidFill>
                  <a:srgbClr val="000099"/>
                </a:solidFill>
                <a:ea typeface="黑体" panose="02010609060101010101" pitchFamily="49" charset="-122"/>
              </a:rPr>
              <a:t>服务器中选择</a:t>
            </a:r>
          </a:p>
          <a:p>
            <a:pPr algn="just"/>
            <a:r>
              <a:rPr lang="zh-CN" altLang="en-US" sz="2800" b="1">
                <a:solidFill>
                  <a:srgbClr val="000099"/>
                </a:solidFill>
                <a:ea typeface="黑体" panose="02010609060101010101" pitchFamily="49" charset="-122"/>
              </a:rPr>
              <a:t>       其中的一个，并向所选择的 </a:t>
            </a:r>
            <a:r>
              <a:rPr lang="en-US" altLang="zh-CN" sz="2800" b="1">
                <a:solidFill>
                  <a:srgbClr val="000099"/>
                </a:solidFill>
                <a:ea typeface="黑体" panose="02010609060101010101" pitchFamily="49" charset="-122"/>
              </a:rPr>
              <a:t>DHCP </a:t>
            </a:r>
            <a:r>
              <a:rPr lang="zh-CN" altLang="en-US" sz="2800" b="1">
                <a:solidFill>
                  <a:srgbClr val="000099"/>
                </a:solidFill>
                <a:ea typeface="黑体" panose="02010609060101010101" pitchFamily="49" charset="-122"/>
              </a:rPr>
              <a:t>服务</a:t>
            </a:r>
          </a:p>
          <a:p>
            <a:pPr algn="just"/>
            <a:r>
              <a:rPr lang="zh-CN" altLang="en-US" sz="2800" b="1">
                <a:solidFill>
                  <a:srgbClr val="000099"/>
                </a:solidFill>
                <a:ea typeface="黑体" panose="02010609060101010101" pitchFamily="49" charset="-122"/>
              </a:rPr>
              <a:t>        器发送 </a:t>
            </a:r>
            <a:r>
              <a:rPr lang="en-US" altLang="zh-CN" sz="2800" b="1">
                <a:solidFill>
                  <a:srgbClr val="000099"/>
                </a:solidFill>
                <a:ea typeface="黑体" panose="02010609060101010101" pitchFamily="49" charset="-122"/>
              </a:rPr>
              <a:t>DHCP </a:t>
            </a:r>
            <a:r>
              <a:rPr lang="zh-CN" altLang="en-US" sz="2800" b="1">
                <a:solidFill>
                  <a:srgbClr val="000099"/>
                </a:solidFill>
                <a:ea typeface="黑体" panose="02010609060101010101" pitchFamily="49" charset="-122"/>
              </a:rPr>
              <a:t>请求报文。</a:t>
            </a:r>
          </a:p>
        </p:txBody>
      </p:sp>
      <p:sp>
        <p:nvSpPr>
          <p:cNvPr id="1893459" name="灯片编号占位符 2"/>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1F46C377-6AE0-4BDE-93C0-6E0A4A48090D}" type="slidenum">
              <a:rPr lang="zh-CN" altLang="en-US" smtClean="0"/>
              <a:pPr/>
              <a:t>51</a:t>
            </a:fld>
            <a:endParaRPr lang="en-US" altLang="zh-CN" smtClean="0"/>
          </a:p>
        </p:txBody>
      </p:sp>
      <p:sp>
        <p:nvSpPr>
          <p:cNvPr id="1893460" name="页脚占位符 3"/>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en-US" altLang="zh-CN" smtClean="0"/>
              <a:t>ppt课件</a:t>
            </a:r>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5425" name="Rectangle 2"/>
          <p:cNvSpPr>
            <a:spLocks noGrp="1" noChangeArrowheads="1"/>
          </p:cNvSpPr>
          <p:nvPr>
            <p:ph type="title" idx="4294967295"/>
          </p:nvPr>
        </p:nvSpPr>
        <p:spPr>
          <a:xfrm>
            <a:off x="508000" y="188913"/>
            <a:ext cx="8442325" cy="539750"/>
          </a:xfrm>
        </p:spPr>
        <p:txBody>
          <a:bodyPr/>
          <a:lstStyle/>
          <a:p>
            <a:pPr algn="ctr"/>
            <a:r>
              <a:rPr lang="en-US" altLang="zh-CN" smtClean="0">
                <a:ea typeface="黑体" panose="02010609060101010101" pitchFamily="49" charset="-122"/>
              </a:rPr>
              <a:t>DHCP </a:t>
            </a:r>
            <a:r>
              <a:rPr lang="zh-CN" altLang="zh-CN" smtClean="0">
                <a:ea typeface="黑体" panose="02010609060101010101" pitchFamily="49" charset="-122"/>
              </a:rPr>
              <a:t>协议的工作过程 </a:t>
            </a:r>
          </a:p>
        </p:txBody>
      </p:sp>
      <p:sp>
        <p:nvSpPr>
          <p:cNvPr id="1895426" name="Line 3"/>
          <p:cNvSpPr>
            <a:spLocks noChangeShapeType="1"/>
          </p:cNvSpPr>
          <p:nvPr/>
        </p:nvSpPr>
        <p:spPr bwMode="auto">
          <a:xfrm flipH="1">
            <a:off x="6130925" y="1100138"/>
            <a:ext cx="1506538" cy="0"/>
          </a:xfrm>
          <a:prstGeom prst="line">
            <a:avLst/>
          </a:prstGeom>
          <a:noFill/>
          <a:ln w="57150">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895427" name="Line 4"/>
          <p:cNvSpPr>
            <a:spLocks noChangeShapeType="1"/>
          </p:cNvSpPr>
          <p:nvPr/>
        </p:nvSpPr>
        <p:spPr bwMode="auto">
          <a:xfrm>
            <a:off x="2454275" y="1747838"/>
            <a:ext cx="5164138" cy="0"/>
          </a:xfrm>
          <a:prstGeom prst="line">
            <a:avLst/>
          </a:prstGeom>
          <a:noFill/>
          <a:ln w="57150">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895428" name="Rectangle 5"/>
          <p:cNvSpPr>
            <a:spLocks noChangeArrowheads="1"/>
          </p:cNvSpPr>
          <p:nvPr/>
        </p:nvSpPr>
        <p:spPr bwMode="auto">
          <a:xfrm>
            <a:off x="623888" y="1576388"/>
            <a:ext cx="1076325" cy="341312"/>
          </a:xfrm>
          <a:prstGeom prst="rect">
            <a:avLst/>
          </a:prstGeom>
          <a:solidFill>
            <a:srgbClr val="CCECFF"/>
          </a:solidFill>
          <a:ln w="9525">
            <a:solidFill>
              <a:schemeClr val="tx1"/>
            </a:solidFill>
            <a:miter lim="800000"/>
            <a:headEnd/>
            <a:tailEnd/>
          </a:ln>
        </p:spPr>
        <p:txBody>
          <a:bodyPr wrap="none" anchor="ctr"/>
          <a:lstStyle/>
          <a:p>
            <a:pPr algn="ctr"/>
            <a:r>
              <a:rPr lang="zh-CN" altLang="en-US" sz="2000" b="1">
                <a:solidFill>
                  <a:srgbClr val="000099"/>
                </a:solidFill>
                <a:ea typeface="黑体" panose="02010609060101010101" pitchFamily="49" charset="-122"/>
              </a:rPr>
              <a:t>客户</a:t>
            </a:r>
          </a:p>
        </p:txBody>
      </p:sp>
      <p:sp>
        <p:nvSpPr>
          <p:cNvPr id="1895429" name="Rectangle 6"/>
          <p:cNvSpPr>
            <a:spLocks noChangeArrowheads="1"/>
          </p:cNvSpPr>
          <p:nvPr/>
        </p:nvSpPr>
        <p:spPr bwMode="auto">
          <a:xfrm>
            <a:off x="3529013" y="1617663"/>
            <a:ext cx="2905125" cy="257175"/>
          </a:xfrm>
          <a:prstGeom prst="rect">
            <a:avLst/>
          </a:prstGeom>
          <a:solidFill>
            <a:srgbClr val="CCECFF"/>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DHCPDISCOVER</a:t>
            </a:r>
          </a:p>
        </p:txBody>
      </p:sp>
      <p:sp>
        <p:nvSpPr>
          <p:cNvPr id="1895430" name="Rectangle 7"/>
          <p:cNvSpPr>
            <a:spLocks noChangeArrowheads="1"/>
          </p:cNvSpPr>
          <p:nvPr/>
        </p:nvSpPr>
        <p:spPr bwMode="auto">
          <a:xfrm>
            <a:off x="8154988" y="1576388"/>
            <a:ext cx="1076325" cy="341312"/>
          </a:xfrm>
          <a:prstGeom prst="rect">
            <a:avLst/>
          </a:prstGeom>
          <a:solidFill>
            <a:srgbClr val="FFCCFF"/>
          </a:solidFill>
          <a:ln w="9525">
            <a:solidFill>
              <a:schemeClr val="tx1"/>
            </a:solidFill>
            <a:miter lim="800000"/>
            <a:headEnd/>
            <a:tailEnd/>
          </a:ln>
        </p:spPr>
        <p:txBody>
          <a:bodyPr wrap="none" anchor="ctr"/>
          <a:lstStyle/>
          <a:p>
            <a:pPr algn="ctr"/>
            <a:r>
              <a:rPr lang="zh-CN" altLang="en-US" sz="2000" b="1">
                <a:solidFill>
                  <a:srgbClr val="000099"/>
                </a:solidFill>
                <a:ea typeface="黑体" panose="02010609060101010101" pitchFamily="49" charset="-122"/>
              </a:rPr>
              <a:t>服务器</a:t>
            </a:r>
          </a:p>
        </p:txBody>
      </p:sp>
      <p:sp>
        <p:nvSpPr>
          <p:cNvPr id="1895431" name="Rectangle 8"/>
          <p:cNvSpPr>
            <a:spLocks noChangeArrowheads="1"/>
          </p:cNvSpPr>
          <p:nvPr/>
        </p:nvSpPr>
        <p:spPr bwMode="auto">
          <a:xfrm>
            <a:off x="7618413" y="1617663"/>
            <a:ext cx="536575" cy="257175"/>
          </a:xfrm>
          <a:prstGeom prst="rect">
            <a:avLst/>
          </a:prstGeom>
          <a:solidFill>
            <a:srgbClr val="FFCC99"/>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67</a:t>
            </a:r>
          </a:p>
        </p:txBody>
      </p:sp>
      <p:sp>
        <p:nvSpPr>
          <p:cNvPr id="1895432" name="Rectangle 9"/>
          <p:cNvSpPr>
            <a:spLocks noChangeArrowheads="1"/>
          </p:cNvSpPr>
          <p:nvPr/>
        </p:nvSpPr>
        <p:spPr bwMode="auto">
          <a:xfrm>
            <a:off x="1700213" y="1617663"/>
            <a:ext cx="754062" cy="257175"/>
          </a:xfrm>
          <a:prstGeom prst="rect">
            <a:avLst/>
          </a:prstGeom>
          <a:solidFill>
            <a:srgbClr val="CCFF99"/>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68</a:t>
            </a:r>
          </a:p>
        </p:txBody>
      </p:sp>
      <p:sp>
        <p:nvSpPr>
          <p:cNvPr id="1895433" name="Text Box 10"/>
          <p:cNvSpPr txBox="1">
            <a:spLocks noChangeArrowheads="1"/>
          </p:cNvSpPr>
          <p:nvPr/>
        </p:nvSpPr>
        <p:spPr bwMode="auto">
          <a:xfrm>
            <a:off x="1697038" y="1854200"/>
            <a:ext cx="7286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99"/>
                </a:solidFill>
                <a:ea typeface="黑体" panose="02010609060101010101" pitchFamily="49" charset="-122"/>
              </a:rPr>
              <a:t>UDP</a:t>
            </a:r>
          </a:p>
        </p:txBody>
      </p:sp>
      <p:sp>
        <p:nvSpPr>
          <p:cNvPr id="1895434" name="Text Box 11"/>
          <p:cNvSpPr txBox="1">
            <a:spLocks noChangeArrowheads="1"/>
          </p:cNvSpPr>
          <p:nvPr/>
        </p:nvSpPr>
        <p:spPr bwMode="auto">
          <a:xfrm>
            <a:off x="7419975" y="1851025"/>
            <a:ext cx="7270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99"/>
                </a:solidFill>
                <a:ea typeface="黑体" panose="02010609060101010101" pitchFamily="49" charset="-122"/>
              </a:rPr>
              <a:t>UDP</a:t>
            </a:r>
          </a:p>
        </p:txBody>
      </p:sp>
      <p:sp>
        <p:nvSpPr>
          <p:cNvPr id="1895435" name="Line 12"/>
          <p:cNvSpPr>
            <a:spLocks noChangeShapeType="1"/>
          </p:cNvSpPr>
          <p:nvPr/>
        </p:nvSpPr>
        <p:spPr bwMode="auto">
          <a:xfrm flipH="1">
            <a:off x="2452688" y="2359025"/>
            <a:ext cx="5165725" cy="0"/>
          </a:xfrm>
          <a:prstGeom prst="line">
            <a:avLst/>
          </a:prstGeom>
          <a:noFill/>
          <a:ln w="57150">
            <a:solidFill>
              <a:schemeClr val="hlink"/>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895436" name="Rectangle 13"/>
          <p:cNvSpPr>
            <a:spLocks noChangeArrowheads="1"/>
          </p:cNvSpPr>
          <p:nvPr/>
        </p:nvSpPr>
        <p:spPr bwMode="auto">
          <a:xfrm>
            <a:off x="623888" y="2187575"/>
            <a:ext cx="1074737" cy="339725"/>
          </a:xfrm>
          <a:prstGeom prst="rect">
            <a:avLst/>
          </a:prstGeom>
          <a:solidFill>
            <a:srgbClr val="CCECFF"/>
          </a:solidFill>
          <a:ln w="9525">
            <a:solidFill>
              <a:schemeClr val="tx1"/>
            </a:solidFill>
            <a:miter lim="800000"/>
            <a:headEnd/>
            <a:tailEnd/>
          </a:ln>
        </p:spPr>
        <p:txBody>
          <a:bodyPr wrap="none" anchor="ctr"/>
          <a:lstStyle/>
          <a:p>
            <a:pPr algn="ctr"/>
            <a:r>
              <a:rPr lang="zh-CN" altLang="en-US" sz="2000" b="1">
                <a:solidFill>
                  <a:srgbClr val="000099"/>
                </a:solidFill>
                <a:ea typeface="黑体" panose="02010609060101010101" pitchFamily="49" charset="-122"/>
              </a:rPr>
              <a:t>客户</a:t>
            </a:r>
          </a:p>
        </p:txBody>
      </p:sp>
      <p:sp>
        <p:nvSpPr>
          <p:cNvPr id="1895437" name="Rectangle 14"/>
          <p:cNvSpPr>
            <a:spLocks noChangeArrowheads="1"/>
          </p:cNvSpPr>
          <p:nvPr/>
        </p:nvSpPr>
        <p:spPr bwMode="auto">
          <a:xfrm>
            <a:off x="3529013" y="2230438"/>
            <a:ext cx="2905125" cy="255587"/>
          </a:xfrm>
          <a:prstGeom prst="rect">
            <a:avLst/>
          </a:prstGeom>
          <a:solidFill>
            <a:srgbClr val="FFCCFF"/>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DHCPOFFER</a:t>
            </a:r>
          </a:p>
        </p:txBody>
      </p:sp>
      <p:sp>
        <p:nvSpPr>
          <p:cNvPr id="1895438" name="Rectangle 15"/>
          <p:cNvSpPr>
            <a:spLocks noChangeArrowheads="1"/>
          </p:cNvSpPr>
          <p:nvPr/>
        </p:nvSpPr>
        <p:spPr bwMode="auto">
          <a:xfrm>
            <a:off x="8154988" y="2187575"/>
            <a:ext cx="1076325" cy="339725"/>
          </a:xfrm>
          <a:prstGeom prst="rect">
            <a:avLst/>
          </a:prstGeom>
          <a:solidFill>
            <a:srgbClr val="FFCCFF"/>
          </a:solidFill>
          <a:ln w="9525">
            <a:solidFill>
              <a:schemeClr val="tx1"/>
            </a:solidFill>
            <a:miter lim="800000"/>
            <a:headEnd/>
            <a:tailEnd/>
          </a:ln>
        </p:spPr>
        <p:txBody>
          <a:bodyPr wrap="none" anchor="ctr"/>
          <a:lstStyle/>
          <a:p>
            <a:pPr algn="ctr"/>
            <a:r>
              <a:rPr lang="zh-CN" altLang="en-US" sz="2000" b="1">
                <a:solidFill>
                  <a:srgbClr val="000099"/>
                </a:solidFill>
                <a:ea typeface="黑体" panose="02010609060101010101" pitchFamily="49" charset="-122"/>
              </a:rPr>
              <a:t>服务器</a:t>
            </a:r>
          </a:p>
        </p:txBody>
      </p:sp>
      <p:sp>
        <p:nvSpPr>
          <p:cNvPr id="1895439" name="Rectangle 16"/>
          <p:cNvSpPr>
            <a:spLocks noChangeArrowheads="1"/>
          </p:cNvSpPr>
          <p:nvPr/>
        </p:nvSpPr>
        <p:spPr bwMode="auto">
          <a:xfrm>
            <a:off x="7618413" y="2230438"/>
            <a:ext cx="536575" cy="255587"/>
          </a:xfrm>
          <a:prstGeom prst="rect">
            <a:avLst/>
          </a:prstGeom>
          <a:solidFill>
            <a:srgbClr val="FFCC99"/>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67</a:t>
            </a:r>
          </a:p>
        </p:txBody>
      </p:sp>
      <p:sp>
        <p:nvSpPr>
          <p:cNvPr id="1895440" name="Rectangle 17"/>
          <p:cNvSpPr>
            <a:spLocks noChangeArrowheads="1"/>
          </p:cNvSpPr>
          <p:nvPr/>
        </p:nvSpPr>
        <p:spPr bwMode="auto">
          <a:xfrm>
            <a:off x="1698625" y="2230438"/>
            <a:ext cx="754063" cy="255587"/>
          </a:xfrm>
          <a:prstGeom prst="rect">
            <a:avLst/>
          </a:prstGeom>
          <a:solidFill>
            <a:srgbClr val="CCFF99"/>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68</a:t>
            </a:r>
          </a:p>
        </p:txBody>
      </p:sp>
      <p:sp>
        <p:nvSpPr>
          <p:cNvPr id="1895441" name="Text Box 18"/>
          <p:cNvSpPr txBox="1">
            <a:spLocks noChangeArrowheads="1"/>
          </p:cNvSpPr>
          <p:nvPr/>
        </p:nvSpPr>
        <p:spPr bwMode="auto">
          <a:xfrm>
            <a:off x="1697038" y="2462213"/>
            <a:ext cx="7286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99"/>
                </a:solidFill>
                <a:ea typeface="黑体" panose="02010609060101010101" pitchFamily="49" charset="-122"/>
              </a:rPr>
              <a:t>UDP</a:t>
            </a:r>
          </a:p>
        </p:txBody>
      </p:sp>
      <p:sp>
        <p:nvSpPr>
          <p:cNvPr id="1895442" name="Text Box 19"/>
          <p:cNvSpPr txBox="1">
            <a:spLocks noChangeArrowheads="1"/>
          </p:cNvSpPr>
          <p:nvPr/>
        </p:nvSpPr>
        <p:spPr bwMode="auto">
          <a:xfrm>
            <a:off x="7419975" y="2462213"/>
            <a:ext cx="7270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99"/>
                </a:solidFill>
                <a:ea typeface="黑体" panose="02010609060101010101" pitchFamily="49" charset="-122"/>
              </a:rPr>
              <a:t>UDP</a:t>
            </a:r>
          </a:p>
        </p:txBody>
      </p:sp>
      <p:sp>
        <p:nvSpPr>
          <p:cNvPr id="1895443" name="Line 20"/>
          <p:cNvSpPr>
            <a:spLocks noChangeShapeType="1"/>
          </p:cNvSpPr>
          <p:nvPr/>
        </p:nvSpPr>
        <p:spPr bwMode="auto">
          <a:xfrm>
            <a:off x="2454275" y="2968625"/>
            <a:ext cx="5164138" cy="0"/>
          </a:xfrm>
          <a:prstGeom prst="line">
            <a:avLst/>
          </a:prstGeom>
          <a:noFill/>
          <a:ln w="57150">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895444" name="Rectangle 21"/>
          <p:cNvSpPr>
            <a:spLocks noChangeArrowheads="1"/>
          </p:cNvSpPr>
          <p:nvPr/>
        </p:nvSpPr>
        <p:spPr bwMode="auto">
          <a:xfrm>
            <a:off x="623888" y="2798763"/>
            <a:ext cx="1076325" cy="341312"/>
          </a:xfrm>
          <a:prstGeom prst="rect">
            <a:avLst/>
          </a:prstGeom>
          <a:solidFill>
            <a:srgbClr val="CCECFF"/>
          </a:solidFill>
          <a:ln w="9525">
            <a:solidFill>
              <a:schemeClr val="tx1"/>
            </a:solidFill>
            <a:miter lim="800000"/>
            <a:headEnd/>
            <a:tailEnd/>
          </a:ln>
        </p:spPr>
        <p:txBody>
          <a:bodyPr wrap="none" anchor="ctr"/>
          <a:lstStyle/>
          <a:p>
            <a:pPr algn="ctr"/>
            <a:r>
              <a:rPr lang="zh-CN" altLang="en-US" sz="2000" b="1">
                <a:solidFill>
                  <a:srgbClr val="000099"/>
                </a:solidFill>
                <a:ea typeface="黑体" panose="02010609060101010101" pitchFamily="49" charset="-122"/>
              </a:rPr>
              <a:t>客户</a:t>
            </a:r>
          </a:p>
        </p:txBody>
      </p:sp>
      <p:sp>
        <p:nvSpPr>
          <p:cNvPr id="1895445" name="Rectangle 22"/>
          <p:cNvSpPr>
            <a:spLocks noChangeArrowheads="1"/>
          </p:cNvSpPr>
          <p:nvPr/>
        </p:nvSpPr>
        <p:spPr bwMode="auto">
          <a:xfrm>
            <a:off x="3529013" y="2841625"/>
            <a:ext cx="2905125" cy="255588"/>
          </a:xfrm>
          <a:prstGeom prst="rect">
            <a:avLst/>
          </a:prstGeom>
          <a:solidFill>
            <a:srgbClr val="CCECFF"/>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DHCPREQUEST</a:t>
            </a:r>
          </a:p>
        </p:txBody>
      </p:sp>
      <p:sp>
        <p:nvSpPr>
          <p:cNvPr id="1895446" name="Rectangle 23"/>
          <p:cNvSpPr>
            <a:spLocks noChangeArrowheads="1"/>
          </p:cNvSpPr>
          <p:nvPr/>
        </p:nvSpPr>
        <p:spPr bwMode="auto">
          <a:xfrm>
            <a:off x="8154988" y="2798763"/>
            <a:ext cx="1076325" cy="341312"/>
          </a:xfrm>
          <a:prstGeom prst="rect">
            <a:avLst/>
          </a:prstGeom>
          <a:solidFill>
            <a:srgbClr val="FFCCFF"/>
          </a:solidFill>
          <a:ln w="9525">
            <a:solidFill>
              <a:schemeClr val="tx1"/>
            </a:solidFill>
            <a:miter lim="800000"/>
            <a:headEnd/>
            <a:tailEnd/>
          </a:ln>
        </p:spPr>
        <p:txBody>
          <a:bodyPr wrap="none" anchor="ctr"/>
          <a:lstStyle/>
          <a:p>
            <a:pPr algn="ctr"/>
            <a:r>
              <a:rPr lang="zh-CN" altLang="en-US" sz="2000" b="1">
                <a:solidFill>
                  <a:srgbClr val="000099"/>
                </a:solidFill>
                <a:ea typeface="黑体" panose="02010609060101010101" pitchFamily="49" charset="-122"/>
              </a:rPr>
              <a:t>服务器</a:t>
            </a:r>
          </a:p>
        </p:txBody>
      </p:sp>
      <p:sp>
        <p:nvSpPr>
          <p:cNvPr id="1895447" name="Rectangle 24"/>
          <p:cNvSpPr>
            <a:spLocks noChangeArrowheads="1"/>
          </p:cNvSpPr>
          <p:nvPr/>
        </p:nvSpPr>
        <p:spPr bwMode="auto">
          <a:xfrm>
            <a:off x="7618413" y="2841625"/>
            <a:ext cx="536575" cy="255588"/>
          </a:xfrm>
          <a:prstGeom prst="rect">
            <a:avLst/>
          </a:prstGeom>
          <a:solidFill>
            <a:srgbClr val="FFCC99"/>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67</a:t>
            </a:r>
          </a:p>
        </p:txBody>
      </p:sp>
      <p:sp>
        <p:nvSpPr>
          <p:cNvPr id="1895448" name="Rectangle 25"/>
          <p:cNvSpPr>
            <a:spLocks noChangeArrowheads="1"/>
          </p:cNvSpPr>
          <p:nvPr/>
        </p:nvSpPr>
        <p:spPr bwMode="auto">
          <a:xfrm>
            <a:off x="1700213" y="2841625"/>
            <a:ext cx="754062" cy="255588"/>
          </a:xfrm>
          <a:prstGeom prst="rect">
            <a:avLst/>
          </a:prstGeom>
          <a:solidFill>
            <a:srgbClr val="CCFF99"/>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68</a:t>
            </a:r>
          </a:p>
        </p:txBody>
      </p:sp>
      <p:sp>
        <p:nvSpPr>
          <p:cNvPr id="1895449" name="Text Box 26"/>
          <p:cNvSpPr txBox="1">
            <a:spLocks noChangeArrowheads="1"/>
          </p:cNvSpPr>
          <p:nvPr/>
        </p:nvSpPr>
        <p:spPr bwMode="auto">
          <a:xfrm>
            <a:off x="1697038" y="3074988"/>
            <a:ext cx="7286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99"/>
                </a:solidFill>
                <a:ea typeface="黑体" panose="02010609060101010101" pitchFamily="49" charset="-122"/>
              </a:rPr>
              <a:t>UDP</a:t>
            </a:r>
          </a:p>
        </p:txBody>
      </p:sp>
      <p:sp>
        <p:nvSpPr>
          <p:cNvPr id="1895450" name="Text Box 27"/>
          <p:cNvSpPr txBox="1">
            <a:spLocks noChangeArrowheads="1"/>
          </p:cNvSpPr>
          <p:nvPr/>
        </p:nvSpPr>
        <p:spPr bwMode="auto">
          <a:xfrm>
            <a:off x="7419975" y="3074988"/>
            <a:ext cx="7270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99"/>
                </a:solidFill>
                <a:ea typeface="黑体" panose="02010609060101010101" pitchFamily="49" charset="-122"/>
              </a:rPr>
              <a:t>UDP</a:t>
            </a:r>
          </a:p>
        </p:txBody>
      </p:sp>
      <p:sp>
        <p:nvSpPr>
          <p:cNvPr id="1895451" name="Line 28"/>
          <p:cNvSpPr>
            <a:spLocks noChangeShapeType="1"/>
          </p:cNvSpPr>
          <p:nvPr/>
        </p:nvSpPr>
        <p:spPr bwMode="auto">
          <a:xfrm flipH="1">
            <a:off x="2452688" y="3579813"/>
            <a:ext cx="5165725" cy="0"/>
          </a:xfrm>
          <a:prstGeom prst="line">
            <a:avLst/>
          </a:prstGeom>
          <a:noFill/>
          <a:ln w="57150">
            <a:solidFill>
              <a:schemeClr val="hlink"/>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895452" name="Rectangle 29"/>
          <p:cNvSpPr>
            <a:spLocks noChangeArrowheads="1"/>
          </p:cNvSpPr>
          <p:nvPr/>
        </p:nvSpPr>
        <p:spPr bwMode="auto">
          <a:xfrm>
            <a:off x="623888" y="3409950"/>
            <a:ext cx="1074737" cy="339725"/>
          </a:xfrm>
          <a:prstGeom prst="rect">
            <a:avLst/>
          </a:prstGeom>
          <a:solidFill>
            <a:srgbClr val="CCECFF"/>
          </a:solidFill>
          <a:ln w="9525">
            <a:solidFill>
              <a:schemeClr val="tx1"/>
            </a:solidFill>
            <a:miter lim="800000"/>
            <a:headEnd/>
            <a:tailEnd/>
          </a:ln>
        </p:spPr>
        <p:txBody>
          <a:bodyPr wrap="none" anchor="ctr"/>
          <a:lstStyle/>
          <a:p>
            <a:pPr algn="ctr"/>
            <a:r>
              <a:rPr lang="zh-CN" altLang="en-US" sz="2000" b="1">
                <a:solidFill>
                  <a:srgbClr val="000099"/>
                </a:solidFill>
                <a:ea typeface="黑体" panose="02010609060101010101" pitchFamily="49" charset="-122"/>
              </a:rPr>
              <a:t>客户</a:t>
            </a:r>
          </a:p>
        </p:txBody>
      </p:sp>
      <p:sp>
        <p:nvSpPr>
          <p:cNvPr id="1895453" name="Rectangle 30"/>
          <p:cNvSpPr>
            <a:spLocks noChangeArrowheads="1"/>
          </p:cNvSpPr>
          <p:nvPr/>
        </p:nvSpPr>
        <p:spPr bwMode="auto">
          <a:xfrm>
            <a:off x="3529013" y="3452813"/>
            <a:ext cx="2905125" cy="254000"/>
          </a:xfrm>
          <a:prstGeom prst="rect">
            <a:avLst/>
          </a:prstGeom>
          <a:solidFill>
            <a:srgbClr val="FFCCFF"/>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DHCPACK</a:t>
            </a:r>
          </a:p>
        </p:txBody>
      </p:sp>
      <p:sp>
        <p:nvSpPr>
          <p:cNvPr id="1895454" name="Rectangle 31"/>
          <p:cNvSpPr>
            <a:spLocks noChangeArrowheads="1"/>
          </p:cNvSpPr>
          <p:nvPr/>
        </p:nvSpPr>
        <p:spPr bwMode="auto">
          <a:xfrm>
            <a:off x="8154988" y="3409950"/>
            <a:ext cx="1076325" cy="339725"/>
          </a:xfrm>
          <a:prstGeom prst="rect">
            <a:avLst/>
          </a:prstGeom>
          <a:solidFill>
            <a:srgbClr val="FFCCFF"/>
          </a:solidFill>
          <a:ln w="9525">
            <a:solidFill>
              <a:schemeClr val="tx1"/>
            </a:solidFill>
            <a:miter lim="800000"/>
            <a:headEnd/>
            <a:tailEnd/>
          </a:ln>
        </p:spPr>
        <p:txBody>
          <a:bodyPr wrap="none" anchor="ctr"/>
          <a:lstStyle/>
          <a:p>
            <a:pPr algn="ctr"/>
            <a:r>
              <a:rPr lang="zh-CN" altLang="en-US" sz="2000" b="1">
                <a:solidFill>
                  <a:srgbClr val="000099"/>
                </a:solidFill>
                <a:ea typeface="黑体" panose="02010609060101010101" pitchFamily="49" charset="-122"/>
              </a:rPr>
              <a:t>服务器</a:t>
            </a:r>
          </a:p>
        </p:txBody>
      </p:sp>
      <p:sp>
        <p:nvSpPr>
          <p:cNvPr id="1895455" name="Rectangle 32"/>
          <p:cNvSpPr>
            <a:spLocks noChangeArrowheads="1"/>
          </p:cNvSpPr>
          <p:nvPr/>
        </p:nvSpPr>
        <p:spPr bwMode="auto">
          <a:xfrm>
            <a:off x="7618413" y="3452813"/>
            <a:ext cx="536575" cy="254000"/>
          </a:xfrm>
          <a:prstGeom prst="rect">
            <a:avLst/>
          </a:prstGeom>
          <a:solidFill>
            <a:srgbClr val="FFCC99"/>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67</a:t>
            </a:r>
          </a:p>
        </p:txBody>
      </p:sp>
      <p:sp>
        <p:nvSpPr>
          <p:cNvPr id="1895456" name="Rectangle 33"/>
          <p:cNvSpPr>
            <a:spLocks noChangeArrowheads="1"/>
          </p:cNvSpPr>
          <p:nvPr/>
        </p:nvSpPr>
        <p:spPr bwMode="auto">
          <a:xfrm>
            <a:off x="1698625" y="3452813"/>
            <a:ext cx="754063" cy="254000"/>
          </a:xfrm>
          <a:prstGeom prst="rect">
            <a:avLst/>
          </a:prstGeom>
          <a:solidFill>
            <a:srgbClr val="CCFF99"/>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68</a:t>
            </a:r>
          </a:p>
        </p:txBody>
      </p:sp>
      <p:sp>
        <p:nvSpPr>
          <p:cNvPr id="1895457" name="Text Box 34"/>
          <p:cNvSpPr txBox="1">
            <a:spLocks noChangeArrowheads="1"/>
          </p:cNvSpPr>
          <p:nvPr/>
        </p:nvSpPr>
        <p:spPr bwMode="auto">
          <a:xfrm>
            <a:off x="1697038" y="3684588"/>
            <a:ext cx="7286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99"/>
                </a:solidFill>
                <a:ea typeface="黑体" panose="02010609060101010101" pitchFamily="49" charset="-122"/>
              </a:rPr>
              <a:t>UDP</a:t>
            </a:r>
          </a:p>
        </p:txBody>
      </p:sp>
      <p:sp>
        <p:nvSpPr>
          <p:cNvPr id="1895458" name="Text Box 35"/>
          <p:cNvSpPr txBox="1">
            <a:spLocks noChangeArrowheads="1"/>
          </p:cNvSpPr>
          <p:nvPr/>
        </p:nvSpPr>
        <p:spPr bwMode="auto">
          <a:xfrm>
            <a:off x="7419975" y="3684588"/>
            <a:ext cx="7270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99"/>
                </a:solidFill>
                <a:ea typeface="黑体" panose="02010609060101010101" pitchFamily="49" charset="-122"/>
              </a:rPr>
              <a:t>UDP</a:t>
            </a:r>
          </a:p>
        </p:txBody>
      </p:sp>
      <p:sp>
        <p:nvSpPr>
          <p:cNvPr id="1895459" name="Line 36"/>
          <p:cNvSpPr>
            <a:spLocks noChangeShapeType="1"/>
          </p:cNvSpPr>
          <p:nvPr/>
        </p:nvSpPr>
        <p:spPr bwMode="auto">
          <a:xfrm>
            <a:off x="2454275" y="4187825"/>
            <a:ext cx="5164138" cy="0"/>
          </a:xfrm>
          <a:prstGeom prst="line">
            <a:avLst/>
          </a:prstGeom>
          <a:noFill/>
          <a:ln w="57150">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895460" name="Rectangle 37"/>
          <p:cNvSpPr>
            <a:spLocks noChangeArrowheads="1"/>
          </p:cNvSpPr>
          <p:nvPr/>
        </p:nvSpPr>
        <p:spPr bwMode="auto">
          <a:xfrm>
            <a:off x="623888" y="4017963"/>
            <a:ext cx="1076325" cy="338137"/>
          </a:xfrm>
          <a:prstGeom prst="rect">
            <a:avLst/>
          </a:prstGeom>
          <a:solidFill>
            <a:srgbClr val="CCECFF"/>
          </a:solidFill>
          <a:ln w="9525">
            <a:solidFill>
              <a:schemeClr val="tx1"/>
            </a:solidFill>
            <a:miter lim="800000"/>
            <a:headEnd/>
            <a:tailEnd/>
          </a:ln>
        </p:spPr>
        <p:txBody>
          <a:bodyPr wrap="none" anchor="ctr"/>
          <a:lstStyle/>
          <a:p>
            <a:pPr algn="ctr"/>
            <a:r>
              <a:rPr lang="zh-CN" altLang="en-US" sz="2000" b="1">
                <a:solidFill>
                  <a:srgbClr val="000099"/>
                </a:solidFill>
                <a:ea typeface="黑体" panose="02010609060101010101" pitchFamily="49" charset="-122"/>
              </a:rPr>
              <a:t>客户</a:t>
            </a:r>
          </a:p>
        </p:txBody>
      </p:sp>
      <p:sp>
        <p:nvSpPr>
          <p:cNvPr id="1895461" name="Rectangle 38"/>
          <p:cNvSpPr>
            <a:spLocks noChangeArrowheads="1"/>
          </p:cNvSpPr>
          <p:nvPr/>
        </p:nvSpPr>
        <p:spPr bwMode="auto">
          <a:xfrm>
            <a:off x="3529013" y="4060825"/>
            <a:ext cx="2905125" cy="254000"/>
          </a:xfrm>
          <a:prstGeom prst="rect">
            <a:avLst/>
          </a:prstGeom>
          <a:solidFill>
            <a:srgbClr val="CCECFF"/>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DHCPREQUEST</a:t>
            </a:r>
          </a:p>
        </p:txBody>
      </p:sp>
      <p:sp>
        <p:nvSpPr>
          <p:cNvPr id="1895462" name="Rectangle 39"/>
          <p:cNvSpPr>
            <a:spLocks noChangeArrowheads="1"/>
          </p:cNvSpPr>
          <p:nvPr/>
        </p:nvSpPr>
        <p:spPr bwMode="auto">
          <a:xfrm>
            <a:off x="8154988" y="4017963"/>
            <a:ext cx="1076325" cy="338137"/>
          </a:xfrm>
          <a:prstGeom prst="rect">
            <a:avLst/>
          </a:prstGeom>
          <a:solidFill>
            <a:srgbClr val="FFCCFF"/>
          </a:solidFill>
          <a:ln w="9525">
            <a:solidFill>
              <a:schemeClr val="tx1"/>
            </a:solidFill>
            <a:miter lim="800000"/>
            <a:headEnd/>
            <a:tailEnd/>
          </a:ln>
        </p:spPr>
        <p:txBody>
          <a:bodyPr wrap="none" anchor="ctr"/>
          <a:lstStyle/>
          <a:p>
            <a:pPr algn="ctr"/>
            <a:r>
              <a:rPr lang="zh-CN" altLang="en-US" sz="2000" b="1">
                <a:solidFill>
                  <a:srgbClr val="000099"/>
                </a:solidFill>
                <a:ea typeface="黑体" panose="02010609060101010101" pitchFamily="49" charset="-122"/>
              </a:rPr>
              <a:t>服务器</a:t>
            </a:r>
          </a:p>
        </p:txBody>
      </p:sp>
      <p:sp>
        <p:nvSpPr>
          <p:cNvPr id="1895463" name="Rectangle 40"/>
          <p:cNvSpPr>
            <a:spLocks noChangeArrowheads="1"/>
          </p:cNvSpPr>
          <p:nvPr/>
        </p:nvSpPr>
        <p:spPr bwMode="auto">
          <a:xfrm>
            <a:off x="7618413" y="4060825"/>
            <a:ext cx="536575" cy="254000"/>
          </a:xfrm>
          <a:prstGeom prst="rect">
            <a:avLst/>
          </a:prstGeom>
          <a:solidFill>
            <a:srgbClr val="FFCC99"/>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67</a:t>
            </a:r>
          </a:p>
        </p:txBody>
      </p:sp>
      <p:sp>
        <p:nvSpPr>
          <p:cNvPr id="1895464" name="Rectangle 41"/>
          <p:cNvSpPr>
            <a:spLocks noChangeArrowheads="1"/>
          </p:cNvSpPr>
          <p:nvPr/>
        </p:nvSpPr>
        <p:spPr bwMode="auto">
          <a:xfrm>
            <a:off x="1700213" y="4060825"/>
            <a:ext cx="754062" cy="254000"/>
          </a:xfrm>
          <a:prstGeom prst="rect">
            <a:avLst/>
          </a:prstGeom>
          <a:solidFill>
            <a:srgbClr val="CCFF99"/>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68</a:t>
            </a:r>
          </a:p>
        </p:txBody>
      </p:sp>
      <p:sp>
        <p:nvSpPr>
          <p:cNvPr id="1895465" name="Text Box 42"/>
          <p:cNvSpPr txBox="1">
            <a:spLocks noChangeArrowheads="1"/>
          </p:cNvSpPr>
          <p:nvPr/>
        </p:nvSpPr>
        <p:spPr bwMode="auto">
          <a:xfrm>
            <a:off x="1697038" y="4292600"/>
            <a:ext cx="7286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99"/>
                </a:solidFill>
                <a:ea typeface="黑体" panose="02010609060101010101" pitchFamily="49" charset="-122"/>
              </a:rPr>
              <a:t>UDP</a:t>
            </a:r>
          </a:p>
        </p:txBody>
      </p:sp>
      <p:sp>
        <p:nvSpPr>
          <p:cNvPr id="1895466" name="Text Box 43"/>
          <p:cNvSpPr txBox="1">
            <a:spLocks noChangeArrowheads="1"/>
          </p:cNvSpPr>
          <p:nvPr/>
        </p:nvSpPr>
        <p:spPr bwMode="auto">
          <a:xfrm>
            <a:off x="7419975" y="4292600"/>
            <a:ext cx="7270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99"/>
                </a:solidFill>
                <a:ea typeface="黑体" panose="02010609060101010101" pitchFamily="49" charset="-122"/>
              </a:rPr>
              <a:t>UDP</a:t>
            </a:r>
          </a:p>
        </p:txBody>
      </p:sp>
      <p:sp>
        <p:nvSpPr>
          <p:cNvPr id="1895467" name="Line 44"/>
          <p:cNvSpPr>
            <a:spLocks noChangeShapeType="1"/>
          </p:cNvSpPr>
          <p:nvPr/>
        </p:nvSpPr>
        <p:spPr bwMode="auto">
          <a:xfrm flipH="1">
            <a:off x="2452688" y="4800600"/>
            <a:ext cx="5165725" cy="0"/>
          </a:xfrm>
          <a:prstGeom prst="line">
            <a:avLst/>
          </a:prstGeom>
          <a:noFill/>
          <a:ln w="57150">
            <a:solidFill>
              <a:schemeClr val="hlink"/>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895468" name="Rectangle 45"/>
          <p:cNvSpPr>
            <a:spLocks noChangeArrowheads="1"/>
          </p:cNvSpPr>
          <p:nvPr/>
        </p:nvSpPr>
        <p:spPr bwMode="auto">
          <a:xfrm>
            <a:off x="623888" y="4629150"/>
            <a:ext cx="1074737" cy="338138"/>
          </a:xfrm>
          <a:prstGeom prst="rect">
            <a:avLst/>
          </a:prstGeom>
          <a:solidFill>
            <a:srgbClr val="CCECFF"/>
          </a:solidFill>
          <a:ln w="9525">
            <a:solidFill>
              <a:schemeClr val="tx1"/>
            </a:solidFill>
            <a:miter lim="800000"/>
            <a:headEnd/>
            <a:tailEnd/>
          </a:ln>
        </p:spPr>
        <p:txBody>
          <a:bodyPr wrap="none" anchor="ctr"/>
          <a:lstStyle/>
          <a:p>
            <a:pPr algn="ctr"/>
            <a:r>
              <a:rPr lang="zh-CN" altLang="en-US" sz="2000" b="1">
                <a:solidFill>
                  <a:srgbClr val="000099"/>
                </a:solidFill>
                <a:ea typeface="黑体" panose="02010609060101010101" pitchFamily="49" charset="-122"/>
              </a:rPr>
              <a:t>客户</a:t>
            </a:r>
          </a:p>
        </p:txBody>
      </p:sp>
      <p:sp>
        <p:nvSpPr>
          <p:cNvPr id="1895469" name="Rectangle 46"/>
          <p:cNvSpPr>
            <a:spLocks noChangeArrowheads="1"/>
          </p:cNvSpPr>
          <p:nvPr/>
        </p:nvSpPr>
        <p:spPr bwMode="auto">
          <a:xfrm>
            <a:off x="3529013" y="4672013"/>
            <a:ext cx="2905125" cy="255587"/>
          </a:xfrm>
          <a:prstGeom prst="rect">
            <a:avLst/>
          </a:prstGeom>
          <a:solidFill>
            <a:srgbClr val="FFCCFF"/>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DHCPNACK</a:t>
            </a:r>
          </a:p>
        </p:txBody>
      </p:sp>
      <p:sp>
        <p:nvSpPr>
          <p:cNvPr id="1895470" name="Rectangle 47"/>
          <p:cNvSpPr>
            <a:spLocks noChangeArrowheads="1"/>
          </p:cNvSpPr>
          <p:nvPr/>
        </p:nvSpPr>
        <p:spPr bwMode="auto">
          <a:xfrm>
            <a:off x="8154988" y="4629150"/>
            <a:ext cx="1076325" cy="338138"/>
          </a:xfrm>
          <a:prstGeom prst="rect">
            <a:avLst/>
          </a:prstGeom>
          <a:solidFill>
            <a:srgbClr val="FFCCFF"/>
          </a:solidFill>
          <a:ln w="9525">
            <a:solidFill>
              <a:schemeClr val="tx1"/>
            </a:solidFill>
            <a:miter lim="800000"/>
            <a:headEnd/>
            <a:tailEnd/>
          </a:ln>
        </p:spPr>
        <p:txBody>
          <a:bodyPr wrap="none" anchor="ctr"/>
          <a:lstStyle/>
          <a:p>
            <a:pPr algn="ctr"/>
            <a:r>
              <a:rPr lang="zh-CN" altLang="en-US" sz="2000" b="1">
                <a:solidFill>
                  <a:srgbClr val="000099"/>
                </a:solidFill>
                <a:ea typeface="黑体" panose="02010609060101010101" pitchFamily="49" charset="-122"/>
              </a:rPr>
              <a:t>服务器</a:t>
            </a:r>
          </a:p>
        </p:txBody>
      </p:sp>
      <p:sp>
        <p:nvSpPr>
          <p:cNvPr id="1895471" name="Rectangle 48"/>
          <p:cNvSpPr>
            <a:spLocks noChangeArrowheads="1"/>
          </p:cNvSpPr>
          <p:nvPr/>
        </p:nvSpPr>
        <p:spPr bwMode="auto">
          <a:xfrm>
            <a:off x="7618413" y="4672013"/>
            <a:ext cx="536575" cy="255587"/>
          </a:xfrm>
          <a:prstGeom prst="rect">
            <a:avLst/>
          </a:prstGeom>
          <a:solidFill>
            <a:srgbClr val="FFCC99"/>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67</a:t>
            </a:r>
          </a:p>
        </p:txBody>
      </p:sp>
      <p:sp>
        <p:nvSpPr>
          <p:cNvPr id="1895472" name="Rectangle 49"/>
          <p:cNvSpPr>
            <a:spLocks noChangeArrowheads="1"/>
          </p:cNvSpPr>
          <p:nvPr/>
        </p:nvSpPr>
        <p:spPr bwMode="auto">
          <a:xfrm>
            <a:off x="1698625" y="4672013"/>
            <a:ext cx="754063" cy="255587"/>
          </a:xfrm>
          <a:prstGeom prst="rect">
            <a:avLst/>
          </a:prstGeom>
          <a:solidFill>
            <a:srgbClr val="CCFF99"/>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68</a:t>
            </a:r>
          </a:p>
        </p:txBody>
      </p:sp>
      <p:sp>
        <p:nvSpPr>
          <p:cNvPr id="1895473" name="Text Box 50"/>
          <p:cNvSpPr txBox="1">
            <a:spLocks noChangeArrowheads="1"/>
          </p:cNvSpPr>
          <p:nvPr/>
        </p:nvSpPr>
        <p:spPr bwMode="auto">
          <a:xfrm>
            <a:off x="1697038" y="4903788"/>
            <a:ext cx="7286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99"/>
                </a:solidFill>
                <a:ea typeface="黑体" panose="02010609060101010101" pitchFamily="49" charset="-122"/>
              </a:rPr>
              <a:t>UDP</a:t>
            </a:r>
          </a:p>
        </p:txBody>
      </p:sp>
      <p:sp>
        <p:nvSpPr>
          <p:cNvPr id="1895474" name="Text Box 51"/>
          <p:cNvSpPr txBox="1">
            <a:spLocks noChangeArrowheads="1"/>
          </p:cNvSpPr>
          <p:nvPr/>
        </p:nvSpPr>
        <p:spPr bwMode="auto">
          <a:xfrm>
            <a:off x="7419975" y="4903788"/>
            <a:ext cx="7270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99"/>
                </a:solidFill>
                <a:ea typeface="黑体" panose="02010609060101010101" pitchFamily="49" charset="-122"/>
              </a:rPr>
              <a:t>UDP</a:t>
            </a:r>
          </a:p>
        </p:txBody>
      </p:sp>
      <p:sp>
        <p:nvSpPr>
          <p:cNvPr id="1895475" name="Line 52"/>
          <p:cNvSpPr>
            <a:spLocks noChangeShapeType="1"/>
          </p:cNvSpPr>
          <p:nvPr/>
        </p:nvSpPr>
        <p:spPr bwMode="auto">
          <a:xfrm flipH="1">
            <a:off x="2452688" y="5411788"/>
            <a:ext cx="5165725" cy="0"/>
          </a:xfrm>
          <a:prstGeom prst="line">
            <a:avLst/>
          </a:prstGeom>
          <a:noFill/>
          <a:ln w="57150">
            <a:solidFill>
              <a:schemeClr val="hlink"/>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895476" name="Rectangle 53"/>
          <p:cNvSpPr>
            <a:spLocks noChangeArrowheads="1"/>
          </p:cNvSpPr>
          <p:nvPr/>
        </p:nvSpPr>
        <p:spPr bwMode="auto">
          <a:xfrm>
            <a:off x="623888" y="5240338"/>
            <a:ext cx="1074737" cy="338137"/>
          </a:xfrm>
          <a:prstGeom prst="rect">
            <a:avLst/>
          </a:prstGeom>
          <a:solidFill>
            <a:srgbClr val="CCECFF"/>
          </a:solidFill>
          <a:ln w="9525">
            <a:solidFill>
              <a:schemeClr val="tx1"/>
            </a:solidFill>
            <a:miter lim="800000"/>
            <a:headEnd/>
            <a:tailEnd/>
          </a:ln>
        </p:spPr>
        <p:txBody>
          <a:bodyPr wrap="none" anchor="ctr"/>
          <a:lstStyle/>
          <a:p>
            <a:pPr algn="ctr"/>
            <a:r>
              <a:rPr lang="zh-CN" altLang="en-US" sz="2000" b="1">
                <a:solidFill>
                  <a:srgbClr val="000099"/>
                </a:solidFill>
                <a:ea typeface="黑体" panose="02010609060101010101" pitchFamily="49" charset="-122"/>
              </a:rPr>
              <a:t>客户</a:t>
            </a:r>
          </a:p>
        </p:txBody>
      </p:sp>
      <p:sp>
        <p:nvSpPr>
          <p:cNvPr id="1895477" name="Rectangle 54"/>
          <p:cNvSpPr>
            <a:spLocks noChangeArrowheads="1"/>
          </p:cNvSpPr>
          <p:nvPr/>
        </p:nvSpPr>
        <p:spPr bwMode="auto">
          <a:xfrm>
            <a:off x="3529013" y="5283200"/>
            <a:ext cx="2905125" cy="255588"/>
          </a:xfrm>
          <a:prstGeom prst="rect">
            <a:avLst/>
          </a:prstGeom>
          <a:solidFill>
            <a:srgbClr val="FFCCFF"/>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DHCPACK</a:t>
            </a:r>
          </a:p>
        </p:txBody>
      </p:sp>
      <p:sp>
        <p:nvSpPr>
          <p:cNvPr id="1895478" name="Rectangle 55"/>
          <p:cNvSpPr>
            <a:spLocks noChangeArrowheads="1"/>
          </p:cNvSpPr>
          <p:nvPr/>
        </p:nvSpPr>
        <p:spPr bwMode="auto">
          <a:xfrm>
            <a:off x="8154988" y="5240338"/>
            <a:ext cx="1076325" cy="338137"/>
          </a:xfrm>
          <a:prstGeom prst="rect">
            <a:avLst/>
          </a:prstGeom>
          <a:solidFill>
            <a:srgbClr val="FFCCFF"/>
          </a:solidFill>
          <a:ln w="9525">
            <a:solidFill>
              <a:schemeClr val="tx1"/>
            </a:solidFill>
            <a:miter lim="800000"/>
            <a:headEnd/>
            <a:tailEnd/>
          </a:ln>
        </p:spPr>
        <p:txBody>
          <a:bodyPr wrap="none" anchor="ctr"/>
          <a:lstStyle/>
          <a:p>
            <a:pPr algn="ctr"/>
            <a:r>
              <a:rPr lang="zh-CN" altLang="en-US" sz="2000" b="1">
                <a:solidFill>
                  <a:srgbClr val="000099"/>
                </a:solidFill>
                <a:ea typeface="黑体" panose="02010609060101010101" pitchFamily="49" charset="-122"/>
              </a:rPr>
              <a:t>服务器</a:t>
            </a:r>
          </a:p>
        </p:txBody>
      </p:sp>
      <p:sp>
        <p:nvSpPr>
          <p:cNvPr id="1895479" name="Rectangle 56"/>
          <p:cNvSpPr>
            <a:spLocks noChangeArrowheads="1"/>
          </p:cNvSpPr>
          <p:nvPr/>
        </p:nvSpPr>
        <p:spPr bwMode="auto">
          <a:xfrm>
            <a:off x="7618413" y="5283200"/>
            <a:ext cx="536575" cy="255588"/>
          </a:xfrm>
          <a:prstGeom prst="rect">
            <a:avLst/>
          </a:prstGeom>
          <a:solidFill>
            <a:srgbClr val="FFCC99"/>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67</a:t>
            </a:r>
          </a:p>
        </p:txBody>
      </p:sp>
      <p:sp>
        <p:nvSpPr>
          <p:cNvPr id="1895480" name="Rectangle 57"/>
          <p:cNvSpPr>
            <a:spLocks noChangeArrowheads="1"/>
          </p:cNvSpPr>
          <p:nvPr/>
        </p:nvSpPr>
        <p:spPr bwMode="auto">
          <a:xfrm>
            <a:off x="1698625" y="5283200"/>
            <a:ext cx="754063" cy="255588"/>
          </a:xfrm>
          <a:prstGeom prst="rect">
            <a:avLst/>
          </a:prstGeom>
          <a:solidFill>
            <a:srgbClr val="CCFF99"/>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68</a:t>
            </a:r>
          </a:p>
        </p:txBody>
      </p:sp>
      <p:sp>
        <p:nvSpPr>
          <p:cNvPr id="1895481" name="Text Box 58"/>
          <p:cNvSpPr txBox="1">
            <a:spLocks noChangeArrowheads="1"/>
          </p:cNvSpPr>
          <p:nvPr/>
        </p:nvSpPr>
        <p:spPr bwMode="auto">
          <a:xfrm>
            <a:off x="1697038" y="5514975"/>
            <a:ext cx="7286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99"/>
                </a:solidFill>
                <a:ea typeface="黑体" panose="02010609060101010101" pitchFamily="49" charset="-122"/>
              </a:rPr>
              <a:t>UDP</a:t>
            </a:r>
          </a:p>
        </p:txBody>
      </p:sp>
      <p:sp>
        <p:nvSpPr>
          <p:cNvPr id="1895482" name="Text Box 59"/>
          <p:cNvSpPr txBox="1">
            <a:spLocks noChangeArrowheads="1"/>
          </p:cNvSpPr>
          <p:nvPr/>
        </p:nvSpPr>
        <p:spPr bwMode="auto">
          <a:xfrm>
            <a:off x="7419975" y="5514975"/>
            <a:ext cx="7270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99"/>
                </a:solidFill>
                <a:ea typeface="黑体" panose="02010609060101010101" pitchFamily="49" charset="-122"/>
              </a:rPr>
              <a:t>UDP</a:t>
            </a:r>
          </a:p>
        </p:txBody>
      </p:sp>
      <p:sp>
        <p:nvSpPr>
          <p:cNvPr id="1895483" name="Line 60"/>
          <p:cNvSpPr>
            <a:spLocks noChangeShapeType="1"/>
          </p:cNvSpPr>
          <p:nvPr/>
        </p:nvSpPr>
        <p:spPr bwMode="auto">
          <a:xfrm>
            <a:off x="2454275" y="6256338"/>
            <a:ext cx="5164138" cy="0"/>
          </a:xfrm>
          <a:prstGeom prst="line">
            <a:avLst/>
          </a:prstGeom>
          <a:noFill/>
          <a:ln w="57150">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895484" name="Rectangle 61"/>
          <p:cNvSpPr>
            <a:spLocks noChangeArrowheads="1"/>
          </p:cNvSpPr>
          <p:nvPr/>
        </p:nvSpPr>
        <p:spPr bwMode="auto">
          <a:xfrm>
            <a:off x="623888" y="6086475"/>
            <a:ext cx="1076325" cy="338138"/>
          </a:xfrm>
          <a:prstGeom prst="rect">
            <a:avLst/>
          </a:prstGeom>
          <a:solidFill>
            <a:srgbClr val="CCECFF"/>
          </a:solidFill>
          <a:ln w="9525">
            <a:solidFill>
              <a:schemeClr val="tx1"/>
            </a:solidFill>
            <a:miter lim="800000"/>
            <a:headEnd/>
            <a:tailEnd/>
          </a:ln>
        </p:spPr>
        <p:txBody>
          <a:bodyPr wrap="none" anchor="ctr"/>
          <a:lstStyle/>
          <a:p>
            <a:pPr algn="ctr"/>
            <a:r>
              <a:rPr lang="zh-CN" altLang="en-US" sz="2000" b="1">
                <a:solidFill>
                  <a:srgbClr val="000099"/>
                </a:solidFill>
                <a:ea typeface="黑体" panose="02010609060101010101" pitchFamily="49" charset="-122"/>
              </a:rPr>
              <a:t>客户</a:t>
            </a:r>
          </a:p>
        </p:txBody>
      </p:sp>
      <p:sp>
        <p:nvSpPr>
          <p:cNvPr id="1895485" name="Rectangle 62"/>
          <p:cNvSpPr>
            <a:spLocks noChangeArrowheads="1"/>
          </p:cNvSpPr>
          <p:nvPr/>
        </p:nvSpPr>
        <p:spPr bwMode="auto">
          <a:xfrm>
            <a:off x="3529013" y="6129338"/>
            <a:ext cx="2905125" cy="254000"/>
          </a:xfrm>
          <a:prstGeom prst="rect">
            <a:avLst/>
          </a:prstGeom>
          <a:solidFill>
            <a:srgbClr val="CCECFF"/>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DHCPRELEASE</a:t>
            </a:r>
          </a:p>
        </p:txBody>
      </p:sp>
      <p:sp>
        <p:nvSpPr>
          <p:cNvPr id="1895486" name="Rectangle 63"/>
          <p:cNvSpPr>
            <a:spLocks noChangeArrowheads="1"/>
          </p:cNvSpPr>
          <p:nvPr/>
        </p:nvSpPr>
        <p:spPr bwMode="auto">
          <a:xfrm>
            <a:off x="8154988" y="6086475"/>
            <a:ext cx="1076325" cy="338138"/>
          </a:xfrm>
          <a:prstGeom prst="rect">
            <a:avLst/>
          </a:prstGeom>
          <a:solidFill>
            <a:srgbClr val="FFCCFF"/>
          </a:solidFill>
          <a:ln w="9525">
            <a:solidFill>
              <a:schemeClr val="tx1"/>
            </a:solidFill>
            <a:miter lim="800000"/>
            <a:headEnd/>
            <a:tailEnd/>
          </a:ln>
        </p:spPr>
        <p:txBody>
          <a:bodyPr wrap="none" anchor="ctr"/>
          <a:lstStyle/>
          <a:p>
            <a:pPr algn="ctr"/>
            <a:r>
              <a:rPr lang="zh-CN" altLang="en-US" sz="2000" b="1">
                <a:solidFill>
                  <a:srgbClr val="000099"/>
                </a:solidFill>
                <a:ea typeface="黑体" panose="02010609060101010101" pitchFamily="49" charset="-122"/>
              </a:rPr>
              <a:t>服务器</a:t>
            </a:r>
          </a:p>
        </p:txBody>
      </p:sp>
      <p:sp>
        <p:nvSpPr>
          <p:cNvPr id="1895487" name="Rectangle 64"/>
          <p:cNvSpPr>
            <a:spLocks noChangeArrowheads="1"/>
          </p:cNvSpPr>
          <p:nvPr/>
        </p:nvSpPr>
        <p:spPr bwMode="auto">
          <a:xfrm>
            <a:off x="7618413" y="6129338"/>
            <a:ext cx="536575" cy="254000"/>
          </a:xfrm>
          <a:prstGeom prst="rect">
            <a:avLst/>
          </a:prstGeom>
          <a:solidFill>
            <a:srgbClr val="FFCC99"/>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67</a:t>
            </a:r>
          </a:p>
        </p:txBody>
      </p:sp>
      <p:sp>
        <p:nvSpPr>
          <p:cNvPr id="1895488" name="Rectangle 65"/>
          <p:cNvSpPr>
            <a:spLocks noChangeArrowheads="1"/>
          </p:cNvSpPr>
          <p:nvPr/>
        </p:nvSpPr>
        <p:spPr bwMode="auto">
          <a:xfrm>
            <a:off x="1700213" y="6129338"/>
            <a:ext cx="754062" cy="254000"/>
          </a:xfrm>
          <a:prstGeom prst="rect">
            <a:avLst/>
          </a:prstGeom>
          <a:solidFill>
            <a:srgbClr val="CCFF99"/>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68</a:t>
            </a:r>
          </a:p>
        </p:txBody>
      </p:sp>
      <p:sp>
        <p:nvSpPr>
          <p:cNvPr id="1895489" name="Text Box 66"/>
          <p:cNvSpPr txBox="1">
            <a:spLocks noChangeArrowheads="1"/>
          </p:cNvSpPr>
          <p:nvPr/>
        </p:nvSpPr>
        <p:spPr bwMode="auto">
          <a:xfrm>
            <a:off x="1697038" y="6361113"/>
            <a:ext cx="7286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99"/>
                </a:solidFill>
                <a:ea typeface="黑体" panose="02010609060101010101" pitchFamily="49" charset="-122"/>
              </a:rPr>
              <a:t>UDP</a:t>
            </a:r>
          </a:p>
        </p:txBody>
      </p:sp>
      <p:sp>
        <p:nvSpPr>
          <p:cNvPr id="1895490" name="Text Box 67"/>
          <p:cNvSpPr txBox="1">
            <a:spLocks noChangeArrowheads="1"/>
          </p:cNvSpPr>
          <p:nvPr/>
        </p:nvSpPr>
        <p:spPr bwMode="auto">
          <a:xfrm>
            <a:off x="7419975" y="6361113"/>
            <a:ext cx="7270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99"/>
                </a:solidFill>
                <a:ea typeface="黑体" panose="02010609060101010101" pitchFamily="49" charset="-122"/>
              </a:rPr>
              <a:t>UDP</a:t>
            </a:r>
          </a:p>
        </p:txBody>
      </p:sp>
      <p:sp>
        <p:nvSpPr>
          <p:cNvPr id="1895491" name="Rectangle 68"/>
          <p:cNvSpPr>
            <a:spLocks noChangeArrowheads="1"/>
          </p:cNvSpPr>
          <p:nvPr/>
        </p:nvSpPr>
        <p:spPr bwMode="auto">
          <a:xfrm>
            <a:off x="8154988" y="936625"/>
            <a:ext cx="1076325" cy="338138"/>
          </a:xfrm>
          <a:prstGeom prst="rect">
            <a:avLst/>
          </a:prstGeom>
          <a:solidFill>
            <a:srgbClr val="FFCCFF"/>
          </a:solidFill>
          <a:ln w="9525">
            <a:solidFill>
              <a:schemeClr val="tx1"/>
            </a:solidFill>
            <a:miter lim="800000"/>
            <a:headEnd/>
            <a:tailEnd/>
          </a:ln>
        </p:spPr>
        <p:txBody>
          <a:bodyPr wrap="none" anchor="ctr"/>
          <a:lstStyle/>
          <a:p>
            <a:pPr algn="ctr"/>
            <a:r>
              <a:rPr lang="zh-CN" altLang="en-US" sz="2000" b="1">
                <a:solidFill>
                  <a:srgbClr val="000099"/>
                </a:solidFill>
                <a:ea typeface="黑体" panose="02010609060101010101" pitchFamily="49" charset="-122"/>
              </a:rPr>
              <a:t>服务器</a:t>
            </a:r>
          </a:p>
        </p:txBody>
      </p:sp>
      <p:sp>
        <p:nvSpPr>
          <p:cNvPr id="1895492" name="Rectangle 69"/>
          <p:cNvSpPr>
            <a:spLocks noChangeArrowheads="1"/>
          </p:cNvSpPr>
          <p:nvPr/>
        </p:nvSpPr>
        <p:spPr bwMode="auto">
          <a:xfrm>
            <a:off x="7618413" y="977900"/>
            <a:ext cx="536575" cy="254000"/>
          </a:xfrm>
          <a:prstGeom prst="rect">
            <a:avLst/>
          </a:prstGeom>
          <a:solidFill>
            <a:srgbClr val="FFCC99"/>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67</a:t>
            </a:r>
          </a:p>
        </p:txBody>
      </p:sp>
      <p:sp>
        <p:nvSpPr>
          <p:cNvPr id="1895493" name="Text Box 70"/>
          <p:cNvSpPr txBox="1">
            <a:spLocks noChangeArrowheads="1"/>
          </p:cNvSpPr>
          <p:nvPr/>
        </p:nvSpPr>
        <p:spPr bwMode="auto">
          <a:xfrm>
            <a:off x="7419975" y="1209675"/>
            <a:ext cx="7270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99"/>
                </a:solidFill>
                <a:ea typeface="黑体" panose="02010609060101010101" pitchFamily="49" charset="-122"/>
              </a:rPr>
              <a:t>UDP</a:t>
            </a:r>
          </a:p>
        </p:txBody>
      </p:sp>
      <p:sp>
        <p:nvSpPr>
          <p:cNvPr id="1895494" name="Text Box 71"/>
          <p:cNvSpPr txBox="1">
            <a:spLocks noChangeArrowheads="1"/>
          </p:cNvSpPr>
          <p:nvPr/>
        </p:nvSpPr>
        <p:spPr bwMode="auto">
          <a:xfrm>
            <a:off x="6218238" y="692150"/>
            <a:ext cx="12112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a:solidFill>
                  <a:srgbClr val="000099"/>
                </a:solidFill>
                <a:ea typeface="黑体" panose="02010609060101010101" pitchFamily="49" charset="-122"/>
              </a:rPr>
              <a:t>被动打开</a:t>
            </a:r>
          </a:p>
        </p:txBody>
      </p:sp>
      <p:sp>
        <p:nvSpPr>
          <p:cNvPr id="1895495" name="Text Box 72"/>
          <p:cNvSpPr txBox="1">
            <a:spLocks noChangeArrowheads="1"/>
          </p:cNvSpPr>
          <p:nvPr/>
        </p:nvSpPr>
        <p:spPr bwMode="auto">
          <a:xfrm>
            <a:off x="9237663" y="820738"/>
            <a:ext cx="5048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800" b="1">
                <a:solidFill>
                  <a:srgbClr val="000099"/>
                </a:solidFill>
                <a:ea typeface="黑体" panose="02010609060101010101" pitchFamily="49" charset="-122"/>
                <a:sym typeface="Wingdings" panose="05000000000000000000" pitchFamily="2" charset="2"/>
              </a:rPr>
              <a:t></a:t>
            </a:r>
          </a:p>
        </p:txBody>
      </p:sp>
      <p:sp>
        <p:nvSpPr>
          <p:cNvPr id="1895496" name="Text Box 73"/>
          <p:cNvSpPr txBox="1">
            <a:spLocks noChangeArrowheads="1"/>
          </p:cNvSpPr>
          <p:nvPr/>
        </p:nvSpPr>
        <p:spPr bwMode="auto">
          <a:xfrm>
            <a:off x="85725" y="1435100"/>
            <a:ext cx="5048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800" b="1">
                <a:solidFill>
                  <a:srgbClr val="000099"/>
                </a:solidFill>
                <a:ea typeface="黑体" panose="02010609060101010101" pitchFamily="49" charset="-122"/>
                <a:sym typeface="Wingdings" panose="05000000000000000000" pitchFamily="2" charset="2"/>
              </a:rPr>
              <a:t></a:t>
            </a:r>
          </a:p>
        </p:txBody>
      </p:sp>
      <p:sp>
        <p:nvSpPr>
          <p:cNvPr id="1895497" name="Text Box 74"/>
          <p:cNvSpPr txBox="1">
            <a:spLocks noChangeArrowheads="1"/>
          </p:cNvSpPr>
          <p:nvPr/>
        </p:nvSpPr>
        <p:spPr bwMode="auto">
          <a:xfrm>
            <a:off x="9237663" y="2057400"/>
            <a:ext cx="5048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800" b="1">
                <a:solidFill>
                  <a:srgbClr val="000099"/>
                </a:solidFill>
                <a:ea typeface="黑体" panose="02010609060101010101" pitchFamily="49" charset="-122"/>
                <a:sym typeface="Wingdings" panose="05000000000000000000" pitchFamily="2" charset="2"/>
              </a:rPr>
              <a:t></a:t>
            </a:r>
          </a:p>
        </p:txBody>
      </p:sp>
      <p:sp>
        <p:nvSpPr>
          <p:cNvPr id="1895498" name="Text Box 75"/>
          <p:cNvSpPr txBox="1">
            <a:spLocks noChangeArrowheads="1"/>
          </p:cNvSpPr>
          <p:nvPr/>
        </p:nvSpPr>
        <p:spPr bwMode="auto">
          <a:xfrm>
            <a:off x="85725" y="2654300"/>
            <a:ext cx="5048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800" b="1">
                <a:solidFill>
                  <a:srgbClr val="000099"/>
                </a:solidFill>
                <a:ea typeface="黑体" panose="02010609060101010101" pitchFamily="49" charset="-122"/>
                <a:sym typeface="Wingdings" panose="05000000000000000000" pitchFamily="2" charset="2"/>
              </a:rPr>
              <a:t></a:t>
            </a:r>
          </a:p>
        </p:txBody>
      </p:sp>
      <p:sp>
        <p:nvSpPr>
          <p:cNvPr id="1895499" name="Text Box 76"/>
          <p:cNvSpPr txBox="1">
            <a:spLocks noChangeArrowheads="1"/>
          </p:cNvSpPr>
          <p:nvPr/>
        </p:nvSpPr>
        <p:spPr bwMode="auto">
          <a:xfrm>
            <a:off x="9231313" y="3278188"/>
            <a:ext cx="50641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800" b="1">
                <a:solidFill>
                  <a:srgbClr val="000099"/>
                </a:solidFill>
                <a:ea typeface="黑体" panose="02010609060101010101" pitchFamily="49" charset="-122"/>
                <a:sym typeface="Wingdings" panose="05000000000000000000" pitchFamily="2" charset="2"/>
              </a:rPr>
              <a:t></a:t>
            </a:r>
          </a:p>
        </p:txBody>
      </p:sp>
      <p:sp>
        <p:nvSpPr>
          <p:cNvPr id="1895500" name="Text Box 77"/>
          <p:cNvSpPr txBox="1">
            <a:spLocks noChangeArrowheads="1"/>
          </p:cNvSpPr>
          <p:nvPr/>
        </p:nvSpPr>
        <p:spPr bwMode="auto">
          <a:xfrm>
            <a:off x="85725" y="3902075"/>
            <a:ext cx="5048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800" b="1">
                <a:solidFill>
                  <a:srgbClr val="000099"/>
                </a:solidFill>
                <a:ea typeface="黑体" panose="02010609060101010101" pitchFamily="49" charset="-122"/>
                <a:sym typeface="Wingdings" panose="05000000000000000000" pitchFamily="2" charset="2"/>
              </a:rPr>
              <a:t></a:t>
            </a:r>
          </a:p>
        </p:txBody>
      </p:sp>
      <p:sp>
        <p:nvSpPr>
          <p:cNvPr id="1895501" name="Text Box 78"/>
          <p:cNvSpPr txBox="1">
            <a:spLocks noChangeArrowheads="1"/>
          </p:cNvSpPr>
          <p:nvPr/>
        </p:nvSpPr>
        <p:spPr bwMode="auto">
          <a:xfrm>
            <a:off x="9231313" y="4486275"/>
            <a:ext cx="50641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800" b="1">
                <a:solidFill>
                  <a:srgbClr val="000099"/>
                </a:solidFill>
                <a:ea typeface="黑体" panose="02010609060101010101" pitchFamily="49" charset="-122"/>
                <a:sym typeface="Wingdings" panose="05000000000000000000" pitchFamily="2" charset="2"/>
              </a:rPr>
              <a:t></a:t>
            </a:r>
          </a:p>
        </p:txBody>
      </p:sp>
      <p:sp>
        <p:nvSpPr>
          <p:cNvPr id="1895502" name="Text Box 79"/>
          <p:cNvSpPr txBox="1">
            <a:spLocks noChangeArrowheads="1"/>
          </p:cNvSpPr>
          <p:nvPr/>
        </p:nvSpPr>
        <p:spPr bwMode="auto">
          <a:xfrm>
            <a:off x="9231313" y="5110163"/>
            <a:ext cx="50641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800" b="1">
                <a:solidFill>
                  <a:srgbClr val="000099"/>
                </a:solidFill>
                <a:ea typeface="黑体" panose="02010609060101010101" pitchFamily="49" charset="-122"/>
                <a:sym typeface="Wingdings" panose="05000000000000000000" pitchFamily="2" charset="2"/>
              </a:rPr>
              <a:t></a:t>
            </a:r>
          </a:p>
        </p:txBody>
      </p:sp>
      <p:sp>
        <p:nvSpPr>
          <p:cNvPr id="1895503" name="Text Box 80"/>
          <p:cNvSpPr txBox="1">
            <a:spLocks noChangeArrowheads="1"/>
          </p:cNvSpPr>
          <p:nvPr/>
        </p:nvSpPr>
        <p:spPr bwMode="auto">
          <a:xfrm rot="-5400000">
            <a:off x="4385469" y="5480844"/>
            <a:ext cx="6477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3600" b="1">
                <a:solidFill>
                  <a:srgbClr val="000099"/>
                </a:solidFill>
                <a:ea typeface="黑体" panose="02010609060101010101" pitchFamily="49" charset="-122"/>
              </a:rPr>
              <a:t>…</a:t>
            </a:r>
          </a:p>
        </p:txBody>
      </p:sp>
      <p:sp>
        <p:nvSpPr>
          <p:cNvPr id="1895504" name="Text Box 81"/>
          <p:cNvSpPr txBox="1">
            <a:spLocks noChangeArrowheads="1"/>
          </p:cNvSpPr>
          <p:nvPr/>
        </p:nvSpPr>
        <p:spPr bwMode="auto">
          <a:xfrm>
            <a:off x="85725" y="5892800"/>
            <a:ext cx="5048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800" b="1">
                <a:solidFill>
                  <a:srgbClr val="000099"/>
                </a:solidFill>
                <a:ea typeface="黑体" panose="02010609060101010101" pitchFamily="49" charset="-122"/>
                <a:sym typeface="Wingdings" panose="05000000000000000000" pitchFamily="2" charset="2"/>
              </a:rPr>
              <a:t></a:t>
            </a:r>
          </a:p>
        </p:txBody>
      </p:sp>
      <p:sp>
        <p:nvSpPr>
          <p:cNvPr id="1895505" name="Rectangle 83"/>
          <p:cNvSpPr>
            <a:spLocks noChangeArrowheads="1"/>
          </p:cNvSpPr>
          <p:nvPr/>
        </p:nvSpPr>
        <p:spPr bwMode="auto">
          <a:xfrm>
            <a:off x="0" y="4622800"/>
            <a:ext cx="9906000" cy="2235200"/>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zh-CN" sz="2800" b="1">
              <a:solidFill>
                <a:srgbClr val="000099"/>
              </a:solidFill>
              <a:ea typeface="宋体" panose="02010600030101010101" pitchFamily="2" charset="-122"/>
            </a:endParaRPr>
          </a:p>
        </p:txBody>
      </p:sp>
      <p:sp>
        <p:nvSpPr>
          <p:cNvPr id="1895506" name="Text Box 85"/>
          <p:cNvSpPr txBox="1">
            <a:spLocks noChangeArrowheads="1"/>
          </p:cNvSpPr>
          <p:nvPr/>
        </p:nvSpPr>
        <p:spPr bwMode="auto">
          <a:xfrm>
            <a:off x="896938" y="4941888"/>
            <a:ext cx="8347075" cy="1504950"/>
          </a:xfrm>
          <a:prstGeom prst="rect">
            <a:avLst/>
          </a:prstGeom>
          <a:solidFill>
            <a:srgbClr val="FFFF99"/>
          </a:solidFill>
          <a:ln w="9525">
            <a:solidFill>
              <a:srgbClr val="333399"/>
            </a:solidFill>
            <a:miter lim="800000"/>
            <a:headEnd/>
            <a:tailEnd/>
          </a:ln>
        </p:spPr>
        <p:txBody>
          <a:bodyPr>
            <a:spAutoFit/>
          </a:bodyPr>
          <a:lstStyle/>
          <a:p>
            <a:pPr algn="just"/>
            <a:r>
              <a:rPr lang="en-US" altLang="zh-CN" sz="3600" b="1">
                <a:solidFill>
                  <a:srgbClr val="000099"/>
                </a:solidFill>
                <a:ea typeface="黑体" panose="02010609060101010101" pitchFamily="49" charset="-122"/>
                <a:sym typeface="Wingdings" panose="05000000000000000000" pitchFamily="2" charset="2"/>
              </a:rPr>
              <a:t></a:t>
            </a:r>
            <a:r>
              <a:rPr lang="zh-CN" altLang="en-US" sz="2800" b="1">
                <a:solidFill>
                  <a:srgbClr val="000099"/>
                </a:solidFill>
                <a:ea typeface="黑体" panose="02010609060101010101" pitchFamily="49" charset="-122"/>
              </a:rPr>
              <a:t>：被选择的 </a:t>
            </a:r>
            <a:r>
              <a:rPr lang="en-US" altLang="zh-CN" sz="2800" b="1">
                <a:solidFill>
                  <a:srgbClr val="000099"/>
                </a:solidFill>
                <a:ea typeface="黑体" panose="02010609060101010101" pitchFamily="49" charset="-122"/>
              </a:rPr>
              <a:t>DHCP </a:t>
            </a:r>
            <a:r>
              <a:rPr lang="zh-CN" altLang="en-US" sz="2800" b="1">
                <a:solidFill>
                  <a:srgbClr val="000099"/>
                </a:solidFill>
                <a:ea typeface="黑体" panose="02010609060101010101" pitchFamily="49" charset="-122"/>
              </a:rPr>
              <a:t>服务器发送确认报文</a:t>
            </a:r>
          </a:p>
          <a:p>
            <a:pPr algn="just"/>
            <a:r>
              <a:rPr lang="zh-CN" altLang="en-US" sz="2800" b="1">
                <a:solidFill>
                  <a:srgbClr val="000099"/>
                </a:solidFill>
                <a:ea typeface="黑体" panose="02010609060101010101" pitchFamily="49" charset="-122"/>
              </a:rPr>
              <a:t>       </a:t>
            </a:r>
            <a:r>
              <a:rPr lang="en-US" altLang="zh-CN" sz="2800" b="1">
                <a:solidFill>
                  <a:srgbClr val="000099"/>
                </a:solidFill>
                <a:ea typeface="黑体" panose="02010609060101010101" pitchFamily="49" charset="-122"/>
              </a:rPr>
              <a:t>DHCPACK</a:t>
            </a:r>
            <a:r>
              <a:rPr lang="zh-CN" altLang="en-US" sz="2800" b="1">
                <a:solidFill>
                  <a:srgbClr val="000099"/>
                </a:solidFill>
                <a:ea typeface="黑体" panose="02010609060101010101" pitchFamily="49" charset="-122"/>
              </a:rPr>
              <a:t>，进入已绑定状态，并可</a:t>
            </a:r>
          </a:p>
          <a:p>
            <a:pPr algn="just"/>
            <a:r>
              <a:rPr lang="zh-CN" altLang="en-US" sz="2800" b="1">
                <a:solidFill>
                  <a:srgbClr val="000099"/>
                </a:solidFill>
                <a:ea typeface="黑体" panose="02010609060101010101" pitchFamily="49" charset="-122"/>
              </a:rPr>
              <a:t>       开始使用得到的临时 </a:t>
            </a:r>
            <a:r>
              <a:rPr lang="en-US" altLang="zh-CN" sz="2800" b="1">
                <a:solidFill>
                  <a:srgbClr val="000099"/>
                </a:solidFill>
                <a:ea typeface="黑体" panose="02010609060101010101" pitchFamily="49" charset="-122"/>
              </a:rPr>
              <a:t>IP </a:t>
            </a:r>
            <a:r>
              <a:rPr lang="zh-CN" altLang="en-US" sz="2800" b="1">
                <a:solidFill>
                  <a:srgbClr val="000099"/>
                </a:solidFill>
                <a:ea typeface="黑体" panose="02010609060101010101" pitchFamily="49" charset="-122"/>
              </a:rPr>
              <a:t>地址了。</a:t>
            </a:r>
          </a:p>
        </p:txBody>
      </p:sp>
      <p:sp>
        <p:nvSpPr>
          <p:cNvPr id="1895507" name="灯片编号占位符 2"/>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F80E9978-1760-414B-A515-404E5E7DBC72}" type="slidenum">
              <a:rPr lang="zh-CN" altLang="en-US" smtClean="0"/>
              <a:pPr/>
              <a:t>52</a:t>
            </a:fld>
            <a:endParaRPr lang="en-US" altLang="zh-CN" smtClean="0"/>
          </a:p>
        </p:txBody>
      </p:sp>
      <p:sp>
        <p:nvSpPr>
          <p:cNvPr id="1895508" name="页脚占位符 3"/>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en-US" altLang="zh-CN" smtClean="0"/>
              <a:t>ppt课件</a:t>
            </a:r>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7473" name="Rectangle 2"/>
          <p:cNvSpPr>
            <a:spLocks noGrp="1" noChangeArrowheads="1"/>
          </p:cNvSpPr>
          <p:nvPr>
            <p:ph type="title" idx="4294967295"/>
          </p:nvPr>
        </p:nvSpPr>
        <p:spPr>
          <a:xfrm>
            <a:off x="584200" y="188913"/>
            <a:ext cx="8442325" cy="539750"/>
          </a:xfrm>
        </p:spPr>
        <p:txBody>
          <a:bodyPr/>
          <a:lstStyle/>
          <a:p>
            <a:pPr algn="ctr"/>
            <a:r>
              <a:rPr lang="en-US" altLang="zh-CN" smtClean="0">
                <a:ea typeface="黑体" panose="02010609060101010101" pitchFamily="49" charset="-122"/>
              </a:rPr>
              <a:t>DHCP </a:t>
            </a:r>
            <a:r>
              <a:rPr lang="zh-CN" altLang="zh-CN" smtClean="0">
                <a:ea typeface="黑体" panose="02010609060101010101" pitchFamily="49" charset="-122"/>
              </a:rPr>
              <a:t>协议的工作过程 </a:t>
            </a:r>
          </a:p>
        </p:txBody>
      </p:sp>
      <p:sp>
        <p:nvSpPr>
          <p:cNvPr id="1897474" name="Line 3"/>
          <p:cNvSpPr>
            <a:spLocks noChangeShapeType="1"/>
          </p:cNvSpPr>
          <p:nvPr/>
        </p:nvSpPr>
        <p:spPr bwMode="auto">
          <a:xfrm flipH="1">
            <a:off x="6130925" y="1100138"/>
            <a:ext cx="1506538" cy="0"/>
          </a:xfrm>
          <a:prstGeom prst="line">
            <a:avLst/>
          </a:prstGeom>
          <a:noFill/>
          <a:ln w="57150">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897475" name="Line 4"/>
          <p:cNvSpPr>
            <a:spLocks noChangeShapeType="1"/>
          </p:cNvSpPr>
          <p:nvPr/>
        </p:nvSpPr>
        <p:spPr bwMode="auto">
          <a:xfrm>
            <a:off x="2454275" y="1747838"/>
            <a:ext cx="5164138" cy="0"/>
          </a:xfrm>
          <a:prstGeom prst="line">
            <a:avLst/>
          </a:prstGeom>
          <a:noFill/>
          <a:ln w="57150">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897476" name="Rectangle 5"/>
          <p:cNvSpPr>
            <a:spLocks noChangeArrowheads="1"/>
          </p:cNvSpPr>
          <p:nvPr/>
        </p:nvSpPr>
        <p:spPr bwMode="auto">
          <a:xfrm>
            <a:off x="623888" y="1576388"/>
            <a:ext cx="1076325" cy="341312"/>
          </a:xfrm>
          <a:prstGeom prst="rect">
            <a:avLst/>
          </a:prstGeom>
          <a:solidFill>
            <a:srgbClr val="CCECFF"/>
          </a:solidFill>
          <a:ln w="9525">
            <a:solidFill>
              <a:schemeClr val="tx1"/>
            </a:solidFill>
            <a:miter lim="800000"/>
            <a:headEnd/>
            <a:tailEnd/>
          </a:ln>
        </p:spPr>
        <p:txBody>
          <a:bodyPr wrap="none" anchor="ctr"/>
          <a:lstStyle/>
          <a:p>
            <a:pPr algn="ctr"/>
            <a:r>
              <a:rPr lang="zh-CN" altLang="en-US" sz="2000" b="1">
                <a:solidFill>
                  <a:srgbClr val="000099"/>
                </a:solidFill>
                <a:ea typeface="黑体" panose="02010609060101010101" pitchFamily="49" charset="-122"/>
              </a:rPr>
              <a:t>客户</a:t>
            </a:r>
          </a:p>
        </p:txBody>
      </p:sp>
      <p:sp>
        <p:nvSpPr>
          <p:cNvPr id="1897477" name="Rectangle 6"/>
          <p:cNvSpPr>
            <a:spLocks noChangeArrowheads="1"/>
          </p:cNvSpPr>
          <p:nvPr/>
        </p:nvSpPr>
        <p:spPr bwMode="auto">
          <a:xfrm>
            <a:off x="3529013" y="1617663"/>
            <a:ext cx="2905125" cy="257175"/>
          </a:xfrm>
          <a:prstGeom prst="rect">
            <a:avLst/>
          </a:prstGeom>
          <a:solidFill>
            <a:srgbClr val="CCECFF"/>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DHCPDISCOVER</a:t>
            </a:r>
          </a:p>
        </p:txBody>
      </p:sp>
      <p:sp>
        <p:nvSpPr>
          <p:cNvPr id="1897478" name="Rectangle 7"/>
          <p:cNvSpPr>
            <a:spLocks noChangeArrowheads="1"/>
          </p:cNvSpPr>
          <p:nvPr/>
        </p:nvSpPr>
        <p:spPr bwMode="auto">
          <a:xfrm>
            <a:off x="8154988" y="1576388"/>
            <a:ext cx="1076325" cy="341312"/>
          </a:xfrm>
          <a:prstGeom prst="rect">
            <a:avLst/>
          </a:prstGeom>
          <a:solidFill>
            <a:srgbClr val="FFCCFF"/>
          </a:solidFill>
          <a:ln w="9525">
            <a:solidFill>
              <a:schemeClr val="tx1"/>
            </a:solidFill>
            <a:miter lim="800000"/>
            <a:headEnd/>
            <a:tailEnd/>
          </a:ln>
        </p:spPr>
        <p:txBody>
          <a:bodyPr wrap="none" anchor="ctr"/>
          <a:lstStyle/>
          <a:p>
            <a:pPr algn="ctr"/>
            <a:r>
              <a:rPr lang="zh-CN" altLang="en-US" sz="2000" b="1">
                <a:solidFill>
                  <a:srgbClr val="000099"/>
                </a:solidFill>
                <a:ea typeface="黑体" panose="02010609060101010101" pitchFamily="49" charset="-122"/>
              </a:rPr>
              <a:t>服务器</a:t>
            </a:r>
          </a:p>
        </p:txBody>
      </p:sp>
      <p:sp>
        <p:nvSpPr>
          <p:cNvPr id="1897479" name="Rectangle 8"/>
          <p:cNvSpPr>
            <a:spLocks noChangeArrowheads="1"/>
          </p:cNvSpPr>
          <p:nvPr/>
        </p:nvSpPr>
        <p:spPr bwMode="auto">
          <a:xfrm>
            <a:off x="7618413" y="1617663"/>
            <a:ext cx="536575" cy="257175"/>
          </a:xfrm>
          <a:prstGeom prst="rect">
            <a:avLst/>
          </a:prstGeom>
          <a:solidFill>
            <a:srgbClr val="FFCC99"/>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67</a:t>
            </a:r>
          </a:p>
        </p:txBody>
      </p:sp>
      <p:sp>
        <p:nvSpPr>
          <p:cNvPr id="1897480" name="Rectangle 9"/>
          <p:cNvSpPr>
            <a:spLocks noChangeArrowheads="1"/>
          </p:cNvSpPr>
          <p:nvPr/>
        </p:nvSpPr>
        <p:spPr bwMode="auto">
          <a:xfrm>
            <a:off x="1700213" y="1617663"/>
            <a:ext cx="754062" cy="257175"/>
          </a:xfrm>
          <a:prstGeom prst="rect">
            <a:avLst/>
          </a:prstGeom>
          <a:solidFill>
            <a:srgbClr val="CCFF99"/>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68</a:t>
            </a:r>
          </a:p>
        </p:txBody>
      </p:sp>
      <p:sp>
        <p:nvSpPr>
          <p:cNvPr id="1897481" name="Text Box 10"/>
          <p:cNvSpPr txBox="1">
            <a:spLocks noChangeArrowheads="1"/>
          </p:cNvSpPr>
          <p:nvPr/>
        </p:nvSpPr>
        <p:spPr bwMode="auto">
          <a:xfrm>
            <a:off x="1697038" y="1854200"/>
            <a:ext cx="7286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99"/>
                </a:solidFill>
                <a:ea typeface="黑体" panose="02010609060101010101" pitchFamily="49" charset="-122"/>
              </a:rPr>
              <a:t>UDP</a:t>
            </a:r>
          </a:p>
        </p:txBody>
      </p:sp>
      <p:sp>
        <p:nvSpPr>
          <p:cNvPr id="1897482" name="Text Box 11"/>
          <p:cNvSpPr txBox="1">
            <a:spLocks noChangeArrowheads="1"/>
          </p:cNvSpPr>
          <p:nvPr/>
        </p:nvSpPr>
        <p:spPr bwMode="auto">
          <a:xfrm>
            <a:off x="7419975" y="1851025"/>
            <a:ext cx="7270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99"/>
                </a:solidFill>
                <a:ea typeface="黑体" panose="02010609060101010101" pitchFamily="49" charset="-122"/>
              </a:rPr>
              <a:t>UDP</a:t>
            </a:r>
          </a:p>
        </p:txBody>
      </p:sp>
      <p:sp>
        <p:nvSpPr>
          <p:cNvPr id="1897483" name="Line 12"/>
          <p:cNvSpPr>
            <a:spLocks noChangeShapeType="1"/>
          </p:cNvSpPr>
          <p:nvPr/>
        </p:nvSpPr>
        <p:spPr bwMode="auto">
          <a:xfrm flipH="1">
            <a:off x="2452688" y="2359025"/>
            <a:ext cx="5165725" cy="0"/>
          </a:xfrm>
          <a:prstGeom prst="line">
            <a:avLst/>
          </a:prstGeom>
          <a:noFill/>
          <a:ln w="57150">
            <a:solidFill>
              <a:schemeClr val="hlink"/>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897484" name="Rectangle 13"/>
          <p:cNvSpPr>
            <a:spLocks noChangeArrowheads="1"/>
          </p:cNvSpPr>
          <p:nvPr/>
        </p:nvSpPr>
        <p:spPr bwMode="auto">
          <a:xfrm>
            <a:off x="623888" y="2187575"/>
            <a:ext cx="1074737" cy="339725"/>
          </a:xfrm>
          <a:prstGeom prst="rect">
            <a:avLst/>
          </a:prstGeom>
          <a:solidFill>
            <a:srgbClr val="CCECFF"/>
          </a:solidFill>
          <a:ln w="9525">
            <a:solidFill>
              <a:schemeClr val="tx1"/>
            </a:solidFill>
            <a:miter lim="800000"/>
            <a:headEnd/>
            <a:tailEnd/>
          </a:ln>
        </p:spPr>
        <p:txBody>
          <a:bodyPr wrap="none" anchor="ctr"/>
          <a:lstStyle/>
          <a:p>
            <a:pPr algn="ctr"/>
            <a:r>
              <a:rPr lang="zh-CN" altLang="en-US" sz="2000" b="1">
                <a:solidFill>
                  <a:srgbClr val="000099"/>
                </a:solidFill>
                <a:ea typeface="黑体" panose="02010609060101010101" pitchFamily="49" charset="-122"/>
              </a:rPr>
              <a:t>客户</a:t>
            </a:r>
          </a:p>
        </p:txBody>
      </p:sp>
      <p:sp>
        <p:nvSpPr>
          <p:cNvPr id="1897485" name="Rectangle 14"/>
          <p:cNvSpPr>
            <a:spLocks noChangeArrowheads="1"/>
          </p:cNvSpPr>
          <p:nvPr/>
        </p:nvSpPr>
        <p:spPr bwMode="auto">
          <a:xfrm>
            <a:off x="3529013" y="2230438"/>
            <a:ext cx="2905125" cy="255587"/>
          </a:xfrm>
          <a:prstGeom prst="rect">
            <a:avLst/>
          </a:prstGeom>
          <a:solidFill>
            <a:srgbClr val="FFCCFF"/>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DHCPOFFER</a:t>
            </a:r>
          </a:p>
        </p:txBody>
      </p:sp>
      <p:sp>
        <p:nvSpPr>
          <p:cNvPr id="1897486" name="Rectangle 15"/>
          <p:cNvSpPr>
            <a:spLocks noChangeArrowheads="1"/>
          </p:cNvSpPr>
          <p:nvPr/>
        </p:nvSpPr>
        <p:spPr bwMode="auto">
          <a:xfrm>
            <a:off x="8154988" y="2187575"/>
            <a:ext cx="1076325" cy="339725"/>
          </a:xfrm>
          <a:prstGeom prst="rect">
            <a:avLst/>
          </a:prstGeom>
          <a:solidFill>
            <a:srgbClr val="FFCCFF"/>
          </a:solidFill>
          <a:ln w="9525">
            <a:solidFill>
              <a:schemeClr val="tx1"/>
            </a:solidFill>
            <a:miter lim="800000"/>
            <a:headEnd/>
            <a:tailEnd/>
          </a:ln>
        </p:spPr>
        <p:txBody>
          <a:bodyPr wrap="none" anchor="ctr"/>
          <a:lstStyle/>
          <a:p>
            <a:pPr algn="ctr"/>
            <a:r>
              <a:rPr lang="zh-CN" altLang="en-US" sz="2000" b="1">
                <a:solidFill>
                  <a:srgbClr val="000099"/>
                </a:solidFill>
                <a:ea typeface="黑体" panose="02010609060101010101" pitchFamily="49" charset="-122"/>
              </a:rPr>
              <a:t>服务器</a:t>
            </a:r>
          </a:p>
        </p:txBody>
      </p:sp>
      <p:sp>
        <p:nvSpPr>
          <p:cNvPr id="1897487" name="Rectangle 16"/>
          <p:cNvSpPr>
            <a:spLocks noChangeArrowheads="1"/>
          </p:cNvSpPr>
          <p:nvPr/>
        </p:nvSpPr>
        <p:spPr bwMode="auto">
          <a:xfrm>
            <a:off x="7618413" y="2230438"/>
            <a:ext cx="536575" cy="255587"/>
          </a:xfrm>
          <a:prstGeom prst="rect">
            <a:avLst/>
          </a:prstGeom>
          <a:solidFill>
            <a:srgbClr val="FFCC99"/>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67</a:t>
            </a:r>
          </a:p>
        </p:txBody>
      </p:sp>
      <p:sp>
        <p:nvSpPr>
          <p:cNvPr id="1897488" name="Rectangle 17"/>
          <p:cNvSpPr>
            <a:spLocks noChangeArrowheads="1"/>
          </p:cNvSpPr>
          <p:nvPr/>
        </p:nvSpPr>
        <p:spPr bwMode="auto">
          <a:xfrm>
            <a:off x="1698625" y="2230438"/>
            <a:ext cx="754063" cy="255587"/>
          </a:xfrm>
          <a:prstGeom prst="rect">
            <a:avLst/>
          </a:prstGeom>
          <a:solidFill>
            <a:srgbClr val="CCFF99"/>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68</a:t>
            </a:r>
          </a:p>
        </p:txBody>
      </p:sp>
      <p:sp>
        <p:nvSpPr>
          <p:cNvPr id="1897489" name="Text Box 18"/>
          <p:cNvSpPr txBox="1">
            <a:spLocks noChangeArrowheads="1"/>
          </p:cNvSpPr>
          <p:nvPr/>
        </p:nvSpPr>
        <p:spPr bwMode="auto">
          <a:xfrm>
            <a:off x="1697038" y="2462213"/>
            <a:ext cx="7286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99"/>
                </a:solidFill>
                <a:ea typeface="黑体" panose="02010609060101010101" pitchFamily="49" charset="-122"/>
              </a:rPr>
              <a:t>UDP</a:t>
            </a:r>
          </a:p>
        </p:txBody>
      </p:sp>
      <p:sp>
        <p:nvSpPr>
          <p:cNvPr id="1897490" name="Text Box 19"/>
          <p:cNvSpPr txBox="1">
            <a:spLocks noChangeArrowheads="1"/>
          </p:cNvSpPr>
          <p:nvPr/>
        </p:nvSpPr>
        <p:spPr bwMode="auto">
          <a:xfrm>
            <a:off x="7419975" y="2462213"/>
            <a:ext cx="7270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99"/>
                </a:solidFill>
                <a:ea typeface="黑体" panose="02010609060101010101" pitchFamily="49" charset="-122"/>
              </a:rPr>
              <a:t>UDP</a:t>
            </a:r>
          </a:p>
        </p:txBody>
      </p:sp>
      <p:sp>
        <p:nvSpPr>
          <p:cNvPr id="1897491" name="Line 20"/>
          <p:cNvSpPr>
            <a:spLocks noChangeShapeType="1"/>
          </p:cNvSpPr>
          <p:nvPr/>
        </p:nvSpPr>
        <p:spPr bwMode="auto">
          <a:xfrm>
            <a:off x="2454275" y="2968625"/>
            <a:ext cx="5164138" cy="0"/>
          </a:xfrm>
          <a:prstGeom prst="line">
            <a:avLst/>
          </a:prstGeom>
          <a:noFill/>
          <a:ln w="57150">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897492" name="Rectangle 21"/>
          <p:cNvSpPr>
            <a:spLocks noChangeArrowheads="1"/>
          </p:cNvSpPr>
          <p:nvPr/>
        </p:nvSpPr>
        <p:spPr bwMode="auto">
          <a:xfrm>
            <a:off x="623888" y="2798763"/>
            <a:ext cx="1076325" cy="341312"/>
          </a:xfrm>
          <a:prstGeom prst="rect">
            <a:avLst/>
          </a:prstGeom>
          <a:solidFill>
            <a:srgbClr val="CCECFF"/>
          </a:solidFill>
          <a:ln w="9525">
            <a:solidFill>
              <a:schemeClr val="tx1"/>
            </a:solidFill>
            <a:miter lim="800000"/>
            <a:headEnd/>
            <a:tailEnd/>
          </a:ln>
        </p:spPr>
        <p:txBody>
          <a:bodyPr wrap="none" anchor="ctr"/>
          <a:lstStyle/>
          <a:p>
            <a:pPr algn="ctr"/>
            <a:r>
              <a:rPr lang="zh-CN" altLang="en-US" sz="2000" b="1">
                <a:solidFill>
                  <a:srgbClr val="000099"/>
                </a:solidFill>
                <a:ea typeface="黑体" panose="02010609060101010101" pitchFamily="49" charset="-122"/>
              </a:rPr>
              <a:t>客户</a:t>
            </a:r>
          </a:p>
        </p:txBody>
      </p:sp>
      <p:sp>
        <p:nvSpPr>
          <p:cNvPr id="1897493" name="Rectangle 22"/>
          <p:cNvSpPr>
            <a:spLocks noChangeArrowheads="1"/>
          </p:cNvSpPr>
          <p:nvPr/>
        </p:nvSpPr>
        <p:spPr bwMode="auto">
          <a:xfrm>
            <a:off x="3529013" y="2841625"/>
            <a:ext cx="2905125" cy="255588"/>
          </a:xfrm>
          <a:prstGeom prst="rect">
            <a:avLst/>
          </a:prstGeom>
          <a:solidFill>
            <a:srgbClr val="CCECFF"/>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DHCPREQUEST</a:t>
            </a:r>
          </a:p>
        </p:txBody>
      </p:sp>
      <p:sp>
        <p:nvSpPr>
          <p:cNvPr id="1897494" name="Rectangle 23"/>
          <p:cNvSpPr>
            <a:spLocks noChangeArrowheads="1"/>
          </p:cNvSpPr>
          <p:nvPr/>
        </p:nvSpPr>
        <p:spPr bwMode="auto">
          <a:xfrm>
            <a:off x="8154988" y="2798763"/>
            <a:ext cx="1076325" cy="341312"/>
          </a:xfrm>
          <a:prstGeom prst="rect">
            <a:avLst/>
          </a:prstGeom>
          <a:solidFill>
            <a:srgbClr val="FFCCFF"/>
          </a:solidFill>
          <a:ln w="9525">
            <a:solidFill>
              <a:schemeClr val="tx1"/>
            </a:solidFill>
            <a:miter lim="800000"/>
            <a:headEnd/>
            <a:tailEnd/>
          </a:ln>
        </p:spPr>
        <p:txBody>
          <a:bodyPr wrap="none" anchor="ctr"/>
          <a:lstStyle/>
          <a:p>
            <a:pPr algn="ctr"/>
            <a:r>
              <a:rPr lang="zh-CN" altLang="en-US" sz="2000" b="1">
                <a:solidFill>
                  <a:srgbClr val="000099"/>
                </a:solidFill>
                <a:ea typeface="黑体" panose="02010609060101010101" pitchFamily="49" charset="-122"/>
              </a:rPr>
              <a:t>服务器</a:t>
            </a:r>
          </a:p>
        </p:txBody>
      </p:sp>
      <p:sp>
        <p:nvSpPr>
          <p:cNvPr id="1897495" name="Rectangle 24"/>
          <p:cNvSpPr>
            <a:spLocks noChangeArrowheads="1"/>
          </p:cNvSpPr>
          <p:nvPr/>
        </p:nvSpPr>
        <p:spPr bwMode="auto">
          <a:xfrm>
            <a:off x="7618413" y="2841625"/>
            <a:ext cx="536575" cy="255588"/>
          </a:xfrm>
          <a:prstGeom prst="rect">
            <a:avLst/>
          </a:prstGeom>
          <a:solidFill>
            <a:srgbClr val="FFCC99"/>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67</a:t>
            </a:r>
          </a:p>
        </p:txBody>
      </p:sp>
      <p:sp>
        <p:nvSpPr>
          <p:cNvPr id="1897496" name="Rectangle 25"/>
          <p:cNvSpPr>
            <a:spLocks noChangeArrowheads="1"/>
          </p:cNvSpPr>
          <p:nvPr/>
        </p:nvSpPr>
        <p:spPr bwMode="auto">
          <a:xfrm>
            <a:off x="1700213" y="2841625"/>
            <a:ext cx="754062" cy="255588"/>
          </a:xfrm>
          <a:prstGeom prst="rect">
            <a:avLst/>
          </a:prstGeom>
          <a:solidFill>
            <a:srgbClr val="CCFF99"/>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68</a:t>
            </a:r>
          </a:p>
        </p:txBody>
      </p:sp>
      <p:sp>
        <p:nvSpPr>
          <p:cNvPr id="1897497" name="Text Box 26"/>
          <p:cNvSpPr txBox="1">
            <a:spLocks noChangeArrowheads="1"/>
          </p:cNvSpPr>
          <p:nvPr/>
        </p:nvSpPr>
        <p:spPr bwMode="auto">
          <a:xfrm>
            <a:off x="1697038" y="3074988"/>
            <a:ext cx="7286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99"/>
                </a:solidFill>
                <a:ea typeface="黑体" panose="02010609060101010101" pitchFamily="49" charset="-122"/>
              </a:rPr>
              <a:t>UDP</a:t>
            </a:r>
          </a:p>
        </p:txBody>
      </p:sp>
      <p:sp>
        <p:nvSpPr>
          <p:cNvPr id="1897498" name="Text Box 27"/>
          <p:cNvSpPr txBox="1">
            <a:spLocks noChangeArrowheads="1"/>
          </p:cNvSpPr>
          <p:nvPr/>
        </p:nvSpPr>
        <p:spPr bwMode="auto">
          <a:xfrm>
            <a:off x="7419975" y="3074988"/>
            <a:ext cx="7270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99"/>
                </a:solidFill>
                <a:ea typeface="黑体" panose="02010609060101010101" pitchFamily="49" charset="-122"/>
              </a:rPr>
              <a:t>UDP</a:t>
            </a:r>
          </a:p>
        </p:txBody>
      </p:sp>
      <p:sp>
        <p:nvSpPr>
          <p:cNvPr id="1897499" name="Line 28"/>
          <p:cNvSpPr>
            <a:spLocks noChangeShapeType="1"/>
          </p:cNvSpPr>
          <p:nvPr/>
        </p:nvSpPr>
        <p:spPr bwMode="auto">
          <a:xfrm flipH="1">
            <a:off x="2452688" y="3579813"/>
            <a:ext cx="5165725" cy="0"/>
          </a:xfrm>
          <a:prstGeom prst="line">
            <a:avLst/>
          </a:prstGeom>
          <a:noFill/>
          <a:ln w="57150">
            <a:solidFill>
              <a:schemeClr val="hlink"/>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897500" name="Rectangle 29"/>
          <p:cNvSpPr>
            <a:spLocks noChangeArrowheads="1"/>
          </p:cNvSpPr>
          <p:nvPr/>
        </p:nvSpPr>
        <p:spPr bwMode="auto">
          <a:xfrm>
            <a:off x="623888" y="3409950"/>
            <a:ext cx="1074737" cy="339725"/>
          </a:xfrm>
          <a:prstGeom prst="rect">
            <a:avLst/>
          </a:prstGeom>
          <a:solidFill>
            <a:srgbClr val="CCECFF"/>
          </a:solidFill>
          <a:ln w="9525">
            <a:solidFill>
              <a:schemeClr val="tx1"/>
            </a:solidFill>
            <a:miter lim="800000"/>
            <a:headEnd/>
            <a:tailEnd/>
          </a:ln>
        </p:spPr>
        <p:txBody>
          <a:bodyPr wrap="none" anchor="ctr"/>
          <a:lstStyle/>
          <a:p>
            <a:pPr algn="ctr"/>
            <a:r>
              <a:rPr lang="zh-CN" altLang="en-US" sz="2000" b="1">
                <a:solidFill>
                  <a:srgbClr val="000099"/>
                </a:solidFill>
                <a:ea typeface="黑体" panose="02010609060101010101" pitchFamily="49" charset="-122"/>
              </a:rPr>
              <a:t>客户</a:t>
            </a:r>
          </a:p>
        </p:txBody>
      </p:sp>
      <p:sp>
        <p:nvSpPr>
          <p:cNvPr id="1897501" name="Rectangle 30"/>
          <p:cNvSpPr>
            <a:spLocks noChangeArrowheads="1"/>
          </p:cNvSpPr>
          <p:nvPr/>
        </p:nvSpPr>
        <p:spPr bwMode="auto">
          <a:xfrm>
            <a:off x="3529013" y="3452813"/>
            <a:ext cx="2905125" cy="254000"/>
          </a:xfrm>
          <a:prstGeom prst="rect">
            <a:avLst/>
          </a:prstGeom>
          <a:solidFill>
            <a:srgbClr val="FFCCFF"/>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DHCPACK</a:t>
            </a:r>
          </a:p>
        </p:txBody>
      </p:sp>
      <p:sp>
        <p:nvSpPr>
          <p:cNvPr id="1897502" name="Rectangle 31"/>
          <p:cNvSpPr>
            <a:spLocks noChangeArrowheads="1"/>
          </p:cNvSpPr>
          <p:nvPr/>
        </p:nvSpPr>
        <p:spPr bwMode="auto">
          <a:xfrm>
            <a:off x="8154988" y="3409950"/>
            <a:ext cx="1076325" cy="339725"/>
          </a:xfrm>
          <a:prstGeom prst="rect">
            <a:avLst/>
          </a:prstGeom>
          <a:solidFill>
            <a:srgbClr val="FFCCFF"/>
          </a:solidFill>
          <a:ln w="9525">
            <a:solidFill>
              <a:schemeClr val="tx1"/>
            </a:solidFill>
            <a:miter lim="800000"/>
            <a:headEnd/>
            <a:tailEnd/>
          </a:ln>
        </p:spPr>
        <p:txBody>
          <a:bodyPr wrap="none" anchor="ctr"/>
          <a:lstStyle/>
          <a:p>
            <a:pPr algn="ctr"/>
            <a:r>
              <a:rPr lang="zh-CN" altLang="en-US" sz="2000" b="1">
                <a:solidFill>
                  <a:srgbClr val="000099"/>
                </a:solidFill>
                <a:ea typeface="黑体" panose="02010609060101010101" pitchFamily="49" charset="-122"/>
              </a:rPr>
              <a:t>服务器</a:t>
            </a:r>
          </a:p>
        </p:txBody>
      </p:sp>
      <p:sp>
        <p:nvSpPr>
          <p:cNvPr id="1897503" name="Rectangle 32"/>
          <p:cNvSpPr>
            <a:spLocks noChangeArrowheads="1"/>
          </p:cNvSpPr>
          <p:nvPr/>
        </p:nvSpPr>
        <p:spPr bwMode="auto">
          <a:xfrm>
            <a:off x="7618413" y="3452813"/>
            <a:ext cx="536575" cy="254000"/>
          </a:xfrm>
          <a:prstGeom prst="rect">
            <a:avLst/>
          </a:prstGeom>
          <a:solidFill>
            <a:srgbClr val="FFCC99"/>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67</a:t>
            </a:r>
          </a:p>
        </p:txBody>
      </p:sp>
      <p:sp>
        <p:nvSpPr>
          <p:cNvPr id="1897504" name="Rectangle 33"/>
          <p:cNvSpPr>
            <a:spLocks noChangeArrowheads="1"/>
          </p:cNvSpPr>
          <p:nvPr/>
        </p:nvSpPr>
        <p:spPr bwMode="auto">
          <a:xfrm>
            <a:off x="1698625" y="3452813"/>
            <a:ext cx="754063" cy="254000"/>
          </a:xfrm>
          <a:prstGeom prst="rect">
            <a:avLst/>
          </a:prstGeom>
          <a:solidFill>
            <a:srgbClr val="CCFF99"/>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68</a:t>
            </a:r>
          </a:p>
        </p:txBody>
      </p:sp>
      <p:sp>
        <p:nvSpPr>
          <p:cNvPr id="1897505" name="Text Box 34"/>
          <p:cNvSpPr txBox="1">
            <a:spLocks noChangeArrowheads="1"/>
          </p:cNvSpPr>
          <p:nvPr/>
        </p:nvSpPr>
        <p:spPr bwMode="auto">
          <a:xfrm>
            <a:off x="1697038" y="3684588"/>
            <a:ext cx="7286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99"/>
                </a:solidFill>
                <a:ea typeface="黑体" panose="02010609060101010101" pitchFamily="49" charset="-122"/>
              </a:rPr>
              <a:t>UDP</a:t>
            </a:r>
          </a:p>
        </p:txBody>
      </p:sp>
      <p:sp>
        <p:nvSpPr>
          <p:cNvPr id="1897506" name="Text Box 35"/>
          <p:cNvSpPr txBox="1">
            <a:spLocks noChangeArrowheads="1"/>
          </p:cNvSpPr>
          <p:nvPr/>
        </p:nvSpPr>
        <p:spPr bwMode="auto">
          <a:xfrm>
            <a:off x="7419975" y="3684588"/>
            <a:ext cx="7270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99"/>
                </a:solidFill>
                <a:ea typeface="黑体" panose="02010609060101010101" pitchFamily="49" charset="-122"/>
              </a:rPr>
              <a:t>UDP</a:t>
            </a:r>
          </a:p>
        </p:txBody>
      </p:sp>
      <p:sp>
        <p:nvSpPr>
          <p:cNvPr id="1897507" name="Line 36"/>
          <p:cNvSpPr>
            <a:spLocks noChangeShapeType="1"/>
          </p:cNvSpPr>
          <p:nvPr/>
        </p:nvSpPr>
        <p:spPr bwMode="auto">
          <a:xfrm>
            <a:off x="2454275" y="4187825"/>
            <a:ext cx="5164138" cy="0"/>
          </a:xfrm>
          <a:prstGeom prst="line">
            <a:avLst/>
          </a:prstGeom>
          <a:noFill/>
          <a:ln w="57150">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897508" name="Rectangle 37"/>
          <p:cNvSpPr>
            <a:spLocks noChangeArrowheads="1"/>
          </p:cNvSpPr>
          <p:nvPr/>
        </p:nvSpPr>
        <p:spPr bwMode="auto">
          <a:xfrm>
            <a:off x="623888" y="4017963"/>
            <a:ext cx="1076325" cy="338137"/>
          </a:xfrm>
          <a:prstGeom prst="rect">
            <a:avLst/>
          </a:prstGeom>
          <a:solidFill>
            <a:srgbClr val="CCECFF"/>
          </a:solidFill>
          <a:ln w="9525">
            <a:solidFill>
              <a:schemeClr val="tx1"/>
            </a:solidFill>
            <a:miter lim="800000"/>
            <a:headEnd/>
            <a:tailEnd/>
          </a:ln>
        </p:spPr>
        <p:txBody>
          <a:bodyPr wrap="none" anchor="ctr"/>
          <a:lstStyle/>
          <a:p>
            <a:pPr algn="ctr"/>
            <a:r>
              <a:rPr lang="zh-CN" altLang="en-US" sz="2000" b="1">
                <a:solidFill>
                  <a:srgbClr val="000099"/>
                </a:solidFill>
                <a:ea typeface="黑体" panose="02010609060101010101" pitchFamily="49" charset="-122"/>
              </a:rPr>
              <a:t>客户</a:t>
            </a:r>
          </a:p>
        </p:txBody>
      </p:sp>
      <p:sp>
        <p:nvSpPr>
          <p:cNvPr id="1897509" name="Rectangle 38"/>
          <p:cNvSpPr>
            <a:spLocks noChangeArrowheads="1"/>
          </p:cNvSpPr>
          <p:nvPr/>
        </p:nvSpPr>
        <p:spPr bwMode="auto">
          <a:xfrm>
            <a:off x="3529013" y="4060825"/>
            <a:ext cx="2905125" cy="254000"/>
          </a:xfrm>
          <a:prstGeom prst="rect">
            <a:avLst/>
          </a:prstGeom>
          <a:solidFill>
            <a:srgbClr val="CCECFF"/>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DHCPREQUEST</a:t>
            </a:r>
          </a:p>
        </p:txBody>
      </p:sp>
      <p:sp>
        <p:nvSpPr>
          <p:cNvPr id="1897510" name="Rectangle 39"/>
          <p:cNvSpPr>
            <a:spLocks noChangeArrowheads="1"/>
          </p:cNvSpPr>
          <p:nvPr/>
        </p:nvSpPr>
        <p:spPr bwMode="auto">
          <a:xfrm>
            <a:off x="8154988" y="4017963"/>
            <a:ext cx="1076325" cy="338137"/>
          </a:xfrm>
          <a:prstGeom prst="rect">
            <a:avLst/>
          </a:prstGeom>
          <a:solidFill>
            <a:srgbClr val="FFCCFF"/>
          </a:solidFill>
          <a:ln w="9525">
            <a:solidFill>
              <a:schemeClr val="tx1"/>
            </a:solidFill>
            <a:miter lim="800000"/>
            <a:headEnd/>
            <a:tailEnd/>
          </a:ln>
        </p:spPr>
        <p:txBody>
          <a:bodyPr wrap="none" anchor="ctr"/>
          <a:lstStyle/>
          <a:p>
            <a:pPr algn="ctr"/>
            <a:r>
              <a:rPr lang="zh-CN" altLang="en-US" sz="2000" b="1">
                <a:solidFill>
                  <a:srgbClr val="000099"/>
                </a:solidFill>
                <a:ea typeface="黑体" panose="02010609060101010101" pitchFamily="49" charset="-122"/>
              </a:rPr>
              <a:t>服务器</a:t>
            </a:r>
          </a:p>
        </p:txBody>
      </p:sp>
      <p:sp>
        <p:nvSpPr>
          <p:cNvPr id="1897511" name="Rectangle 40"/>
          <p:cNvSpPr>
            <a:spLocks noChangeArrowheads="1"/>
          </p:cNvSpPr>
          <p:nvPr/>
        </p:nvSpPr>
        <p:spPr bwMode="auto">
          <a:xfrm>
            <a:off x="7618413" y="4060825"/>
            <a:ext cx="536575" cy="254000"/>
          </a:xfrm>
          <a:prstGeom prst="rect">
            <a:avLst/>
          </a:prstGeom>
          <a:solidFill>
            <a:srgbClr val="FFCC99"/>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67</a:t>
            </a:r>
          </a:p>
        </p:txBody>
      </p:sp>
      <p:sp>
        <p:nvSpPr>
          <p:cNvPr id="1897512" name="Rectangle 41"/>
          <p:cNvSpPr>
            <a:spLocks noChangeArrowheads="1"/>
          </p:cNvSpPr>
          <p:nvPr/>
        </p:nvSpPr>
        <p:spPr bwMode="auto">
          <a:xfrm>
            <a:off x="1700213" y="4060825"/>
            <a:ext cx="754062" cy="254000"/>
          </a:xfrm>
          <a:prstGeom prst="rect">
            <a:avLst/>
          </a:prstGeom>
          <a:solidFill>
            <a:srgbClr val="CCFF99"/>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68</a:t>
            </a:r>
          </a:p>
        </p:txBody>
      </p:sp>
      <p:sp>
        <p:nvSpPr>
          <p:cNvPr id="1897513" name="Text Box 42"/>
          <p:cNvSpPr txBox="1">
            <a:spLocks noChangeArrowheads="1"/>
          </p:cNvSpPr>
          <p:nvPr/>
        </p:nvSpPr>
        <p:spPr bwMode="auto">
          <a:xfrm>
            <a:off x="1697038" y="4292600"/>
            <a:ext cx="7286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99"/>
                </a:solidFill>
                <a:ea typeface="黑体" panose="02010609060101010101" pitchFamily="49" charset="-122"/>
              </a:rPr>
              <a:t>UDP</a:t>
            </a:r>
          </a:p>
        </p:txBody>
      </p:sp>
      <p:sp>
        <p:nvSpPr>
          <p:cNvPr id="1897514" name="Text Box 43"/>
          <p:cNvSpPr txBox="1">
            <a:spLocks noChangeArrowheads="1"/>
          </p:cNvSpPr>
          <p:nvPr/>
        </p:nvSpPr>
        <p:spPr bwMode="auto">
          <a:xfrm>
            <a:off x="7419975" y="4292600"/>
            <a:ext cx="7270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99"/>
                </a:solidFill>
                <a:ea typeface="黑体" panose="02010609060101010101" pitchFamily="49" charset="-122"/>
              </a:rPr>
              <a:t>UDP</a:t>
            </a:r>
          </a:p>
        </p:txBody>
      </p:sp>
      <p:sp>
        <p:nvSpPr>
          <p:cNvPr id="1897515" name="Line 44"/>
          <p:cNvSpPr>
            <a:spLocks noChangeShapeType="1"/>
          </p:cNvSpPr>
          <p:nvPr/>
        </p:nvSpPr>
        <p:spPr bwMode="auto">
          <a:xfrm flipH="1">
            <a:off x="2452688" y="4800600"/>
            <a:ext cx="5165725" cy="0"/>
          </a:xfrm>
          <a:prstGeom prst="line">
            <a:avLst/>
          </a:prstGeom>
          <a:noFill/>
          <a:ln w="57150">
            <a:solidFill>
              <a:schemeClr val="hlink"/>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897516" name="Rectangle 45"/>
          <p:cNvSpPr>
            <a:spLocks noChangeArrowheads="1"/>
          </p:cNvSpPr>
          <p:nvPr/>
        </p:nvSpPr>
        <p:spPr bwMode="auto">
          <a:xfrm>
            <a:off x="623888" y="4629150"/>
            <a:ext cx="1074737" cy="338138"/>
          </a:xfrm>
          <a:prstGeom prst="rect">
            <a:avLst/>
          </a:prstGeom>
          <a:solidFill>
            <a:srgbClr val="CCECFF"/>
          </a:solidFill>
          <a:ln w="9525">
            <a:solidFill>
              <a:schemeClr val="tx1"/>
            </a:solidFill>
            <a:miter lim="800000"/>
            <a:headEnd/>
            <a:tailEnd/>
          </a:ln>
        </p:spPr>
        <p:txBody>
          <a:bodyPr wrap="none" anchor="ctr"/>
          <a:lstStyle/>
          <a:p>
            <a:pPr algn="ctr"/>
            <a:r>
              <a:rPr lang="zh-CN" altLang="en-US" sz="2000" b="1">
                <a:solidFill>
                  <a:srgbClr val="000099"/>
                </a:solidFill>
                <a:ea typeface="黑体" panose="02010609060101010101" pitchFamily="49" charset="-122"/>
              </a:rPr>
              <a:t>客户</a:t>
            </a:r>
          </a:p>
        </p:txBody>
      </p:sp>
      <p:sp>
        <p:nvSpPr>
          <p:cNvPr id="1897517" name="Rectangle 46"/>
          <p:cNvSpPr>
            <a:spLocks noChangeArrowheads="1"/>
          </p:cNvSpPr>
          <p:nvPr/>
        </p:nvSpPr>
        <p:spPr bwMode="auto">
          <a:xfrm>
            <a:off x="3529013" y="4672013"/>
            <a:ext cx="2905125" cy="255587"/>
          </a:xfrm>
          <a:prstGeom prst="rect">
            <a:avLst/>
          </a:prstGeom>
          <a:solidFill>
            <a:srgbClr val="FFCCFF"/>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DHCPNACK</a:t>
            </a:r>
          </a:p>
        </p:txBody>
      </p:sp>
      <p:sp>
        <p:nvSpPr>
          <p:cNvPr id="1897518" name="Rectangle 47"/>
          <p:cNvSpPr>
            <a:spLocks noChangeArrowheads="1"/>
          </p:cNvSpPr>
          <p:nvPr/>
        </p:nvSpPr>
        <p:spPr bwMode="auto">
          <a:xfrm>
            <a:off x="8154988" y="4629150"/>
            <a:ext cx="1076325" cy="338138"/>
          </a:xfrm>
          <a:prstGeom prst="rect">
            <a:avLst/>
          </a:prstGeom>
          <a:solidFill>
            <a:srgbClr val="FFCCFF"/>
          </a:solidFill>
          <a:ln w="9525">
            <a:solidFill>
              <a:schemeClr val="tx1"/>
            </a:solidFill>
            <a:miter lim="800000"/>
            <a:headEnd/>
            <a:tailEnd/>
          </a:ln>
        </p:spPr>
        <p:txBody>
          <a:bodyPr wrap="none" anchor="ctr"/>
          <a:lstStyle/>
          <a:p>
            <a:pPr algn="ctr"/>
            <a:r>
              <a:rPr lang="zh-CN" altLang="en-US" sz="2000" b="1">
                <a:solidFill>
                  <a:srgbClr val="000099"/>
                </a:solidFill>
                <a:ea typeface="黑体" panose="02010609060101010101" pitchFamily="49" charset="-122"/>
              </a:rPr>
              <a:t>服务器</a:t>
            </a:r>
          </a:p>
        </p:txBody>
      </p:sp>
      <p:sp>
        <p:nvSpPr>
          <p:cNvPr id="1897519" name="Rectangle 48"/>
          <p:cNvSpPr>
            <a:spLocks noChangeArrowheads="1"/>
          </p:cNvSpPr>
          <p:nvPr/>
        </p:nvSpPr>
        <p:spPr bwMode="auto">
          <a:xfrm>
            <a:off x="7618413" y="4672013"/>
            <a:ext cx="536575" cy="255587"/>
          </a:xfrm>
          <a:prstGeom prst="rect">
            <a:avLst/>
          </a:prstGeom>
          <a:solidFill>
            <a:srgbClr val="FFCC99"/>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67</a:t>
            </a:r>
          </a:p>
        </p:txBody>
      </p:sp>
      <p:sp>
        <p:nvSpPr>
          <p:cNvPr id="1897520" name="Rectangle 49"/>
          <p:cNvSpPr>
            <a:spLocks noChangeArrowheads="1"/>
          </p:cNvSpPr>
          <p:nvPr/>
        </p:nvSpPr>
        <p:spPr bwMode="auto">
          <a:xfrm>
            <a:off x="1698625" y="4672013"/>
            <a:ext cx="754063" cy="255587"/>
          </a:xfrm>
          <a:prstGeom prst="rect">
            <a:avLst/>
          </a:prstGeom>
          <a:solidFill>
            <a:srgbClr val="CCFF99"/>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68</a:t>
            </a:r>
          </a:p>
        </p:txBody>
      </p:sp>
      <p:sp>
        <p:nvSpPr>
          <p:cNvPr id="1897521" name="Text Box 50"/>
          <p:cNvSpPr txBox="1">
            <a:spLocks noChangeArrowheads="1"/>
          </p:cNvSpPr>
          <p:nvPr/>
        </p:nvSpPr>
        <p:spPr bwMode="auto">
          <a:xfrm>
            <a:off x="1697038" y="4903788"/>
            <a:ext cx="7286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99"/>
                </a:solidFill>
                <a:ea typeface="黑体" panose="02010609060101010101" pitchFamily="49" charset="-122"/>
              </a:rPr>
              <a:t>UDP</a:t>
            </a:r>
          </a:p>
        </p:txBody>
      </p:sp>
      <p:sp>
        <p:nvSpPr>
          <p:cNvPr id="1897522" name="Text Box 51"/>
          <p:cNvSpPr txBox="1">
            <a:spLocks noChangeArrowheads="1"/>
          </p:cNvSpPr>
          <p:nvPr/>
        </p:nvSpPr>
        <p:spPr bwMode="auto">
          <a:xfrm>
            <a:off x="7419975" y="4903788"/>
            <a:ext cx="7270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99"/>
                </a:solidFill>
                <a:ea typeface="黑体" panose="02010609060101010101" pitchFamily="49" charset="-122"/>
              </a:rPr>
              <a:t>UDP</a:t>
            </a:r>
          </a:p>
        </p:txBody>
      </p:sp>
      <p:sp>
        <p:nvSpPr>
          <p:cNvPr id="1897523" name="Line 52"/>
          <p:cNvSpPr>
            <a:spLocks noChangeShapeType="1"/>
          </p:cNvSpPr>
          <p:nvPr/>
        </p:nvSpPr>
        <p:spPr bwMode="auto">
          <a:xfrm flipH="1">
            <a:off x="2452688" y="5411788"/>
            <a:ext cx="5165725" cy="0"/>
          </a:xfrm>
          <a:prstGeom prst="line">
            <a:avLst/>
          </a:prstGeom>
          <a:noFill/>
          <a:ln w="57150">
            <a:solidFill>
              <a:schemeClr val="hlink"/>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897524" name="Rectangle 53"/>
          <p:cNvSpPr>
            <a:spLocks noChangeArrowheads="1"/>
          </p:cNvSpPr>
          <p:nvPr/>
        </p:nvSpPr>
        <p:spPr bwMode="auto">
          <a:xfrm>
            <a:off x="623888" y="5240338"/>
            <a:ext cx="1074737" cy="338137"/>
          </a:xfrm>
          <a:prstGeom prst="rect">
            <a:avLst/>
          </a:prstGeom>
          <a:solidFill>
            <a:srgbClr val="CCECFF"/>
          </a:solidFill>
          <a:ln w="9525">
            <a:solidFill>
              <a:schemeClr val="tx1"/>
            </a:solidFill>
            <a:miter lim="800000"/>
            <a:headEnd/>
            <a:tailEnd/>
          </a:ln>
        </p:spPr>
        <p:txBody>
          <a:bodyPr wrap="none" anchor="ctr"/>
          <a:lstStyle/>
          <a:p>
            <a:pPr algn="ctr"/>
            <a:r>
              <a:rPr lang="zh-CN" altLang="en-US" sz="2000" b="1">
                <a:solidFill>
                  <a:srgbClr val="000099"/>
                </a:solidFill>
                <a:ea typeface="黑体" panose="02010609060101010101" pitchFamily="49" charset="-122"/>
              </a:rPr>
              <a:t>客户</a:t>
            </a:r>
          </a:p>
        </p:txBody>
      </p:sp>
      <p:sp>
        <p:nvSpPr>
          <p:cNvPr id="1897525" name="Rectangle 54"/>
          <p:cNvSpPr>
            <a:spLocks noChangeArrowheads="1"/>
          </p:cNvSpPr>
          <p:nvPr/>
        </p:nvSpPr>
        <p:spPr bwMode="auto">
          <a:xfrm>
            <a:off x="3529013" y="5283200"/>
            <a:ext cx="2905125" cy="255588"/>
          </a:xfrm>
          <a:prstGeom prst="rect">
            <a:avLst/>
          </a:prstGeom>
          <a:solidFill>
            <a:srgbClr val="FFCCFF"/>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DHCPACK</a:t>
            </a:r>
          </a:p>
        </p:txBody>
      </p:sp>
      <p:sp>
        <p:nvSpPr>
          <p:cNvPr id="1897526" name="Rectangle 55"/>
          <p:cNvSpPr>
            <a:spLocks noChangeArrowheads="1"/>
          </p:cNvSpPr>
          <p:nvPr/>
        </p:nvSpPr>
        <p:spPr bwMode="auto">
          <a:xfrm>
            <a:off x="8154988" y="5240338"/>
            <a:ext cx="1076325" cy="338137"/>
          </a:xfrm>
          <a:prstGeom prst="rect">
            <a:avLst/>
          </a:prstGeom>
          <a:solidFill>
            <a:srgbClr val="FFCCFF"/>
          </a:solidFill>
          <a:ln w="9525">
            <a:solidFill>
              <a:schemeClr val="tx1"/>
            </a:solidFill>
            <a:miter lim="800000"/>
            <a:headEnd/>
            <a:tailEnd/>
          </a:ln>
        </p:spPr>
        <p:txBody>
          <a:bodyPr wrap="none" anchor="ctr"/>
          <a:lstStyle/>
          <a:p>
            <a:pPr algn="ctr"/>
            <a:r>
              <a:rPr lang="zh-CN" altLang="en-US" sz="2000" b="1">
                <a:solidFill>
                  <a:srgbClr val="000099"/>
                </a:solidFill>
                <a:ea typeface="黑体" panose="02010609060101010101" pitchFamily="49" charset="-122"/>
              </a:rPr>
              <a:t>服务器</a:t>
            </a:r>
          </a:p>
        </p:txBody>
      </p:sp>
      <p:sp>
        <p:nvSpPr>
          <p:cNvPr id="1897527" name="Rectangle 56"/>
          <p:cNvSpPr>
            <a:spLocks noChangeArrowheads="1"/>
          </p:cNvSpPr>
          <p:nvPr/>
        </p:nvSpPr>
        <p:spPr bwMode="auto">
          <a:xfrm>
            <a:off x="7618413" y="5283200"/>
            <a:ext cx="536575" cy="255588"/>
          </a:xfrm>
          <a:prstGeom prst="rect">
            <a:avLst/>
          </a:prstGeom>
          <a:solidFill>
            <a:srgbClr val="FFCC99"/>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67</a:t>
            </a:r>
          </a:p>
        </p:txBody>
      </p:sp>
      <p:sp>
        <p:nvSpPr>
          <p:cNvPr id="1897528" name="Rectangle 57"/>
          <p:cNvSpPr>
            <a:spLocks noChangeArrowheads="1"/>
          </p:cNvSpPr>
          <p:nvPr/>
        </p:nvSpPr>
        <p:spPr bwMode="auto">
          <a:xfrm>
            <a:off x="1698625" y="5283200"/>
            <a:ext cx="754063" cy="255588"/>
          </a:xfrm>
          <a:prstGeom prst="rect">
            <a:avLst/>
          </a:prstGeom>
          <a:solidFill>
            <a:srgbClr val="CCFF99"/>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68</a:t>
            </a:r>
          </a:p>
        </p:txBody>
      </p:sp>
      <p:sp>
        <p:nvSpPr>
          <p:cNvPr id="1897529" name="Text Box 58"/>
          <p:cNvSpPr txBox="1">
            <a:spLocks noChangeArrowheads="1"/>
          </p:cNvSpPr>
          <p:nvPr/>
        </p:nvSpPr>
        <p:spPr bwMode="auto">
          <a:xfrm>
            <a:off x="1697038" y="5514975"/>
            <a:ext cx="7286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99"/>
                </a:solidFill>
                <a:ea typeface="黑体" panose="02010609060101010101" pitchFamily="49" charset="-122"/>
              </a:rPr>
              <a:t>UDP</a:t>
            </a:r>
          </a:p>
        </p:txBody>
      </p:sp>
      <p:sp>
        <p:nvSpPr>
          <p:cNvPr id="1897530" name="Text Box 59"/>
          <p:cNvSpPr txBox="1">
            <a:spLocks noChangeArrowheads="1"/>
          </p:cNvSpPr>
          <p:nvPr/>
        </p:nvSpPr>
        <p:spPr bwMode="auto">
          <a:xfrm>
            <a:off x="7419975" y="5514975"/>
            <a:ext cx="7270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99"/>
                </a:solidFill>
                <a:ea typeface="黑体" panose="02010609060101010101" pitchFamily="49" charset="-122"/>
              </a:rPr>
              <a:t>UDP</a:t>
            </a:r>
          </a:p>
        </p:txBody>
      </p:sp>
      <p:sp>
        <p:nvSpPr>
          <p:cNvPr id="1897531" name="Line 60"/>
          <p:cNvSpPr>
            <a:spLocks noChangeShapeType="1"/>
          </p:cNvSpPr>
          <p:nvPr/>
        </p:nvSpPr>
        <p:spPr bwMode="auto">
          <a:xfrm>
            <a:off x="2454275" y="6256338"/>
            <a:ext cx="5164138" cy="0"/>
          </a:xfrm>
          <a:prstGeom prst="line">
            <a:avLst/>
          </a:prstGeom>
          <a:noFill/>
          <a:ln w="57150">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897532" name="Rectangle 61"/>
          <p:cNvSpPr>
            <a:spLocks noChangeArrowheads="1"/>
          </p:cNvSpPr>
          <p:nvPr/>
        </p:nvSpPr>
        <p:spPr bwMode="auto">
          <a:xfrm>
            <a:off x="623888" y="6086475"/>
            <a:ext cx="1076325" cy="338138"/>
          </a:xfrm>
          <a:prstGeom prst="rect">
            <a:avLst/>
          </a:prstGeom>
          <a:solidFill>
            <a:srgbClr val="CCECFF"/>
          </a:solidFill>
          <a:ln w="9525">
            <a:solidFill>
              <a:schemeClr val="tx1"/>
            </a:solidFill>
            <a:miter lim="800000"/>
            <a:headEnd/>
            <a:tailEnd/>
          </a:ln>
        </p:spPr>
        <p:txBody>
          <a:bodyPr wrap="none" anchor="ctr"/>
          <a:lstStyle/>
          <a:p>
            <a:pPr algn="ctr"/>
            <a:r>
              <a:rPr lang="zh-CN" altLang="en-US" sz="2000" b="1">
                <a:solidFill>
                  <a:srgbClr val="000099"/>
                </a:solidFill>
                <a:ea typeface="黑体" panose="02010609060101010101" pitchFamily="49" charset="-122"/>
              </a:rPr>
              <a:t>客户</a:t>
            </a:r>
          </a:p>
        </p:txBody>
      </p:sp>
      <p:sp>
        <p:nvSpPr>
          <p:cNvPr id="1897533" name="Rectangle 62"/>
          <p:cNvSpPr>
            <a:spLocks noChangeArrowheads="1"/>
          </p:cNvSpPr>
          <p:nvPr/>
        </p:nvSpPr>
        <p:spPr bwMode="auto">
          <a:xfrm>
            <a:off x="3529013" y="6129338"/>
            <a:ext cx="2905125" cy="254000"/>
          </a:xfrm>
          <a:prstGeom prst="rect">
            <a:avLst/>
          </a:prstGeom>
          <a:solidFill>
            <a:srgbClr val="CCECFF"/>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DHCPRELEASE</a:t>
            </a:r>
          </a:p>
        </p:txBody>
      </p:sp>
      <p:sp>
        <p:nvSpPr>
          <p:cNvPr id="1897534" name="Rectangle 63"/>
          <p:cNvSpPr>
            <a:spLocks noChangeArrowheads="1"/>
          </p:cNvSpPr>
          <p:nvPr/>
        </p:nvSpPr>
        <p:spPr bwMode="auto">
          <a:xfrm>
            <a:off x="8154988" y="6086475"/>
            <a:ext cx="1076325" cy="338138"/>
          </a:xfrm>
          <a:prstGeom prst="rect">
            <a:avLst/>
          </a:prstGeom>
          <a:solidFill>
            <a:srgbClr val="FFCCFF"/>
          </a:solidFill>
          <a:ln w="9525">
            <a:solidFill>
              <a:schemeClr val="tx1"/>
            </a:solidFill>
            <a:miter lim="800000"/>
            <a:headEnd/>
            <a:tailEnd/>
          </a:ln>
        </p:spPr>
        <p:txBody>
          <a:bodyPr wrap="none" anchor="ctr"/>
          <a:lstStyle/>
          <a:p>
            <a:pPr algn="ctr"/>
            <a:r>
              <a:rPr lang="zh-CN" altLang="en-US" sz="2000" b="1">
                <a:solidFill>
                  <a:srgbClr val="000099"/>
                </a:solidFill>
                <a:ea typeface="黑体" panose="02010609060101010101" pitchFamily="49" charset="-122"/>
              </a:rPr>
              <a:t>服务器</a:t>
            </a:r>
          </a:p>
        </p:txBody>
      </p:sp>
      <p:sp>
        <p:nvSpPr>
          <p:cNvPr id="1897535" name="Rectangle 64"/>
          <p:cNvSpPr>
            <a:spLocks noChangeArrowheads="1"/>
          </p:cNvSpPr>
          <p:nvPr/>
        </p:nvSpPr>
        <p:spPr bwMode="auto">
          <a:xfrm>
            <a:off x="7618413" y="6129338"/>
            <a:ext cx="536575" cy="254000"/>
          </a:xfrm>
          <a:prstGeom prst="rect">
            <a:avLst/>
          </a:prstGeom>
          <a:solidFill>
            <a:srgbClr val="FFCC99"/>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67</a:t>
            </a:r>
          </a:p>
        </p:txBody>
      </p:sp>
      <p:sp>
        <p:nvSpPr>
          <p:cNvPr id="1897536" name="Rectangle 65"/>
          <p:cNvSpPr>
            <a:spLocks noChangeArrowheads="1"/>
          </p:cNvSpPr>
          <p:nvPr/>
        </p:nvSpPr>
        <p:spPr bwMode="auto">
          <a:xfrm>
            <a:off x="1700213" y="6129338"/>
            <a:ext cx="754062" cy="254000"/>
          </a:xfrm>
          <a:prstGeom prst="rect">
            <a:avLst/>
          </a:prstGeom>
          <a:solidFill>
            <a:srgbClr val="CCFF99"/>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68</a:t>
            </a:r>
          </a:p>
        </p:txBody>
      </p:sp>
      <p:sp>
        <p:nvSpPr>
          <p:cNvPr id="1897537" name="Text Box 66"/>
          <p:cNvSpPr txBox="1">
            <a:spLocks noChangeArrowheads="1"/>
          </p:cNvSpPr>
          <p:nvPr/>
        </p:nvSpPr>
        <p:spPr bwMode="auto">
          <a:xfrm>
            <a:off x="1697038" y="6361113"/>
            <a:ext cx="7286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99"/>
                </a:solidFill>
                <a:ea typeface="黑体" panose="02010609060101010101" pitchFamily="49" charset="-122"/>
              </a:rPr>
              <a:t>UDP</a:t>
            </a:r>
          </a:p>
        </p:txBody>
      </p:sp>
      <p:sp>
        <p:nvSpPr>
          <p:cNvPr id="1897538" name="Text Box 67"/>
          <p:cNvSpPr txBox="1">
            <a:spLocks noChangeArrowheads="1"/>
          </p:cNvSpPr>
          <p:nvPr/>
        </p:nvSpPr>
        <p:spPr bwMode="auto">
          <a:xfrm>
            <a:off x="7419975" y="6361113"/>
            <a:ext cx="7270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99"/>
                </a:solidFill>
                <a:ea typeface="黑体" panose="02010609060101010101" pitchFamily="49" charset="-122"/>
              </a:rPr>
              <a:t>UDP</a:t>
            </a:r>
          </a:p>
        </p:txBody>
      </p:sp>
      <p:sp>
        <p:nvSpPr>
          <p:cNvPr id="1897539" name="Rectangle 68"/>
          <p:cNvSpPr>
            <a:spLocks noChangeArrowheads="1"/>
          </p:cNvSpPr>
          <p:nvPr/>
        </p:nvSpPr>
        <p:spPr bwMode="auto">
          <a:xfrm>
            <a:off x="8154988" y="936625"/>
            <a:ext cx="1076325" cy="338138"/>
          </a:xfrm>
          <a:prstGeom prst="rect">
            <a:avLst/>
          </a:prstGeom>
          <a:solidFill>
            <a:srgbClr val="FFCCFF"/>
          </a:solidFill>
          <a:ln w="9525">
            <a:solidFill>
              <a:schemeClr val="tx1"/>
            </a:solidFill>
            <a:miter lim="800000"/>
            <a:headEnd/>
            <a:tailEnd/>
          </a:ln>
        </p:spPr>
        <p:txBody>
          <a:bodyPr wrap="none" anchor="ctr"/>
          <a:lstStyle/>
          <a:p>
            <a:pPr algn="ctr"/>
            <a:r>
              <a:rPr lang="zh-CN" altLang="en-US" sz="2000" b="1">
                <a:solidFill>
                  <a:srgbClr val="000099"/>
                </a:solidFill>
                <a:ea typeface="黑体" panose="02010609060101010101" pitchFamily="49" charset="-122"/>
              </a:rPr>
              <a:t>服务器</a:t>
            </a:r>
          </a:p>
        </p:txBody>
      </p:sp>
      <p:sp>
        <p:nvSpPr>
          <p:cNvPr id="1897540" name="Rectangle 69"/>
          <p:cNvSpPr>
            <a:spLocks noChangeArrowheads="1"/>
          </p:cNvSpPr>
          <p:nvPr/>
        </p:nvSpPr>
        <p:spPr bwMode="auto">
          <a:xfrm>
            <a:off x="7618413" y="977900"/>
            <a:ext cx="536575" cy="254000"/>
          </a:xfrm>
          <a:prstGeom prst="rect">
            <a:avLst/>
          </a:prstGeom>
          <a:solidFill>
            <a:srgbClr val="FFCC99"/>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67</a:t>
            </a:r>
          </a:p>
        </p:txBody>
      </p:sp>
      <p:sp>
        <p:nvSpPr>
          <p:cNvPr id="1897541" name="Text Box 70"/>
          <p:cNvSpPr txBox="1">
            <a:spLocks noChangeArrowheads="1"/>
          </p:cNvSpPr>
          <p:nvPr/>
        </p:nvSpPr>
        <p:spPr bwMode="auto">
          <a:xfrm>
            <a:off x="7419975" y="1209675"/>
            <a:ext cx="7270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99"/>
                </a:solidFill>
                <a:ea typeface="黑体" panose="02010609060101010101" pitchFamily="49" charset="-122"/>
              </a:rPr>
              <a:t>UDP</a:t>
            </a:r>
          </a:p>
        </p:txBody>
      </p:sp>
      <p:sp>
        <p:nvSpPr>
          <p:cNvPr id="1897542" name="Text Box 71"/>
          <p:cNvSpPr txBox="1">
            <a:spLocks noChangeArrowheads="1"/>
          </p:cNvSpPr>
          <p:nvPr/>
        </p:nvSpPr>
        <p:spPr bwMode="auto">
          <a:xfrm>
            <a:off x="6218238" y="692150"/>
            <a:ext cx="12112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a:solidFill>
                  <a:srgbClr val="000099"/>
                </a:solidFill>
                <a:ea typeface="黑体" panose="02010609060101010101" pitchFamily="49" charset="-122"/>
              </a:rPr>
              <a:t>被动打开</a:t>
            </a:r>
          </a:p>
        </p:txBody>
      </p:sp>
      <p:sp>
        <p:nvSpPr>
          <p:cNvPr id="1897543" name="Text Box 72"/>
          <p:cNvSpPr txBox="1">
            <a:spLocks noChangeArrowheads="1"/>
          </p:cNvSpPr>
          <p:nvPr/>
        </p:nvSpPr>
        <p:spPr bwMode="auto">
          <a:xfrm>
            <a:off x="9237663" y="820738"/>
            <a:ext cx="5048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800" b="1">
                <a:solidFill>
                  <a:srgbClr val="000099"/>
                </a:solidFill>
                <a:ea typeface="黑体" panose="02010609060101010101" pitchFamily="49" charset="-122"/>
                <a:sym typeface="Wingdings" panose="05000000000000000000" pitchFamily="2" charset="2"/>
              </a:rPr>
              <a:t></a:t>
            </a:r>
          </a:p>
        </p:txBody>
      </p:sp>
      <p:sp>
        <p:nvSpPr>
          <p:cNvPr id="1897544" name="Text Box 73"/>
          <p:cNvSpPr txBox="1">
            <a:spLocks noChangeArrowheads="1"/>
          </p:cNvSpPr>
          <p:nvPr/>
        </p:nvSpPr>
        <p:spPr bwMode="auto">
          <a:xfrm>
            <a:off x="85725" y="1435100"/>
            <a:ext cx="5048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800" b="1">
                <a:solidFill>
                  <a:srgbClr val="000099"/>
                </a:solidFill>
                <a:ea typeface="黑体" panose="02010609060101010101" pitchFamily="49" charset="-122"/>
                <a:sym typeface="Wingdings" panose="05000000000000000000" pitchFamily="2" charset="2"/>
              </a:rPr>
              <a:t></a:t>
            </a:r>
          </a:p>
        </p:txBody>
      </p:sp>
      <p:sp>
        <p:nvSpPr>
          <p:cNvPr id="1897545" name="Text Box 74"/>
          <p:cNvSpPr txBox="1">
            <a:spLocks noChangeArrowheads="1"/>
          </p:cNvSpPr>
          <p:nvPr/>
        </p:nvSpPr>
        <p:spPr bwMode="auto">
          <a:xfrm>
            <a:off x="9237663" y="2057400"/>
            <a:ext cx="5048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800" b="1">
                <a:solidFill>
                  <a:srgbClr val="000099"/>
                </a:solidFill>
                <a:ea typeface="黑体" panose="02010609060101010101" pitchFamily="49" charset="-122"/>
                <a:sym typeface="Wingdings" panose="05000000000000000000" pitchFamily="2" charset="2"/>
              </a:rPr>
              <a:t></a:t>
            </a:r>
          </a:p>
        </p:txBody>
      </p:sp>
      <p:sp>
        <p:nvSpPr>
          <p:cNvPr id="1897546" name="Text Box 75"/>
          <p:cNvSpPr txBox="1">
            <a:spLocks noChangeArrowheads="1"/>
          </p:cNvSpPr>
          <p:nvPr/>
        </p:nvSpPr>
        <p:spPr bwMode="auto">
          <a:xfrm>
            <a:off x="85725" y="2654300"/>
            <a:ext cx="5048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800" b="1">
                <a:solidFill>
                  <a:srgbClr val="000099"/>
                </a:solidFill>
                <a:ea typeface="黑体" panose="02010609060101010101" pitchFamily="49" charset="-122"/>
                <a:sym typeface="Wingdings" panose="05000000000000000000" pitchFamily="2" charset="2"/>
              </a:rPr>
              <a:t></a:t>
            </a:r>
          </a:p>
        </p:txBody>
      </p:sp>
      <p:sp>
        <p:nvSpPr>
          <p:cNvPr id="1897547" name="Text Box 76"/>
          <p:cNvSpPr txBox="1">
            <a:spLocks noChangeArrowheads="1"/>
          </p:cNvSpPr>
          <p:nvPr/>
        </p:nvSpPr>
        <p:spPr bwMode="auto">
          <a:xfrm>
            <a:off x="9231313" y="3278188"/>
            <a:ext cx="50641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800" b="1">
                <a:solidFill>
                  <a:srgbClr val="000099"/>
                </a:solidFill>
                <a:ea typeface="黑体" panose="02010609060101010101" pitchFamily="49" charset="-122"/>
                <a:sym typeface="Wingdings" panose="05000000000000000000" pitchFamily="2" charset="2"/>
              </a:rPr>
              <a:t></a:t>
            </a:r>
          </a:p>
        </p:txBody>
      </p:sp>
      <p:sp>
        <p:nvSpPr>
          <p:cNvPr id="1897548" name="Text Box 77"/>
          <p:cNvSpPr txBox="1">
            <a:spLocks noChangeArrowheads="1"/>
          </p:cNvSpPr>
          <p:nvPr/>
        </p:nvSpPr>
        <p:spPr bwMode="auto">
          <a:xfrm>
            <a:off x="85725" y="3902075"/>
            <a:ext cx="5048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800" b="1">
                <a:solidFill>
                  <a:srgbClr val="000099"/>
                </a:solidFill>
                <a:ea typeface="黑体" panose="02010609060101010101" pitchFamily="49" charset="-122"/>
                <a:sym typeface="Wingdings" panose="05000000000000000000" pitchFamily="2" charset="2"/>
              </a:rPr>
              <a:t></a:t>
            </a:r>
          </a:p>
        </p:txBody>
      </p:sp>
      <p:sp>
        <p:nvSpPr>
          <p:cNvPr id="1897549" name="Text Box 78"/>
          <p:cNvSpPr txBox="1">
            <a:spLocks noChangeArrowheads="1"/>
          </p:cNvSpPr>
          <p:nvPr/>
        </p:nvSpPr>
        <p:spPr bwMode="auto">
          <a:xfrm>
            <a:off x="9231313" y="4486275"/>
            <a:ext cx="50641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800" b="1">
                <a:solidFill>
                  <a:srgbClr val="000099"/>
                </a:solidFill>
                <a:ea typeface="黑体" panose="02010609060101010101" pitchFamily="49" charset="-122"/>
                <a:sym typeface="Wingdings" panose="05000000000000000000" pitchFamily="2" charset="2"/>
              </a:rPr>
              <a:t></a:t>
            </a:r>
          </a:p>
        </p:txBody>
      </p:sp>
      <p:sp>
        <p:nvSpPr>
          <p:cNvPr id="1897550" name="Text Box 79"/>
          <p:cNvSpPr txBox="1">
            <a:spLocks noChangeArrowheads="1"/>
          </p:cNvSpPr>
          <p:nvPr/>
        </p:nvSpPr>
        <p:spPr bwMode="auto">
          <a:xfrm>
            <a:off x="9231313" y="5110163"/>
            <a:ext cx="50641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800" b="1">
                <a:solidFill>
                  <a:srgbClr val="000099"/>
                </a:solidFill>
                <a:ea typeface="黑体" panose="02010609060101010101" pitchFamily="49" charset="-122"/>
                <a:sym typeface="Wingdings" panose="05000000000000000000" pitchFamily="2" charset="2"/>
              </a:rPr>
              <a:t></a:t>
            </a:r>
          </a:p>
        </p:txBody>
      </p:sp>
      <p:sp>
        <p:nvSpPr>
          <p:cNvPr id="1897551" name="Text Box 80"/>
          <p:cNvSpPr txBox="1">
            <a:spLocks noChangeArrowheads="1"/>
          </p:cNvSpPr>
          <p:nvPr/>
        </p:nvSpPr>
        <p:spPr bwMode="auto">
          <a:xfrm rot="-5400000">
            <a:off x="4385469" y="5480844"/>
            <a:ext cx="6477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3600" b="1">
                <a:solidFill>
                  <a:srgbClr val="000099"/>
                </a:solidFill>
                <a:ea typeface="黑体" panose="02010609060101010101" pitchFamily="49" charset="-122"/>
              </a:rPr>
              <a:t>…</a:t>
            </a:r>
          </a:p>
        </p:txBody>
      </p:sp>
      <p:sp>
        <p:nvSpPr>
          <p:cNvPr id="1897552" name="Text Box 81"/>
          <p:cNvSpPr txBox="1">
            <a:spLocks noChangeArrowheads="1"/>
          </p:cNvSpPr>
          <p:nvPr/>
        </p:nvSpPr>
        <p:spPr bwMode="auto">
          <a:xfrm>
            <a:off x="85725" y="5892800"/>
            <a:ext cx="5048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800" b="1">
                <a:solidFill>
                  <a:srgbClr val="000099"/>
                </a:solidFill>
                <a:ea typeface="黑体" panose="02010609060101010101" pitchFamily="49" charset="-122"/>
                <a:sym typeface="Wingdings" panose="05000000000000000000" pitchFamily="2" charset="2"/>
              </a:rPr>
              <a:t></a:t>
            </a:r>
          </a:p>
        </p:txBody>
      </p:sp>
      <p:sp>
        <p:nvSpPr>
          <p:cNvPr id="1897553" name="Rectangle 83"/>
          <p:cNvSpPr>
            <a:spLocks noChangeArrowheads="1"/>
          </p:cNvSpPr>
          <p:nvPr/>
        </p:nvSpPr>
        <p:spPr bwMode="auto">
          <a:xfrm>
            <a:off x="0" y="4622800"/>
            <a:ext cx="9906000" cy="2235200"/>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zh-CN" sz="2800" b="1">
              <a:solidFill>
                <a:srgbClr val="000099"/>
              </a:solidFill>
              <a:ea typeface="宋体" panose="02010600030101010101" pitchFamily="2" charset="-122"/>
            </a:endParaRPr>
          </a:p>
        </p:txBody>
      </p:sp>
      <p:sp>
        <p:nvSpPr>
          <p:cNvPr id="1897554" name="Text Box 85"/>
          <p:cNvSpPr txBox="1">
            <a:spLocks noChangeArrowheads="1"/>
          </p:cNvSpPr>
          <p:nvPr/>
        </p:nvSpPr>
        <p:spPr bwMode="auto">
          <a:xfrm>
            <a:off x="508000" y="4941888"/>
            <a:ext cx="9126538" cy="1382712"/>
          </a:xfrm>
          <a:prstGeom prst="rect">
            <a:avLst/>
          </a:prstGeom>
          <a:solidFill>
            <a:srgbClr val="FFFF99"/>
          </a:solidFill>
          <a:ln w="9525">
            <a:solidFill>
              <a:srgbClr val="333399"/>
            </a:solidFill>
            <a:miter lim="800000"/>
            <a:headEnd/>
            <a:tailEnd/>
          </a:ln>
        </p:spPr>
        <p:txBody>
          <a:bodyPr>
            <a:spAutoFit/>
          </a:bodyPr>
          <a:lstStyle/>
          <a:p>
            <a:pPr algn="just"/>
            <a:r>
              <a:rPr lang="en-US" altLang="zh-CN" sz="2800" b="1">
                <a:solidFill>
                  <a:srgbClr val="000099"/>
                </a:solidFill>
                <a:ea typeface="黑体" panose="02010609060101010101" pitchFamily="49" charset="-122"/>
              </a:rPr>
              <a:t>DHCP</a:t>
            </a:r>
            <a:r>
              <a:rPr lang="en-US" altLang="zh-CN" sz="2000" b="1">
                <a:solidFill>
                  <a:srgbClr val="000099"/>
                </a:solidFill>
                <a:ea typeface="黑体" panose="02010609060101010101" pitchFamily="49" charset="-122"/>
              </a:rPr>
              <a:t> </a:t>
            </a:r>
            <a:r>
              <a:rPr lang="zh-CN" altLang="en-US" sz="2800" b="1">
                <a:solidFill>
                  <a:srgbClr val="000099"/>
                </a:solidFill>
                <a:ea typeface="黑体" panose="02010609060101010101" pitchFamily="49" charset="-122"/>
              </a:rPr>
              <a:t>客户现在要根据服务器提供的租用期</a:t>
            </a:r>
            <a:r>
              <a:rPr lang="zh-CN" altLang="en-US" sz="1600" b="1">
                <a:solidFill>
                  <a:srgbClr val="000099"/>
                </a:solidFill>
                <a:ea typeface="黑体" panose="02010609060101010101" pitchFamily="49" charset="-122"/>
              </a:rPr>
              <a:t> </a:t>
            </a:r>
            <a:r>
              <a:rPr lang="en-US" altLang="zh-CN" sz="2800" b="1">
                <a:solidFill>
                  <a:srgbClr val="000099"/>
                </a:solidFill>
                <a:ea typeface="黑体" panose="02010609060101010101" pitchFamily="49" charset="-122"/>
              </a:rPr>
              <a:t>T</a:t>
            </a:r>
            <a:r>
              <a:rPr lang="en-US" altLang="zh-CN" sz="1600" b="1">
                <a:solidFill>
                  <a:srgbClr val="000099"/>
                </a:solidFill>
                <a:ea typeface="黑体" panose="02010609060101010101" pitchFamily="49" charset="-122"/>
              </a:rPr>
              <a:t> </a:t>
            </a:r>
            <a:r>
              <a:rPr lang="zh-CN" altLang="en-US" sz="2800" b="1">
                <a:solidFill>
                  <a:srgbClr val="000099"/>
                </a:solidFill>
                <a:ea typeface="黑体" panose="02010609060101010101" pitchFamily="49" charset="-122"/>
              </a:rPr>
              <a:t>设置两个计时器</a:t>
            </a:r>
            <a:r>
              <a:rPr lang="zh-CN" altLang="en-US" sz="1600" b="1">
                <a:solidFill>
                  <a:srgbClr val="000099"/>
                </a:solidFill>
                <a:ea typeface="黑体" panose="02010609060101010101" pitchFamily="49" charset="-122"/>
              </a:rPr>
              <a:t> </a:t>
            </a:r>
            <a:r>
              <a:rPr lang="en-US" altLang="zh-CN" sz="2800" b="1">
                <a:solidFill>
                  <a:srgbClr val="000099"/>
                </a:solidFill>
                <a:ea typeface="黑体" panose="02010609060101010101" pitchFamily="49" charset="-122"/>
              </a:rPr>
              <a:t>T</a:t>
            </a:r>
            <a:r>
              <a:rPr lang="en-US" altLang="zh-CN" sz="2800" b="1" baseline="-25000">
                <a:solidFill>
                  <a:srgbClr val="000099"/>
                </a:solidFill>
                <a:ea typeface="黑体" panose="02010609060101010101" pitchFamily="49" charset="-122"/>
              </a:rPr>
              <a:t>1</a:t>
            </a:r>
            <a:r>
              <a:rPr lang="en-US" altLang="zh-CN" sz="1600" b="1">
                <a:solidFill>
                  <a:srgbClr val="000099"/>
                </a:solidFill>
                <a:ea typeface="黑体" panose="02010609060101010101" pitchFamily="49" charset="-122"/>
              </a:rPr>
              <a:t> </a:t>
            </a:r>
            <a:r>
              <a:rPr lang="zh-CN" altLang="en-US" sz="2800" b="1">
                <a:solidFill>
                  <a:srgbClr val="000099"/>
                </a:solidFill>
                <a:ea typeface="黑体" panose="02010609060101010101" pitchFamily="49" charset="-122"/>
              </a:rPr>
              <a:t>和</a:t>
            </a:r>
            <a:r>
              <a:rPr lang="zh-CN" altLang="en-US" sz="700" b="1">
                <a:solidFill>
                  <a:srgbClr val="000099"/>
                </a:solidFill>
                <a:ea typeface="黑体" panose="02010609060101010101" pitchFamily="49" charset="-122"/>
              </a:rPr>
              <a:t> </a:t>
            </a:r>
            <a:r>
              <a:rPr lang="en-US" altLang="zh-CN" sz="2800" b="1">
                <a:solidFill>
                  <a:srgbClr val="000099"/>
                </a:solidFill>
                <a:ea typeface="黑体" panose="02010609060101010101" pitchFamily="49" charset="-122"/>
              </a:rPr>
              <a:t>T</a:t>
            </a:r>
            <a:r>
              <a:rPr lang="en-US" altLang="zh-CN" sz="2800" b="1" baseline="-25000">
                <a:solidFill>
                  <a:srgbClr val="000099"/>
                </a:solidFill>
                <a:ea typeface="黑体" panose="02010609060101010101" pitchFamily="49" charset="-122"/>
              </a:rPr>
              <a:t>2</a:t>
            </a:r>
            <a:r>
              <a:rPr lang="zh-CN" altLang="en-US" sz="2800" b="1">
                <a:solidFill>
                  <a:srgbClr val="000099"/>
                </a:solidFill>
                <a:ea typeface="黑体" panose="02010609060101010101" pitchFamily="49" charset="-122"/>
              </a:rPr>
              <a:t>，它们的超时时间分别是</a:t>
            </a:r>
            <a:r>
              <a:rPr lang="zh-CN" altLang="en-US" sz="1400" b="1">
                <a:solidFill>
                  <a:srgbClr val="000099"/>
                </a:solidFill>
                <a:ea typeface="黑体" panose="02010609060101010101" pitchFamily="49" charset="-122"/>
              </a:rPr>
              <a:t> </a:t>
            </a:r>
            <a:r>
              <a:rPr lang="en-US" altLang="zh-CN" sz="2800" b="1">
                <a:solidFill>
                  <a:srgbClr val="000099"/>
                </a:solidFill>
                <a:ea typeface="黑体" panose="02010609060101010101" pitchFamily="49" charset="-122"/>
              </a:rPr>
              <a:t>0.5T </a:t>
            </a:r>
            <a:r>
              <a:rPr lang="zh-CN" altLang="en-US" sz="2800" b="1">
                <a:solidFill>
                  <a:srgbClr val="000099"/>
                </a:solidFill>
                <a:ea typeface="黑体" panose="02010609060101010101" pitchFamily="49" charset="-122"/>
              </a:rPr>
              <a:t>和 </a:t>
            </a:r>
            <a:r>
              <a:rPr lang="en-US" altLang="zh-CN" sz="2800" b="1">
                <a:solidFill>
                  <a:srgbClr val="000099"/>
                </a:solidFill>
                <a:ea typeface="黑体" panose="02010609060101010101" pitchFamily="49" charset="-122"/>
              </a:rPr>
              <a:t>0.875T</a:t>
            </a:r>
            <a:r>
              <a:rPr lang="zh-CN" altLang="en-US" sz="2800" b="1">
                <a:solidFill>
                  <a:srgbClr val="000099"/>
                </a:solidFill>
                <a:ea typeface="黑体" panose="02010609060101010101" pitchFamily="49" charset="-122"/>
              </a:rPr>
              <a:t>。当超时时间到就要请求更新租用期。</a:t>
            </a:r>
          </a:p>
        </p:txBody>
      </p:sp>
      <p:sp>
        <p:nvSpPr>
          <p:cNvPr id="1897555" name="灯片编号占位符 2"/>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280EAABA-6369-4096-A453-BD3768BFE6BD}" type="slidenum">
              <a:rPr lang="zh-CN" altLang="en-US" smtClean="0"/>
              <a:pPr/>
              <a:t>53</a:t>
            </a:fld>
            <a:endParaRPr lang="en-US" altLang="zh-CN" smtClean="0"/>
          </a:p>
        </p:txBody>
      </p:sp>
      <p:sp>
        <p:nvSpPr>
          <p:cNvPr id="1897556" name="页脚占位符 3"/>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en-US" altLang="zh-CN" smtClean="0"/>
              <a:t>ppt课件</a:t>
            </a:r>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9521" name="Rectangle 2"/>
          <p:cNvSpPr>
            <a:spLocks noGrp="1" noChangeArrowheads="1"/>
          </p:cNvSpPr>
          <p:nvPr>
            <p:ph type="title" idx="4294967295"/>
          </p:nvPr>
        </p:nvSpPr>
        <p:spPr>
          <a:xfrm>
            <a:off x="488950" y="188913"/>
            <a:ext cx="8442325" cy="539750"/>
          </a:xfrm>
        </p:spPr>
        <p:txBody>
          <a:bodyPr/>
          <a:lstStyle/>
          <a:p>
            <a:pPr algn="ctr"/>
            <a:r>
              <a:rPr lang="en-US" altLang="zh-CN" smtClean="0">
                <a:ea typeface="黑体" panose="02010609060101010101" pitchFamily="49" charset="-122"/>
              </a:rPr>
              <a:t>DHCP </a:t>
            </a:r>
            <a:r>
              <a:rPr lang="zh-CN" altLang="zh-CN" smtClean="0">
                <a:ea typeface="黑体" panose="02010609060101010101" pitchFamily="49" charset="-122"/>
              </a:rPr>
              <a:t>协议的工作过程 </a:t>
            </a:r>
          </a:p>
        </p:txBody>
      </p:sp>
      <p:sp>
        <p:nvSpPr>
          <p:cNvPr id="1899522" name="Line 3"/>
          <p:cNvSpPr>
            <a:spLocks noChangeShapeType="1"/>
          </p:cNvSpPr>
          <p:nvPr/>
        </p:nvSpPr>
        <p:spPr bwMode="auto">
          <a:xfrm flipH="1">
            <a:off x="6130925" y="1100138"/>
            <a:ext cx="1506538" cy="0"/>
          </a:xfrm>
          <a:prstGeom prst="line">
            <a:avLst/>
          </a:prstGeom>
          <a:noFill/>
          <a:ln w="57150">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899523" name="Line 4"/>
          <p:cNvSpPr>
            <a:spLocks noChangeShapeType="1"/>
          </p:cNvSpPr>
          <p:nvPr/>
        </p:nvSpPr>
        <p:spPr bwMode="auto">
          <a:xfrm>
            <a:off x="2454275" y="1747838"/>
            <a:ext cx="5164138" cy="0"/>
          </a:xfrm>
          <a:prstGeom prst="line">
            <a:avLst/>
          </a:prstGeom>
          <a:noFill/>
          <a:ln w="57150">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899524" name="Rectangle 5"/>
          <p:cNvSpPr>
            <a:spLocks noChangeArrowheads="1"/>
          </p:cNvSpPr>
          <p:nvPr/>
        </p:nvSpPr>
        <p:spPr bwMode="auto">
          <a:xfrm>
            <a:off x="623888" y="1576388"/>
            <a:ext cx="1076325" cy="341312"/>
          </a:xfrm>
          <a:prstGeom prst="rect">
            <a:avLst/>
          </a:prstGeom>
          <a:solidFill>
            <a:srgbClr val="CCECFF"/>
          </a:solidFill>
          <a:ln w="9525">
            <a:solidFill>
              <a:schemeClr val="tx1"/>
            </a:solidFill>
            <a:miter lim="800000"/>
            <a:headEnd/>
            <a:tailEnd/>
          </a:ln>
        </p:spPr>
        <p:txBody>
          <a:bodyPr wrap="none" anchor="ctr"/>
          <a:lstStyle/>
          <a:p>
            <a:pPr algn="ctr"/>
            <a:r>
              <a:rPr lang="zh-CN" altLang="en-US" sz="2000" b="1">
                <a:solidFill>
                  <a:srgbClr val="000099"/>
                </a:solidFill>
                <a:ea typeface="黑体" panose="02010609060101010101" pitchFamily="49" charset="-122"/>
              </a:rPr>
              <a:t>客户</a:t>
            </a:r>
          </a:p>
        </p:txBody>
      </p:sp>
      <p:sp>
        <p:nvSpPr>
          <p:cNvPr id="1899525" name="Rectangle 6"/>
          <p:cNvSpPr>
            <a:spLocks noChangeArrowheads="1"/>
          </p:cNvSpPr>
          <p:nvPr/>
        </p:nvSpPr>
        <p:spPr bwMode="auto">
          <a:xfrm>
            <a:off x="3529013" y="1617663"/>
            <a:ext cx="2905125" cy="257175"/>
          </a:xfrm>
          <a:prstGeom prst="rect">
            <a:avLst/>
          </a:prstGeom>
          <a:solidFill>
            <a:srgbClr val="CCECFF"/>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DHCPDISCOVER</a:t>
            </a:r>
          </a:p>
        </p:txBody>
      </p:sp>
      <p:sp>
        <p:nvSpPr>
          <p:cNvPr id="1899526" name="Rectangle 7"/>
          <p:cNvSpPr>
            <a:spLocks noChangeArrowheads="1"/>
          </p:cNvSpPr>
          <p:nvPr/>
        </p:nvSpPr>
        <p:spPr bwMode="auto">
          <a:xfrm>
            <a:off x="8154988" y="1576388"/>
            <a:ext cx="1076325" cy="341312"/>
          </a:xfrm>
          <a:prstGeom prst="rect">
            <a:avLst/>
          </a:prstGeom>
          <a:solidFill>
            <a:srgbClr val="FFCCFF"/>
          </a:solidFill>
          <a:ln w="9525">
            <a:solidFill>
              <a:schemeClr val="tx1"/>
            </a:solidFill>
            <a:miter lim="800000"/>
            <a:headEnd/>
            <a:tailEnd/>
          </a:ln>
        </p:spPr>
        <p:txBody>
          <a:bodyPr wrap="none" anchor="ctr"/>
          <a:lstStyle/>
          <a:p>
            <a:pPr algn="ctr"/>
            <a:r>
              <a:rPr lang="zh-CN" altLang="en-US" sz="2000" b="1">
                <a:solidFill>
                  <a:srgbClr val="000099"/>
                </a:solidFill>
                <a:ea typeface="黑体" panose="02010609060101010101" pitchFamily="49" charset="-122"/>
              </a:rPr>
              <a:t>服务器</a:t>
            </a:r>
          </a:p>
        </p:txBody>
      </p:sp>
      <p:sp>
        <p:nvSpPr>
          <p:cNvPr id="1899527" name="Rectangle 8"/>
          <p:cNvSpPr>
            <a:spLocks noChangeArrowheads="1"/>
          </p:cNvSpPr>
          <p:nvPr/>
        </p:nvSpPr>
        <p:spPr bwMode="auto">
          <a:xfrm>
            <a:off x="7618413" y="1617663"/>
            <a:ext cx="536575" cy="257175"/>
          </a:xfrm>
          <a:prstGeom prst="rect">
            <a:avLst/>
          </a:prstGeom>
          <a:solidFill>
            <a:srgbClr val="FFCC99"/>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67</a:t>
            </a:r>
          </a:p>
        </p:txBody>
      </p:sp>
      <p:sp>
        <p:nvSpPr>
          <p:cNvPr id="1899528" name="Rectangle 9"/>
          <p:cNvSpPr>
            <a:spLocks noChangeArrowheads="1"/>
          </p:cNvSpPr>
          <p:nvPr/>
        </p:nvSpPr>
        <p:spPr bwMode="auto">
          <a:xfrm>
            <a:off x="1700213" y="1617663"/>
            <a:ext cx="754062" cy="257175"/>
          </a:xfrm>
          <a:prstGeom prst="rect">
            <a:avLst/>
          </a:prstGeom>
          <a:solidFill>
            <a:srgbClr val="CCFF99"/>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68</a:t>
            </a:r>
          </a:p>
        </p:txBody>
      </p:sp>
      <p:sp>
        <p:nvSpPr>
          <p:cNvPr id="1899529" name="Text Box 10"/>
          <p:cNvSpPr txBox="1">
            <a:spLocks noChangeArrowheads="1"/>
          </p:cNvSpPr>
          <p:nvPr/>
        </p:nvSpPr>
        <p:spPr bwMode="auto">
          <a:xfrm>
            <a:off x="1697038" y="1854200"/>
            <a:ext cx="7286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99"/>
                </a:solidFill>
                <a:ea typeface="黑体" panose="02010609060101010101" pitchFamily="49" charset="-122"/>
              </a:rPr>
              <a:t>UDP</a:t>
            </a:r>
          </a:p>
        </p:txBody>
      </p:sp>
      <p:sp>
        <p:nvSpPr>
          <p:cNvPr id="1899530" name="Text Box 11"/>
          <p:cNvSpPr txBox="1">
            <a:spLocks noChangeArrowheads="1"/>
          </p:cNvSpPr>
          <p:nvPr/>
        </p:nvSpPr>
        <p:spPr bwMode="auto">
          <a:xfrm>
            <a:off x="7419975" y="1851025"/>
            <a:ext cx="7270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99"/>
                </a:solidFill>
                <a:ea typeface="黑体" panose="02010609060101010101" pitchFamily="49" charset="-122"/>
              </a:rPr>
              <a:t>UDP</a:t>
            </a:r>
          </a:p>
        </p:txBody>
      </p:sp>
      <p:sp>
        <p:nvSpPr>
          <p:cNvPr id="1899531" name="Line 12"/>
          <p:cNvSpPr>
            <a:spLocks noChangeShapeType="1"/>
          </p:cNvSpPr>
          <p:nvPr/>
        </p:nvSpPr>
        <p:spPr bwMode="auto">
          <a:xfrm flipH="1">
            <a:off x="2452688" y="2359025"/>
            <a:ext cx="5165725" cy="0"/>
          </a:xfrm>
          <a:prstGeom prst="line">
            <a:avLst/>
          </a:prstGeom>
          <a:noFill/>
          <a:ln w="57150">
            <a:solidFill>
              <a:schemeClr val="hlink"/>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899532" name="Rectangle 13"/>
          <p:cNvSpPr>
            <a:spLocks noChangeArrowheads="1"/>
          </p:cNvSpPr>
          <p:nvPr/>
        </p:nvSpPr>
        <p:spPr bwMode="auto">
          <a:xfrm>
            <a:off x="623888" y="2187575"/>
            <a:ext cx="1074737" cy="339725"/>
          </a:xfrm>
          <a:prstGeom prst="rect">
            <a:avLst/>
          </a:prstGeom>
          <a:solidFill>
            <a:srgbClr val="CCECFF"/>
          </a:solidFill>
          <a:ln w="9525">
            <a:solidFill>
              <a:schemeClr val="tx1"/>
            </a:solidFill>
            <a:miter lim="800000"/>
            <a:headEnd/>
            <a:tailEnd/>
          </a:ln>
        </p:spPr>
        <p:txBody>
          <a:bodyPr wrap="none" anchor="ctr"/>
          <a:lstStyle/>
          <a:p>
            <a:pPr algn="ctr"/>
            <a:r>
              <a:rPr lang="zh-CN" altLang="en-US" sz="2000" b="1">
                <a:solidFill>
                  <a:srgbClr val="000099"/>
                </a:solidFill>
                <a:ea typeface="黑体" panose="02010609060101010101" pitchFamily="49" charset="-122"/>
              </a:rPr>
              <a:t>客户</a:t>
            </a:r>
          </a:p>
        </p:txBody>
      </p:sp>
      <p:sp>
        <p:nvSpPr>
          <p:cNvPr id="1899533" name="Rectangle 14"/>
          <p:cNvSpPr>
            <a:spLocks noChangeArrowheads="1"/>
          </p:cNvSpPr>
          <p:nvPr/>
        </p:nvSpPr>
        <p:spPr bwMode="auto">
          <a:xfrm>
            <a:off x="3529013" y="2230438"/>
            <a:ext cx="2905125" cy="255587"/>
          </a:xfrm>
          <a:prstGeom prst="rect">
            <a:avLst/>
          </a:prstGeom>
          <a:solidFill>
            <a:srgbClr val="FFCCFF"/>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DHCPOFFER</a:t>
            </a:r>
          </a:p>
        </p:txBody>
      </p:sp>
      <p:sp>
        <p:nvSpPr>
          <p:cNvPr id="1899534" name="Rectangle 15"/>
          <p:cNvSpPr>
            <a:spLocks noChangeArrowheads="1"/>
          </p:cNvSpPr>
          <p:nvPr/>
        </p:nvSpPr>
        <p:spPr bwMode="auto">
          <a:xfrm>
            <a:off x="8154988" y="2187575"/>
            <a:ext cx="1076325" cy="339725"/>
          </a:xfrm>
          <a:prstGeom prst="rect">
            <a:avLst/>
          </a:prstGeom>
          <a:solidFill>
            <a:srgbClr val="FFCCFF"/>
          </a:solidFill>
          <a:ln w="9525">
            <a:solidFill>
              <a:schemeClr val="tx1"/>
            </a:solidFill>
            <a:miter lim="800000"/>
            <a:headEnd/>
            <a:tailEnd/>
          </a:ln>
        </p:spPr>
        <p:txBody>
          <a:bodyPr wrap="none" anchor="ctr"/>
          <a:lstStyle/>
          <a:p>
            <a:pPr algn="ctr"/>
            <a:r>
              <a:rPr lang="zh-CN" altLang="en-US" sz="2000" b="1">
                <a:solidFill>
                  <a:srgbClr val="000099"/>
                </a:solidFill>
                <a:ea typeface="黑体" panose="02010609060101010101" pitchFamily="49" charset="-122"/>
              </a:rPr>
              <a:t>服务器</a:t>
            </a:r>
          </a:p>
        </p:txBody>
      </p:sp>
      <p:sp>
        <p:nvSpPr>
          <p:cNvPr id="1899535" name="Rectangle 16"/>
          <p:cNvSpPr>
            <a:spLocks noChangeArrowheads="1"/>
          </p:cNvSpPr>
          <p:nvPr/>
        </p:nvSpPr>
        <p:spPr bwMode="auto">
          <a:xfrm>
            <a:off x="7618413" y="2230438"/>
            <a:ext cx="536575" cy="255587"/>
          </a:xfrm>
          <a:prstGeom prst="rect">
            <a:avLst/>
          </a:prstGeom>
          <a:solidFill>
            <a:srgbClr val="FFCC99"/>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67</a:t>
            </a:r>
          </a:p>
        </p:txBody>
      </p:sp>
      <p:sp>
        <p:nvSpPr>
          <p:cNvPr id="1899536" name="Rectangle 17"/>
          <p:cNvSpPr>
            <a:spLocks noChangeArrowheads="1"/>
          </p:cNvSpPr>
          <p:nvPr/>
        </p:nvSpPr>
        <p:spPr bwMode="auto">
          <a:xfrm>
            <a:off x="1698625" y="2230438"/>
            <a:ext cx="754063" cy="255587"/>
          </a:xfrm>
          <a:prstGeom prst="rect">
            <a:avLst/>
          </a:prstGeom>
          <a:solidFill>
            <a:srgbClr val="CCFF99"/>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68</a:t>
            </a:r>
          </a:p>
        </p:txBody>
      </p:sp>
      <p:sp>
        <p:nvSpPr>
          <p:cNvPr id="1899537" name="Text Box 18"/>
          <p:cNvSpPr txBox="1">
            <a:spLocks noChangeArrowheads="1"/>
          </p:cNvSpPr>
          <p:nvPr/>
        </p:nvSpPr>
        <p:spPr bwMode="auto">
          <a:xfrm>
            <a:off x="1697038" y="2462213"/>
            <a:ext cx="7286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99"/>
                </a:solidFill>
                <a:ea typeface="黑体" panose="02010609060101010101" pitchFamily="49" charset="-122"/>
              </a:rPr>
              <a:t>UDP</a:t>
            </a:r>
          </a:p>
        </p:txBody>
      </p:sp>
      <p:sp>
        <p:nvSpPr>
          <p:cNvPr id="1899538" name="Text Box 19"/>
          <p:cNvSpPr txBox="1">
            <a:spLocks noChangeArrowheads="1"/>
          </p:cNvSpPr>
          <p:nvPr/>
        </p:nvSpPr>
        <p:spPr bwMode="auto">
          <a:xfrm>
            <a:off x="7419975" y="2462213"/>
            <a:ext cx="7270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99"/>
                </a:solidFill>
                <a:ea typeface="黑体" panose="02010609060101010101" pitchFamily="49" charset="-122"/>
              </a:rPr>
              <a:t>UDP</a:t>
            </a:r>
          </a:p>
        </p:txBody>
      </p:sp>
      <p:sp>
        <p:nvSpPr>
          <p:cNvPr id="1899539" name="Line 20"/>
          <p:cNvSpPr>
            <a:spLocks noChangeShapeType="1"/>
          </p:cNvSpPr>
          <p:nvPr/>
        </p:nvSpPr>
        <p:spPr bwMode="auto">
          <a:xfrm>
            <a:off x="2454275" y="2968625"/>
            <a:ext cx="5164138" cy="0"/>
          </a:xfrm>
          <a:prstGeom prst="line">
            <a:avLst/>
          </a:prstGeom>
          <a:noFill/>
          <a:ln w="57150">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899540" name="Rectangle 21"/>
          <p:cNvSpPr>
            <a:spLocks noChangeArrowheads="1"/>
          </p:cNvSpPr>
          <p:nvPr/>
        </p:nvSpPr>
        <p:spPr bwMode="auto">
          <a:xfrm>
            <a:off x="623888" y="2798763"/>
            <a:ext cx="1076325" cy="341312"/>
          </a:xfrm>
          <a:prstGeom prst="rect">
            <a:avLst/>
          </a:prstGeom>
          <a:solidFill>
            <a:srgbClr val="CCECFF"/>
          </a:solidFill>
          <a:ln w="9525">
            <a:solidFill>
              <a:schemeClr val="tx1"/>
            </a:solidFill>
            <a:miter lim="800000"/>
            <a:headEnd/>
            <a:tailEnd/>
          </a:ln>
        </p:spPr>
        <p:txBody>
          <a:bodyPr wrap="none" anchor="ctr"/>
          <a:lstStyle/>
          <a:p>
            <a:pPr algn="ctr"/>
            <a:r>
              <a:rPr lang="zh-CN" altLang="en-US" sz="2000" b="1">
                <a:solidFill>
                  <a:srgbClr val="000099"/>
                </a:solidFill>
                <a:ea typeface="黑体" panose="02010609060101010101" pitchFamily="49" charset="-122"/>
              </a:rPr>
              <a:t>客户</a:t>
            </a:r>
          </a:p>
        </p:txBody>
      </p:sp>
      <p:sp>
        <p:nvSpPr>
          <p:cNvPr id="1899541" name="Rectangle 22"/>
          <p:cNvSpPr>
            <a:spLocks noChangeArrowheads="1"/>
          </p:cNvSpPr>
          <p:nvPr/>
        </p:nvSpPr>
        <p:spPr bwMode="auto">
          <a:xfrm>
            <a:off x="3529013" y="2841625"/>
            <a:ext cx="2905125" cy="255588"/>
          </a:xfrm>
          <a:prstGeom prst="rect">
            <a:avLst/>
          </a:prstGeom>
          <a:solidFill>
            <a:srgbClr val="CCECFF"/>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DHCPREQUEST</a:t>
            </a:r>
          </a:p>
        </p:txBody>
      </p:sp>
      <p:sp>
        <p:nvSpPr>
          <p:cNvPr id="1899542" name="Rectangle 23"/>
          <p:cNvSpPr>
            <a:spLocks noChangeArrowheads="1"/>
          </p:cNvSpPr>
          <p:nvPr/>
        </p:nvSpPr>
        <p:spPr bwMode="auto">
          <a:xfrm>
            <a:off x="8154988" y="2798763"/>
            <a:ext cx="1076325" cy="341312"/>
          </a:xfrm>
          <a:prstGeom prst="rect">
            <a:avLst/>
          </a:prstGeom>
          <a:solidFill>
            <a:srgbClr val="FFCCFF"/>
          </a:solidFill>
          <a:ln w="9525">
            <a:solidFill>
              <a:schemeClr val="tx1"/>
            </a:solidFill>
            <a:miter lim="800000"/>
            <a:headEnd/>
            <a:tailEnd/>
          </a:ln>
        </p:spPr>
        <p:txBody>
          <a:bodyPr wrap="none" anchor="ctr"/>
          <a:lstStyle/>
          <a:p>
            <a:pPr algn="ctr"/>
            <a:r>
              <a:rPr lang="zh-CN" altLang="en-US" sz="2000" b="1">
                <a:solidFill>
                  <a:srgbClr val="000099"/>
                </a:solidFill>
                <a:ea typeface="黑体" panose="02010609060101010101" pitchFamily="49" charset="-122"/>
              </a:rPr>
              <a:t>服务器</a:t>
            </a:r>
          </a:p>
        </p:txBody>
      </p:sp>
      <p:sp>
        <p:nvSpPr>
          <p:cNvPr id="1899543" name="Rectangle 24"/>
          <p:cNvSpPr>
            <a:spLocks noChangeArrowheads="1"/>
          </p:cNvSpPr>
          <p:nvPr/>
        </p:nvSpPr>
        <p:spPr bwMode="auto">
          <a:xfrm>
            <a:off x="7618413" y="2841625"/>
            <a:ext cx="536575" cy="255588"/>
          </a:xfrm>
          <a:prstGeom prst="rect">
            <a:avLst/>
          </a:prstGeom>
          <a:solidFill>
            <a:srgbClr val="FFCC99"/>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67</a:t>
            </a:r>
          </a:p>
        </p:txBody>
      </p:sp>
      <p:sp>
        <p:nvSpPr>
          <p:cNvPr id="1899544" name="Rectangle 25"/>
          <p:cNvSpPr>
            <a:spLocks noChangeArrowheads="1"/>
          </p:cNvSpPr>
          <p:nvPr/>
        </p:nvSpPr>
        <p:spPr bwMode="auto">
          <a:xfrm>
            <a:off x="1700213" y="2841625"/>
            <a:ext cx="754062" cy="255588"/>
          </a:xfrm>
          <a:prstGeom prst="rect">
            <a:avLst/>
          </a:prstGeom>
          <a:solidFill>
            <a:srgbClr val="CCFF99"/>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68</a:t>
            </a:r>
          </a:p>
        </p:txBody>
      </p:sp>
      <p:sp>
        <p:nvSpPr>
          <p:cNvPr id="1899545" name="Text Box 26"/>
          <p:cNvSpPr txBox="1">
            <a:spLocks noChangeArrowheads="1"/>
          </p:cNvSpPr>
          <p:nvPr/>
        </p:nvSpPr>
        <p:spPr bwMode="auto">
          <a:xfrm>
            <a:off x="1697038" y="3074988"/>
            <a:ext cx="7286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99"/>
                </a:solidFill>
                <a:ea typeface="黑体" panose="02010609060101010101" pitchFamily="49" charset="-122"/>
              </a:rPr>
              <a:t>UDP</a:t>
            </a:r>
          </a:p>
        </p:txBody>
      </p:sp>
      <p:sp>
        <p:nvSpPr>
          <p:cNvPr id="1899546" name="Text Box 27"/>
          <p:cNvSpPr txBox="1">
            <a:spLocks noChangeArrowheads="1"/>
          </p:cNvSpPr>
          <p:nvPr/>
        </p:nvSpPr>
        <p:spPr bwMode="auto">
          <a:xfrm>
            <a:off x="7419975" y="3074988"/>
            <a:ext cx="7270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99"/>
                </a:solidFill>
                <a:ea typeface="黑体" panose="02010609060101010101" pitchFamily="49" charset="-122"/>
              </a:rPr>
              <a:t>UDP</a:t>
            </a:r>
          </a:p>
        </p:txBody>
      </p:sp>
      <p:sp>
        <p:nvSpPr>
          <p:cNvPr id="1899547" name="Line 28"/>
          <p:cNvSpPr>
            <a:spLocks noChangeShapeType="1"/>
          </p:cNvSpPr>
          <p:nvPr/>
        </p:nvSpPr>
        <p:spPr bwMode="auto">
          <a:xfrm flipH="1">
            <a:off x="2452688" y="3579813"/>
            <a:ext cx="5165725" cy="0"/>
          </a:xfrm>
          <a:prstGeom prst="line">
            <a:avLst/>
          </a:prstGeom>
          <a:noFill/>
          <a:ln w="57150">
            <a:solidFill>
              <a:schemeClr val="hlink"/>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899548" name="Rectangle 29"/>
          <p:cNvSpPr>
            <a:spLocks noChangeArrowheads="1"/>
          </p:cNvSpPr>
          <p:nvPr/>
        </p:nvSpPr>
        <p:spPr bwMode="auto">
          <a:xfrm>
            <a:off x="623888" y="3409950"/>
            <a:ext cx="1074737" cy="339725"/>
          </a:xfrm>
          <a:prstGeom prst="rect">
            <a:avLst/>
          </a:prstGeom>
          <a:solidFill>
            <a:srgbClr val="CCECFF"/>
          </a:solidFill>
          <a:ln w="9525">
            <a:solidFill>
              <a:schemeClr val="tx1"/>
            </a:solidFill>
            <a:miter lim="800000"/>
            <a:headEnd/>
            <a:tailEnd/>
          </a:ln>
        </p:spPr>
        <p:txBody>
          <a:bodyPr wrap="none" anchor="ctr"/>
          <a:lstStyle/>
          <a:p>
            <a:pPr algn="ctr"/>
            <a:r>
              <a:rPr lang="zh-CN" altLang="en-US" sz="2000" b="1">
                <a:solidFill>
                  <a:srgbClr val="000099"/>
                </a:solidFill>
                <a:ea typeface="黑体" panose="02010609060101010101" pitchFamily="49" charset="-122"/>
              </a:rPr>
              <a:t>客户</a:t>
            </a:r>
          </a:p>
        </p:txBody>
      </p:sp>
      <p:sp>
        <p:nvSpPr>
          <p:cNvPr id="1899549" name="Rectangle 30"/>
          <p:cNvSpPr>
            <a:spLocks noChangeArrowheads="1"/>
          </p:cNvSpPr>
          <p:nvPr/>
        </p:nvSpPr>
        <p:spPr bwMode="auto">
          <a:xfrm>
            <a:off x="3529013" y="3452813"/>
            <a:ext cx="2905125" cy="254000"/>
          </a:xfrm>
          <a:prstGeom prst="rect">
            <a:avLst/>
          </a:prstGeom>
          <a:solidFill>
            <a:srgbClr val="FFCCFF"/>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DHCPACK</a:t>
            </a:r>
          </a:p>
        </p:txBody>
      </p:sp>
      <p:sp>
        <p:nvSpPr>
          <p:cNvPr id="1899550" name="Rectangle 31"/>
          <p:cNvSpPr>
            <a:spLocks noChangeArrowheads="1"/>
          </p:cNvSpPr>
          <p:nvPr/>
        </p:nvSpPr>
        <p:spPr bwMode="auto">
          <a:xfrm>
            <a:off x="8154988" y="3409950"/>
            <a:ext cx="1076325" cy="339725"/>
          </a:xfrm>
          <a:prstGeom prst="rect">
            <a:avLst/>
          </a:prstGeom>
          <a:solidFill>
            <a:srgbClr val="FFCCFF"/>
          </a:solidFill>
          <a:ln w="9525">
            <a:solidFill>
              <a:schemeClr val="tx1"/>
            </a:solidFill>
            <a:miter lim="800000"/>
            <a:headEnd/>
            <a:tailEnd/>
          </a:ln>
        </p:spPr>
        <p:txBody>
          <a:bodyPr wrap="none" anchor="ctr"/>
          <a:lstStyle/>
          <a:p>
            <a:pPr algn="ctr"/>
            <a:r>
              <a:rPr lang="zh-CN" altLang="en-US" sz="2000" b="1">
                <a:solidFill>
                  <a:srgbClr val="000099"/>
                </a:solidFill>
                <a:ea typeface="黑体" panose="02010609060101010101" pitchFamily="49" charset="-122"/>
              </a:rPr>
              <a:t>服务器</a:t>
            </a:r>
          </a:p>
        </p:txBody>
      </p:sp>
      <p:sp>
        <p:nvSpPr>
          <p:cNvPr id="1899551" name="Rectangle 32"/>
          <p:cNvSpPr>
            <a:spLocks noChangeArrowheads="1"/>
          </p:cNvSpPr>
          <p:nvPr/>
        </p:nvSpPr>
        <p:spPr bwMode="auto">
          <a:xfrm>
            <a:off x="7618413" y="3452813"/>
            <a:ext cx="536575" cy="254000"/>
          </a:xfrm>
          <a:prstGeom prst="rect">
            <a:avLst/>
          </a:prstGeom>
          <a:solidFill>
            <a:srgbClr val="FFCC99"/>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67</a:t>
            </a:r>
          </a:p>
        </p:txBody>
      </p:sp>
      <p:sp>
        <p:nvSpPr>
          <p:cNvPr id="1899552" name="Rectangle 33"/>
          <p:cNvSpPr>
            <a:spLocks noChangeArrowheads="1"/>
          </p:cNvSpPr>
          <p:nvPr/>
        </p:nvSpPr>
        <p:spPr bwMode="auto">
          <a:xfrm>
            <a:off x="1698625" y="3452813"/>
            <a:ext cx="754063" cy="254000"/>
          </a:xfrm>
          <a:prstGeom prst="rect">
            <a:avLst/>
          </a:prstGeom>
          <a:solidFill>
            <a:srgbClr val="CCFF99"/>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68</a:t>
            </a:r>
          </a:p>
        </p:txBody>
      </p:sp>
      <p:sp>
        <p:nvSpPr>
          <p:cNvPr id="1899553" name="Text Box 34"/>
          <p:cNvSpPr txBox="1">
            <a:spLocks noChangeArrowheads="1"/>
          </p:cNvSpPr>
          <p:nvPr/>
        </p:nvSpPr>
        <p:spPr bwMode="auto">
          <a:xfrm>
            <a:off x="1697038" y="3684588"/>
            <a:ext cx="7286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99"/>
                </a:solidFill>
                <a:ea typeface="黑体" panose="02010609060101010101" pitchFamily="49" charset="-122"/>
              </a:rPr>
              <a:t>UDP</a:t>
            </a:r>
          </a:p>
        </p:txBody>
      </p:sp>
      <p:sp>
        <p:nvSpPr>
          <p:cNvPr id="1899554" name="Text Box 35"/>
          <p:cNvSpPr txBox="1">
            <a:spLocks noChangeArrowheads="1"/>
          </p:cNvSpPr>
          <p:nvPr/>
        </p:nvSpPr>
        <p:spPr bwMode="auto">
          <a:xfrm>
            <a:off x="7419975" y="3684588"/>
            <a:ext cx="7270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99"/>
                </a:solidFill>
                <a:ea typeface="黑体" panose="02010609060101010101" pitchFamily="49" charset="-122"/>
              </a:rPr>
              <a:t>UDP</a:t>
            </a:r>
          </a:p>
        </p:txBody>
      </p:sp>
      <p:sp>
        <p:nvSpPr>
          <p:cNvPr id="1899555" name="Line 36"/>
          <p:cNvSpPr>
            <a:spLocks noChangeShapeType="1"/>
          </p:cNvSpPr>
          <p:nvPr/>
        </p:nvSpPr>
        <p:spPr bwMode="auto">
          <a:xfrm>
            <a:off x="2454275" y="4187825"/>
            <a:ext cx="5164138" cy="0"/>
          </a:xfrm>
          <a:prstGeom prst="line">
            <a:avLst/>
          </a:prstGeom>
          <a:noFill/>
          <a:ln w="57150">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899556" name="Rectangle 37"/>
          <p:cNvSpPr>
            <a:spLocks noChangeArrowheads="1"/>
          </p:cNvSpPr>
          <p:nvPr/>
        </p:nvSpPr>
        <p:spPr bwMode="auto">
          <a:xfrm>
            <a:off x="623888" y="4017963"/>
            <a:ext cx="1076325" cy="338137"/>
          </a:xfrm>
          <a:prstGeom prst="rect">
            <a:avLst/>
          </a:prstGeom>
          <a:solidFill>
            <a:srgbClr val="CCECFF"/>
          </a:solidFill>
          <a:ln w="9525">
            <a:solidFill>
              <a:schemeClr val="tx1"/>
            </a:solidFill>
            <a:miter lim="800000"/>
            <a:headEnd/>
            <a:tailEnd/>
          </a:ln>
        </p:spPr>
        <p:txBody>
          <a:bodyPr wrap="none" anchor="ctr"/>
          <a:lstStyle/>
          <a:p>
            <a:pPr algn="ctr"/>
            <a:r>
              <a:rPr lang="zh-CN" altLang="en-US" sz="2000" b="1">
                <a:solidFill>
                  <a:srgbClr val="000099"/>
                </a:solidFill>
                <a:ea typeface="黑体" panose="02010609060101010101" pitchFamily="49" charset="-122"/>
              </a:rPr>
              <a:t>客户</a:t>
            </a:r>
          </a:p>
        </p:txBody>
      </p:sp>
      <p:sp>
        <p:nvSpPr>
          <p:cNvPr id="1899557" name="Rectangle 38"/>
          <p:cNvSpPr>
            <a:spLocks noChangeArrowheads="1"/>
          </p:cNvSpPr>
          <p:nvPr/>
        </p:nvSpPr>
        <p:spPr bwMode="auto">
          <a:xfrm>
            <a:off x="3529013" y="4060825"/>
            <a:ext cx="2905125" cy="254000"/>
          </a:xfrm>
          <a:prstGeom prst="rect">
            <a:avLst/>
          </a:prstGeom>
          <a:solidFill>
            <a:srgbClr val="CCECFF"/>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DHCPREQUEST</a:t>
            </a:r>
          </a:p>
        </p:txBody>
      </p:sp>
      <p:sp>
        <p:nvSpPr>
          <p:cNvPr id="1899558" name="Rectangle 39"/>
          <p:cNvSpPr>
            <a:spLocks noChangeArrowheads="1"/>
          </p:cNvSpPr>
          <p:nvPr/>
        </p:nvSpPr>
        <p:spPr bwMode="auto">
          <a:xfrm>
            <a:off x="8154988" y="4017963"/>
            <a:ext cx="1076325" cy="338137"/>
          </a:xfrm>
          <a:prstGeom prst="rect">
            <a:avLst/>
          </a:prstGeom>
          <a:solidFill>
            <a:srgbClr val="FFCCFF"/>
          </a:solidFill>
          <a:ln w="9525">
            <a:solidFill>
              <a:schemeClr val="tx1"/>
            </a:solidFill>
            <a:miter lim="800000"/>
            <a:headEnd/>
            <a:tailEnd/>
          </a:ln>
        </p:spPr>
        <p:txBody>
          <a:bodyPr wrap="none" anchor="ctr"/>
          <a:lstStyle/>
          <a:p>
            <a:pPr algn="ctr"/>
            <a:r>
              <a:rPr lang="zh-CN" altLang="en-US" sz="2000" b="1">
                <a:solidFill>
                  <a:srgbClr val="000099"/>
                </a:solidFill>
                <a:ea typeface="黑体" panose="02010609060101010101" pitchFamily="49" charset="-122"/>
              </a:rPr>
              <a:t>服务器</a:t>
            </a:r>
          </a:p>
        </p:txBody>
      </p:sp>
      <p:sp>
        <p:nvSpPr>
          <p:cNvPr id="1899559" name="Rectangle 40"/>
          <p:cNvSpPr>
            <a:spLocks noChangeArrowheads="1"/>
          </p:cNvSpPr>
          <p:nvPr/>
        </p:nvSpPr>
        <p:spPr bwMode="auto">
          <a:xfrm>
            <a:off x="7618413" y="4060825"/>
            <a:ext cx="536575" cy="254000"/>
          </a:xfrm>
          <a:prstGeom prst="rect">
            <a:avLst/>
          </a:prstGeom>
          <a:solidFill>
            <a:srgbClr val="FFCC99"/>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67</a:t>
            </a:r>
          </a:p>
        </p:txBody>
      </p:sp>
      <p:sp>
        <p:nvSpPr>
          <p:cNvPr id="1899560" name="Rectangle 41"/>
          <p:cNvSpPr>
            <a:spLocks noChangeArrowheads="1"/>
          </p:cNvSpPr>
          <p:nvPr/>
        </p:nvSpPr>
        <p:spPr bwMode="auto">
          <a:xfrm>
            <a:off x="1700213" y="4060825"/>
            <a:ext cx="754062" cy="254000"/>
          </a:xfrm>
          <a:prstGeom prst="rect">
            <a:avLst/>
          </a:prstGeom>
          <a:solidFill>
            <a:srgbClr val="CCFF99"/>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68</a:t>
            </a:r>
          </a:p>
        </p:txBody>
      </p:sp>
      <p:sp>
        <p:nvSpPr>
          <p:cNvPr id="1899561" name="Text Box 42"/>
          <p:cNvSpPr txBox="1">
            <a:spLocks noChangeArrowheads="1"/>
          </p:cNvSpPr>
          <p:nvPr/>
        </p:nvSpPr>
        <p:spPr bwMode="auto">
          <a:xfrm>
            <a:off x="1697038" y="4292600"/>
            <a:ext cx="7286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99"/>
                </a:solidFill>
                <a:ea typeface="黑体" panose="02010609060101010101" pitchFamily="49" charset="-122"/>
              </a:rPr>
              <a:t>UDP</a:t>
            </a:r>
          </a:p>
        </p:txBody>
      </p:sp>
      <p:sp>
        <p:nvSpPr>
          <p:cNvPr id="1899562" name="Text Box 43"/>
          <p:cNvSpPr txBox="1">
            <a:spLocks noChangeArrowheads="1"/>
          </p:cNvSpPr>
          <p:nvPr/>
        </p:nvSpPr>
        <p:spPr bwMode="auto">
          <a:xfrm>
            <a:off x="7419975" y="4292600"/>
            <a:ext cx="7270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99"/>
                </a:solidFill>
                <a:ea typeface="黑体" panose="02010609060101010101" pitchFamily="49" charset="-122"/>
              </a:rPr>
              <a:t>UDP</a:t>
            </a:r>
          </a:p>
        </p:txBody>
      </p:sp>
      <p:sp>
        <p:nvSpPr>
          <p:cNvPr id="1899563" name="Line 44"/>
          <p:cNvSpPr>
            <a:spLocks noChangeShapeType="1"/>
          </p:cNvSpPr>
          <p:nvPr/>
        </p:nvSpPr>
        <p:spPr bwMode="auto">
          <a:xfrm flipH="1">
            <a:off x="2452688" y="4800600"/>
            <a:ext cx="5165725" cy="0"/>
          </a:xfrm>
          <a:prstGeom prst="line">
            <a:avLst/>
          </a:prstGeom>
          <a:noFill/>
          <a:ln w="57150">
            <a:solidFill>
              <a:schemeClr val="hlink"/>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899564" name="Rectangle 45"/>
          <p:cNvSpPr>
            <a:spLocks noChangeArrowheads="1"/>
          </p:cNvSpPr>
          <p:nvPr/>
        </p:nvSpPr>
        <p:spPr bwMode="auto">
          <a:xfrm>
            <a:off x="623888" y="4629150"/>
            <a:ext cx="1074737" cy="338138"/>
          </a:xfrm>
          <a:prstGeom prst="rect">
            <a:avLst/>
          </a:prstGeom>
          <a:solidFill>
            <a:srgbClr val="CCECFF"/>
          </a:solidFill>
          <a:ln w="9525">
            <a:solidFill>
              <a:schemeClr val="tx1"/>
            </a:solidFill>
            <a:miter lim="800000"/>
            <a:headEnd/>
            <a:tailEnd/>
          </a:ln>
        </p:spPr>
        <p:txBody>
          <a:bodyPr wrap="none" anchor="ctr"/>
          <a:lstStyle/>
          <a:p>
            <a:pPr algn="ctr"/>
            <a:r>
              <a:rPr lang="zh-CN" altLang="en-US" sz="2000" b="1">
                <a:solidFill>
                  <a:srgbClr val="000099"/>
                </a:solidFill>
                <a:ea typeface="黑体" panose="02010609060101010101" pitchFamily="49" charset="-122"/>
              </a:rPr>
              <a:t>客户</a:t>
            </a:r>
          </a:p>
        </p:txBody>
      </p:sp>
      <p:sp>
        <p:nvSpPr>
          <p:cNvPr id="1899565" name="Rectangle 46"/>
          <p:cNvSpPr>
            <a:spLocks noChangeArrowheads="1"/>
          </p:cNvSpPr>
          <p:nvPr/>
        </p:nvSpPr>
        <p:spPr bwMode="auto">
          <a:xfrm>
            <a:off x="3529013" y="4672013"/>
            <a:ext cx="2905125" cy="255587"/>
          </a:xfrm>
          <a:prstGeom prst="rect">
            <a:avLst/>
          </a:prstGeom>
          <a:solidFill>
            <a:srgbClr val="FFCCFF"/>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DHCPNACK</a:t>
            </a:r>
          </a:p>
        </p:txBody>
      </p:sp>
      <p:sp>
        <p:nvSpPr>
          <p:cNvPr id="1899566" name="Rectangle 47"/>
          <p:cNvSpPr>
            <a:spLocks noChangeArrowheads="1"/>
          </p:cNvSpPr>
          <p:nvPr/>
        </p:nvSpPr>
        <p:spPr bwMode="auto">
          <a:xfrm>
            <a:off x="8154988" y="4629150"/>
            <a:ext cx="1076325" cy="338138"/>
          </a:xfrm>
          <a:prstGeom prst="rect">
            <a:avLst/>
          </a:prstGeom>
          <a:solidFill>
            <a:srgbClr val="FFCCFF"/>
          </a:solidFill>
          <a:ln w="9525">
            <a:solidFill>
              <a:schemeClr val="tx1"/>
            </a:solidFill>
            <a:miter lim="800000"/>
            <a:headEnd/>
            <a:tailEnd/>
          </a:ln>
        </p:spPr>
        <p:txBody>
          <a:bodyPr wrap="none" anchor="ctr"/>
          <a:lstStyle/>
          <a:p>
            <a:pPr algn="ctr"/>
            <a:r>
              <a:rPr lang="zh-CN" altLang="en-US" sz="2000" b="1">
                <a:solidFill>
                  <a:srgbClr val="000099"/>
                </a:solidFill>
                <a:ea typeface="黑体" panose="02010609060101010101" pitchFamily="49" charset="-122"/>
              </a:rPr>
              <a:t>服务器</a:t>
            </a:r>
          </a:p>
        </p:txBody>
      </p:sp>
      <p:sp>
        <p:nvSpPr>
          <p:cNvPr id="1899567" name="Rectangle 48"/>
          <p:cNvSpPr>
            <a:spLocks noChangeArrowheads="1"/>
          </p:cNvSpPr>
          <p:nvPr/>
        </p:nvSpPr>
        <p:spPr bwMode="auto">
          <a:xfrm>
            <a:off x="7618413" y="4672013"/>
            <a:ext cx="536575" cy="255587"/>
          </a:xfrm>
          <a:prstGeom prst="rect">
            <a:avLst/>
          </a:prstGeom>
          <a:solidFill>
            <a:srgbClr val="FFCC99"/>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67</a:t>
            </a:r>
          </a:p>
        </p:txBody>
      </p:sp>
      <p:sp>
        <p:nvSpPr>
          <p:cNvPr id="1899568" name="Rectangle 49"/>
          <p:cNvSpPr>
            <a:spLocks noChangeArrowheads="1"/>
          </p:cNvSpPr>
          <p:nvPr/>
        </p:nvSpPr>
        <p:spPr bwMode="auto">
          <a:xfrm>
            <a:off x="1698625" y="4672013"/>
            <a:ext cx="754063" cy="255587"/>
          </a:xfrm>
          <a:prstGeom prst="rect">
            <a:avLst/>
          </a:prstGeom>
          <a:solidFill>
            <a:srgbClr val="CCFF99"/>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68</a:t>
            </a:r>
          </a:p>
        </p:txBody>
      </p:sp>
      <p:sp>
        <p:nvSpPr>
          <p:cNvPr id="1899569" name="Text Box 50"/>
          <p:cNvSpPr txBox="1">
            <a:spLocks noChangeArrowheads="1"/>
          </p:cNvSpPr>
          <p:nvPr/>
        </p:nvSpPr>
        <p:spPr bwMode="auto">
          <a:xfrm>
            <a:off x="1697038" y="4903788"/>
            <a:ext cx="7286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99"/>
                </a:solidFill>
                <a:ea typeface="黑体" panose="02010609060101010101" pitchFamily="49" charset="-122"/>
              </a:rPr>
              <a:t>UDP</a:t>
            </a:r>
          </a:p>
        </p:txBody>
      </p:sp>
      <p:sp>
        <p:nvSpPr>
          <p:cNvPr id="1899570" name="Text Box 51"/>
          <p:cNvSpPr txBox="1">
            <a:spLocks noChangeArrowheads="1"/>
          </p:cNvSpPr>
          <p:nvPr/>
        </p:nvSpPr>
        <p:spPr bwMode="auto">
          <a:xfrm>
            <a:off x="7419975" y="4903788"/>
            <a:ext cx="7270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99"/>
                </a:solidFill>
                <a:ea typeface="黑体" panose="02010609060101010101" pitchFamily="49" charset="-122"/>
              </a:rPr>
              <a:t>UDP</a:t>
            </a:r>
          </a:p>
        </p:txBody>
      </p:sp>
      <p:sp>
        <p:nvSpPr>
          <p:cNvPr id="1899571" name="Line 52"/>
          <p:cNvSpPr>
            <a:spLocks noChangeShapeType="1"/>
          </p:cNvSpPr>
          <p:nvPr/>
        </p:nvSpPr>
        <p:spPr bwMode="auto">
          <a:xfrm flipH="1">
            <a:off x="2452688" y="5411788"/>
            <a:ext cx="5165725" cy="0"/>
          </a:xfrm>
          <a:prstGeom prst="line">
            <a:avLst/>
          </a:prstGeom>
          <a:noFill/>
          <a:ln w="57150">
            <a:solidFill>
              <a:schemeClr val="hlink"/>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899572" name="Rectangle 53"/>
          <p:cNvSpPr>
            <a:spLocks noChangeArrowheads="1"/>
          </p:cNvSpPr>
          <p:nvPr/>
        </p:nvSpPr>
        <p:spPr bwMode="auto">
          <a:xfrm>
            <a:off x="623888" y="5240338"/>
            <a:ext cx="1074737" cy="338137"/>
          </a:xfrm>
          <a:prstGeom prst="rect">
            <a:avLst/>
          </a:prstGeom>
          <a:solidFill>
            <a:srgbClr val="CCECFF"/>
          </a:solidFill>
          <a:ln w="9525">
            <a:solidFill>
              <a:schemeClr val="tx1"/>
            </a:solidFill>
            <a:miter lim="800000"/>
            <a:headEnd/>
            <a:tailEnd/>
          </a:ln>
        </p:spPr>
        <p:txBody>
          <a:bodyPr wrap="none" anchor="ctr"/>
          <a:lstStyle/>
          <a:p>
            <a:pPr algn="ctr"/>
            <a:r>
              <a:rPr lang="zh-CN" altLang="en-US" sz="2000" b="1">
                <a:solidFill>
                  <a:srgbClr val="000099"/>
                </a:solidFill>
                <a:ea typeface="黑体" panose="02010609060101010101" pitchFamily="49" charset="-122"/>
              </a:rPr>
              <a:t>客户</a:t>
            </a:r>
          </a:p>
        </p:txBody>
      </p:sp>
      <p:sp>
        <p:nvSpPr>
          <p:cNvPr id="1899573" name="Rectangle 54"/>
          <p:cNvSpPr>
            <a:spLocks noChangeArrowheads="1"/>
          </p:cNvSpPr>
          <p:nvPr/>
        </p:nvSpPr>
        <p:spPr bwMode="auto">
          <a:xfrm>
            <a:off x="3529013" y="5283200"/>
            <a:ext cx="2905125" cy="255588"/>
          </a:xfrm>
          <a:prstGeom prst="rect">
            <a:avLst/>
          </a:prstGeom>
          <a:solidFill>
            <a:srgbClr val="FFCCFF"/>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DHCPACK</a:t>
            </a:r>
          </a:p>
        </p:txBody>
      </p:sp>
      <p:sp>
        <p:nvSpPr>
          <p:cNvPr id="1899574" name="Rectangle 55"/>
          <p:cNvSpPr>
            <a:spLocks noChangeArrowheads="1"/>
          </p:cNvSpPr>
          <p:nvPr/>
        </p:nvSpPr>
        <p:spPr bwMode="auto">
          <a:xfrm>
            <a:off x="8154988" y="5240338"/>
            <a:ext cx="1076325" cy="338137"/>
          </a:xfrm>
          <a:prstGeom prst="rect">
            <a:avLst/>
          </a:prstGeom>
          <a:solidFill>
            <a:srgbClr val="FFCCFF"/>
          </a:solidFill>
          <a:ln w="9525">
            <a:solidFill>
              <a:schemeClr val="tx1"/>
            </a:solidFill>
            <a:miter lim="800000"/>
            <a:headEnd/>
            <a:tailEnd/>
          </a:ln>
        </p:spPr>
        <p:txBody>
          <a:bodyPr wrap="none" anchor="ctr"/>
          <a:lstStyle/>
          <a:p>
            <a:pPr algn="ctr"/>
            <a:r>
              <a:rPr lang="zh-CN" altLang="en-US" sz="2000" b="1">
                <a:solidFill>
                  <a:srgbClr val="000099"/>
                </a:solidFill>
                <a:ea typeface="黑体" panose="02010609060101010101" pitchFamily="49" charset="-122"/>
              </a:rPr>
              <a:t>服务器</a:t>
            </a:r>
          </a:p>
        </p:txBody>
      </p:sp>
      <p:sp>
        <p:nvSpPr>
          <p:cNvPr id="1899575" name="Rectangle 56"/>
          <p:cNvSpPr>
            <a:spLocks noChangeArrowheads="1"/>
          </p:cNvSpPr>
          <p:nvPr/>
        </p:nvSpPr>
        <p:spPr bwMode="auto">
          <a:xfrm>
            <a:off x="7618413" y="5283200"/>
            <a:ext cx="536575" cy="255588"/>
          </a:xfrm>
          <a:prstGeom prst="rect">
            <a:avLst/>
          </a:prstGeom>
          <a:solidFill>
            <a:srgbClr val="FFCC99"/>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67</a:t>
            </a:r>
          </a:p>
        </p:txBody>
      </p:sp>
      <p:sp>
        <p:nvSpPr>
          <p:cNvPr id="1899576" name="Rectangle 57"/>
          <p:cNvSpPr>
            <a:spLocks noChangeArrowheads="1"/>
          </p:cNvSpPr>
          <p:nvPr/>
        </p:nvSpPr>
        <p:spPr bwMode="auto">
          <a:xfrm>
            <a:off x="1698625" y="5283200"/>
            <a:ext cx="754063" cy="255588"/>
          </a:xfrm>
          <a:prstGeom prst="rect">
            <a:avLst/>
          </a:prstGeom>
          <a:solidFill>
            <a:srgbClr val="CCFF99"/>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68</a:t>
            </a:r>
          </a:p>
        </p:txBody>
      </p:sp>
      <p:sp>
        <p:nvSpPr>
          <p:cNvPr id="1899577" name="Text Box 58"/>
          <p:cNvSpPr txBox="1">
            <a:spLocks noChangeArrowheads="1"/>
          </p:cNvSpPr>
          <p:nvPr/>
        </p:nvSpPr>
        <p:spPr bwMode="auto">
          <a:xfrm>
            <a:off x="1697038" y="5514975"/>
            <a:ext cx="7286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99"/>
                </a:solidFill>
                <a:ea typeface="黑体" panose="02010609060101010101" pitchFamily="49" charset="-122"/>
              </a:rPr>
              <a:t>UDP</a:t>
            </a:r>
          </a:p>
        </p:txBody>
      </p:sp>
      <p:sp>
        <p:nvSpPr>
          <p:cNvPr id="1899578" name="Text Box 59"/>
          <p:cNvSpPr txBox="1">
            <a:spLocks noChangeArrowheads="1"/>
          </p:cNvSpPr>
          <p:nvPr/>
        </p:nvSpPr>
        <p:spPr bwMode="auto">
          <a:xfrm>
            <a:off x="7419975" y="5514975"/>
            <a:ext cx="7270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99"/>
                </a:solidFill>
                <a:ea typeface="黑体" panose="02010609060101010101" pitchFamily="49" charset="-122"/>
              </a:rPr>
              <a:t>UDP</a:t>
            </a:r>
          </a:p>
        </p:txBody>
      </p:sp>
      <p:sp>
        <p:nvSpPr>
          <p:cNvPr id="1899579" name="Line 60"/>
          <p:cNvSpPr>
            <a:spLocks noChangeShapeType="1"/>
          </p:cNvSpPr>
          <p:nvPr/>
        </p:nvSpPr>
        <p:spPr bwMode="auto">
          <a:xfrm>
            <a:off x="2454275" y="6256338"/>
            <a:ext cx="5164138" cy="0"/>
          </a:xfrm>
          <a:prstGeom prst="line">
            <a:avLst/>
          </a:prstGeom>
          <a:noFill/>
          <a:ln w="57150">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899580" name="Rectangle 61"/>
          <p:cNvSpPr>
            <a:spLocks noChangeArrowheads="1"/>
          </p:cNvSpPr>
          <p:nvPr/>
        </p:nvSpPr>
        <p:spPr bwMode="auto">
          <a:xfrm>
            <a:off x="623888" y="6086475"/>
            <a:ext cx="1076325" cy="338138"/>
          </a:xfrm>
          <a:prstGeom prst="rect">
            <a:avLst/>
          </a:prstGeom>
          <a:solidFill>
            <a:srgbClr val="CCECFF"/>
          </a:solidFill>
          <a:ln w="9525">
            <a:solidFill>
              <a:schemeClr val="tx1"/>
            </a:solidFill>
            <a:miter lim="800000"/>
            <a:headEnd/>
            <a:tailEnd/>
          </a:ln>
        </p:spPr>
        <p:txBody>
          <a:bodyPr wrap="none" anchor="ctr"/>
          <a:lstStyle/>
          <a:p>
            <a:pPr algn="ctr"/>
            <a:r>
              <a:rPr lang="zh-CN" altLang="en-US" sz="2000" b="1">
                <a:solidFill>
                  <a:srgbClr val="000099"/>
                </a:solidFill>
                <a:ea typeface="黑体" panose="02010609060101010101" pitchFamily="49" charset="-122"/>
              </a:rPr>
              <a:t>客户</a:t>
            </a:r>
          </a:p>
        </p:txBody>
      </p:sp>
      <p:sp>
        <p:nvSpPr>
          <p:cNvPr id="1899581" name="Rectangle 62"/>
          <p:cNvSpPr>
            <a:spLocks noChangeArrowheads="1"/>
          </p:cNvSpPr>
          <p:nvPr/>
        </p:nvSpPr>
        <p:spPr bwMode="auto">
          <a:xfrm>
            <a:off x="3529013" y="6129338"/>
            <a:ext cx="2905125" cy="254000"/>
          </a:xfrm>
          <a:prstGeom prst="rect">
            <a:avLst/>
          </a:prstGeom>
          <a:solidFill>
            <a:srgbClr val="CCECFF"/>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DHCPRELEASE</a:t>
            </a:r>
          </a:p>
        </p:txBody>
      </p:sp>
      <p:sp>
        <p:nvSpPr>
          <p:cNvPr id="1899582" name="Rectangle 63"/>
          <p:cNvSpPr>
            <a:spLocks noChangeArrowheads="1"/>
          </p:cNvSpPr>
          <p:nvPr/>
        </p:nvSpPr>
        <p:spPr bwMode="auto">
          <a:xfrm>
            <a:off x="8154988" y="6086475"/>
            <a:ext cx="1076325" cy="338138"/>
          </a:xfrm>
          <a:prstGeom prst="rect">
            <a:avLst/>
          </a:prstGeom>
          <a:solidFill>
            <a:srgbClr val="FFCCFF"/>
          </a:solidFill>
          <a:ln w="9525">
            <a:solidFill>
              <a:schemeClr val="tx1"/>
            </a:solidFill>
            <a:miter lim="800000"/>
            <a:headEnd/>
            <a:tailEnd/>
          </a:ln>
        </p:spPr>
        <p:txBody>
          <a:bodyPr wrap="none" anchor="ctr"/>
          <a:lstStyle/>
          <a:p>
            <a:pPr algn="ctr"/>
            <a:r>
              <a:rPr lang="zh-CN" altLang="en-US" sz="2000" b="1">
                <a:solidFill>
                  <a:srgbClr val="000099"/>
                </a:solidFill>
                <a:ea typeface="黑体" panose="02010609060101010101" pitchFamily="49" charset="-122"/>
              </a:rPr>
              <a:t>服务器</a:t>
            </a:r>
          </a:p>
        </p:txBody>
      </p:sp>
      <p:sp>
        <p:nvSpPr>
          <p:cNvPr id="1899583" name="Rectangle 64"/>
          <p:cNvSpPr>
            <a:spLocks noChangeArrowheads="1"/>
          </p:cNvSpPr>
          <p:nvPr/>
        </p:nvSpPr>
        <p:spPr bwMode="auto">
          <a:xfrm>
            <a:off x="7618413" y="6129338"/>
            <a:ext cx="536575" cy="254000"/>
          </a:xfrm>
          <a:prstGeom prst="rect">
            <a:avLst/>
          </a:prstGeom>
          <a:solidFill>
            <a:srgbClr val="FFCC99"/>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67</a:t>
            </a:r>
          </a:p>
        </p:txBody>
      </p:sp>
      <p:sp>
        <p:nvSpPr>
          <p:cNvPr id="1899584" name="Rectangle 65"/>
          <p:cNvSpPr>
            <a:spLocks noChangeArrowheads="1"/>
          </p:cNvSpPr>
          <p:nvPr/>
        </p:nvSpPr>
        <p:spPr bwMode="auto">
          <a:xfrm>
            <a:off x="1700213" y="6129338"/>
            <a:ext cx="754062" cy="254000"/>
          </a:xfrm>
          <a:prstGeom prst="rect">
            <a:avLst/>
          </a:prstGeom>
          <a:solidFill>
            <a:srgbClr val="CCFF99"/>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68</a:t>
            </a:r>
          </a:p>
        </p:txBody>
      </p:sp>
      <p:sp>
        <p:nvSpPr>
          <p:cNvPr id="1899585" name="Text Box 66"/>
          <p:cNvSpPr txBox="1">
            <a:spLocks noChangeArrowheads="1"/>
          </p:cNvSpPr>
          <p:nvPr/>
        </p:nvSpPr>
        <p:spPr bwMode="auto">
          <a:xfrm>
            <a:off x="1697038" y="6361113"/>
            <a:ext cx="7286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99"/>
                </a:solidFill>
                <a:ea typeface="黑体" panose="02010609060101010101" pitchFamily="49" charset="-122"/>
              </a:rPr>
              <a:t>UDP</a:t>
            </a:r>
          </a:p>
        </p:txBody>
      </p:sp>
      <p:sp>
        <p:nvSpPr>
          <p:cNvPr id="1899586" name="Text Box 67"/>
          <p:cNvSpPr txBox="1">
            <a:spLocks noChangeArrowheads="1"/>
          </p:cNvSpPr>
          <p:nvPr/>
        </p:nvSpPr>
        <p:spPr bwMode="auto">
          <a:xfrm>
            <a:off x="7419975" y="6361113"/>
            <a:ext cx="7270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99"/>
                </a:solidFill>
                <a:ea typeface="黑体" panose="02010609060101010101" pitchFamily="49" charset="-122"/>
              </a:rPr>
              <a:t>UDP</a:t>
            </a:r>
          </a:p>
        </p:txBody>
      </p:sp>
      <p:sp>
        <p:nvSpPr>
          <p:cNvPr id="1899587" name="Rectangle 68"/>
          <p:cNvSpPr>
            <a:spLocks noChangeArrowheads="1"/>
          </p:cNvSpPr>
          <p:nvPr/>
        </p:nvSpPr>
        <p:spPr bwMode="auto">
          <a:xfrm>
            <a:off x="8154988" y="936625"/>
            <a:ext cx="1076325" cy="338138"/>
          </a:xfrm>
          <a:prstGeom prst="rect">
            <a:avLst/>
          </a:prstGeom>
          <a:solidFill>
            <a:srgbClr val="FFCCFF"/>
          </a:solidFill>
          <a:ln w="9525">
            <a:solidFill>
              <a:schemeClr val="tx1"/>
            </a:solidFill>
            <a:miter lim="800000"/>
            <a:headEnd/>
            <a:tailEnd/>
          </a:ln>
        </p:spPr>
        <p:txBody>
          <a:bodyPr wrap="none" anchor="ctr"/>
          <a:lstStyle/>
          <a:p>
            <a:pPr algn="ctr"/>
            <a:r>
              <a:rPr lang="zh-CN" altLang="en-US" sz="2000" b="1">
                <a:solidFill>
                  <a:srgbClr val="000099"/>
                </a:solidFill>
                <a:ea typeface="黑体" panose="02010609060101010101" pitchFamily="49" charset="-122"/>
              </a:rPr>
              <a:t>服务器</a:t>
            </a:r>
          </a:p>
        </p:txBody>
      </p:sp>
      <p:sp>
        <p:nvSpPr>
          <p:cNvPr id="1899588" name="Rectangle 69"/>
          <p:cNvSpPr>
            <a:spLocks noChangeArrowheads="1"/>
          </p:cNvSpPr>
          <p:nvPr/>
        </p:nvSpPr>
        <p:spPr bwMode="auto">
          <a:xfrm>
            <a:off x="7618413" y="977900"/>
            <a:ext cx="536575" cy="254000"/>
          </a:xfrm>
          <a:prstGeom prst="rect">
            <a:avLst/>
          </a:prstGeom>
          <a:solidFill>
            <a:srgbClr val="FFCC99"/>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67</a:t>
            </a:r>
          </a:p>
        </p:txBody>
      </p:sp>
      <p:sp>
        <p:nvSpPr>
          <p:cNvPr id="1899589" name="Text Box 70"/>
          <p:cNvSpPr txBox="1">
            <a:spLocks noChangeArrowheads="1"/>
          </p:cNvSpPr>
          <p:nvPr/>
        </p:nvSpPr>
        <p:spPr bwMode="auto">
          <a:xfrm>
            <a:off x="7419975" y="1209675"/>
            <a:ext cx="7270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99"/>
                </a:solidFill>
                <a:ea typeface="黑体" panose="02010609060101010101" pitchFamily="49" charset="-122"/>
              </a:rPr>
              <a:t>UDP</a:t>
            </a:r>
          </a:p>
        </p:txBody>
      </p:sp>
      <p:sp>
        <p:nvSpPr>
          <p:cNvPr id="1899590" name="Text Box 71"/>
          <p:cNvSpPr txBox="1">
            <a:spLocks noChangeArrowheads="1"/>
          </p:cNvSpPr>
          <p:nvPr/>
        </p:nvSpPr>
        <p:spPr bwMode="auto">
          <a:xfrm>
            <a:off x="6218238" y="692150"/>
            <a:ext cx="12112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a:solidFill>
                  <a:srgbClr val="000099"/>
                </a:solidFill>
                <a:ea typeface="黑体" panose="02010609060101010101" pitchFamily="49" charset="-122"/>
              </a:rPr>
              <a:t>被动打开</a:t>
            </a:r>
          </a:p>
        </p:txBody>
      </p:sp>
      <p:sp>
        <p:nvSpPr>
          <p:cNvPr id="1899591" name="Text Box 72"/>
          <p:cNvSpPr txBox="1">
            <a:spLocks noChangeArrowheads="1"/>
          </p:cNvSpPr>
          <p:nvPr/>
        </p:nvSpPr>
        <p:spPr bwMode="auto">
          <a:xfrm>
            <a:off x="9237663" y="820738"/>
            <a:ext cx="5048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800" b="1">
                <a:solidFill>
                  <a:srgbClr val="000099"/>
                </a:solidFill>
                <a:ea typeface="黑体" panose="02010609060101010101" pitchFamily="49" charset="-122"/>
                <a:sym typeface="Wingdings" panose="05000000000000000000" pitchFamily="2" charset="2"/>
              </a:rPr>
              <a:t></a:t>
            </a:r>
          </a:p>
        </p:txBody>
      </p:sp>
      <p:sp>
        <p:nvSpPr>
          <p:cNvPr id="1899592" name="Text Box 73"/>
          <p:cNvSpPr txBox="1">
            <a:spLocks noChangeArrowheads="1"/>
          </p:cNvSpPr>
          <p:nvPr/>
        </p:nvSpPr>
        <p:spPr bwMode="auto">
          <a:xfrm>
            <a:off x="85725" y="1435100"/>
            <a:ext cx="5048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800" b="1">
                <a:solidFill>
                  <a:srgbClr val="000099"/>
                </a:solidFill>
                <a:ea typeface="黑体" panose="02010609060101010101" pitchFamily="49" charset="-122"/>
                <a:sym typeface="Wingdings" panose="05000000000000000000" pitchFamily="2" charset="2"/>
              </a:rPr>
              <a:t></a:t>
            </a:r>
          </a:p>
        </p:txBody>
      </p:sp>
      <p:sp>
        <p:nvSpPr>
          <p:cNvPr id="1899593" name="Text Box 74"/>
          <p:cNvSpPr txBox="1">
            <a:spLocks noChangeArrowheads="1"/>
          </p:cNvSpPr>
          <p:nvPr/>
        </p:nvSpPr>
        <p:spPr bwMode="auto">
          <a:xfrm>
            <a:off x="9237663" y="2057400"/>
            <a:ext cx="5048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800" b="1">
                <a:solidFill>
                  <a:srgbClr val="000099"/>
                </a:solidFill>
                <a:ea typeface="黑体" panose="02010609060101010101" pitchFamily="49" charset="-122"/>
                <a:sym typeface="Wingdings" panose="05000000000000000000" pitchFamily="2" charset="2"/>
              </a:rPr>
              <a:t></a:t>
            </a:r>
          </a:p>
        </p:txBody>
      </p:sp>
      <p:sp>
        <p:nvSpPr>
          <p:cNvPr id="1899594" name="Text Box 75"/>
          <p:cNvSpPr txBox="1">
            <a:spLocks noChangeArrowheads="1"/>
          </p:cNvSpPr>
          <p:nvPr/>
        </p:nvSpPr>
        <p:spPr bwMode="auto">
          <a:xfrm>
            <a:off x="85725" y="2654300"/>
            <a:ext cx="5048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800" b="1">
                <a:solidFill>
                  <a:srgbClr val="000099"/>
                </a:solidFill>
                <a:ea typeface="黑体" panose="02010609060101010101" pitchFamily="49" charset="-122"/>
                <a:sym typeface="Wingdings" panose="05000000000000000000" pitchFamily="2" charset="2"/>
              </a:rPr>
              <a:t></a:t>
            </a:r>
          </a:p>
        </p:txBody>
      </p:sp>
      <p:sp>
        <p:nvSpPr>
          <p:cNvPr id="1899595" name="Text Box 76"/>
          <p:cNvSpPr txBox="1">
            <a:spLocks noChangeArrowheads="1"/>
          </p:cNvSpPr>
          <p:nvPr/>
        </p:nvSpPr>
        <p:spPr bwMode="auto">
          <a:xfrm>
            <a:off x="9231313" y="3278188"/>
            <a:ext cx="50641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800" b="1">
                <a:solidFill>
                  <a:srgbClr val="000099"/>
                </a:solidFill>
                <a:ea typeface="黑体" panose="02010609060101010101" pitchFamily="49" charset="-122"/>
                <a:sym typeface="Wingdings" panose="05000000000000000000" pitchFamily="2" charset="2"/>
              </a:rPr>
              <a:t></a:t>
            </a:r>
          </a:p>
        </p:txBody>
      </p:sp>
      <p:sp>
        <p:nvSpPr>
          <p:cNvPr id="1899596" name="Text Box 77"/>
          <p:cNvSpPr txBox="1">
            <a:spLocks noChangeArrowheads="1"/>
          </p:cNvSpPr>
          <p:nvPr/>
        </p:nvSpPr>
        <p:spPr bwMode="auto">
          <a:xfrm>
            <a:off x="85725" y="3902075"/>
            <a:ext cx="5048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800" b="1">
                <a:solidFill>
                  <a:srgbClr val="000099"/>
                </a:solidFill>
                <a:ea typeface="黑体" panose="02010609060101010101" pitchFamily="49" charset="-122"/>
                <a:sym typeface="Wingdings" panose="05000000000000000000" pitchFamily="2" charset="2"/>
              </a:rPr>
              <a:t></a:t>
            </a:r>
          </a:p>
        </p:txBody>
      </p:sp>
      <p:sp>
        <p:nvSpPr>
          <p:cNvPr id="1899597" name="Text Box 78"/>
          <p:cNvSpPr txBox="1">
            <a:spLocks noChangeArrowheads="1"/>
          </p:cNvSpPr>
          <p:nvPr/>
        </p:nvSpPr>
        <p:spPr bwMode="auto">
          <a:xfrm>
            <a:off x="9231313" y="4486275"/>
            <a:ext cx="50641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800" b="1">
                <a:solidFill>
                  <a:srgbClr val="000099"/>
                </a:solidFill>
                <a:ea typeface="黑体" panose="02010609060101010101" pitchFamily="49" charset="-122"/>
                <a:sym typeface="Wingdings" panose="05000000000000000000" pitchFamily="2" charset="2"/>
              </a:rPr>
              <a:t></a:t>
            </a:r>
          </a:p>
        </p:txBody>
      </p:sp>
      <p:sp>
        <p:nvSpPr>
          <p:cNvPr id="1899598" name="Text Box 79"/>
          <p:cNvSpPr txBox="1">
            <a:spLocks noChangeArrowheads="1"/>
          </p:cNvSpPr>
          <p:nvPr/>
        </p:nvSpPr>
        <p:spPr bwMode="auto">
          <a:xfrm>
            <a:off x="9231313" y="5110163"/>
            <a:ext cx="50641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800" b="1">
                <a:solidFill>
                  <a:srgbClr val="000099"/>
                </a:solidFill>
                <a:ea typeface="黑体" panose="02010609060101010101" pitchFamily="49" charset="-122"/>
                <a:sym typeface="Wingdings" panose="05000000000000000000" pitchFamily="2" charset="2"/>
              </a:rPr>
              <a:t></a:t>
            </a:r>
          </a:p>
        </p:txBody>
      </p:sp>
      <p:sp>
        <p:nvSpPr>
          <p:cNvPr id="1899599" name="Text Box 80"/>
          <p:cNvSpPr txBox="1">
            <a:spLocks noChangeArrowheads="1"/>
          </p:cNvSpPr>
          <p:nvPr/>
        </p:nvSpPr>
        <p:spPr bwMode="auto">
          <a:xfrm rot="-5400000">
            <a:off x="4385469" y="5480844"/>
            <a:ext cx="6477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3600" b="1">
                <a:solidFill>
                  <a:srgbClr val="000099"/>
                </a:solidFill>
                <a:ea typeface="黑体" panose="02010609060101010101" pitchFamily="49" charset="-122"/>
              </a:rPr>
              <a:t>…</a:t>
            </a:r>
          </a:p>
        </p:txBody>
      </p:sp>
      <p:sp>
        <p:nvSpPr>
          <p:cNvPr id="1899600" name="Text Box 81"/>
          <p:cNvSpPr txBox="1">
            <a:spLocks noChangeArrowheads="1"/>
          </p:cNvSpPr>
          <p:nvPr/>
        </p:nvSpPr>
        <p:spPr bwMode="auto">
          <a:xfrm>
            <a:off x="85725" y="5892800"/>
            <a:ext cx="5048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800" b="1">
                <a:solidFill>
                  <a:srgbClr val="000099"/>
                </a:solidFill>
                <a:ea typeface="黑体" panose="02010609060101010101" pitchFamily="49" charset="-122"/>
                <a:sym typeface="Wingdings" panose="05000000000000000000" pitchFamily="2" charset="2"/>
              </a:rPr>
              <a:t></a:t>
            </a:r>
          </a:p>
        </p:txBody>
      </p:sp>
      <p:sp>
        <p:nvSpPr>
          <p:cNvPr id="1899601" name="Rectangle 83"/>
          <p:cNvSpPr>
            <a:spLocks noChangeArrowheads="1"/>
          </p:cNvSpPr>
          <p:nvPr/>
        </p:nvSpPr>
        <p:spPr bwMode="auto">
          <a:xfrm>
            <a:off x="0" y="4622800"/>
            <a:ext cx="9906000" cy="2235200"/>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zh-CN" sz="2800" b="1">
              <a:solidFill>
                <a:srgbClr val="000099"/>
              </a:solidFill>
              <a:ea typeface="宋体" panose="02010600030101010101" pitchFamily="2" charset="-122"/>
            </a:endParaRPr>
          </a:p>
        </p:txBody>
      </p:sp>
      <p:sp>
        <p:nvSpPr>
          <p:cNvPr id="1899602" name="Text Box 85"/>
          <p:cNvSpPr txBox="1">
            <a:spLocks noChangeArrowheads="1"/>
          </p:cNvSpPr>
          <p:nvPr/>
        </p:nvSpPr>
        <p:spPr bwMode="auto">
          <a:xfrm>
            <a:off x="508000" y="4941888"/>
            <a:ext cx="9126538" cy="1077912"/>
          </a:xfrm>
          <a:prstGeom prst="rect">
            <a:avLst/>
          </a:prstGeom>
          <a:solidFill>
            <a:srgbClr val="FFFF99"/>
          </a:solidFill>
          <a:ln w="9525">
            <a:solidFill>
              <a:srgbClr val="333399"/>
            </a:solidFill>
            <a:miter lim="800000"/>
            <a:headEnd/>
            <a:tailEnd/>
          </a:ln>
        </p:spPr>
        <p:txBody>
          <a:bodyPr>
            <a:spAutoFit/>
          </a:bodyPr>
          <a:lstStyle/>
          <a:p>
            <a:pPr algn="just"/>
            <a:r>
              <a:rPr lang="en-US" altLang="zh-CN" sz="3600" b="1">
                <a:solidFill>
                  <a:srgbClr val="000099"/>
                </a:solidFill>
                <a:ea typeface="黑体" panose="02010609060101010101" pitchFamily="49" charset="-122"/>
                <a:sym typeface="Wingdings" panose="05000000000000000000" pitchFamily="2" charset="2"/>
              </a:rPr>
              <a:t></a:t>
            </a:r>
            <a:r>
              <a:rPr lang="zh-CN" altLang="en-US" sz="2800" b="1">
                <a:solidFill>
                  <a:srgbClr val="000099"/>
                </a:solidFill>
                <a:ea typeface="黑体" panose="02010609060101010101" pitchFamily="49" charset="-122"/>
              </a:rPr>
              <a:t>：租用期过了一半（</a:t>
            </a:r>
            <a:r>
              <a:rPr lang="en-US" altLang="zh-CN" sz="2800" b="1">
                <a:solidFill>
                  <a:srgbClr val="000099"/>
                </a:solidFill>
                <a:ea typeface="黑体" panose="02010609060101010101" pitchFamily="49" charset="-122"/>
              </a:rPr>
              <a:t>T1 </a:t>
            </a:r>
            <a:r>
              <a:rPr lang="zh-CN" altLang="en-US" sz="2800" b="1">
                <a:solidFill>
                  <a:srgbClr val="000099"/>
                </a:solidFill>
                <a:ea typeface="黑体" panose="02010609060101010101" pitchFamily="49" charset="-122"/>
              </a:rPr>
              <a:t>时间到），</a:t>
            </a:r>
            <a:r>
              <a:rPr lang="en-US" altLang="zh-CN" sz="2800" b="1">
                <a:solidFill>
                  <a:srgbClr val="000099"/>
                </a:solidFill>
                <a:ea typeface="黑体" panose="02010609060101010101" pitchFamily="49" charset="-122"/>
              </a:rPr>
              <a:t>DHCP </a:t>
            </a:r>
            <a:r>
              <a:rPr lang="zh-CN" altLang="en-US" sz="2800" b="1">
                <a:solidFill>
                  <a:srgbClr val="000099"/>
                </a:solidFill>
                <a:ea typeface="黑体" panose="02010609060101010101" pitchFamily="49" charset="-122"/>
              </a:rPr>
              <a:t>发送</a:t>
            </a:r>
          </a:p>
          <a:p>
            <a:pPr algn="just"/>
            <a:r>
              <a:rPr lang="zh-CN" altLang="en-US" sz="2800" b="1">
                <a:solidFill>
                  <a:srgbClr val="000099"/>
                </a:solidFill>
                <a:ea typeface="黑体" panose="02010609060101010101" pitchFamily="49" charset="-122"/>
              </a:rPr>
              <a:t>       请求报文 </a:t>
            </a:r>
            <a:r>
              <a:rPr lang="en-US" altLang="zh-CN" sz="2800" b="1">
                <a:solidFill>
                  <a:srgbClr val="000099"/>
                </a:solidFill>
                <a:ea typeface="黑体" panose="02010609060101010101" pitchFamily="49" charset="-122"/>
              </a:rPr>
              <a:t>DHCPREQUEST </a:t>
            </a:r>
            <a:r>
              <a:rPr lang="zh-CN" altLang="en-US" sz="2800" b="1">
                <a:solidFill>
                  <a:srgbClr val="000099"/>
                </a:solidFill>
                <a:ea typeface="黑体" panose="02010609060101010101" pitchFamily="49" charset="-122"/>
              </a:rPr>
              <a:t>要求更新租用期。 </a:t>
            </a:r>
          </a:p>
        </p:txBody>
      </p:sp>
      <p:sp>
        <p:nvSpPr>
          <p:cNvPr id="1899603" name="灯片编号占位符 2"/>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5A7C0292-5584-43CE-9D1A-83851F74F572}" type="slidenum">
              <a:rPr lang="zh-CN" altLang="en-US" smtClean="0"/>
              <a:pPr/>
              <a:t>54</a:t>
            </a:fld>
            <a:endParaRPr lang="en-US" altLang="zh-CN" smtClean="0"/>
          </a:p>
        </p:txBody>
      </p:sp>
      <p:sp>
        <p:nvSpPr>
          <p:cNvPr id="1899604" name="页脚占位符 3"/>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en-US" altLang="zh-CN" smtClean="0"/>
              <a:t>ppt课件</a:t>
            </a:r>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1569" name="Rectangle 2"/>
          <p:cNvSpPr>
            <a:spLocks noGrp="1" noChangeArrowheads="1"/>
          </p:cNvSpPr>
          <p:nvPr>
            <p:ph type="title" idx="4294967295"/>
          </p:nvPr>
        </p:nvSpPr>
        <p:spPr>
          <a:xfrm>
            <a:off x="661988" y="188913"/>
            <a:ext cx="8442325" cy="539750"/>
          </a:xfrm>
        </p:spPr>
        <p:txBody>
          <a:bodyPr/>
          <a:lstStyle/>
          <a:p>
            <a:pPr algn="ctr"/>
            <a:r>
              <a:rPr lang="en-US" altLang="zh-CN" smtClean="0">
                <a:ea typeface="黑体" panose="02010609060101010101" pitchFamily="49" charset="-122"/>
              </a:rPr>
              <a:t>DHCP </a:t>
            </a:r>
            <a:r>
              <a:rPr lang="zh-CN" altLang="zh-CN" smtClean="0">
                <a:ea typeface="黑体" panose="02010609060101010101" pitchFamily="49" charset="-122"/>
              </a:rPr>
              <a:t>协议的工作过程 </a:t>
            </a:r>
          </a:p>
        </p:txBody>
      </p:sp>
      <p:sp>
        <p:nvSpPr>
          <p:cNvPr id="1901570" name="Line 3"/>
          <p:cNvSpPr>
            <a:spLocks noChangeShapeType="1"/>
          </p:cNvSpPr>
          <p:nvPr/>
        </p:nvSpPr>
        <p:spPr bwMode="auto">
          <a:xfrm flipH="1">
            <a:off x="6130925" y="1100138"/>
            <a:ext cx="1506538" cy="0"/>
          </a:xfrm>
          <a:prstGeom prst="line">
            <a:avLst/>
          </a:prstGeom>
          <a:noFill/>
          <a:ln w="57150">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ea typeface="宋体" panose="02010600030101010101" pitchFamily="2" charset="-122"/>
            </a:endParaRPr>
          </a:p>
        </p:txBody>
      </p:sp>
      <p:sp>
        <p:nvSpPr>
          <p:cNvPr id="1901571" name="Line 4"/>
          <p:cNvSpPr>
            <a:spLocks noChangeShapeType="1"/>
          </p:cNvSpPr>
          <p:nvPr/>
        </p:nvSpPr>
        <p:spPr bwMode="auto">
          <a:xfrm>
            <a:off x="2454275" y="1747838"/>
            <a:ext cx="5164138" cy="0"/>
          </a:xfrm>
          <a:prstGeom prst="line">
            <a:avLst/>
          </a:prstGeom>
          <a:noFill/>
          <a:ln w="57150">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ea typeface="宋体" panose="02010600030101010101" pitchFamily="2" charset="-122"/>
            </a:endParaRPr>
          </a:p>
        </p:txBody>
      </p:sp>
      <p:sp>
        <p:nvSpPr>
          <p:cNvPr id="1901572" name="Rectangle 5"/>
          <p:cNvSpPr>
            <a:spLocks noChangeArrowheads="1"/>
          </p:cNvSpPr>
          <p:nvPr/>
        </p:nvSpPr>
        <p:spPr bwMode="auto">
          <a:xfrm>
            <a:off x="623888" y="1576388"/>
            <a:ext cx="1076325" cy="341312"/>
          </a:xfrm>
          <a:prstGeom prst="rect">
            <a:avLst/>
          </a:prstGeom>
          <a:solidFill>
            <a:srgbClr val="CCECFF"/>
          </a:solidFill>
          <a:ln w="9525">
            <a:solidFill>
              <a:schemeClr val="tx1"/>
            </a:solidFill>
            <a:miter lim="800000"/>
            <a:headEnd/>
            <a:tailEnd/>
          </a:ln>
        </p:spPr>
        <p:txBody>
          <a:bodyPr wrap="none" anchor="ctr"/>
          <a:lstStyle/>
          <a:p>
            <a:pPr algn="ctr"/>
            <a:r>
              <a:rPr lang="zh-CN" altLang="en-US" sz="2000" b="1">
                <a:solidFill>
                  <a:srgbClr val="333399"/>
                </a:solidFill>
                <a:ea typeface="黑体" panose="02010609060101010101" pitchFamily="49" charset="-122"/>
              </a:rPr>
              <a:t>客户</a:t>
            </a:r>
          </a:p>
        </p:txBody>
      </p:sp>
      <p:sp>
        <p:nvSpPr>
          <p:cNvPr id="1901573" name="Rectangle 6"/>
          <p:cNvSpPr>
            <a:spLocks noChangeArrowheads="1"/>
          </p:cNvSpPr>
          <p:nvPr/>
        </p:nvSpPr>
        <p:spPr bwMode="auto">
          <a:xfrm>
            <a:off x="3529013" y="1617663"/>
            <a:ext cx="2905125" cy="257175"/>
          </a:xfrm>
          <a:prstGeom prst="rect">
            <a:avLst/>
          </a:prstGeom>
          <a:solidFill>
            <a:srgbClr val="CCECFF"/>
          </a:solidFill>
          <a:ln w="9525">
            <a:solidFill>
              <a:schemeClr val="tx1"/>
            </a:solidFill>
            <a:miter lim="800000"/>
            <a:headEnd/>
            <a:tailEnd/>
          </a:ln>
        </p:spPr>
        <p:txBody>
          <a:bodyPr wrap="none" anchor="ctr"/>
          <a:lstStyle/>
          <a:p>
            <a:pPr algn="ctr"/>
            <a:r>
              <a:rPr lang="en-US" altLang="zh-CN" sz="2000" b="1">
                <a:solidFill>
                  <a:srgbClr val="333399"/>
                </a:solidFill>
                <a:ea typeface="黑体" panose="02010609060101010101" pitchFamily="49" charset="-122"/>
              </a:rPr>
              <a:t>DHCPDISCOVER</a:t>
            </a:r>
          </a:p>
        </p:txBody>
      </p:sp>
      <p:sp>
        <p:nvSpPr>
          <p:cNvPr id="1901574" name="Rectangle 7"/>
          <p:cNvSpPr>
            <a:spLocks noChangeArrowheads="1"/>
          </p:cNvSpPr>
          <p:nvPr/>
        </p:nvSpPr>
        <p:spPr bwMode="auto">
          <a:xfrm>
            <a:off x="8154988" y="1576388"/>
            <a:ext cx="1076325" cy="341312"/>
          </a:xfrm>
          <a:prstGeom prst="rect">
            <a:avLst/>
          </a:prstGeom>
          <a:solidFill>
            <a:srgbClr val="FFCCFF"/>
          </a:solidFill>
          <a:ln w="9525">
            <a:solidFill>
              <a:schemeClr val="tx1"/>
            </a:solidFill>
            <a:miter lim="800000"/>
            <a:headEnd/>
            <a:tailEnd/>
          </a:ln>
        </p:spPr>
        <p:txBody>
          <a:bodyPr wrap="none" anchor="ctr"/>
          <a:lstStyle/>
          <a:p>
            <a:pPr algn="ctr"/>
            <a:r>
              <a:rPr lang="zh-CN" altLang="en-US" sz="2000" b="1">
                <a:solidFill>
                  <a:srgbClr val="333399"/>
                </a:solidFill>
                <a:ea typeface="黑体" panose="02010609060101010101" pitchFamily="49" charset="-122"/>
              </a:rPr>
              <a:t>服务器</a:t>
            </a:r>
          </a:p>
        </p:txBody>
      </p:sp>
      <p:sp>
        <p:nvSpPr>
          <p:cNvPr id="1901575" name="Rectangle 8"/>
          <p:cNvSpPr>
            <a:spLocks noChangeArrowheads="1"/>
          </p:cNvSpPr>
          <p:nvPr/>
        </p:nvSpPr>
        <p:spPr bwMode="auto">
          <a:xfrm>
            <a:off x="7618413" y="1617663"/>
            <a:ext cx="536575" cy="257175"/>
          </a:xfrm>
          <a:prstGeom prst="rect">
            <a:avLst/>
          </a:prstGeom>
          <a:solidFill>
            <a:srgbClr val="FFCC99"/>
          </a:solidFill>
          <a:ln w="9525">
            <a:solidFill>
              <a:schemeClr val="tx1"/>
            </a:solidFill>
            <a:miter lim="800000"/>
            <a:headEnd/>
            <a:tailEnd/>
          </a:ln>
        </p:spPr>
        <p:txBody>
          <a:bodyPr wrap="none" anchor="ctr"/>
          <a:lstStyle/>
          <a:p>
            <a:pPr algn="ctr"/>
            <a:r>
              <a:rPr lang="en-US" altLang="zh-CN" sz="2000" b="1">
                <a:solidFill>
                  <a:srgbClr val="333399"/>
                </a:solidFill>
                <a:ea typeface="黑体" panose="02010609060101010101" pitchFamily="49" charset="-122"/>
              </a:rPr>
              <a:t>67</a:t>
            </a:r>
          </a:p>
        </p:txBody>
      </p:sp>
      <p:sp>
        <p:nvSpPr>
          <p:cNvPr id="1901576" name="Rectangle 9"/>
          <p:cNvSpPr>
            <a:spLocks noChangeArrowheads="1"/>
          </p:cNvSpPr>
          <p:nvPr/>
        </p:nvSpPr>
        <p:spPr bwMode="auto">
          <a:xfrm>
            <a:off x="1700213" y="1617663"/>
            <a:ext cx="754062" cy="257175"/>
          </a:xfrm>
          <a:prstGeom prst="rect">
            <a:avLst/>
          </a:prstGeom>
          <a:solidFill>
            <a:srgbClr val="CCFF99"/>
          </a:solidFill>
          <a:ln w="9525">
            <a:solidFill>
              <a:schemeClr val="tx1"/>
            </a:solidFill>
            <a:miter lim="800000"/>
            <a:headEnd/>
            <a:tailEnd/>
          </a:ln>
        </p:spPr>
        <p:txBody>
          <a:bodyPr wrap="none" anchor="ctr"/>
          <a:lstStyle/>
          <a:p>
            <a:pPr algn="ctr"/>
            <a:r>
              <a:rPr lang="en-US" altLang="zh-CN" sz="2000" b="1">
                <a:solidFill>
                  <a:srgbClr val="333399"/>
                </a:solidFill>
                <a:ea typeface="黑体" panose="02010609060101010101" pitchFamily="49" charset="-122"/>
              </a:rPr>
              <a:t>68</a:t>
            </a:r>
          </a:p>
        </p:txBody>
      </p:sp>
      <p:sp>
        <p:nvSpPr>
          <p:cNvPr id="1901577" name="Text Box 10"/>
          <p:cNvSpPr txBox="1">
            <a:spLocks noChangeArrowheads="1"/>
          </p:cNvSpPr>
          <p:nvPr/>
        </p:nvSpPr>
        <p:spPr bwMode="auto">
          <a:xfrm>
            <a:off x="1697038" y="1854200"/>
            <a:ext cx="7286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333399"/>
                </a:solidFill>
                <a:ea typeface="黑体" panose="02010609060101010101" pitchFamily="49" charset="-122"/>
              </a:rPr>
              <a:t>UDP</a:t>
            </a:r>
          </a:p>
        </p:txBody>
      </p:sp>
      <p:sp>
        <p:nvSpPr>
          <p:cNvPr id="1901578" name="Text Box 11"/>
          <p:cNvSpPr txBox="1">
            <a:spLocks noChangeArrowheads="1"/>
          </p:cNvSpPr>
          <p:nvPr/>
        </p:nvSpPr>
        <p:spPr bwMode="auto">
          <a:xfrm>
            <a:off x="7419975" y="1851025"/>
            <a:ext cx="7270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333399"/>
                </a:solidFill>
                <a:ea typeface="黑体" panose="02010609060101010101" pitchFamily="49" charset="-122"/>
              </a:rPr>
              <a:t>UDP</a:t>
            </a:r>
          </a:p>
        </p:txBody>
      </p:sp>
      <p:sp>
        <p:nvSpPr>
          <p:cNvPr id="1901579" name="Line 12"/>
          <p:cNvSpPr>
            <a:spLocks noChangeShapeType="1"/>
          </p:cNvSpPr>
          <p:nvPr/>
        </p:nvSpPr>
        <p:spPr bwMode="auto">
          <a:xfrm flipH="1">
            <a:off x="2452688" y="2359025"/>
            <a:ext cx="5165725" cy="0"/>
          </a:xfrm>
          <a:prstGeom prst="line">
            <a:avLst/>
          </a:prstGeom>
          <a:noFill/>
          <a:ln w="57150">
            <a:solidFill>
              <a:schemeClr val="hlink"/>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ea typeface="宋体" panose="02010600030101010101" pitchFamily="2" charset="-122"/>
            </a:endParaRPr>
          </a:p>
        </p:txBody>
      </p:sp>
      <p:sp>
        <p:nvSpPr>
          <p:cNvPr id="1901580" name="Rectangle 13"/>
          <p:cNvSpPr>
            <a:spLocks noChangeArrowheads="1"/>
          </p:cNvSpPr>
          <p:nvPr/>
        </p:nvSpPr>
        <p:spPr bwMode="auto">
          <a:xfrm>
            <a:off x="623888" y="2187575"/>
            <a:ext cx="1074737" cy="339725"/>
          </a:xfrm>
          <a:prstGeom prst="rect">
            <a:avLst/>
          </a:prstGeom>
          <a:solidFill>
            <a:srgbClr val="CCECFF"/>
          </a:solidFill>
          <a:ln w="9525">
            <a:solidFill>
              <a:schemeClr val="tx1"/>
            </a:solidFill>
            <a:miter lim="800000"/>
            <a:headEnd/>
            <a:tailEnd/>
          </a:ln>
        </p:spPr>
        <p:txBody>
          <a:bodyPr wrap="none" anchor="ctr"/>
          <a:lstStyle/>
          <a:p>
            <a:pPr algn="ctr"/>
            <a:r>
              <a:rPr lang="zh-CN" altLang="en-US" sz="2000" b="1">
                <a:solidFill>
                  <a:srgbClr val="333399"/>
                </a:solidFill>
                <a:ea typeface="黑体" panose="02010609060101010101" pitchFamily="49" charset="-122"/>
              </a:rPr>
              <a:t>客户</a:t>
            </a:r>
          </a:p>
        </p:txBody>
      </p:sp>
      <p:sp>
        <p:nvSpPr>
          <p:cNvPr id="1901581" name="Rectangle 14"/>
          <p:cNvSpPr>
            <a:spLocks noChangeArrowheads="1"/>
          </p:cNvSpPr>
          <p:nvPr/>
        </p:nvSpPr>
        <p:spPr bwMode="auto">
          <a:xfrm>
            <a:off x="3529013" y="2230438"/>
            <a:ext cx="2905125" cy="255587"/>
          </a:xfrm>
          <a:prstGeom prst="rect">
            <a:avLst/>
          </a:prstGeom>
          <a:solidFill>
            <a:srgbClr val="FFCCFF"/>
          </a:solidFill>
          <a:ln w="9525">
            <a:solidFill>
              <a:schemeClr val="tx1"/>
            </a:solidFill>
            <a:miter lim="800000"/>
            <a:headEnd/>
            <a:tailEnd/>
          </a:ln>
        </p:spPr>
        <p:txBody>
          <a:bodyPr wrap="none" anchor="ctr"/>
          <a:lstStyle/>
          <a:p>
            <a:pPr algn="ctr"/>
            <a:r>
              <a:rPr lang="en-US" altLang="zh-CN" sz="2000" b="1">
                <a:solidFill>
                  <a:srgbClr val="333399"/>
                </a:solidFill>
                <a:ea typeface="黑体" panose="02010609060101010101" pitchFamily="49" charset="-122"/>
              </a:rPr>
              <a:t>DHCPOFFER</a:t>
            </a:r>
          </a:p>
        </p:txBody>
      </p:sp>
      <p:sp>
        <p:nvSpPr>
          <p:cNvPr id="1901582" name="Rectangle 15"/>
          <p:cNvSpPr>
            <a:spLocks noChangeArrowheads="1"/>
          </p:cNvSpPr>
          <p:nvPr/>
        </p:nvSpPr>
        <p:spPr bwMode="auto">
          <a:xfrm>
            <a:off x="8154988" y="2187575"/>
            <a:ext cx="1076325" cy="339725"/>
          </a:xfrm>
          <a:prstGeom prst="rect">
            <a:avLst/>
          </a:prstGeom>
          <a:solidFill>
            <a:srgbClr val="FFCCFF"/>
          </a:solidFill>
          <a:ln w="9525">
            <a:solidFill>
              <a:schemeClr val="tx1"/>
            </a:solidFill>
            <a:miter lim="800000"/>
            <a:headEnd/>
            <a:tailEnd/>
          </a:ln>
        </p:spPr>
        <p:txBody>
          <a:bodyPr wrap="none" anchor="ctr"/>
          <a:lstStyle/>
          <a:p>
            <a:pPr algn="ctr"/>
            <a:r>
              <a:rPr lang="zh-CN" altLang="en-US" sz="2000" b="1">
                <a:solidFill>
                  <a:srgbClr val="333399"/>
                </a:solidFill>
                <a:ea typeface="黑体" panose="02010609060101010101" pitchFamily="49" charset="-122"/>
              </a:rPr>
              <a:t>服务器</a:t>
            </a:r>
          </a:p>
        </p:txBody>
      </p:sp>
      <p:sp>
        <p:nvSpPr>
          <p:cNvPr id="1901583" name="Rectangle 16"/>
          <p:cNvSpPr>
            <a:spLocks noChangeArrowheads="1"/>
          </p:cNvSpPr>
          <p:nvPr/>
        </p:nvSpPr>
        <p:spPr bwMode="auto">
          <a:xfrm>
            <a:off x="7618413" y="2230438"/>
            <a:ext cx="536575" cy="255587"/>
          </a:xfrm>
          <a:prstGeom prst="rect">
            <a:avLst/>
          </a:prstGeom>
          <a:solidFill>
            <a:srgbClr val="FFCC99"/>
          </a:solidFill>
          <a:ln w="9525">
            <a:solidFill>
              <a:schemeClr val="tx1"/>
            </a:solidFill>
            <a:miter lim="800000"/>
            <a:headEnd/>
            <a:tailEnd/>
          </a:ln>
        </p:spPr>
        <p:txBody>
          <a:bodyPr wrap="none" anchor="ctr"/>
          <a:lstStyle/>
          <a:p>
            <a:pPr algn="ctr"/>
            <a:r>
              <a:rPr lang="en-US" altLang="zh-CN" sz="2000" b="1">
                <a:solidFill>
                  <a:srgbClr val="333399"/>
                </a:solidFill>
                <a:ea typeface="黑体" panose="02010609060101010101" pitchFamily="49" charset="-122"/>
              </a:rPr>
              <a:t>67</a:t>
            </a:r>
          </a:p>
        </p:txBody>
      </p:sp>
      <p:sp>
        <p:nvSpPr>
          <p:cNvPr id="1901584" name="Rectangle 17"/>
          <p:cNvSpPr>
            <a:spLocks noChangeArrowheads="1"/>
          </p:cNvSpPr>
          <p:nvPr/>
        </p:nvSpPr>
        <p:spPr bwMode="auto">
          <a:xfrm>
            <a:off x="1698625" y="2230438"/>
            <a:ext cx="754063" cy="255587"/>
          </a:xfrm>
          <a:prstGeom prst="rect">
            <a:avLst/>
          </a:prstGeom>
          <a:solidFill>
            <a:srgbClr val="CCFF99"/>
          </a:solidFill>
          <a:ln w="9525">
            <a:solidFill>
              <a:schemeClr val="tx1"/>
            </a:solidFill>
            <a:miter lim="800000"/>
            <a:headEnd/>
            <a:tailEnd/>
          </a:ln>
        </p:spPr>
        <p:txBody>
          <a:bodyPr wrap="none" anchor="ctr"/>
          <a:lstStyle/>
          <a:p>
            <a:pPr algn="ctr"/>
            <a:r>
              <a:rPr lang="en-US" altLang="zh-CN" sz="2000" b="1">
                <a:solidFill>
                  <a:srgbClr val="333399"/>
                </a:solidFill>
                <a:ea typeface="黑体" panose="02010609060101010101" pitchFamily="49" charset="-122"/>
              </a:rPr>
              <a:t>68</a:t>
            </a:r>
          </a:p>
        </p:txBody>
      </p:sp>
      <p:sp>
        <p:nvSpPr>
          <p:cNvPr id="1901585" name="Text Box 18"/>
          <p:cNvSpPr txBox="1">
            <a:spLocks noChangeArrowheads="1"/>
          </p:cNvSpPr>
          <p:nvPr/>
        </p:nvSpPr>
        <p:spPr bwMode="auto">
          <a:xfrm>
            <a:off x="1697038" y="2462213"/>
            <a:ext cx="7286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333399"/>
                </a:solidFill>
                <a:ea typeface="黑体" panose="02010609060101010101" pitchFamily="49" charset="-122"/>
              </a:rPr>
              <a:t>UDP</a:t>
            </a:r>
          </a:p>
        </p:txBody>
      </p:sp>
      <p:sp>
        <p:nvSpPr>
          <p:cNvPr id="1901586" name="Text Box 19"/>
          <p:cNvSpPr txBox="1">
            <a:spLocks noChangeArrowheads="1"/>
          </p:cNvSpPr>
          <p:nvPr/>
        </p:nvSpPr>
        <p:spPr bwMode="auto">
          <a:xfrm>
            <a:off x="7419975" y="2462213"/>
            <a:ext cx="7270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333399"/>
                </a:solidFill>
                <a:ea typeface="黑体" panose="02010609060101010101" pitchFamily="49" charset="-122"/>
              </a:rPr>
              <a:t>UDP</a:t>
            </a:r>
          </a:p>
        </p:txBody>
      </p:sp>
      <p:sp>
        <p:nvSpPr>
          <p:cNvPr id="1901587" name="Line 20"/>
          <p:cNvSpPr>
            <a:spLocks noChangeShapeType="1"/>
          </p:cNvSpPr>
          <p:nvPr/>
        </p:nvSpPr>
        <p:spPr bwMode="auto">
          <a:xfrm>
            <a:off x="2454275" y="2968625"/>
            <a:ext cx="5164138" cy="0"/>
          </a:xfrm>
          <a:prstGeom prst="line">
            <a:avLst/>
          </a:prstGeom>
          <a:noFill/>
          <a:ln w="57150">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ea typeface="宋体" panose="02010600030101010101" pitchFamily="2" charset="-122"/>
            </a:endParaRPr>
          </a:p>
        </p:txBody>
      </p:sp>
      <p:sp>
        <p:nvSpPr>
          <p:cNvPr id="1901588" name="Rectangle 21"/>
          <p:cNvSpPr>
            <a:spLocks noChangeArrowheads="1"/>
          </p:cNvSpPr>
          <p:nvPr/>
        </p:nvSpPr>
        <p:spPr bwMode="auto">
          <a:xfrm>
            <a:off x="623888" y="2798763"/>
            <a:ext cx="1076325" cy="341312"/>
          </a:xfrm>
          <a:prstGeom prst="rect">
            <a:avLst/>
          </a:prstGeom>
          <a:solidFill>
            <a:srgbClr val="CCECFF"/>
          </a:solidFill>
          <a:ln w="9525">
            <a:solidFill>
              <a:schemeClr val="tx1"/>
            </a:solidFill>
            <a:miter lim="800000"/>
            <a:headEnd/>
            <a:tailEnd/>
          </a:ln>
        </p:spPr>
        <p:txBody>
          <a:bodyPr wrap="none" anchor="ctr"/>
          <a:lstStyle/>
          <a:p>
            <a:pPr algn="ctr"/>
            <a:r>
              <a:rPr lang="zh-CN" altLang="en-US" sz="2000" b="1">
                <a:solidFill>
                  <a:srgbClr val="333399"/>
                </a:solidFill>
                <a:ea typeface="黑体" panose="02010609060101010101" pitchFamily="49" charset="-122"/>
              </a:rPr>
              <a:t>客户</a:t>
            </a:r>
          </a:p>
        </p:txBody>
      </p:sp>
      <p:sp>
        <p:nvSpPr>
          <p:cNvPr id="1901589" name="Rectangle 22"/>
          <p:cNvSpPr>
            <a:spLocks noChangeArrowheads="1"/>
          </p:cNvSpPr>
          <p:nvPr/>
        </p:nvSpPr>
        <p:spPr bwMode="auto">
          <a:xfrm>
            <a:off x="3529013" y="2841625"/>
            <a:ext cx="2905125" cy="255588"/>
          </a:xfrm>
          <a:prstGeom prst="rect">
            <a:avLst/>
          </a:prstGeom>
          <a:solidFill>
            <a:srgbClr val="CCECFF"/>
          </a:solidFill>
          <a:ln w="9525">
            <a:solidFill>
              <a:schemeClr val="tx1"/>
            </a:solidFill>
            <a:miter lim="800000"/>
            <a:headEnd/>
            <a:tailEnd/>
          </a:ln>
        </p:spPr>
        <p:txBody>
          <a:bodyPr wrap="none" anchor="ctr"/>
          <a:lstStyle/>
          <a:p>
            <a:pPr algn="ctr"/>
            <a:r>
              <a:rPr lang="en-US" altLang="zh-CN" sz="2000" b="1">
                <a:solidFill>
                  <a:srgbClr val="333399"/>
                </a:solidFill>
                <a:ea typeface="黑体" panose="02010609060101010101" pitchFamily="49" charset="-122"/>
              </a:rPr>
              <a:t>DHCPREQUEST</a:t>
            </a:r>
          </a:p>
        </p:txBody>
      </p:sp>
      <p:sp>
        <p:nvSpPr>
          <p:cNvPr id="1901590" name="Rectangle 23"/>
          <p:cNvSpPr>
            <a:spLocks noChangeArrowheads="1"/>
          </p:cNvSpPr>
          <p:nvPr/>
        </p:nvSpPr>
        <p:spPr bwMode="auto">
          <a:xfrm>
            <a:off x="8154988" y="2798763"/>
            <a:ext cx="1076325" cy="341312"/>
          </a:xfrm>
          <a:prstGeom prst="rect">
            <a:avLst/>
          </a:prstGeom>
          <a:solidFill>
            <a:srgbClr val="FFCCFF"/>
          </a:solidFill>
          <a:ln w="9525">
            <a:solidFill>
              <a:schemeClr val="tx1"/>
            </a:solidFill>
            <a:miter lim="800000"/>
            <a:headEnd/>
            <a:tailEnd/>
          </a:ln>
        </p:spPr>
        <p:txBody>
          <a:bodyPr wrap="none" anchor="ctr"/>
          <a:lstStyle/>
          <a:p>
            <a:pPr algn="ctr"/>
            <a:r>
              <a:rPr lang="zh-CN" altLang="en-US" sz="2000" b="1">
                <a:solidFill>
                  <a:srgbClr val="333399"/>
                </a:solidFill>
                <a:ea typeface="黑体" panose="02010609060101010101" pitchFamily="49" charset="-122"/>
              </a:rPr>
              <a:t>服务器</a:t>
            </a:r>
          </a:p>
        </p:txBody>
      </p:sp>
      <p:sp>
        <p:nvSpPr>
          <p:cNvPr id="1901591" name="Rectangle 24"/>
          <p:cNvSpPr>
            <a:spLocks noChangeArrowheads="1"/>
          </p:cNvSpPr>
          <p:nvPr/>
        </p:nvSpPr>
        <p:spPr bwMode="auto">
          <a:xfrm>
            <a:off x="7618413" y="2841625"/>
            <a:ext cx="536575" cy="255588"/>
          </a:xfrm>
          <a:prstGeom prst="rect">
            <a:avLst/>
          </a:prstGeom>
          <a:solidFill>
            <a:srgbClr val="FFCC99"/>
          </a:solidFill>
          <a:ln w="9525">
            <a:solidFill>
              <a:schemeClr val="tx1"/>
            </a:solidFill>
            <a:miter lim="800000"/>
            <a:headEnd/>
            <a:tailEnd/>
          </a:ln>
        </p:spPr>
        <p:txBody>
          <a:bodyPr wrap="none" anchor="ctr"/>
          <a:lstStyle/>
          <a:p>
            <a:pPr algn="ctr"/>
            <a:r>
              <a:rPr lang="en-US" altLang="zh-CN" sz="2000" b="1">
                <a:solidFill>
                  <a:srgbClr val="333399"/>
                </a:solidFill>
                <a:ea typeface="黑体" panose="02010609060101010101" pitchFamily="49" charset="-122"/>
              </a:rPr>
              <a:t>67</a:t>
            </a:r>
          </a:p>
        </p:txBody>
      </p:sp>
      <p:sp>
        <p:nvSpPr>
          <p:cNvPr id="1901592" name="Rectangle 25"/>
          <p:cNvSpPr>
            <a:spLocks noChangeArrowheads="1"/>
          </p:cNvSpPr>
          <p:nvPr/>
        </p:nvSpPr>
        <p:spPr bwMode="auto">
          <a:xfrm>
            <a:off x="1700213" y="2841625"/>
            <a:ext cx="754062" cy="255588"/>
          </a:xfrm>
          <a:prstGeom prst="rect">
            <a:avLst/>
          </a:prstGeom>
          <a:solidFill>
            <a:srgbClr val="CCFF99"/>
          </a:solidFill>
          <a:ln w="9525">
            <a:solidFill>
              <a:schemeClr val="tx1"/>
            </a:solidFill>
            <a:miter lim="800000"/>
            <a:headEnd/>
            <a:tailEnd/>
          </a:ln>
        </p:spPr>
        <p:txBody>
          <a:bodyPr wrap="none" anchor="ctr"/>
          <a:lstStyle/>
          <a:p>
            <a:pPr algn="ctr"/>
            <a:r>
              <a:rPr lang="en-US" altLang="zh-CN" sz="2000" b="1">
                <a:solidFill>
                  <a:srgbClr val="333399"/>
                </a:solidFill>
                <a:ea typeface="黑体" panose="02010609060101010101" pitchFamily="49" charset="-122"/>
              </a:rPr>
              <a:t>68</a:t>
            </a:r>
          </a:p>
        </p:txBody>
      </p:sp>
      <p:sp>
        <p:nvSpPr>
          <p:cNvPr id="1901593" name="Text Box 26"/>
          <p:cNvSpPr txBox="1">
            <a:spLocks noChangeArrowheads="1"/>
          </p:cNvSpPr>
          <p:nvPr/>
        </p:nvSpPr>
        <p:spPr bwMode="auto">
          <a:xfrm>
            <a:off x="1697038" y="3074988"/>
            <a:ext cx="7286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333399"/>
                </a:solidFill>
                <a:ea typeface="黑体" panose="02010609060101010101" pitchFamily="49" charset="-122"/>
              </a:rPr>
              <a:t>UDP</a:t>
            </a:r>
          </a:p>
        </p:txBody>
      </p:sp>
      <p:sp>
        <p:nvSpPr>
          <p:cNvPr id="1901594" name="Text Box 27"/>
          <p:cNvSpPr txBox="1">
            <a:spLocks noChangeArrowheads="1"/>
          </p:cNvSpPr>
          <p:nvPr/>
        </p:nvSpPr>
        <p:spPr bwMode="auto">
          <a:xfrm>
            <a:off x="7419975" y="3074988"/>
            <a:ext cx="7270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333399"/>
                </a:solidFill>
                <a:ea typeface="黑体" panose="02010609060101010101" pitchFamily="49" charset="-122"/>
              </a:rPr>
              <a:t>UDP</a:t>
            </a:r>
          </a:p>
        </p:txBody>
      </p:sp>
      <p:sp>
        <p:nvSpPr>
          <p:cNvPr id="1901595" name="Line 28"/>
          <p:cNvSpPr>
            <a:spLocks noChangeShapeType="1"/>
          </p:cNvSpPr>
          <p:nvPr/>
        </p:nvSpPr>
        <p:spPr bwMode="auto">
          <a:xfrm flipH="1">
            <a:off x="2452688" y="3579813"/>
            <a:ext cx="5165725" cy="0"/>
          </a:xfrm>
          <a:prstGeom prst="line">
            <a:avLst/>
          </a:prstGeom>
          <a:noFill/>
          <a:ln w="57150">
            <a:solidFill>
              <a:schemeClr val="hlink"/>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ea typeface="宋体" panose="02010600030101010101" pitchFamily="2" charset="-122"/>
            </a:endParaRPr>
          </a:p>
        </p:txBody>
      </p:sp>
      <p:sp>
        <p:nvSpPr>
          <p:cNvPr id="1901596" name="Rectangle 29"/>
          <p:cNvSpPr>
            <a:spLocks noChangeArrowheads="1"/>
          </p:cNvSpPr>
          <p:nvPr/>
        </p:nvSpPr>
        <p:spPr bwMode="auto">
          <a:xfrm>
            <a:off x="623888" y="3409950"/>
            <a:ext cx="1074737" cy="339725"/>
          </a:xfrm>
          <a:prstGeom prst="rect">
            <a:avLst/>
          </a:prstGeom>
          <a:solidFill>
            <a:srgbClr val="CCECFF"/>
          </a:solidFill>
          <a:ln w="9525">
            <a:solidFill>
              <a:schemeClr val="tx1"/>
            </a:solidFill>
            <a:miter lim="800000"/>
            <a:headEnd/>
            <a:tailEnd/>
          </a:ln>
        </p:spPr>
        <p:txBody>
          <a:bodyPr wrap="none" anchor="ctr"/>
          <a:lstStyle/>
          <a:p>
            <a:pPr algn="ctr"/>
            <a:r>
              <a:rPr lang="zh-CN" altLang="en-US" sz="2000" b="1">
                <a:solidFill>
                  <a:srgbClr val="333399"/>
                </a:solidFill>
                <a:ea typeface="黑体" panose="02010609060101010101" pitchFamily="49" charset="-122"/>
              </a:rPr>
              <a:t>客户</a:t>
            </a:r>
          </a:p>
        </p:txBody>
      </p:sp>
      <p:sp>
        <p:nvSpPr>
          <p:cNvPr id="1901597" name="Rectangle 30"/>
          <p:cNvSpPr>
            <a:spLocks noChangeArrowheads="1"/>
          </p:cNvSpPr>
          <p:nvPr/>
        </p:nvSpPr>
        <p:spPr bwMode="auto">
          <a:xfrm>
            <a:off x="3529013" y="3452813"/>
            <a:ext cx="2905125" cy="254000"/>
          </a:xfrm>
          <a:prstGeom prst="rect">
            <a:avLst/>
          </a:prstGeom>
          <a:solidFill>
            <a:srgbClr val="FFCCFF"/>
          </a:solidFill>
          <a:ln w="9525">
            <a:solidFill>
              <a:schemeClr val="tx1"/>
            </a:solidFill>
            <a:miter lim="800000"/>
            <a:headEnd/>
            <a:tailEnd/>
          </a:ln>
        </p:spPr>
        <p:txBody>
          <a:bodyPr wrap="none" anchor="ctr"/>
          <a:lstStyle/>
          <a:p>
            <a:pPr algn="ctr"/>
            <a:r>
              <a:rPr lang="en-US" altLang="zh-CN" sz="2000" b="1">
                <a:solidFill>
                  <a:srgbClr val="333399"/>
                </a:solidFill>
                <a:ea typeface="黑体" panose="02010609060101010101" pitchFamily="49" charset="-122"/>
              </a:rPr>
              <a:t>DHCPACK</a:t>
            </a:r>
          </a:p>
        </p:txBody>
      </p:sp>
      <p:sp>
        <p:nvSpPr>
          <p:cNvPr id="1901598" name="Rectangle 31"/>
          <p:cNvSpPr>
            <a:spLocks noChangeArrowheads="1"/>
          </p:cNvSpPr>
          <p:nvPr/>
        </p:nvSpPr>
        <p:spPr bwMode="auto">
          <a:xfrm>
            <a:off x="8154988" y="3409950"/>
            <a:ext cx="1076325" cy="339725"/>
          </a:xfrm>
          <a:prstGeom prst="rect">
            <a:avLst/>
          </a:prstGeom>
          <a:solidFill>
            <a:srgbClr val="FFCCFF"/>
          </a:solidFill>
          <a:ln w="9525">
            <a:solidFill>
              <a:schemeClr val="tx1"/>
            </a:solidFill>
            <a:miter lim="800000"/>
            <a:headEnd/>
            <a:tailEnd/>
          </a:ln>
        </p:spPr>
        <p:txBody>
          <a:bodyPr wrap="none" anchor="ctr"/>
          <a:lstStyle/>
          <a:p>
            <a:pPr algn="ctr"/>
            <a:r>
              <a:rPr lang="zh-CN" altLang="en-US" sz="2000" b="1">
                <a:solidFill>
                  <a:srgbClr val="333399"/>
                </a:solidFill>
                <a:ea typeface="黑体" panose="02010609060101010101" pitchFamily="49" charset="-122"/>
              </a:rPr>
              <a:t>服务器</a:t>
            </a:r>
          </a:p>
        </p:txBody>
      </p:sp>
      <p:sp>
        <p:nvSpPr>
          <p:cNvPr id="1901599" name="Rectangle 32"/>
          <p:cNvSpPr>
            <a:spLocks noChangeArrowheads="1"/>
          </p:cNvSpPr>
          <p:nvPr/>
        </p:nvSpPr>
        <p:spPr bwMode="auto">
          <a:xfrm>
            <a:off x="7618413" y="3452813"/>
            <a:ext cx="536575" cy="254000"/>
          </a:xfrm>
          <a:prstGeom prst="rect">
            <a:avLst/>
          </a:prstGeom>
          <a:solidFill>
            <a:srgbClr val="FFCC99"/>
          </a:solidFill>
          <a:ln w="9525">
            <a:solidFill>
              <a:schemeClr val="tx1"/>
            </a:solidFill>
            <a:miter lim="800000"/>
            <a:headEnd/>
            <a:tailEnd/>
          </a:ln>
        </p:spPr>
        <p:txBody>
          <a:bodyPr wrap="none" anchor="ctr"/>
          <a:lstStyle/>
          <a:p>
            <a:pPr algn="ctr"/>
            <a:r>
              <a:rPr lang="en-US" altLang="zh-CN" sz="2000" b="1">
                <a:solidFill>
                  <a:srgbClr val="333399"/>
                </a:solidFill>
                <a:ea typeface="黑体" panose="02010609060101010101" pitchFamily="49" charset="-122"/>
              </a:rPr>
              <a:t>67</a:t>
            </a:r>
          </a:p>
        </p:txBody>
      </p:sp>
      <p:sp>
        <p:nvSpPr>
          <p:cNvPr id="1901600" name="Rectangle 33"/>
          <p:cNvSpPr>
            <a:spLocks noChangeArrowheads="1"/>
          </p:cNvSpPr>
          <p:nvPr/>
        </p:nvSpPr>
        <p:spPr bwMode="auto">
          <a:xfrm>
            <a:off x="1698625" y="3452813"/>
            <a:ext cx="754063" cy="254000"/>
          </a:xfrm>
          <a:prstGeom prst="rect">
            <a:avLst/>
          </a:prstGeom>
          <a:solidFill>
            <a:srgbClr val="CCFF99"/>
          </a:solidFill>
          <a:ln w="9525">
            <a:solidFill>
              <a:schemeClr val="tx1"/>
            </a:solidFill>
            <a:miter lim="800000"/>
            <a:headEnd/>
            <a:tailEnd/>
          </a:ln>
        </p:spPr>
        <p:txBody>
          <a:bodyPr wrap="none" anchor="ctr"/>
          <a:lstStyle/>
          <a:p>
            <a:pPr algn="ctr"/>
            <a:r>
              <a:rPr lang="en-US" altLang="zh-CN" sz="2000" b="1">
                <a:solidFill>
                  <a:srgbClr val="333399"/>
                </a:solidFill>
                <a:ea typeface="黑体" panose="02010609060101010101" pitchFamily="49" charset="-122"/>
              </a:rPr>
              <a:t>68</a:t>
            </a:r>
          </a:p>
        </p:txBody>
      </p:sp>
      <p:sp>
        <p:nvSpPr>
          <p:cNvPr id="1901601" name="Text Box 34"/>
          <p:cNvSpPr txBox="1">
            <a:spLocks noChangeArrowheads="1"/>
          </p:cNvSpPr>
          <p:nvPr/>
        </p:nvSpPr>
        <p:spPr bwMode="auto">
          <a:xfrm>
            <a:off x="1697038" y="3684588"/>
            <a:ext cx="7286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333399"/>
                </a:solidFill>
                <a:ea typeface="黑体" panose="02010609060101010101" pitchFamily="49" charset="-122"/>
              </a:rPr>
              <a:t>UDP</a:t>
            </a:r>
          </a:p>
        </p:txBody>
      </p:sp>
      <p:sp>
        <p:nvSpPr>
          <p:cNvPr id="1901602" name="Text Box 35"/>
          <p:cNvSpPr txBox="1">
            <a:spLocks noChangeArrowheads="1"/>
          </p:cNvSpPr>
          <p:nvPr/>
        </p:nvSpPr>
        <p:spPr bwMode="auto">
          <a:xfrm>
            <a:off x="7419975" y="3684588"/>
            <a:ext cx="7270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333399"/>
                </a:solidFill>
                <a:ea typeface="黑体" panose="02010609060101010101" pitchFamily="49" charset="-122"/>
              </a:rPr>
              <a:t>UDP</a:t>
            </a:r>
          </a:p>
        </p:txBody>
      </p:sp>
      <p:sp>
        <p:nvSpPr>
          <p:cNvPr id="1901603" name="Line 36"/>
          <p:cNvSpPr>
            <a:spLocks noChangeShapeType="1"/>
          </p:cNvSpPr>
          <p:nvPr/>
        </p:nvSpPr>
        <p:spPr bwMode="auto">
          <a:xfrm>
            <a:off x="2454275" y="4187825"/>
            <a:ext cx="5164138" cy="0"/>
          </a:xfrm>
          <a:prstGeom prst="line">
            <a:avLst/>
          </a:prstGeom>
          <a:noFill/>
          <a:ln w="57150">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ea typeface="宋体" panose="02010600030101010101" pitchFamily="2" charset="-122"/>
            </a:endParaRPr>
          </a:p>
        </p:txBody>
      </p:sp>
      <p:sp>
        <p:nvSpPr>
          <p:cNvPr id="1901604" name="Rectangle 37"/>
          <p:cNvSpPr>
            <a:spLocks noChangeArrowheads="1"/>
          </p:cNvSpPr>
          <p:nvPr/>
        </p:nvSpPr>
        <p:spPr bwMode="auto">
          <a:xfrm>
            <a:off x="623888" y="4017963"/>
            <a:ext cx="1076325" cy="338137"/>
          </a:xfrm>
          <a:prstGeom prst="rect">
            <a:avLst/>
          </a:prstGeom>
          <a:solidFill>
            <a:srgbClr val="CCECFF"/>
          </a:solidFill>
          <a:ln w="9525">
            <a:solidFill>
              <a:schemeClr val="tx1"/>
            </a:solidFill>
            <a:miter lim="800000"/>
            <a:headEnd/>
            <a:tailEnd/>
          </a:ln>
        </p:spPr>
        <p:txBody>
          <a:bodyPr wrap="none" anchor="ctr"/>
          <a:lstStyle/>
          <a:p>
            <a:pPr algn="ctr"/>
            <a:r>
              <a:rPr lang="zh-CN" altLang="en-US" sz="2000" b="1">
                <a:solidFill>
                  <a:srgbClr val="333399"/>
                </a:solidFill>
                <a:ea typeface="黑体" panose="02010609060101010101" pitchFamily="49" charset="-122"/>
              </a:rPr>
              <a:t>客户</a:t>
            </a:r>
          </a:p>
        </p:txBody>
      </p:sp>
      <p:sp>
        <p:nvSpPr>
          <p:cNvPr id="1901605" name="Rectangle 38"/>
          <p:cNvSpPr>
            <a:spLocks noChangeArrowheads="1"/>
          </p:cNvSpPr>
          <p:nvPr/>
        </p:nvSpPr>
        <p:spPr bwMode="auto">
          <a:xfrm>
            <a:off x="3529013" y="4060825"/>
            <a:ext cx="2905125" cy="254000"/>
          </a:xfrm>
          <a:prstGeom prst="rect">
            <a:avLst/>
          </a:prstGeom>
          <a:solidFill>
            <a:srgbClr val="CCECFF"/>
          </a:solidFill>
          <a:ln w="9525">
            <a:solidFill>
              <a:schemeClr val="tx1"/>
            </a:solidFill>
            <a:miter lim="800000"/>
            <a:headEnd/>
            <a:tailEnd/>
          </a:ln>
        </p:spPr>
        <p:txBody>
          <a:bodyPr wrap="none" anchor="ctr"/>
          <a:lstStyle/>
          <a:p>
            <a:pPr algn="ctr"/>
            <a:r>
              <a:rPr lang="en-US" altLang="zh-CN" sz="2000" b="1">
                <a:solidFill>
                  <a:srgbClr val="333399"/>
                </a:solidFill>
                <a:ea typeface="黑体" panose="02010609060101010101" pitchFamily="49" charset="-122"/>
              </a:rPr>
              <a:t>DHCPREQUEST</a:t>
            </a:r>
          </a:p>
        </p:txBody>
      </p:sp>
      <p:sp>
        <p:nvSpPr>
          <p:cNvPr id="1901606" name="Rectangle 39"/>
          <p:cNvSpPr>
            <a:spLocks noChangeArrowheads="1"/>
          </p:cNvSpPr>
          <p:nvPr/>
        </p:nvSpPr>
        <p:spPr bwMode="auto">
          <a:xfrm>
            <a:off x="8154988" y="4017963"/>
            <a:ext cx="1076325" cy="338137"/>
          </a:xfrm>
          <a:prstGeom prst="rect">
            <a:avLst/>
          </a:prstGeom>
          <a:solidFill>
            <a:srgbClr val="FFCCFF"/>
          </a:solidFill>
          <a:ln w="9525">
            <a:solidFill>
              <a:schemeClr val="tx1"/>
            </a:solidFill>
            <a:miter lim="800000"/>
            <a:headEnd/>
            <a:tailEnd/>
          </a:ln>
        </p:spPr>
        <p:txBody>
          <a:bodyPr wrap="none" anchor="ctr"/>
          <a:lstStyle/>
          <a:p>
            <a:pPr algn="ctr"/>
            <a:r>
              <a:rPr lang="zh-CN" altLang="en-US" sz="2000" b="1">
                <a:solidFill>
                  <a:srgbClr val="333399"/>
                </a:solidFill>
                <a:ea typeface="黑体" panose="02010609060101010101" pitchFamily="49" charset="-122"/>
              </a:rPr>
              <a:t>服务器</a:t>
            </a:r>
          </a:p>
        </p:txBody>
      </p:sp>
      <p:sp>
        <p:nvSpPr>
          <p:cNvPr id="1901607" name="Rectangle 40"/>
          <p:cNvSpPr>
            <a:spLocks noChangeArrowheads="1"/>
          </p:cNvSpPr>
          <p:nvPr/>
        </p:nvSpPr>
        <p:spPr bwMode="auto">
          <a:xfrm>
            <a:off x="7618413" y="4060825"/>
            <a:ext cx="536575" cy="254000"/>
          </a:xfrm>
          <a:prstGeom prst="rect">
            <a:avLst/>
          </a:prstGeom>
          <a:solidFill>
            <a:srgbClr val="FFCC99"/>
          </a:solidFill>
          <a:ln w="9525">
            <a:solidFill>
              <a:schemeClr val="tx1"/>
            </a:solidFill>
            <a:miter lim="800000"/>
            <a:headEnd/>
            <a:tailEnd/>
          </a:ln>
        </p:spPr>
        <p:txBody>
          <a:bodyPr wrap="none" anchor="ctr"/>
          <a:lstStyle/>
          <a:p>
            <a:pPr algn="ctr"/>
            <a:r>
              <a:rPr lang="en-US" altLang="zh-CN" sz="2000" b="1">
                <a:solidFill>
                  <a:srgbClr val="333399"/>
                </a:solidFill>
                <a:ea typeface="黑体" panose="02010609060101010101" pitchFamily="49" charset="-122"/>
              </a:rPr>
              <a:t>67</a:t>
            </a:r>
          </a:p>
        </p:txBody>
      </p:sp>
      <p:sp>
        <p:nvSpPr>
          <p:cNvPr id="1901608" name="Rectangle 41"/>
          <p:cNvSpPr>
            <a:spLocks noChangeArrowheads="1"/>
          </p:cNvSpPr>
          <p:nvPr/>
        </p:nvSpPr>
        <p:spPr bwMode="auto">
          <a:xfrm>
            <a:off x="1700213" y="4060825"/>
            <a:ext cx="754062" cy="254000"/>
          </a:xfrm>
          <a:prstGeom prst="rect">
            <a:avLst/>
          </a:prstGeom>
          <a:solidFill>
            <a:srgbClr val="CCFF99"/>
          </a:solidFill>
          <a:ln w="9525">
            <a:solidFill>
              <a:schemeClr val="tx1"/>
            </a:solidFill>
            <a:miter lim="800000"/>
            <a:headEnd/>
            <a:tailEnd/>
          </a:ln>
        </p:spPr>
        <p:txBody>
          <a:bodyPr wrap="none" anchor="ctr"/>
          <a:lstStyle/>
          <a:p>
            <a:pPr algn="ctr"/>
            <a:r>
              <a:rPr lang="en-US" altLang="zh-CN" sz="2000" b="1">
                <a:solidFill>
                  <a:srgbClr val="333399"/>
                </a:solidFill>
                <a:ea typeface="黑体" panose="02010609060101010101" pitchFamily="49" charset="-122"/>
              </a:rPr>
              <a:t>68</a:t>
            </a:r>
          </a:p>
        </p:txBody>
      </p:sp>
      <p:sp>
        <p:nvSpPr>
          <p:cNvPr id="1901609" name="Text Box 42"/>
          <p:cNvSpPr txBox="1">
            <a:spLocks noChangeArrowheads="1"/>
          </p:cNvSpPr>
          <p:nvPr/>
        </p:nvSpPr>
        <p:spPr bwMode="auto">
          <a:xfrm>
            <a:off x="1697038" y="4292600"/>
            <a:ext cx="7286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333399"/>
                </a:solidFill>
                <a:ea typeface="黑体" panose="02010609060101010101" pitchFamily="49" charset="-122"/>
              </a:rPr>
              <a:t>UDP</a:t>
            </a:r>
          </a:p>
        </p:txBody>
      </p:sp>
      <p:sp>
        <p:nvSpPr>
          <p:cNvPr id="1901610" name="Text Box 43"/>
          <p:cNvSpPr txBox="1">
            <a:spLocks noChangeArrowheads="1"/>
          </p:cNvSpPr>
          <p:nvPr/>
        </p:nvSpPr>
        <p:spPr bwMode="auto">
          <a:xfrm>
            <a:off x="7419975" y="4292600"/>
            <a:ext cx="7270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333399"/>
                </a:solidFill>
                <a:ea typeface="黑体" panose="02010609060101010101" pitchFamily="49" charset="-122"/>
              </a:rPr>
              <a:t>UDP</a:t>
            </a:r>
          </a:p>
        </p:txBody>
      </p:sp>
      <p:sp>
        <p:nvSpPr>
          <p:cNvPr id="1901611" name="Line 44"/>
          <p:cNvSpPr>
            <a:spLocks noChangeShapeType="1"/>
          </p:cNvSpPr>
          <p:nvPr/>
        </p:nvSpPr>
        <p:spPr bwMode="auto">
          <a:xfrm flipH="1">
            <a:off x="2452688" y="4800600"/>
            <a:ext cx="5165725" cy="0"/>
          </a:xfrm>
          <a:prstGeom prst="line">
            <a:avLst/>
          </a:prstGeom>
          <a:noFill/>
          <a:ln w="57150">
            <a:solidFill>
              <a:schemeClr val="hlink"/>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ea typeface="宋体" panose="02010600030101010101" pitchFamily="2" charset="-122"/>
            </a:endParaRPr>
          </a:p>
        </p:txBody>
      </p:sp>
      <p:sp>
        <p:nvSpPr>
          <p:cNvPr id="1901612" name="Rectangle 45"/>
          <p:cNvSpPr>
            <a:spLocks noChangeArrowheads="1"/>
          </p:cNvSpPr>
          <p:nvPr/>
        </p:nvSpPr>
        <p:spPr bwMode="auto">
          <a:xfrm>
            <a:off x="623888" y="4629150"/>
            <a:ext cx="1074737" cy="338138"/>
          </a:xfrm>
          <a:prstGeom prst="rect">
            <a:avLst/>
          </a:prstGeom>
          <a:solidFill>
            <a:srgbClr val="CCECFF"/>
          </a:solidFill>
          <a:ln w="9525">
            <a:solidFill>
              <a:schemeClr val="tx1"/>
            </a:solidFill>
            <a:miter lim="800000"/>
            <a:headEnd/>
            <a:tailEnd/>
          </a:ln>
        </p:spPr>
        <p:txBody>
          <a:bodyPr wrap="none" anchor="ctr"/>
          <a:lstStyle/>
          <a:p>
            <a:pPr algn="ctr"/>
            <a:r>
              <a:rPr lang="zh-CN" altLang="en-US" sz="2000" b="1">
                <a:solidFill>
                  <a:srgbClr val="333399"/>
                </a:solidFill>
                <a:ea typeface="黑体" panose="02010609060101010101" pitchFamily="49" charset="-122"/>
              </a:rPr>
              <a:t>客户</a:t>
            </a:r>
          </a:p>
        </p:txBody>
      </p:sp>
      <p:sp>
        <p:nvSpPr>
          <p:cNvPr id="1901613" name="Rectangle 46"/>
          <p:cNvSpPr>
            <a:spLocks noChangeArrowheads="1"/>
          </p:cNvSpPr>
          <p:nvPr/>
        </p:nvSpPr>
        <p:spPr bwMode="auto">
          <a:xfrm>
            <a:off x="3529013" y="4672013"/>
            <a:ext cx="2905125" cy="255587"/>
          </a:xfrm>
          <a:prstGeom prst="rect">
            <a:avLst/>
          </a:prstGeom>
          <a:solidFill>
            <a:srgbClr val="FFCCFF"/>
          </a:solidFill>
          <a:ln w="9525">
            <a:solidFill>
              <a:schemeClr val="tx1"/>
            </a:solidFill>
            <a:miter lim="800000"/>
            <a:headEnd/>
            <a:tailEnd/>
          </a:ln>
        </p:spPr>
        <p:txBody>
          <a:bodyPr wrap="none" anchor="ctr"/>
          <a:lstStyle/>
          <a:p>
            <a:pPr algn="ctr"/>
            <a:r>
              <a:rPr lang="en-US" altLang="zh-CN" sz="2000" b="1">
                <a:solidFill>
                  <a:srgbClr val="333399"/>
                </a:solidFill>
                <a:ea typeface="黑体" panose="02010609060101010101" pitchFamily="49" charset="-122"/>
              </a:rPr>
              <a:t>DHCPACK</a:t>
            </a:r>
          </a:p>
        </p:txBody>
      </p:sp>
      <p:sp>
        <p:nvSpPr>
          <p:cNvPr id="1901614" name="Rectangle 47"/>
          <p:cNvSpPr>
            <a:spLocks noChangeArrowheads="1"/>
          </p:cNvSpPr>
          <p:nvPr/>
        </p:nvSpPr>
        <p:spPr bwMode="auto">
          <a:xfrm>
            <a:off x="8154988" y="4629150"/>
            <a:ext cx="1076325" cy="338138"/>
          </a:xfrm>
          <a:prstGeom prst="rect">
            <a:avLst/>
          </a:prstGeom>
          <a:solidFill>
            <a:srgbClr val="FFCCFF"/>
          </a:solidFill>
          <a:ln w="9525">
            <a:solidFill>
              <a:schemeClr val="tx1"/>
            </a:solidFill>
            <a:miter lim="800000"/>
            <a:headEnd/>
            <a:tailEnd/>
          </a:ln>
        </p:spPr>
        <p:txBody>
          <a:bodyPr wrap="none" anchor="ctr"/>
          <a:lstStyle/>
          <a:p>
            <a:pPr algn="ctr"/>
            <a:r>
              <a:rPr lang="zh-CN" altLang="en-US" sz="2000" b="1">
                <a:solidFill>
                  <a:srgbClr val="333399"/>
                </a:solidFill>
                <a:ea typeface="黑体" panose="02010609060101010101" pitchFamily="49" charset="-122"/>
              </a:rPr>
              <a:t>服务器</a:t>
            </a:r>
          </a:p>
        </p:txBody>
      </p:sp>
      <p:sp>
        <p:nvSpPr>
          <p:cNvPr id="1901615" name="Rectangle 48"/>
          <p:cNvSpPr>
            <a:spLocks noChangeArrowheads="1"/>
          </p:cNvSpPr>
          <p:nvPr/>
        </p:nvSpPr>
        <p:spPr bwMode="auto">
          <a:xfrm>
            <a:off x="7618413" y="4672013"/>
            <a:ext cx="536575" cy="255587"/>
          </a:xfrm>
          <a:prstGeom prst="rect">
            <a:avLst/>
          </a:prstGeom>
          <a:solidFill>
            <a:srgbClr val="FFCC99"/>
          </a:solidFill>
          <a:ln w="9525">
            <a:solidFill>
              <a:schemeClr val="tx1"/>
            </a:solidFill>
            <a:miter lim="800000"/>
            <a:headEnd/>
            <a:tailEnd/>
          </a:ln>
        </p:spPr>
        <p:txBody>
          <a:bodyPr wrap="none" anchor="ctr"/>
          <a:lstStyle/>
          <a:p>
            <a:pPr algn="ctr"/>
            <a:r>
              <a:rPr lang="en-US" altLang="zh-CN" sz="2000" b="1">
                <a:solidFill>
                  <a:srgbClr val="333399"/>
                </a:solidFill>
                <a:ea typeface="黑体" panose="02010609060101010101" pitchFamily="49" charset="-122"/>
              </a:rPr>
              <a:t>67</a:t>
            </a:r>
          </a:p>
        </p:txBody>
      </p:sp>
      <p:sp>
        <p:nvSpPr>
          <p:cNvPr id="1901616" name="Rectangle 49"/>
          <p:cNvSpPr>
            <a:spLocks noChangeArrowheads="1"/>
          </p:cNvSpPr>
          <p:nvPr/>
        </p:nvSpPr>
        <p:spPr bwMode="auto">
          <a:xfrm>
            <a:off x="1698625" y="4672013"/>
            <a:ext cx="754063" cy="255587"/>
          </a:xfrm>
          <a:prstGeom prst="rect">
            <a:avLst/>
          </a:prstGeom>
          <a:solidFill>
            <a:srgbClr val="CCFF99"/>
          </a:solidFill>
          <a:ln w="9525">
            <a:solidFill>
              <a:schemeClr val="tx1"/>
            </a:solidFill>
            <a:miter lim="800000"/>
            <a:headEnd/>
            <a:tailEnd/>
          </a:ln>
        </p:spPr>
        <p:txBody>
          <a:bodyPr wrap="none" anchor="ctr"/>
          <a:lstStyle/>
          <a:p>
            <a:pPr algn="ctr"/>
            <a:r>
              <a:rPr lang="en-US" altLang="zh-CN" sz="2000" b="1">
                <a:solidFill>
                  <a:srgbClr val="333399"/>
                </a:solidFill>
                <a:ea typeface="黑体" panose="02010609060101010101" pitchFamily="49" charset="-122"/>
              </a:rPr>
              <a:t>68</a:t>
            </a:r>
          </a:p>
        </p:txBody>
      </p:sp>
      <p:sp>
        <p:nvSpPr>
          <p:cNvPr id="1901617" name="Text Box 50"/>
          <p:cNvSpPr txBox="1">
            <a:spLocks noChangeArrowheads="1"/>
          </p:cNvSpPr>
          <p:nvPr/>
        </p:nvSpPr>
        <p:spPr bwMode="auto">
          <a:xfrm>
            <a:off x="1697038" y="4903788"/>
            <a:ext cx="7286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333399"/>
                </a:solidFill>
                <a:ea typeface="黑体" panose="02010609060101010101" pitchFamily="49" charset="-122"/>
              </a:rPr>
              <a:t>UDP</a:t>
            </a:r>
          </a:p>
        </p:txBody>
      </p:sp>
      <p:sp>
        <p:nvSpPr>
          <p:cNvPr id="1901618" name="Text Box 51"/>
          <p:cNvSpPr txBox="1">
            <a:spLocks noChangeArrowheads="1"/>
          </p:cNvSpPr>
          <p:nvPr/>
        </p:nvSpPr>
        <p:spPr bwMode="auto">
          <a:xfrm>
            <a:off x="7419975" y="4903788"/>
            <a:ext cx="7270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333399"/>
                </a:solidFill>
                <a:ea typeface="黑体" panose="02010609060101010101" pitchFamily="49" charset="-122"/>
              </a:rPr>
              <a:t>UDP</a:t>
            </a:r>
          </a:p>
        </p:txBody>
      </p:sp>
      <p:sp>
        <p:nvSpPr>
          <p:cNvPr id="1901619" name="Line 52"/>
          <p:cNvSpPr>
            <a:spLocks noChangeShapeType="1"/>
          </p:cNvSpPr>
          <p:nvPr/>
        </p:nvSpPr>
        <p:spPr bwMode="auto">
          <a:xfrm flipH="1">
            <a:off x="2452688" y="5411788"/>
            <a:ext cx="5165725" cy="0"/>
          </a:xfrm>
          <a:prstGeom prst="line">
            <a:avLst/>
          </a:prstGeom>
          <a:noFill/>
          <a:ln w="57150">
            <a:solidFill>
              <a:schemeClr val="hlink"/>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ea typeface="宋体" panose="02010600030101010101" pitchFamily="2" charset="-122"/>
            </a:endParaRPr>
          </a:p>
        </p:txBody>
      </p:sp>
      <p:sp>
        <p:nvSpPr>
          <p:cNvPr id="1901620" name="Rectangle 53"/>
          <p:cNvSpPr>
            <a:spLocks noChangeArrowheads="1"/>
          </p:cNvSpPr>
          <p:nvPr/>
        </p:nvSpPr>
        <p:spPr bwMode="auto">
          <a:xfrm>
            <a:off x="623888" y="5240338"/>
            <a:ext cx="1074737" cy="338137"/>
          </a:xfrm>
          <a:prstGeom prst="rect">
            <a:avLst/>
          </a:prstGeom>
          <a:solidFill>
            <a:srgbClr val="CCECFF"/>
          </a:solidFill>
          <a:ln w="9525">
            <a:solidFill>
              <a:schemeClr val="tx1"/>
            </a:solidFill>
            <a:miter lim="800000"/>
            <a:headEnd/>
            <a:tailEnd/>
          </a:ln>
        </p:spPr>
        <p:txBody>
          <a:bodyPr wrap="none" anchor="ctr"/>
          <a:lstStyle/>
          <a:p>
            <a:pPr algn="ctr"/>
            <a:r>
              <a:rPr lang="zh-CN" altLang="en-US" sz="2000" b="1">
                <a:solidFill>
                  <a:srgbClr val="333399"/>
                </a:solidFill>
                <a:ea typeface="黑体" panose="02010609060101010101" pitchFamily="49" charset="-122"/>
              </a:rPr>
              <a:t>客户</a:t>
            </a:r>
          </a:p>
        </p:txBody>
      </p:sp>
      <p:sp>
        <p:nvSpPr>
          <p:cNvPr id="1901621" name="Rectangle 54"/>
          <p:cNvSpPr>
            <a:spLocks noChangeArrowheads="1"/>
          </p:cNvSpPr>
          <p:nvPr/>
        </p:nvSpPr>
        <p:spPr bwMode="auto">
          <a:xfrm>
            <a:off x="3529013" y="5283200"/>
            <a:ext cx="2905125" cy="255588"/>
          </a:xfrm>
          <a:prstGeom prst="rect">
            <a:avLst/>
          </a:prstGeom>
          <a:solidFill>
            <a:srgbClr val="FFCCFF"/>
          </a:solidFill>
          <a:ln w="9525">
            <a:solidFill>
              <a:schemeClr val="tx1"/>
            </a:solidFill>
            <a:miter lim="800000"/>
            <a:headEnd/>
            <a:tailEnd/>
          </a:ln>
        </p:spPr>
        <p:txBody>
          <a:bodyPr wrap="none" anchor="ctr"/>
          <a:lstStyle/>
          <a:p>
            <a:pPr algn="ctr"/>
            <a:r>
              <a:rPr lang="en-US" altLang="zh-CN" sz="2000" b="1">
                <a:solidFill>
                  <a:srgbClr val="333399"/>
                </a:solidFill>
                <a:ea typeface="黑体" panose="02010609060101010101" pitchFamily="49" charset="-122"/>
              </a:rPr>
              <a:t>DHCPNACK</a:t>
            </a:r>
          </a:p>
        </p:txBody>
      </p:sp>
      <p:sp>
        <p:nvSpPr>
          <p:cNvPr id="1901622" name="Rectangle 55"/>
          <p:cNvSpPr>
            <a:spLocks noChangeArrowheads="1"/>
          </p:cNvSpPr>
          <p:nvPr/>
        </p:nvSpPr>
        <p:spPr bwMode="auto">
          <a:xfrm>
            <a:off x="8154988" y="5240338"/>
            <a:ext cx="1076325" cy="338137"/>
          </a:xfrm>
          <a:prstGeom prst="rect">
            <a:avLst/>
          </a:prstGeom>
          <a:solidFill>
            <a:srgbClr val="FFCCFF"/>
          </a:solidFill>
          <a:ln w="9525">
            <a:solidFill>
              <a:schemeClr val="tx1"/>
            </a:solidFill>
            <a:miter lim="800000"/>
            <a:headEnd/>
            <a:tailEnd/>
          </a:ln>
        </p:spPr>
        <p:txBody>
          <a:bodyPr wrap="none" anchor="ctr"/>
          <a:lstStyle/>
          <a:p>
            <a:pPr algn="ctr"/>
            <a:r>
              <a:rPr lang="zh-CN" altLang="en-US" sz="2000" b="1">
                <a:solidFill>
                  <a:srgbClr val="333399"/>
                </a:solidFill>
                <a:ea typeface="黑体" panose="02010609060101010101" pitchFamily="49" charset="-122"/>
              </a:rPr>
              <a:t>服务器</a:t>
            </a:r>
          </a:p>
        </p:txBody>
      </p:sp>
      <p:sp>
        <p:nvSpPr>
          <p:cNvPr id="1901623" name="Rectangle 56"/>
          <p:cNvSpPr>
            <a:spLocks noChangeArrowheads="1"/>
          </p:cNvSpPr>
          <p:nvPr/>
        </p:nvSpPr>
        <p:spPr bwMode="auto">
          <a:xfrm>
            <a:off x="7618413" y="5283200"/>
            <a:ext cx="536575" cy="255588"/>
          </a:xfrm>
          <a:prstGeom prst="rect">
            <a:avLst/>
          </a:prstGeom>
          <a:solidFill>
            <a:srgbClr val="FFCC99"/>
          </a:solidFill>
          <a:ln w="9525">
            <a:solidFill>
              <a:schemeClr val="tx1"/>
            </a:solidFill>
            <a:miter lim="800000"/>
            <a:headEnd/>
            <a:tailEnd/>
          </a:ln>
        </p:spPr>
        <p:txBody>
          <a:bodyPr wrap="none" anchor="ctr"/>
          <a:lstStyle/>
          <a:p>
            <a:pPr algn="ctr"/>
            <a:r>
              <a:rPr lang="en-US" altLang="zh-CN" sz="2000" b="1">
                <a:solidFill>
                  <a:srgbClr val="333399"/>
                </a:solidFill>
                <a:ea typeface="黑体" panose="02010609060101010101" pitchFamily="49" charset="-122"/>
              </a:rPr>
              <a:t>67</a:t>
            </a:r>
          </a:p>
        </p:txBody>
      </p:sp>
      <p:sp>
        <p:nvSpPr>
          <p:cNvPr id="1901624" name="Rectangle 57"/>
          <p:cNvSpPr>
            <a:spLocks noChangeArrowheads="1"/>
          </p:cNvSpPr>
          <p:nvPr/>
        </p:nvSpPr>
        <p:spPr bwMode="auto">
          <a:xfrm>
            <a:off x="1698625" y="5283200"/>
            <a:ext cx="754063" cy="255588"/>
          </a:xfrm>
          <a:prstGeom prst="rect">
            <a:avLst/>
          </a:prstGeom>
          <a:solidFill>
            <a:srgbClr val="CCFF99"/>
          </a:solidFill>
          <a:ln w="9525">
            <a:solidFill>
              <a:schemeClr val="tx1"/>
            </a:solidFill>
            <a:miter lim="800000"/>
            <a:headEnd/>
            <a:tailEnd/>
          </a:ln>
        </p:spPr>
        <p:txBody>
          <a:bodyPr wrap="none" anchor="ctr"/>
          <a:lstStyle/>
          <a:p>
            <a:pPr algn="ctr"/>
            <a:r>
              <a:rPr lang="en-US" altLang="zh-CN" sz="2000" b="1">
                <a:solidFill>
                  <a:srgbClr val="333399"/>
                </a:solidFill>
                <a:ea typeface="黑体" panose="02010609060101010101" pitchFamily="49" charset="-122"/>
              </a:rPr>
              <a:t>68</a:t>
            </a:r>
          </a:p>
        </p:txBody>
      </p:sp>
      <p:sp>
        <p:nvSpPr>
          <p:cNvPr id="1901625" name="Text Box 58"/>
          <p:cNvSpPr txBox="1">
            <a:spLocks noChangeArrowheads="1"/>
          </p:cNvSpPr>
          <p:nvPr/>
        </p:nvSpPr>
        <p:spPr bwMode="auto">
          <a:xfrm>
            <a:off x="1697038" y="5514975"/>
            <a:ext cx="7286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333399"/>
                </a:solidFill>
                <a:ea typeface="黑体" panose="02010609060101010101" pitchFamily="49" charset="-122"/>
              </a:rPr>
              <a:t>UDP</a:t>
            </a:r>
          </a:p>
        </p:txBody>
      </p:sp>
      <p:sp>
        <p:nvSpPr>
          <p:cNvPr id="1901626" name="Text Box 59"/>
          <p:cNvSpPr txBox="1">
            <a:spLocks noChangeArrowheads="1"/>
          </p:cNvSpPr>
          <p:nvPr/>
        </p:nvSpPr>
        <p:spPr bwMode="auto">
          <a:xfrm>
            <a:off x="7419975" y="5514975"/>
            <a:ext cx="7270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333399"/>
                </a:solidFill>
                <a:ea typeface="黑体" panose="02010609060101010101" pitchFamily="49" charset="-122"/>
              </a:rPr>
              <a:t>UDP</a:t>
            </a:r>
          </a:p>
        </p:txBody>
      </p:sp>
      <p:sp>
        <p:nvSpPr>
          <p:cNvPr id="1901627" name="Line 60"/>
          <p:cNvSpPr>
            <a:spLocks noChangeShapeType="1"/>
          </p:cNvSpPr>
          <p:nvPr/>
        </p:nvSpPr>
        <p:spPr bwMode="auto">
          <a:xfrm>
            <a:off x="2454275" y="6256338"/>
            <a:ext cx="5164138" cy="0"/>
          </a:xfrm>
          <a:prstGeom prst="line">
            <a:avLst/>
          </a:prstGeom>
          <a:noFill/>
          <a:ln w="57150">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ea typeface="宋体" panose="02010600030101010101" pitchFamily="2" charset="-122"/>
            </a:endParaRPr>
          </a:p>
        </p:txBody>
      </p:sp>
      <p:sp>
        <p:nvSpPr>
          <p:cNvPr id="1901628" name="Rectangle 61"/>
          <p:cNvSpPr>
            <a:spLocks noChangeArrowheads="1"/>
          </p:cNvSpPr>
          <p:nvPr/>
        </p:nvSpPr>
        <p:spPr bwMode="auto">
          <a:xfrm>
            <a:off x="623888" y="6086475"/>
            <a:ext cx="1076325" cy="338138"/>
          </a:xfrm>
          <a:prstGeom prst="rect">
            <a:avLst/>
          </a:prstGeom>
          <a:solidFill>
            <a:srgbClr val="CCECFF"/>
          </a:solidFill>
          <a:ln w="9525">
            <a:solidFill>
              <a:schemeClr val="tx1"/>
            </a:solidFill>
            <a:miter lim="800000"/>
            <a:headEnd/>
            <a:tailEnd/>
          </a:ln>
        </p:spPr>
        <p:txBody>
          <a:bodyPr wrap="none" anchor="ctr"/>
          <a:lstStyle/>
          <a:p>
            <a:pPr algn="ctr"/>
            <a:r>
              <a:rPr lang="zh-CN" altLang="en-US" sz="2000" b="1">
                <a:solidFill>
                  <a:srgbClr val="333399"/>
                </a:solidFill>
                <a:ea typeface="黑体" panose="02010609060101010101" pitchFamily="49" charset="-122"/>
              </a:rPr>
              <a:t>客户</a:t>
            </a:r>
          </a:p>
        </p:txBody>
      </p:sp>
      <p:sp>
        <p:nvSpPr>
          <p:cNvPr id="1901629" name="Rectangle 62"/>
          <p:cNvSpPr>
            <a:spLocks noChangeArrowheads="1"/>
          </p:cNvSpPr>
          <p:nvPr/>
        </p:nvSpPr>
        <p:spPr bwMode="auto">
          <a:xfrm>
            <a:off x="3529013" y="6129338"/>
            <a:ext cx="2905125" cy="254000"/>
          </a:xfrm>
          <a:prstGeom prst="rect">
            <a:avLst/>
          </a:prstGeom>
          <a:solidFill>
            <a:srgbClr val="CCECFF"/>
          </a:solidFill>
          <a:ln w="9525">
            <a:solidFill>
              <a:schemeClr val="tx1"/>
            </a:solidFill>
            <a:miter lim="800000"/>
            <a:headEnd/>
            <a:tailEnd/>
          </a:ln>
        </p:spPr>
        <p:txBody>
          <a:bodyPr wrap="none" anchor="ctr"/>
          <a:lstStyle/>
          <a:p>
            <a:pPr algn="ctr"/>
            <a:r>
              <a:rPr lang="en-US" altLang="zh-CN" sz="2000" b="1">
                <a:solidFill>
                  <a:srgbClr val="333399"/>
                </a:solidFill>
                <a:ea typeface="黑体" panose="02010609060101010101" pitchFamily="49" charset="-122"/>
              </a:rPr>
              <a:t>DHCPRELEASE</a:t>
            </a:r>
          </a:p>
        </p:txBody>
      </p:sp>
      <p:sp>
        <p:nvSpPr>
          <p:cNvPr id="1901630" name="Rectangle 63"/>
          <p:cNvSpPr>
            <a:spLocks noChangeArrowheads="1"/>
          </p:cNvSpPr>
          <p:nvPr/>
        </p:nvSpPr>
        <p:spPr bwMode="auto">
          <a:xfrm>
            <a:off x="8154988" y="6086475"/>
            <a:ext cx="1076325" cy="338138"/>
          </a:xfrm>
          <a:prstGeom prst="rect">
            <a:avLst/>
          </a:prstGeom>
          <a:solidFill>
            <a:srgbClr val="FFCCFF"/>
          </a:solidFill>
          <a:ln w="9525">
            <a:solidFill>
              <a:schemeClr val="tx1"/>
            </a:solidFill>
            <a:miter lim="800000"/>
            <a:headEnd/>
            <a:tailEnd/>
          </a:ln>
        </p:spPr>
        <p:txBody>
          <a:bodyPr wrap="none" anchor="ctr"/>
          <a:lstStyle/>
          <a:p>
            <a:pPr algn="ctr"/>
            <a:r>
              <a:rPr lang="zh-CN" altLang="en-US" sz="2000" b="1">
                <a:solidFill>
                  <a:srgbClr val="333399"/>
                </a:solidFill>
                <a:ea typeface="黑体" panose="02010609060101010101" pitchFamily="49" charset="-122"/>
              </a:rPr>
              <a:t>服务器</a:t>
            </a:r>
          </a:p>
        </p:txBody>
      </p:sp>
      <p:sp>
        <p:nvSpPr>
          <p:cNvPr id="1901631" name="Rectangle 64"/>
          <p:cNvSpPr>
            <a:spLocks noChangeArrowheads="1"/>
          </p:cNvSpPr>
          <p:nvPr/>
        </p:nvSpPr>
        <p:spPr bwMode="auto">
          <a:xfrm>
            <a:off x="7618413" y="6129338"/>
            <a:ext cx="536575" cy="254000"/>
          </a:xfrm>
          <a:prstGeom prst="rect">
            <a:avLst/>
          </a:prstGeom>
          <a:solidFill>
            <a:srgbClr val="FFCC99"/>
          </a:solidFill>
          <a:ln w="9525">
            <a:solidFill>
              <a:schemeClr val="tx1"/>
            </a:solidFill>
            <a:miter lim="800000"/>
            <a:headEnd/>
            <a:tailEnd/>
          </a:ln>
        </p:spPr>
        <p:txBody>
          <a:bodyPr wrap="none" anchor="ctr"/>
          <a:lstStyle/>
          <a:p>
            <a:pPr algn="ctr"/>
            <a:r>
              <a:rPr lang="en-US" altLang="zh-CN" sz="2000" b="1">
                <a:solidFill>
                  <a:srgbClr val="333399"/>
                </a:solidFill>
                <a:ea typeface="黑体" panose="02010609060101010101" pitchFamily="49" charset="-122"/>
              </a:rPr>
              <a:t>67</a:t>
            </a:r>
          </a:p>
        </p:txBody>
      </p:sp>
      <p:sp>
        <p:nvSpPr>
          <p:cNvPr id="1901632" name="Rectangle 65"/>
          <p:cNvSpPr>
            <a:spLocks noChangeArrowheads="1"/>
          </p:cNvSpPr>
          <p:nvPr/>
        </p:nvSpPr>
        <p:spPr bwMode="auto">
          <a:xfrm>
            <a:off x="1700213" y="6129338"/>
            <a:ext cx="754062" cy="254000"/>
          </a:xfrm>
          <a:prstGeom prst="rect">
            <a:avLst/>
          </a:prstGeom>
          <a:solidFill>
            <a:srgbClr val="CCFF99"/>
          </a:solidFill>
          <a:ln w="9525">
            <a:solidFill>
              <a:schemeClr val="tx1"/>
            </a:solidFill>
            <a:miter lim="800000"/>
            <a:headEnd/>
            <a:tailEnd/>
          </a:ln>
        </p:spPr>
        <p:txBody>
          <a:bodyPr wrap="none" anchor="ctr"/>
          <a:lstStyle/>
          <a:p>
            <a:pPr algn="ctr"/>
            <a:r>
              <a:rPr lang="en-US" altLang="zh-CN" sz="2000" b="1">
                <a:solidFill>
                  <a:srgbClr val="333399"/>
                </a:solidFill>
                <a:ea typeface="黑体" panose="02010609060101010101" pitchFamily="49" charset="-122"/>
              </a:rPr>
              <a:t>68</a:t>
            </a:r>
          </a:p>
        </p:txBody>
      </p:sp>
      <p:sp>
        <p:nvSpPr>
          <p:cNvPr id="1901633" name="Text Box 66"/>
          <p:cNvSpPr txBox="1">
            <a:spLocks noChangeArrowheads="1"/>
          </p:cNvSpPr>
          <p:nvPr/>
        </p:nvSpPr>
        <p:spPr bwMode="auto">
          <a:xfrm>
            <a:off x="1697038" y="6361113"/>
            <a:ext cx="7286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333399"/>
                </a:solidFill>
                <a:ea typeface="黑体" panose="02010609060101010101" pitchFamily="49" charset="-122"/>
              </a:rPr>
              <a:t>UDP</a:t>
            </a:r>
          </a:p>
        </p:txBody>
      </p:sp>
      <p:sp>
        <p:nvSpPr>
          <p:cNvPr id="1901634" name="Text Box 67"/>
          <p:cNvSpPr txBox="1">
            <a:spLocks noChangeArrowheads="1"/>
          </p:cNvSpPr>
          <p:nvPr/>
        </p:nvSpPr>
        <p:spPr bwMode="auto">
          <a:xfrm>
            <a:off x="7419975" y="6361113"/>
            <a:ext cx="7270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333399"/>
                </a:solidFill>
                <a:ea typeface="黑体" panose="02010609060101010101" pitchFamily="49" charset="-122"/>
              </a:rPr>
              <a:t>UDP</a:t>
            </a:r>
          </a:p>
        </p:txBody>
      </p:sp>
      <p:sp>
        <p:nvSpPr>
          <p:cNvPr id="1901635" name="Rectangle 68"/>
          <p:cNvSpPr>
            <a:spLocks noChangeArrowheads="1"/>
          </p:cNvSpPr>
          <p:nvPr/>
        </p:nvSpPr>
        <p:spPr bwMode="auto">
          <a:xfrm>
            <a:off x="8154988" y="936625"/>
            <a:ext cx="1076325" cy="338138"/>
          </a:xfrm>
          <a:prstGeom prst="rect">
            <a:avLst/>
          </a:prstGeom>
          <a:solidFill>
            <a:srgbClr val="FFCCFF"/>
          </a:solidFill>
          <a:ln w="9525">
            <a:solidFill>
              <a:schemeClr val="tx1"/>
            </a:solidFill>
            <a:miter lim="800000"/>
            <a:headEnd/>
            <a:tailEnd/>
          </a:ln>
        </p:spPr>
        <p:txBody>
          <a:bodyPr wrap="none" anchor="ctr"/>
          <a:lstStyle/>
          <a:p>
            <a:pPr algn="ctr"/>
            <a:r>
              <a:rPr lang="zh-CN" altLang="en-US" sz="2000" b="1">
                <a:solidFill>
                  <a:srgbClr val="333399"/>
                </a:solidFill>
                <a:ea typeface="黑体" panose="02010609060101010101" pitchFamily="49" charset="-122"/>
              </a:rPr>
              <a:t>服务器</a:t>
            </a:r>
          </a:p>
        </p:txBody>
      </p:sp>
      <p:sp>
        <p:nvSpPr>
          <p:cNvPr id="1901636" name="Rectangle 69"/>
          <p:cNvSpPr>
            <a:spLocks noChangeArrowheads="1"/>
          </p:cNvSpPr>
          <p:nvPr/>
        </p:nvSpPr>
        <p:spPr bwMode="auto">
          <a:xfrm>
            <a:off x="7618413" y="977900"/>
            <a:ext cx="536575" cy="254000"/>
          </a:xfrm>
          <a:prstGeom prst="rect">
            <a:avLst/>
          </a:prstGeom>
          <a:solidFill>
            <a:srgbClr val="FFCC99"/>
          </a:solidFill>
          <a:ln w="9525">
            <a:solidFill>
              <a:schemeClr val="tx1"/>
            </a:solidFill>
            <a:miter lim="800000"/>
            <a:headEnd/>
            <a:tailEnd/>
          </a:ln>
        </p:spPr>
        <p:txBody>
          <a:bodyPr wrap="none" anchor="ctr"/>
          <a:lstStyle/>
          <a:p>
            <a:pPr algn="ctr"/>
            <a:r>
              <a:rPr lang="en-US" altLang="zh-CN" sz="2000" b="1">
                <a:solidFill>
                  <a:srgbClr val="333399"/>
                </a:solidFill>
                <a:ea typeface="黑体" panose="02010609060101010101" pitchFamily="49" charset="-122"/>
              </a:rPr>
              <a:t>67</a:t>
            </a:r>
          </a:p>
        </p:txBody>
      </p:sp>
      <p:sp>
        <p:nvSpPr>
          <p:cNvPr id="1901637" name="Text Box 70"/>
          <p:cNvSpPr txBox="1">
            <a:spLocks noChangeArrowheads="1"/>
          </p:cNvSpPr>
          <p:nvPr/>
        </p:nvSpPr>
        <p:spPr bwMode="auto">
          <a:xfrm>
            <a:off x="7419975" y="1209675"/>
            <a:ext cx="7270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333399"/>
                </a:solidFill>
                <a:ea typeface="黑体" panose="02010609060101010101" pitchFamily="49" charset="-122"/>
              </a:rPr>
              <a:t>UDP</a:t>
            </a:r>
          </a:p>
        </p:txBody>
      </p:sp>
      <p:sp>
        <p:nvSpPr>
          <p:cNvPr id="1901638" name="Text Box 71"/>
          <p:cNvSpPr txBox="1">
            <a:spLocks noChangeArrowheads="1"/>
          </p:cNvSpPr>
          <p:nvPr/>
        </p:nvSpPr>
        <p:spPr bwMode="auto">
          <a:xfrm>
            <a:off x="6218238" y="692150"/>
            <a:ext cx="12112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a:solidFill>
                  <a:srgbClr val="333399"/>
                </a:solidFill>
                <a:ea typeface="黑体" panose="02010609060101010101" pitchFamily="49" charset="-122"/>
              </a:rPr>
              <a:t>被动打开</a:t>
            </a:r>
          </a:p>
        </p:txBody>
      </p:sp>
      <p:sp>
        <p:nvSpPr>
          <p:cNvPr id="1901639" name="Text Box 72"/>
          <p:cNvSpPr txBox="1">
            <a:spLocks noChangeArrowheads="1"/>
          </p:cNvSpPr>
          <p:nvPr/>
        </p:nvSpPr>
        <p:spPr bwMode="auto">
          <a:xfrm>
            <a:off x="9237663" y="820738"/>
            <a:ext cx="5048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800">
                <a:solidFill>
                  <a:srgbClr val="333399"/>
                </a:solidFill>
                <a:ea typeface="黑体" panose="02010609060101010101" pitchFamily="49" charset="-122"/>
                <a:sym typeface="Wingdings" panose="05000000000000000000" pitchFamily="2" charset="2"/>
              </a:rPr>
              <a:t></a:t>
            </a:r>
          </a:p>
        </p:txBody>
      </p:sp>
      <p:sp>
        <p:nvSpPr>
          <p:cNvPr id="1901640" name="Text Box 73"/>
          <p:cNvSpPr txBox="1">
            <a:spLocks noChangeArrowheads="1"/>
          </p:cNvSpPr>
          <p:nvPr/>
        </p:nvSpPr>
        <p:spPr bwMode="auto">
          <a:xfrm>
            <a:off x="85725" y="1435100"/>
            <a:ext cx="5048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800" b="1">
                <a:solidFill>
                  <a:srgbClr val="333399"/>
                </a:solidFill>
                <a:ea typeface="黑体" panose="02010609060101010101" pitchFamily="49" charset="-122"/>
                <a:sym typeface="Wingdings" panose="05000000000000000000" pitchFamily="2" charset="2"/>
              </a:rPr>
              <a:t></a:t>
            </a:r>
          </a:p>
        </p:txBody>
      </p:sp>
      <p:sp>
        <p:nvSpPr>
          <p:cNvPr id="1901641" name="Text Box 74"/>
          <p:cNvSpPr txBox="1">
            <a:spLocks noChangeArrowheads="1"/>
          </p:cNvSpPr>
          <p:nvPr/>
        </p:nvSpPr>
        <p:spPr bwMode="auto">
          <a:xfrm>
            <a:off x="9237663" y="2057400"/>
            <a:ext cx="5048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800" b="1">
                <a:solidFill>
                  <a:srgbClr val="333399"/>
                </a:solidFill>
                <a:ea typeface="黑体" panose="02010609060101010101" pitchFamily="49" charset="-122"/>
                <a:sym typeface="Wingdings" panose="05000000000000000000" pitchFamily="2" charset="2"/>
              </a:rPr>
              <a:t></a:t>
            </a:r>
          </a:p>
        </p:txBody>
      </p:sp>
      <p:sp>
        <p:nvSpPr>
          <p:cNvPr id="1901642" name="Text Box 75"/>
          <p:cNvSpPr txBox="1">
            <a:spLocks noChangeArrowheads="1"/>
          </p:cNvSpPr>
          <p:nvPr/>
        </p:nvSpPr>
        <p:spPr bwMode="auto">
          <a:xfrm>
            <a:off x="85725" y="2654300"/>
            <a:ext cx="5048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800" b="1">
                <a:solidFill>
                  <a:srgbClr val="333399"/>
                </a:solidFill>
                <a:ea typeface="黑体" panose="02010609060101010101" pitchFamily="49" charset="-122"/>
                <a:sym typeface="Wingdings" panose="05000000000000000000" pitchFamily="2" charset="2"/>
              </a:rPr>
              <a:t></a:t>
            </a:r>
          </a:p>
        </p:txBody>
      </p:sp>
      <p:sp>
        <p:nvSpPr>
          <p:cNvPr id="1901643" name="Text Box 76"/>
          <p:cNvSpPr txBox="1">
            <a:spLocks noChangeArrowheads="1"/>
          </p:cNvSpPr>
          <p:nvPr/>
        </p:nvSpPr>
        <p:spPr bwMode="auto">
          <a:xfrm>
            <a:off x="9231313" y="3278188"/>
            <a:ext cx="50641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800" b="1">
                <a:solidFill>
                  <a:srgbClr val="333399"/>
                </a:solidFill>
                <a:ea typeface="黑体" panose="02010609060101010101" pitchFamily="49" charset="-122"/>
                <a:sym typeface="Wingdings" panose="05000000000000000000" pitchFamily="2" charset="2"/>
              </a:rPr>
              <a:t></a:t>
            </a:r>
          </a:p>
        </p:txBody>
      </p:sp>
      <p:sp>
        <p:nvSpPr>
          <p:cNvPr id="1901644" name="Text Box 77"/>
          <p:cNvSpPr txBox="1">
            <a:spLocks noChangeArrowheads="1"/>
          </p:cNvSpPr>
          <p:nvPr/>
        </p:nvSpPr>
        <p:spPr bwMode="auto">
          <a:xfrm>
            <a:off x="85725" y="3902075"/>
            <a:ext cx="5048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800" b="1">
                <a:solidFill>
                  <a:srgbClr val="333399"/>
                </a:solidFill>
                <a:ea typeface="黑体" panose="02010609060101010101" pitchFamily="49" charset="-122"/>
                <a:sym typeface="Wingdings" panose="05000000000000000000" pitchFamily="2" charset="2"/>
              </a:rPr>
              <a:t></a:t>
            </a:r>
          </a:p>
        </p:txBody>
      </p:sp>
      <p:sp>
        <p:nvSpPr>
          <p:cNvPr id="1901645" name="Text Box 78"/>
          <p:cNvSpPr txBox="1">
            <a:spLocks noChangeArrowheads="1"/>
          </p:cNvSpPr>
          <p:nvPr/>
        </p:nvSpPr>
        <p:spPr bwMode="auto">
          <a:xfrm>
            <a:off x="9231313" y="4486275"/>
            <a:ext cx="50641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800" b="1">
                <a:solidFill>
                  <a:srgbClr val="333399"/>
                </a:solidFill>
                <a:ea typeface="黑体" panose="02010609060101010101" pitchFamily="49" charset="-122"/>
                <a:sym typeface="Wingdings" panose="05000000000000000000" pitchFamily="2" charset="2"/>
              </a:rPr>
              <a:t></a:t>
            </a:r>
          </a:p>
        </p:txBody>
      </p:sp>
      <p:sp>
        <p:nvSpPr>
          <p:cNvPr id="1901646" name="Text Box 79"/>
          <p:cNvSpPr txBox="1">
            <a:spLocks noChangeArrowheads="1"/>
          </p:cNvSpPr>
          <p:nvPr/>
        </p:nvSpPr>
        <p:spPr bwMode="auto">
          <a:xfrm>
            <a:off x="9231313" y="5110163"/>
            <a:ext cx="50641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800" b="1">
                <a:solidFill>
                  <a:srgbClr val="333399"/>
                </a:solidFill>
                <a:ea typeface="黑体" panose="02010609060101010101" pitchFamily="49" charset="-122"/>
                <a:sym typeface="Wingdings" panose="05000000000000000000" pitchFamily="2" charset="2"/>
              </a:rPr>
              <a:t></a:t>
            </a:r>
          </a:p>
        </p:txBody>
      </p:sp>
      <p:sp>
        <p:nvSpPr>
          <p:cNvPr id="1901647" name="Text Box 80"/>
          <p:cNvSpPr txBox="1">
            <a:spLocks noChangeArrowheads="1"/>
          </p:cNvSpPr>
          <p:nvPr/>
        </p:nvSpPr>
        <p:spPr bwMode="auto">
          <a:xfrm rot="-5400000">
            <a:off x="4385469" y="5480844"/>
            <a:ext cx="6477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3600" b="1">
                <a:solidFill>
                  <a:srgbClr val="333399"/>
                </a:solidFill>
                <a:ea typeface="黑体" panose="02010609060101010101" pitchFamily="49" charset="-122"/>
              </a:rPr>
              <a:t>…</a:t>
            </a:r>
          </a:p>
        </p:txBody>
      </p:sp>
      <p:sp>
        <p:nvSpPr>
          <p:cNvPr id="1901648" name="Text Box 81"/>
          <p:cNvSpPr txBox="1">
            <a:spLocks noChangeArrowheads="1"/>
          </p:cNvSpPr>
          <p:nvPr/>
        </p:nvSpPr>
        <p:spPr bwMode="auto">
          <a:xfrm>
            <a:off x="85725" y="5892800"/>
            <a:ext cx="5048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800" b="1">
                <a:solidFill>
                  <a:srgbClr val="333399"/>
                </a:solidFill>
                <a:ea typeface="黑体" panose="02010609060101010101" pitchFamily="49" charset="-122"/>
                <a:sym typeface="Wingdings" panose="05000000000000000000" pitchFamily="2" charset="2"/>
              </a:rPr>
              <a:t></a:t>
            </a:r>
          </a:p>
        </p:txBody>
      </p:sp>
      <p:sp>
        <p:nvSpPr>
          <p:cNvPr id="1901649" name="Rectangle 83"/>
          <p:cNvSpPr>
            <a:spLocks noChangeArrowheads="1"/>
          </p:cNvSpPr>
          <p:nvPr/>
        </p:nvSpPr>
        <p:spPr bwMode="auto">
          <a:xfrm>
            <a:off x="0" y="765175"/>
            <a:ext cx="9906000" cy="2235200"/>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zh-CN" sz="2800">
              <a:ea typeface="宋体" panose="02010600030101010101" pitchFamily="2" charset="-122"/>
            </a:endParaRPr>
          </a:p>
        </p:txBody>
      </p:sp>
      <p:sp>
        <p:nvSpPr>
          <p:cNvPr id="1901650" name="Text Box 85"/>
          <p:cNvSpPr txBox="1">
            <a:spLocks noChangeArrowheads="1"/>
          </p:cNvSpPr>
          <p:nvPr/>
        </p:nvSpPr>
        <p:spPr bwMode="auto">
          <a:xfrm>
            <a:off x="428625" y="1128713"/>
            <a:ext cx="9126538" cy="1504950"/>
          </a:xfrm>
          <a:prstGeom prst="rect">
            <a:avLst/>
          </a:prstGeom>
          <a:solidFill>
            <a:srgbClr val="FFFF99"/>
          </a:solidFill>
          <a:ln w="9525">
            <a:solidFill>
              <a:srgbClr val="333399"/>
            </a:solidFill>
            <a:miter lim="800000"/>
            <a:headEnd/>
            <a:tailEnd/>
          </a:ln>
        </p:spPr>
        <p:txBody>
          <a:bodyPr>
            <a:spAutoFit/>
          </a:bodyPr>
          <a:lstStyle/>
          <a:p>
            <a:pPr algn="just"/>
            <a:r>
              <a:rPr lang="en-US" altLang="zh-CN" sz="3600" b="1">
                <a:solidFill>
                  <a:srgbClr val="333399"/>
                </a:solidFill>
                <a:ea typeface="黑体" panose="02010609060101010101" pitchFamily="49" charset="-122"/>
                <a:sym typeface="Wingdings" panose="05000000000000000000" pitchFamily="2" charset="2"/>
              </a:rPr>
              <a:t></a:t>
            </a:r>
            <a:r>
              <a:rPr lang="zh-CN" altLang="en-US" sz="2800" b="1">
                <a:solidFill>
                  <a:srgbClr val="333399"/>
                </a:solidFill>
                <a:ea typeface="黑体" panose="02010609060101010101" pitchFamily="49" charset="-122"/>
              </a:rPr>
              <a:t>：</a:t>
            </a:r>
            <a:r>
              <a:rPr lang="en-US" altLang="zh-CN" sz="2800" b="1">
                <a:solidFill>
                  <a:srgbClr val="333399"/>
                </a:solidFill>
                <a:ea typeface="黑体" panose="02010609060101010101" pitchFamily="49" charset="-122"/>
              </a:rPr>
              <a:t>DHCP </a:t>
            </a:r>
            <a:r>
              <a:rPr lang="zh-CN" altLang="en-US" sz="2800" b="1">
                <a:solidFill>
                  <a:srgbClr val="333399"/>
                </a:solidFill>
                <a:ea typeface="黑体" panose="02010609060101010101" pitchFamily="49" charset="-122"/>
              </a:rPr>
              <a:t>服务器若同意，则发回确认报文</a:t>
            </a:r>
          </a:p>
          <a:p>
            <a:pPr algn="just"/>
            <a:r>
              <a:rPr lang="zh-CN" altLang="en-US" sz="2800" b="1">
                <a:solidFill>
                  <a:srgbClr val="333399"/>
                </a:solidFill>
                <a:ea typeface="黑体" panose="02010609060101010101" pitchFamily="49" charset="-122"/>
              </a:rPr>
              <a:t>        </a:t>
            </a:r>
            <a:r>
              <a:rPr lang="en-US" altLang="zh-CN" sz="2800" b="1">
                <a:solidFill>
                  <a:srgbClr val="333399"/>
                </a:solidFill>
                <a:ea typeface="黑体" panose="02010609060101010101" pitchFamily="49" charset="-122"/>
              </a:rPr>
              <a:t>DHCPACK</a:t>
            </a:r>
            <a:r>
              <a:rPr lang="zh-CN" altLang="en-US" sz="2800" b="1">
                <a:solidFill>
                  <a:srgbClr val="333399"/>
                </a:solidFill>
                <a:ea typeface="黑体" panose="02010609060101010101" pitchFamily="49" charset="-122"/>
              </a:rPr>
              <a:t>。</a:t>
            </a:r>
            <a:r>
              <a:rPr lang="en-US" altLang="zh-CN" sz="2800" b="1">
                <a:solidFill>
                  <a:srgbClr val="333399"/>
                </a:solidFill>
                <a:ea typeface="黑体" panose="02010609060101010101" pitchFamily="49" charset="-122"/>
              </a:rPr>
              <a:t>DHCP </a:t>
            </a:r>
            <a:r>
              <a:rPr lang="zh-CN" altLang="en-US" sz="2800" b="1">
                <a:solidFill>
                  <a:srgbClr val="333399"/>
                </a:solidFill>
                <a:ea typeface="黑体" panose="02010609060101010101" pitchFamily="49" charset="-122"/>
              </a:rPr>
              <a:t>客户得到了新的租</a:t>
            </a:r>
          </a:p>
          <a:p>
            <a:pPr algn="just"/>
            <a:r>
              <a:rPr lang="zh-CN" altLang="en-US" sz="2800" b="1">
                <a:solidFill>
                  <a:srgbClr val="333399"/>
                </a:solidFill>
                <a:ea typeface="黑体" panose="02010609060101010101" pitchFamily="49" charset="-122"/>
              </a:rPr>
              <a:t>        用期，重新设置计时器。</a:t>
            </a:r>
          </a:p>
        </p:txBody>
      </p:sp>
      <p:sp>
        <p:nvSpPr>
          <p:cNvPr id="1901651"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48EC5753-5BBB-4BF5-9E55-609B197F1966}" type="slidenum">
              <a:rPr lang="zh-CN" altLang="en-US" smtClean="0"/>
              <a:pPr/>
              <a:t>55</a:t>
            </a:fld>
            <a:endParaRPr lang="en-US" altLang="zh-CN" smtClean="0"/>
          </a:p>
        </p:txBody>
      </p:sp>
      <p:sp>
        <p:nvSpPr>
          <p:cNvPr id="1901652"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en-US" altLang="zh-CN" smtClean="0"/>
              <a:t>ppt课件</a:t>
            </a:r>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3617" name="Rectangle 2"/>
          <p:cNvSpPr>
            <a:spLocks noGrp="1" noChangeArrowheads="1"/>
          </p:cNvSpPr>
          <p:nvPr>
            <p:ph type="title" idx="4294967295"/>
          </p:nvPr>
        </p:nvSpPr>
        <p:spPr>
          <a:xfrm>
            <a:off x="584200" y="115888"/>
            <a:ext cx="8442325" cy="539750"/>
          </a:xfrm>
        </p:spPr>
        <p:txBody>
          <a:bodyPr/>
          <a:lstStyle/>
          <a:p>
            <a:pPr algn="ctr"/>
            <a:r>
              <a:rPr lang="en-US" altLang="zh-CN" smtClean="0">
                <a:ea typeface="黑体" panose="02010609060101010101" pitchFamily="49" charset="-122"/>
              </a:rPr>
              <a:t>DHCP </a:t>
            </a:r>
            <a:r>
              <a:rPr lang="zh-CN" altLang="zh-CN" smtClean="0">
                <a:ea typeface="黑体" panose="02010609060101010101" pitchFamily="49" charset="-122"/>
              </a:rPr>
              <a:t>协议的工作过程 </a:t>
            </a:r>
          </a:p>
        </p:txBody>
      </p:sp>
      <p:sp>
        <p:nvSpPr>
          <p:cNvPr id="1903618" name="Line 3"/>
          <p:cNvSpPr>
            <a:spLocks noChangeShapeType="1"/>
          </p:cNvSpPr>
          <p:nvPr/>
        </p:nvSpPr>
        <p:spPr bwMode="auto">
          <a:xfrm flipH="1">
            <a:off x="6130925" y="1100138"/>
            <a:ext cx="1506538" cy="0"/>
          </a:xfrm>
          <a:prstGeom prst="line">
            <a:avLst/>
          </a:prstGeom>
          <a:noFill/>
          <a:ln w="57150">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903619" name="Line 4"/>
          <p:cNvSpPr>
            <a:spLocks noChangeShapeType="1"/>
          </p:cNvSpPr>
          <p:nvPr/>
        </p:nvSpPr>
        <p:spPr bwMode="auto">
          <a:xfrm>
            <a:off x="2454275" y="1747838"/>
            <a:ext cx="5164138" cy="0"/>
          </a:xfrm>
          <a:prstGeom prst="line">
            <a:avLst/>
          </a:prstGeom>
          <a:noFill/>
          <a:ln w="57150">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903620" name="Rectangle 5"/>
          <p:cNvSpPr>
            <a:spLocks noChangeArrowheads="1"/>
          </p:cNvSpPr>
          <p:nvPr/>
        </p:nvSpPr>
        <p:spPr bwMode="auto">
          <a:xfrm>
            <a:off x="623888" y="1576388"/>
            <a:ext cx="1076325" cy="341312"/>
          </a:xfrm>
          <a:prstGeom prst="rect">
            <a:avLst/>
          </a:prstGeom>
          <a:solidFill>
            <a:srgbClr val="CCECFF"/>
          </a:solidFill>
          <a:ln w="9525">
            <a:solidFill>
              <a:schemeClr val="tx1"/>
            </a:solidFill>
            <a:miter lim="800000"/>
            <a:headEnd/>
            <a:tailEnd/>
          </a:ln>
        </p:spPr>
        <p:txBody>
          <a:bodyPr wrap="none" anchor="ctr"/>
          <a:lstStyle/>
          <a:p>
            <a:pPr algn="ctr"/>
            <a:r>
              <a:rPr lang="zh-CN" altLang="en-US" sz="2000" b="1">
                <a:solidFill>
                  <a:srgbClr val="000099"/>
                </a:solidFill>
                <a:ea typeface="黑体" panose="02010609060101010101" pitchFamily="49" charset="-122"/>
              </a:rPr>
              <a:t>客户</a:t>
            </a:r>
          </a:p>
        </p:txBody>
      </p:sp>
      <p:sp>
        <p:nvSpPr>
          <p:cNvPr id="1903621" name="Rectangle 6"/>
          <p:cNvSpPr>
            <a:spLocks noChangeArrowheads="1"/>
          </p:cNvSpPr>
          <p:nvPr/>
        </p:nvSpPr>
        <p:spPr bwMode="auto">
          <a:xfrm>
            <a:off x="3529013" y="1617663"/>
            <a:ext cx="2905125" cy="257175"/>
          </a:xfrm>
          <a:prstGeom prst="rect">
            <a:avLst/>
          </a:prstGeom>
          <a:solidFill>
            <a:srgbClr val="CCECFF"/>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DHCPDISCOVER</a:t>
            </a:r>
          </a:p>
        </p:txBody>
      </p:sp>
      <p:sp>
        <p:nvSpPr>
          <p:cNvPr id="1903622" name="Rectangle 7"/>
          <p:cNvSpPr>
            <a:spLocks noChangeArrowheads="1"/>
          </p:cNvSpPr>
          <p:nvPr/>
        </p:nvSpPr>
        <p:spPr bwMode="auto">
          <a:xfrm>
            <a:off x="8154988" y="1576388"/>
            <a:ext cx="1076325" cy="341312"/>
          </a:xfrm>
          <a:prstGeom prst="rect">
            <a:avLst/>
          </a:prstGeom>
          <a:solidFill>
            <a:srgbClr val="FFCCFF"/>
          </a:solidFill>
          <a:ln w="9525">
            <a:solidFill>
              <a:schemeClr val="tx1"/>
            </a:solidFill>
            <a:miter lim="800000"/>
            <a:headEnd/>
            <a:tailEnd/>
          </a:ln>
        </p:spPr>
        <p:txBody>
          <a:bodyPr wrap="none" anchor="ctr"/>
          <a:lstStyle/>
          <a:p>
            <a:pPr algn="ctr"/>
            <a:r>
              <a:rPr lang="zh-CN" altLang="en-US" sz="2000" b="1">
                <a:solidFill>
                  <a:srgbClr val="000099"/>
                </a:solidFill>
                <a:ea typeface="黑体" panose="02010609060101010101" pitchFamily="49" charset="-122"/>
              </a:rPr>
              <a:t>服务器</a:t>
            </a:r>
          </a:p>
        </p:txBody>
      </p:sp>
      <p:sp>
        <p:nvSpPr>
          <p:cNvPr id="1903623" name="Rectangle 8"/>
          <p:cNvSpPr>
            <a:spLocks noChangeArrowheads="1"/>
          </p:cNvSpPr>
          <p:nvPr/>
        </p:nvSpPr>
        <p:spPr bwMode="auto">
          <a:xfrm>
            <a:off x="7618413" y="1617663"/>
            <a:ext cx="536575" cy="257175"/>
          </a:xfrm>
          <a:prstGeom prst="rect">
            <a:avLst/>
          </a:prstGeom>
          <a:solidFill>
            <a:srgbClr val="FFCC99"/>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67</a:t>
            </a:r>
          </a:p>
        </p:txBody>
      </p:sp>
      <p:sp>
        <p:nvSpPr>
          <p:cNvPr id="1903624" name="Rectangle 9"/>
          <p:cNvSpPr>
            <a:spLocks noChangeArrowheads="1"/>
          </p:cNvSpPr>
          <p:nvPr/>
        </p:nvSpPr>
        <p:spPr bwMode="auto">
          <a:xfrm>
            <a:off x="1700213" y="1617663"/>
            <a:ext cx="754062" cy="257175"/>
          </a:xfrm>
          <a:prstGeom prst="rect">
            <a:avLst/>
          </a:prstGeom>
          <a:solidFill>
            <a:srgbClr val="CCFF99"/>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68</a:t>
            </a:r>
          </a:p>
        </p:txBody>
      </p:sp>
      <p:sp>
        <p:nvSpPr>
          <p:cNvPr id="1903625" name="Text Box 10"/>
          <p:cNvSpPr txBox="1">
            <a:spLocks noChangeArrowheads="1"/>
          </p:cNvSpPr>
          <p:nvPr/>
        </p:nvSpPr>
        <p:spPr bwMode="auto">
          <a:xfrm>
            <a:off x="1697038" y="1854200"/>
            <a:ext cx="7286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99"/>
                </a:solidFill>
                <a:ea typeface="黑体" panose="02010609060101010101" pitchFamily="49" charset="-122"/>
              </a:rPr>
              <a:t>UDP</a:t>
            </a:r>
          </a:p>
        </p:txBody>
      </p:sp>
      <p:sp>
        <p:nvSpPr>
          <p:cNvPr id="1903626" name="Text Box 11"/>
          <p:cNvSpPr txBox="1">
            <a:spLocks noChangeArrowheads="1"/>
          </p:cNvSpPr>
          <p:nvPr/>
        </p:nvSpPr>
        <p:spPr bwMode="auto">
          <a:xfrm>
            <a:off x="7419975" y="1851025"/>
            <a:ext cx="7270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99"/>
                </a:solidFill>
                <a:ea typeface="黑体" panose="02010609060101010101" pitchFamily="49" charset="-122"/>
              </a:rPr>
              <a:t>UDP</a:t>
            </a:r>
          </a:p>
        </p:txBody>
      </p:sp>
      <p:sp>
        <p:nvSpPr>
          <p:cNvPr id="1903627" name="Line 12"/>
          <p:cNvSpPr>
            <a:spLocks noChangeShapeType="1"/>
          </p:cNvSpPr>
          <p:nvPr/>
        </p:nvSpPr>
        <p:spPr bwMode="auto">
          <a:xfrm flipH="1">
            <a:off x="2452688" y="2359025"/>
            <a:ext cx="5165725" cy="0"/>
          </a:xfrm>
          <a:prstGeom prst="line">
            <a:avLst/>
          </a:prstGeom>
          <a:noFill/>
          <a:ln w="57150">
            <a:solidFill>
              <a:schemeClr val="hlink"/>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903628" name="Rectangle 13"/>
          <p:cNvSpPr>
            <a:spLocks noChangeArrowheads="1"/>
          </p:cNvSpPr>
          <p:nvPr/>
        </p:nvSpPr>
        <p:spPr bwMode="auto">
          <a:xfrm>
            <a:off x="623888" y="2187575"/>
            <a:ext cx="1074737" cy="339725"/>
          </a:xfrm>
          <a:prstGeom prst="rect">
            <a:avLst/>
          </a:prstGeom>
          <a:solidFill>
            <a:srgbClr val="CCECFF"/>
          </a:solidFill>
          <a:ln w="9525">
            <a:solidFill>
              <a:schemeClr val="tx1"/>
            </a:solidFill>
            <a:miter lim="800000"/>
            <a:headEnd/>
            <a:tailEnd/>
          </a:ln>
        </p:spPr>
        <p:txBody>
          <a:bodyPr wrap="none" anchor="ctr"/>
          <a:lstStyle/>
          <a:p>
            <a:pPr algn="ctr"/>
            <a:r>
              <a:rPr lang="zh-CN" altLang="en-US" sz="2000" b="1">
                <a:solidFill>
                  <a:srgbClr val="000099"/>
                </a:solidFill>
                <a:ea typeface="黑体" panose="02010609060101010101" pitchFamily="49" charset="-122"/>
              </a:rPr>
              <a:t>客户</a:t>
            </a:r>
          </a:p>
        </p:txBody>
      </p:sp>
      <p:sp>
        <p:nvSpPr>
          <p:cNvPr id="1903629" name="Rectangle 14"/>
          <p:cNvSpPr>
            <a:spLocks noChangeArrowheads="1"/>
          </p:cNvSpPr>
          <p:nvPr/>
        </p:nvSpPr>
        <p:spPr bwMode="auto">
          <a:xfrm>
            <a:off x="3529013" y="2230438"/>
            <a:ext cx="2905125" cy="255587"/>
          </a:xfrm>
          <a:prstGeom prst="rect">
            <a:avLst/>
          </a:prstGeom>
          <a:solidFill>
            <a:srgbClr val="FFCCFF"/>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DHCPOFFER</a:t>
            </a:r>
          </a:p>
        </p:txBody>
      </p:sp>
      <p:sp>
        <p:nvSpPr>
          <p:cNvPr id="1903630" name="Rectangle 15"/>
          <p:cNvSpPr>
            <a:spLocks noChangeArrowheads="1"/>
          </p:cNvSpPr>
          <p:nvPr/>
        </p:nvSpPr>
        <p:spPr bwMode="auto">
          <a:xfrm>
            <a:off x="8154988" y="2187575"/>
            <a:ext cx="1076325" cy="339725"/>
          </a:xfrm>
          <a:prstGeom prst="rect">
            <a:avLst/>
          </a:prstGeom>
          <a:solidFill>
            <a:srgbClr val="FFCCFF"/>
          </a:solidFill>
          <a:ln w="9525">
            <a:solidFill>
              <a:schemeClr val="tx1"/>
            </a:solidFill>
            <a:miter lim="800000"/>
            <a:headEnd/>
            <a:tailEnd/>
          </a:ln>
        </p:spPr>
        <p:txBody>
          <a:bodyPr wrap="none" anchor="ctr"/>
          <a:lstStyle/>
          <a:p>
            <a:pPr algn="ctr"/>
            <a:r>
              <a:rPr lang="zh-CN" altLang="en-US" sz="2000" b="1">
                <a:solidFill>
                  <a:srgbClr val="000099"/>
                </a:solidFill>
                <a:ea typeface="黑体" panose="02010609060101010101" pitchFamily="49" charset="-122"/>
              </a:rPr>
              <a:t>服务器</a:t>
            </a:r>
          </a:p>
        </p:txBody>
      </p:sp>
      <p:sp>
        <p:nvSpPr>
          <p:cNvPr id="1903631" name="Rectangle 16"/>
          <p:cNvSpPr>
            <a:spLocks noChangeArrowheads="1"/>
          </p:cNvSpPr>
          <p:nvPr/>
        </p:nvSpPr>
        <p:spPr bwMode="auto">
          <a:xfrm>
            <a:off x="7618413" y="2230438"/>
            <a:ext cx="536575" cy="255587"/>
          </a:xfrm>
          <a:prstGeom prst="rect">
            <a:avLst/>
          </a:prstGeom>
          <a:solidFill>
            <a:srgbClr val="FFCC99"/>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67</a:t>
            </a:r>
          </a:p>
        </p:txBody>
      </p:sp>
      <p:sp>
        <p:nvSpPr>
          <p:cNvPr id="1903632" name="Rectangle 17"/>
          <p:cNvSpPr>
            <a:spLocks noChangeArrowheads="1"/>
          </p:cNvSpPr>
          <p:nvPr/>
        </p:nvSpPr>
        <p:spPr bwMode="auto">
          <a:xfrm>
            <a:off x="1698625" y="2230438"/>
            <a:ext cx="754063" cy="255587"/>
          </a:xfrm>
          <a:prstGeom prst="rect">
            <a:avLst/>
          </a:prstGeom>
          <a:solidFill>
            <a:srgbClr val="CCFF99"/>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68</a:t>
            </a:r>
          </a:p>
        </p:txBody>
      </p:sp>
      <p:sp>
        <p:nvSpPr>
          <p:cNvPr id="1903633" name="Text Box 18"/>
          <p:cNvSpPr txBox="1">
            <a:spLocks noChangeArrowheads="1"/>
          </p:cNvSpPr>
          <p:nvPr/>
        </p:nvSpPr>
        <p:spPr bwMode="auto">
          <a:xfrm>
            <a:off x="1697038" y="2462213"/>
            <a:ext cx="7286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99"/>
                </a:solidFill>
                <a:ea typeface="黑体" panose="02010609060101010101" pitchFamily="49" charset="-122"/>
              </a:rPr>
              <a:t>UDP</a:t>
            </a:r>
          </a:p>
        </p:txBody>
      </p:sp>
      <p:sp>
        <p:nvSpPr>
          <p:cNvPr id="1903634" name="Text Box 19"/>
          <p:cNvSpPr txBox="1">
            <a:spLocks noChangeArrowheads="1"/>
          </p:cNvSpPr>
          <p:nvPr/>
        </p:nvSpPr>
        <p:spPr bwMode="auto">
          <a:xfrm>
            <a:off x="7419975" y="2462213"/>
            <a:ext cx="7270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99"/>
                </a:solidFill>
                <a:ea typeface="黑体" panose="02010609060101010101" pitchFamily="49" charset="-122"/>
              </a:rPr>
              <a:t>UDP</a:t>
            </a:r>
          </a:p>
        </p:txBody>
      </p:sp>
      <p:sp>
        <p:nvSpPr>
          <p:cNvPr id="1903635" name="Line 20"/>
          <p:cNvSpPr>
            <a:spLocks noChangeShapeType="1"/>
          </p:cNvSpPr>
          <p:nvPr/>
        </p:nvSpPr>
        <p:spPr bwMode="auto">
          <a:xfrm>
            <a:off x="2454275" y="2968625"/>
            <a:ext cx="5164138" cy="0"/>
          </a:xfrm>
          <a:prstGeom prst="line">
            <a:avLst/>
          </a:prstGeom>
          <a:noFill/>
          <a:ln w="57150">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903636" name="Rectangle 21"/>
          <p:cNvSpPr>
            <a:spLocks noChangeArrowheads="1"/>
          </p:cNvSpPr>
          <p:nvPr/>
        </p:nvSpPr>
        <p:spPr bwMode="auto">
          <a:xfrm>
            <a:off x="623888" y="2798763"/>
            <a:ext cx="1076325" cy="341312"/>
          </a:xfrm>
          <a:prstGeom prst="rect">
            <a:avLst/>
          </a:prstGeom>
          <a:solidFill>
            <a:srgbClr val="CCECFF"/>
          </a:solidFill>
          <a:ln w="9525">
            <a:solidFill>
              <a:schemeClr val="tx1"/>
            </a:solidFill>
            <a:miter lim="800000"/>
            <a:headEnd/>
            <a:tailEnd/>
          </a:ln>
        </p:spPr>
        <p:txBody>
          <a:bodyPr wrap="none" anchor="ctr"/>
          <a:lstStyle/>
          <a:p>
            <a:pPr algn="ctr"/>
            <a:r>
              <a:rPr lang="zh-CN" altLang="en-US" sz="2000" b="1">
                <a:solidFill>
                  <a:srgbClr val="000099"/>
                </a:solidFill>
                <a:ea typeface="黑体" panose="02010609060101010101" pitchFamily="49" charset="-122"/>
              </a:rPr>
              <a:t>客户</a:t>
            </a:r>
          </a:p>
        </p:txBody>
      </p:sp>
      <p:sp>
        <p:nvSpPr>
          <p:cNvPr id="1903637" name="Rectangle 22"/>
          <p:cNvSpPr>
            <a:spLocks noChangeArrowheads="1"/>
          </p:cNvSpPr>
          <p:nvPr/>
        </p:nvSpPr>
        <p:spPr bwMode="auto">
          <a:xfrm>
            <a:off x="3529013" y="2841625"/>
            <a:ext cx="2905125" cy="255588"/>
          </a:xfrm>
          <a:prstGeom prst="rect">
            <a:avLst/>
          </a:prstGeom>
          <a:solidFill>
            <a:srgbClr val="CCECFF"/>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DHCPREQUEST</a:t>
            </a:r>
          </a:p>
        </p:txBody>
      </p:sp>
      <p:sp>
        <p:nvSpPr>
          <p:cNvPr id="1903638" name="Rectangle 23"/>
          <p:cNvSpPr>
            <a:spLocks noChangeArrowheads="1"/>
          </p:cNvSpPr>
          <p:nvPr/>
        </p:nvSpPr>
        <p:spPr bwMode="auto">
          <a:xfrm>
            <a:off x="8154988" y="2798763"/>
            <a:ext cx="1076325" cy="341312"/>
          </a:xfrm>
          <a:prstGeom prst="rect">
            <a:avLst/>
          </a:prstGeom>
          <a:solidFill>
            <a:srgbClr val="FFCCFF"/>
          </a:solidFill>
          <a:ln w="9525">
            <a:solidFill>
              <a:schemeClr val="tx1"/>
            </a:solidFill>
            <a:miter lim="800000"/>
            <a:headEnd/>
            <a:tailEnd/>
          </a:ln>
        </p:spPr>
        <p:txBody>
          <a:bodyPr wrap="none" anchor="ctr"/>
          <a:lstStyle/>
          <a:p>
            <a:pPr algn="ctr"/>
            <a:r>
              <a:rPr lang="zh-CN" altLang="en-US" sz="2000" b="1">
                <a:solidFill>
                  <a:srgbClr val="000099"/>
                </a:solidFill>
                <a:ea typeface="黑体" panose="02010609060101010101" pitchFamily="49" charset="-122"/>
              </a:rPr>
              <a:t>服务器</a:t>
            </a:r>
          </a:p>
        </p:txBody>
      </p:sp>
      <p:sp>
        <p:nvSpPr>
          <p:cNvPr id="1903639" name="Rectangle 24"/>
          <p:cNvSpPr>
            <a:spLocks noChangeArrowheads="1"/>
          </p:cNvSpPr>
          <p:nvPr/>
        </p:nvSpPr>
        <p:spPr bwMode="auto">
          <a:xfrm>
            <a:off x="7618413" y="2841625"/>
            <a:ext cx="536575" cy="255588"/>
          </a:xfrm>
          <a:prstGeom prst="rect">
            <a:avLst/>
          </a:prstGeom>
          <a:solidFill>
            <a:srgbClr val="FFCC99"/>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67</a:t>
            </a:r>
          </a:p>
        </p:txBody>
      </p:sp>
      <p:sp>
        <p:nvSpPr>
          <p:cNvPr id="1903640" name="Rectangle 25"/>
          <p:cNvSpPr>
            <a:spLocks noChangeArrowheads="1"/>
          </p:cNvSpPr>
          <p:nvPr/>
        </p:nvSpPr>
        <p:spPr bwMode="auto">
          <a:xfrm>
            <a:off x="1700213" y="2841625"/>
            <a:ext cx="754062" cy="255588"/>
          </a:xfrm>
          <a:prstGeom prst="rect">
            <a:avLst/>
          </a:prstGeom>
          <a:solidFill>
            <a:srgbClr val="CCFF99"/>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68</a:t>
            </a:r>
          </a:p>
        </p:txBody>
      </p:sp>
      <p:sp>
        <p:nvSpPr>
          <p:cNvPr id="1903641" name="Text Box 26"/>
          <p:cNvSpPr txBox="1">
            <a:spLocks noChangeArrowheads="1"/>
          </p:cNvSpPr>
          <p:nvPr/>
        </p:nvSpPr>
        <p:spPr bwMode="auto">
          <a:xfrm>
            <a:off x="1697038" y="3074988"/>
            <a:ext cx="7286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99"/>
                </a:solidFill>
                <a:ea typeface="黑体" panose="02010609060101010101" pitchFamily="49" charset="-122"/>
              </a:rPr>
              <a:t>UDP</a:t>
            </a:r>
          </a:p>
        </p:txBody>
      </p:sp>
      <p:sp>
        <p:nvSpPr>
          <p:cNvPr id="1903642" name="Text Box 27"/>
          <p:cNvSpPr txBox="1">
            <a:spLocks noChangeArrowheads="1"/>
          </p:cNvSpPr>
          <p:nvPr/>
        </p:nvSpPr>
        <p:spPr bwMode="auto">
          <a:xfrm>
            <a:off x="7419975" y="3074988"/>
            <a:ext cx="7270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99"/>
                </a:solidFill>
                <a:ea typeface="黑体" panose="02010609060101010101" pitchFamily="49" charset="-122"/>
              </a:rPr>
              <a:t>UDP</a:t>
            </a:r>
          </a:p>
        </p:txBody>
      </p:sp>
      <p:sp>
        <p:nvSpPr>
          <p:cNvPr id="1903643" name="Line 28"/>
          <p:cNvSpPr>
            <a:spLocks noChangeShapeType="1"/>
          </p:cNvSpPr>
          <p:nvPr/>
        </p:nvSpPr>
        <p:spPr bwMode="auto">
          <a:xfrm flipH="1">
            <a:off x="2452688" y="3579813"/>
            <a:ext cx="5165725" cy="0"/>
          </a:xfrm>
          <a:prstGeom prst="line">
            <a:avLst/>
          </a:prstGeom>
          <a:noFill/>
          <a:ln w="57150">
            <a:solidFill>
              <a:schemeClr val="hlink"/>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903644" name="Rectangle 29"/>
          <p:cNvSpPr>
            <a:spLocks noChangeArrowheads="1"/>
          </p:cNvSpPr>
          <p:nvPr/>
        </p:nvSpPr>
        <p:spPr bwMode="auto">
          <a:xfrm>
            <a:off x="623888" y="3409950"/>
            <a:ext cx="1074737" cy="339725"/>
          </a:xfrm>
          <a:prstGeom prst="rect">
            <a:avLst/>
          </a:prstGeom>
          <a:solidFill>
            <a:srgbClr val="CCECFF"/>
          </a:solidFill>
          <a:ln w="9525">
            <a:solidFill>
              <a:schemeClr val="tx1"/>
            </a:solidFill>
            <a:miter lim="800000"/>
            <a:headEnd/>
            <a:tailEnd/>
          </a:ln>
        </p:spPr>
        <p:txBody>
          <a:bodyPr wrap="none" anchor="ctr"/>
          <a:lstStyle/>
          <a:p>
            <a:pPr algn="ctr"/>
            <a:r>
              <a:rPr lang="zh-CN" altLang="en-US" sz="2000" b="1">
                <a:solidFill>
                  <a:srgbClr val="000099"/>
                </a:solidFill>
                <a:ea typeface="黑体" panose="02010609060101010101" pitchFamily="49" charset="-122"/>
              </a:rPr>
              <a:t>客户</a:t>
            </a:r>
          </a:p>
        </p:txBody>
      </p:sp>
      <p:sp>
        <p:nvSpPr>
          <p:cNvPr id="1903645" name="Rectangle 30"/>
          <p:cNvSpPr>
            <a:spLocks noChangeArrowheads="1"/>
          </p:cNvSpPr>
          <p:nvPr/>
        </p:nvSpPr>
        <p:spPr bwMode="auto">
          <a:xfrm>
            <a:off x="3529013" y="3452813"/>
            <a:ext cx="2905125" cy="254000"/>
          </a:xfrm>
          <a:prstGeom prst="rect">
            <a:avLst/>
          </a:prstGeom>
          <a:solidFill>
            <a:srgbClr val="FFCCFF"/>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DHCPACK</a:t>
            </a:r>
          </a:p>
        </p:txBody>
      </p:sp>
      <p:sp>
        <p:nvSpPr>
          <p:cNvPr id="1903646" name="Rectangle 31"/>
          <p:cNvSpPr>
            <a:spLocks noChangeArrowheads="1"/>
          </p:cNvSpPr>
          <p:nvPr/>
        </p:nvSpPr>
        <p:spPr bwMode="auto">
          <a:xfrm>
            <a:off x="8154988" y="3409950"/>
            <a:ext cx="1076325" cy="339725"/>
          </a:xfrm>
          <a:prstGeom prst="rect">
            <a:avLst/>
          </a:prstGeom>
          <a:solidFill>
            <a:srgbClr val="FFCCFF"/>
          </a:solidFill>
          <a:ln w="9525">
            <a:solidFill>
              <a:schemeClr val="tx1"/>
            </a:solidFill>
            <a:miter lim="800000"/>
            <a:headEnd/>
            <a:tailEnd/>
          </a:ln>
        </p:spPr>
        <p:txBody>
          <a:bodyPr wrap="none" anchor="ctr"/>
          <a:lstStyle/>
          <a:p>
            <a:pPr algn="ctr"/>
            <a:r>
              <a:rPr lang="zh-CN" altLang="en-US" sz="2000" b="1">
                <a:solidFill>
                  <a:srgbClr val="000099"/>
                </a:solidFill>
                <a:ea typeface="黑体" panose="02010609060101010101" pitchFamily="49" charset="-122"/>
              </a:rPr>
              <a:t>服务器</a:t>
            </a:r>
          </a:p>
        </p:txBody>
      </p:sp>
      <p:sp>
        <p:nvSpPr>
          <p:cNvPr id="1903647" name="Rectangle 32"/>
          <p:cNvSpPr>
            <a:spLocks noChangeArrowheads="1"/>
          </p:cNvSpPr>
          <p:nvPr/>
        </p:nvSpPr>
        <p:spPr bwMode="auto">
          <a:xfrm>
            <a:off x="7618413" y="3452813"/>
            <a:ext cx="536575" cy="254000"/>
          </a:xfrm>
          <a:prstGeom prst="rect">
            <a:avLst/>
          </a:prstGeom>
          <a:solidFill>
            <a:srgbClr val="FFCC99"/>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67</a:t>
            </a:r>
          </a:p>
        </p:txBody>
      </p:sp>
      <p:sp>
        <p:nvSpPr>
          <p:cNvPr id="1903648" name="Rectangle 33"/>
          <p:cNvSpPr>
            <a:spLocks noChangeArrowheads="1"/>
          </p:cNvSpPr>
          <p:nvPr/>
        </p:nvSpPr>
        <p:spPr bwMode="auto">
          <a:xfrm>
            <a:off x="1698625" y="3452813"/>
            <a:ext cx="754063" cy="254000"/>
          </a:xfrm>
          <a:prstGeom prst="rect">
            <a:avLst/>
          </a:prstGeom>
          <a:solidFill>
            <a:srgbClr val="CCFF99"/>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68</a:t>
            </a:r>
          </a:p>
        </p:txBody>
      </p:sp>
      <p:sp>
        <p:nvSpPr>
          <p:cNvPr id="1903649" name="Text Box 34"/>
          <p:cNvSpPr txBox="1">
            <a:spLocks noChangeArrowheads="1"/>
          </p:cNvSpPr>
          <p:nvPr/>
        </p:nvSpPr>
        <p:spPr bwMode="auto">
          <a:xfrm>
            <a:off x="1697038" y="3684588"/>
            <a:ext cx="7286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99"/>
                </a:solidFill>
                <a:ea typeface="黑体" panose="02010609060101010101" pitchFamily="49" charset="-122"/>
              </a:rPr>
              <a:t>UDP</a:t>
            </a:r>
          </a:p>
        </p:txBody>
      </p:sp>
      <p:sp>
        <p:nvSpPr>
          <p:cNvPr id="1903650" name="Text Box 35"/>
          <p:cNvSpPr txBox="1">
            <a:spLocks noChangeArrowheads="1"/>
          </p:cNvSpPr>
          <p:nvPr/>
        </p:nvSpPr>
        <p:spPr bwMode="auto">
          <a:xfrm>
            <a:off x="7419975" y="3684588"/>
            <a:ext cx="7270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99"/>
                </a:solidFill>
                <a:ea typeface="黑体" panose="02010609060101010101" pitchFamily="49" charset="-122"/>
              </a:rPr>
              <a:t>UDP</a:t>
            </a:r>
          </a:p>
        </p:txBody>
      </p:sp>
      <p:sp>
        <p:nvSpPr>
          <p:cNvPr id="1903651" name="Line 36"/>
          <p:cNvSpPr>
            <a:spLocks noChangeShapeType="1"/>
          </p:cNvSpPr>
          <p:nvPr/>
        </p:nvSpPr>
        <p:spPr bwMode="auto">
          <a:xfrm>
            <a:off x="2454275" y="4187825"/>
            <a:ext cx="5164138" cy="0"/>
          </a:xfrm>
          <a:prstGeom prst="line">
            <a:avLst/>
          </a:prstGeom>
          <a:noFill/>
          <a:ln w="57150">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903652" name="Rectangle 37"/>
          <p:cNvSpPr>
            <a:spLocks noChangeArrowheads="1"/>
          </p:cNvSpPr>
          <p:nvPr/>
        </p:nvSpPr>
        <p:spPr bwMode="auto">
          <a:xfrm>
            <a:off x="623888" y="4017963"/>
            <a:ext cx="1076325" cy="338137"/>
          </a:xfrm>
          <a:prstGeom prst="rect">
            <a:avLst/>
          </a:prstGeom>
          <a:solidFill>
            <a:srgbClr val="CCECFF"/>
          </a:solidFill>
          <a:ln w="9525">
            <a:solidFill>
              <a:schemeClr val="tx1"/>
            </a:solidFill>
            <a:miter lim="800000"/>
            <a:headEnd/>
            <a:tailEnd/>
          </a:ln>
        </p:spPr>
        <p:txBody>
          <a:bodyPr wrap="none" anchor="ctr"/>
          <a:lstStyle/>
          <a:p>
            <a:pPr algn="ctr"/>
            <a:r>
              <a:rPr lang="zh-CN" altLang="en-US" sz="2000" b="1">
                <a:solidFill>
                  <a:srgbClr val="000099"/>
                </a:solidFill>
                <a:ea typeface="黑体" panose="02010609060101010101" pitchFamily="49" charset="-122"/>
              </a:rPr>
              <a:t>客户</a:t>
            </a:r>
          </a:p>
        </p:txBody>
      </p:sp>
      <p:sp>
        <p:nvSpPr>
          <p:cNvPr id="1903653" name="Rectangle 38"/>
          <p:cNvSpPr>
            <a:spLocks noChangeArrowheads="1"/>
          </p:cNvSpPr>
          <p:nvPr/>
        </p:nvSpPr>
        <p:spPr bwMode="auto">
          <a:xfrm>
            <a:off x="3529013" y="4060825"/>
            <a:ext cx="2905125" cy="254000"/>
          </a:xfrm>
          <a:prstGeom prst="rect">
            <a:avLst/>
          </a:prstGeom>
          <a:solidFill>
            <a:srgbClr val="CCECFF"/>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DHCPREQUEST</a:t>
            </a:r>
          </a:p>
        </p:txBody>
      </p:sp>
      <p:sp>
        <p:nvSpPr>
          <p:cNvPr id="1903654" name="Rectangle 39"/>
          <p:cNvSpPr>
            <a:spLocks noChangeArrowheads="1"/>
          </p:cNvSpPr>
          <p:nvPr/>
        </p:nvSpPr>
        <p:spPr bwMode="auto">
          <a:xfrm>
            <a:off x="8154988" y="4017963"/>
            <a:ext cx="1076325" cy="338137"/>
          </a:xfrm>
          <a:prstGeom prst="rect">
            <a:avLst/>
          </a:prstGeom>
          <a:solidFill>
            <a:srgbClr val="FFCCFF"/>
          </a:solidFill>
          <a:ln w="9525">
            <a:solidFill>
              <a:schemeClr val="tx1"/>
            </a:solidFill>
            <a:miter lim="800000"/>
            <a:headEnd/>
            <a:tailEnd/>
          </a:ln>
        </p:spPr>
        <p:txBody>
          <a:bodyPr wrap="none" anchor="ctr"/>
          <a:lstStyle/>
          <a:p>
            <a:pPr algn="ctr"/>
            <a:r>
              <a:rPr lang="zh-CN" altLang="en-US" sz="2000" b="1">
                <a:solidFill>
                  <a:srgbClr val="000099"/>
                </a:solidFill>
                <a:ea typeface="黑体" panose="02010609060101010101" pitchFamily="49" charset="-122"/>
              </a:rPr>
              <a:t>服务器</a:t>
            </a:r>
          </a:p>
        </p:txBody>
      </p:sp>
      <p:sp>
        <p:nvSpPr>
          <p:cNvPr id="1903655" name="Rectangle 40"/>
          <p:cNvSpPr>
            <a:spLocks noChangeArrowheads="1"/>
          </p:cNvSpPr>
          <p:nvPr/>
        </p:nvSpPr>
        <p:spPr bwMode="auto">
          <a:xfrm>
            <a:off x="7618413" y="4060825"/>
            <a:ext cx="536575" cy="254000"/>
          </a:xfrm>
          <a:prstGeom prst="rect">
            <a:avLst/>
          </a:prstGeom>
          <a:solidFill>
            <a:srgbClr val="FFCC99"/>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67</a:t>
            </a:r>
          </a:p>
        </p:txBody>
      </p:sp>
      <p:sp>
        <p:nvSpPr>
          <p:cNvPr id="1903656" name="Rectangle 41"/>
          <p:cNvSpPr>
            <a:spLocks noChangeArrowheads="1"/>
          </p:cNvSpPr>
          <p:nvPr/>
        </p:nvSpPr>
        <p:spPr bwMode="auto">
          <a:xfrm>
            <a:off x="1700213" y="4060825"/>
            <a:ext cx="754062" cy="254000"/>
          </a:xfrm>
          <a:prstGeom prst="rect">
            <a:avLst/>
          </a:prstGeom>
          <a:solidFill>
            <a:srgbClr val="CCFF99"/>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68</a:t>
            </a:r>
          </a:p>
        </p:txBody>
      </p:sp>
      <p:sp>
        <p:nvSpPr>
          <p:cNvPr id="1903657" name="Text Box 42"/>
          <p:cNvSpPr txBox="1">
            <a:spLocks noChangeArrowheads="1"/>
          </p:cNvSpPr>
          <p:nvPr/>
        </p:nvSpPr>
        <p:spPr bwMode="auto">
          <a:xfrm>
            <a:off x="1697038" y="4292600"/>
            <a:ext cx="7286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99"/>
                </a:solidFill>
                <a:ea typeface="黑体" panose="02010609060101010101" pitchFamily="49" charset="-122"/>
              </a:rPr>
              <a:t>UDP</a:t>
            </a:r>
          </a:p>
        </p:txBody>
      </p:sp>
      <p:sp>
        <p:nvSpPr>
          <p:cNvPr id="1903658" name="Text Box 43"/>
          <p:cNvSpPr txBox="1">
            <a:spLocks noChangeArrowheads="1"/>
          </p:cNvSpPr>
          <p:nvPr/>
        </p:nvSpPr>
        <p:spPr bwMode="auto">
          <a:xfrm>
            <a:off x="7419975" y="4292600"/>
            <a:ext cx="7270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99"/>
                </a:solidFill>
                <a:ea typeface="黑体" panose="02010609060101010101" pitchFamily="49" charset="-122"/>
              </a:rPr>
              <a:t>UDP</a:t>
            </a:r>
          </a:p>
        </p:txBody>
      </p:sp>
      <p:sp>
        <p:nvSpPr>
          <p:cNvPr id="1903659" name="Line 44"/>
          <p:cNvSpPr>
            <a:spLocks noChangeShapeType="1"/>
          </p:cNvSpPr>
          <p:nvPr/>
        </p:nvSpPr>
        <p:spPr bwMode="auto">
          <a:xfrm flipH="1">
            <a:off x="2452688" y="4800600"/>
            <a:ext cx="5165725" cy="0"/>
          </a:xfrm>
          <a:prstGeom prst="line">
            <a:avLst/>
          </a:prstGeom>
          <a:noFill/>
          <a:ln w="57150">
            <a:solidFill>
              <a:schemeClr val="hlink"/>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903660" name="Rectangle 45"/>
          <p:cNvSpPr>
            <a:spLocks noChangeArrowheads="1"/>
          </p:cNvSpPr>
          <p:nvPr/>
        </p:nvSpPr>
        <p:spPr bwMode="auto">
          <a:xfrm>
            <a:off x="623888" y="4629150"/>
            <a:ext cx="1074737" cy="338138"/>
          </a:xfrm>
          <a:prstGeom prst="rect">
            <a:avLst/>
          </a:prstGeom>
          <a:solidFill>
            <a:srgbClr val="CCECFF"/>
          </a:solidFill>
          <a:ln w="9525">
            <a:solidFill>
              <a:schemeClr val="tx1"/>
            </a:solidFill>
            <a:miter lim="800000"/>
            <a:headEnd/>
            <a:tailEnd/>
          </a:ln>
        </p:spPr>
        <p:txBody>
          <a:bodyPr wrap="none" anchor="ctr"/>
          <a:lstStyle/>
          <a:p>
            <a:pPr algn="ctr"/>
            <a:r>
              <a:rPr lang="zh-CN" altLang="en-US" sz="2000" b="1">
                <a:solidFill>
                  <a:srgbClr val="000099"/>
                </a:solidFill>
                <a:ea typeface="黑体" panose="02010609060101010101" pitchFamily="49" charset="-122"/>
              </a:rPr>
              <a:t>客户</a:t>
            </a:r>
          </a:p>
        </p:txBody>
      </p:sp>
      <p:sp>
        <p:nvSpPr>
          <p:cNvPr id="1903661" name="Rectangle 46"/>
          <p:cNvSpPr>
            <a:spLocks noChangeArrowheads="1"/>
          </p:cNvSpPr>
          <p:nvPr/>
        </p:nvSpPr>
        <p:spPr bwMode="auto">
          <a:xfrm>
            <a:off x="3529013" y="4672013"/>
            <a:ext cx="2905125" cy="255587"/>
          </a:xfrm>
          <a:prstGeom prst="rect">
            <a:avLst/>
          </a:prstGeom>
          <a:solidFill>
            <a:srgbClr val="FFCCFF"/>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DHCPACK</a:t>
            </a:r>
          </a:p>
        </p:txBody>
      </p:sp>
      <p:sp>
        <p:nvSpPr>
          <p:cNvPr id="1903662" name="Rectangle 47"/>
          <p:cNvSpPr>
            <a:spLocks noChangeArrowheads="1"/>
          </p:cNvSpPr>
          <p:nvPr/>
        </p:nvSpPr>
        <p:spPr bwMode="auto">
          <a:xfrm>
            <a:off x="8154988" y="4629150"/>
            <a:ext cx="1076325" cy="338138"/>
          </a:xfrm>
          <a:prstGeom prst="rect">
            <a:avLst/>
          </a:prstGeom>
          <a:solidFill>
            <a:srgbClr val="FFCCFF"/>
          </a:solidFill>
          <a:ln w="9525">
            <a:solidFill>
              <a:schemeClr val="tx1"/>
            </a:solidFill>
            <a:miter lim="800000"/>
            <a:headEnd/>
            <a:tailEnd/>
          </a:ln>
        </p:spPr>
        <p:txBody>
          <a:bodyPr wrap="none" anchor="ctr"/>
          <a:lstStyle/>
          <a:p>
            <a:pPr algn="ctr"/>
            <a:r>
              <a:rPr lang="zh-CN" altLang="en-US" sz="2000" b="1">
                <a:solidFill>
                  <a:srgbClr val="000099"/>
                </a:solidFill>
                <a:ea typeface="黑体" panose="02010609060101010101" pitchFamily="49" charset="-122"/>
              </a:rPr>
              <a:t>服务器</a:t>
            </a:r>
          </a:p>
        </p:txBody>
      </p:sp>
      <p:sp>
        <p:nvSpPr>
          <p:cNvPr id="1903663" name="Rectangle 48"/>
          <p:cNvSpPr>
            <a:spLocks noChangeArrowheads="1"/>
          </p:cNvSpPr>
          <p:nvPr/>
        </p:nvSpPr>
        <p:spPr bwMode="auto">
          <a:xfrm>
            <a:off x="7618413" y="4672013"/>
            <a:ext cx="536575" cy="255587"/>
          </a:xfrm>
          <a:prstGeom prst="rect">
            <a:avLst/>
          </a:prstGeom>
          <a:solidFill>
            <a:srgbClr val="FFCC99"/>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67</a:t>
            </a:r>
          </a:p>
        </p:txBody>
      </p:sp>
      <p:sp>
        <p:nvSpPr>
          <p:cNvPr id="1903664" name="Rectangle 49"/>
          <p:cNvSpPr>
            <a:spLocks noChangeArrowheads="1"/>
          </p:cNvSpPr>
          <p:nvPr/>
        </p:nvSpPr>
        <p:spPr bwMode="auto">
          <a:xfrm>
            <a:off x="1698625" y="4672013"/>
            <a:ext cx="754063" cy="255587"/>
          </a:xfrm>
          <a:prstGeom prst="rect">
            <a:avLst/>
          </a:prstGeom>
          <a:solidFill>
            <a:srgbClr val="CCFF99"/>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68</a:t>
            </a:r>
          </a:p>
        </p:txBody>
      </p:sp>
      <p:sp>
        <p:nvSpPr>
          <p:cNvPr id="1903665" name="Text Box 50"/>
          <p:cNvSpPr txBox="1">
            <a:spLocks noChangeArrowheads="1"/>
          </p:cNvSpPr>
          <p:nvPr/>
        </p:nvSpPr>
        <p:spPr bwMode="auto">
          <a:xfrm>
            <a:off x="1697038" y="4903788"/>
            <a:ext cx="7286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99"/>
                </a:solidFill>
                <a:ea typeface="黑体" panose="02010609060101010101" pitchFamily="49" charset="-122"/>
              </a:rPr>
              <a:t>UDP</a:t>
            </a:r>
          </a:p>
        </p:txBody>
      </p:sp>
      <p:sp>
        <p:nvSpPr>
          <p:cNvPr id="1903666" name="Text Box 51"/>
          <p:cNvSpPr txBox="1">
            <a:spLocks noChangeArrowheads="1"/>
          </p:cNvSpPr>
          <p:nvPr/>
        </p:nvSpPr>
        <p:spPr bwMode="auto">
          <a:xfrm>
            <a:off x="7419975" y="4903788"/>
            <a:ext cx="7270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99"/>
                </a:solidFill>
                <a:ea typeface="黑体" panose="02010609060101010101" pitchFamily="49" charset="-122"/>
              </a:rPr>
              <a:t>UDP</a:t>
            </a:r>
          </a:p>
        </p:txBody>
      </p:sp>
      <p:sp>
        <p:nvSpPr>
          <p:cNvPr id="1903667" name="Line 52"/>
          <p:cNvSpPr>
            <a:spLocks noChangeShapeType="1"/>
          </p:cNvSpPr>
          <p:nvPr/>
        </p:nvSpPr>
        <p:spPr bwMode="auto">
          <a:xfrm flipH="1">
            <a:off x="2452688" y="5411788"/>
            <a:ext cx="5165725" cy="0"/>
          </a:xfrm>
          <a:prstGeom prst="line">
            <a:avLst/>
          </a:prstGeom>
          <a:noFill/>
          <a:ln w="57150">
            <a:solidFill>
              <a:schemeClr val="hlink"/>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903668" name="Rectangle 53"/>
          <p:cNvSpPr>
            <a:spLocks noChangeArrowheads="1"/>
          </p:cNvSpPr>
          <p:nvPr/>
        </p:nvSpPr>
        <p:spPr bwMode="auto">
          <a:xfrm>
            <a:off x="623888" y="5240338"/>
            <a:ext cx="1074737" cy="338137"/>
          </a:xfrm>
          <a:prstGeom prst="rect">
            <a:avLst/>
          </a:prstGeom>
          <a:solidFill>
            <a:srgbClr val="CCECFF"/>
          </a:solidFill>
          <a:ln w="9525">
            <a:solidFill>
              <a:schemeClr val="tx1"/>
            </a:solidFill>
            <a:miter lim="800000"/>
            <a:headEnd/>
            <a:tailEnd/>
          </a:ln>
        </p:spPr>
        <p:txBody>
          <a:bodyPr wrap="none" anchor="ctr"/>
          <a:lstStyle/>
          <a:p>
            <a:pPr algn="ctr"/>
            <a:r>
              <a:rPr lang="zh-CN" altLang="en-US" sz="2000" b="1">
                <a:solidFill>
                  <a:srgbClr val="000099"/>
                </a:solidFill>
                <a:ea typeface="黑体" panose="02010609060101010101" pitchFamily="49" charset="-122"/>
              </a:rPr>
              <a:t>客户</a:t>
            </a:r>
          </a:p>
        </p:txBody>
      </p:sp>
      <p:sp>
        <p:nvSpPr>
          <p:cNvPr id="1903669" name="Rectangle 54"/>
          <p:cNvSpPr>
            <a:spLocks noChangeArrowheads="1"/>
          </p:cNvSpPr>
          <p:nvPr/>
        </p:nvSpPr>
        <p:spPr bwMode="auto">
          <a:xfrm>
            <a:off x="3529013" y="5283200"/>
            <a:ext cx="2905125" cy="255588"/>
          </a:xfrm>
          <a:prstGeom prst="rect">
            <a:avLst/>
          </a:prstGeom>
          <a:solidFill>
            <a:srgbClr val="FFCCFF"/>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DHCPNACK</a:t>
            </a:r>
          </a:p>
        </p:txBody>
      </p:sp>
      <p:sp>
        <p:nvSpPr>
          <p:cNvPr id="1903670" name="Rectangle 55"/>
          <p:cNvSpPr>
            <a:spLocks noChangeArrowheads="1"/>
          </p:cNvSpPr>
          <p:nvPr/>
        </p:nvSpPr>
        <p:spPr bwMode="auto">
          <a:xfrm>
            <a:off x="8154988" y="5240338"/>
            <a:ext cx="1076325" cy="338137"/>
          </a:xfrm>
          <a:prstGeom prst="rect">
            <a:avLst/>
          </a:prstGeom>
          <a:solidFill>
            <a:srgbClr val="FFCCFF"/>
          </a:solidFill>
          <a:ln w="9525">
            <a:solidFill>
              <a:schemeClr val="tx1"/>
            </a:solidFill>
            <a:miter lim="800000"/>
            <a:headEnd/>
            <a:tailEnd/>
          </a:ln>
        </p:spPr>
        <p:txBody>
          <a:bodyPr wrap="none" anchor="ctr"/>
          <a:lstStyle/>
          <a:p>
            <a:pPr algn="ctr"/>
            <a:r>
              <a:rPr lang="zh-CN" altLang="en-US" sz="2000" b="1">
                <a:solidFill>
                  <a:srgbClr val="000099"/>
                </a:solidFill>
                <a:ea typeface="黑体" panose="02010609060101010101" pitchFamily="49" charset="-122"/>
              </a:rPr>
              <a:t>服务器</a:t>
            </a:r>
          </a:p>
        </p:txBody>
      </p:sp>
      <p:sp>
        <p:nvSpPr>
          <p:cNvPr id="1903671" name="Rectangle 56"/>
          <p:cNvSpPr>
            <a:spLocks noChangeArrowheads="1"/>
          </p:cNvSpPr>
          <p:nvPr/>
        </p:nvSpPr>
        <p:spPr bwMode="auto">
          <a:xfrm>
            <a:off x="7618413" y="5283200"/>
            <a:ext cx="536575" cy="255588"/>
          </a:xfrm>
          <a:prstGeom prst="rect">
            <a:avLst/>
          </a:prstGeom>
          <a:solidFill>
            <a:srgbClr val="FFCC99"/>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67</a:t>
            </a:r>
          </a:p>
        </p:txBody>
      </p:sp>
      <p:sp>
        <p:nvSpPr>
          <p:cNvPr id="1903672" name="Rectangle 57"/>
          <p:cNvSpPr>
            <a:spLocks noChangeArrowheads="1"/>
          </p:cNvSpPr>
          <p:nvPr/>
        </p:nvSpPr>
        <p:spPr bwMode="auto">
          <a:xfrm>
            <a:off x="1698625" y="5283200"/>
            <a:ext cx="754063" cy="255588"/>
          </a:xfrm>
          <a:prstGeom prst="rect">
            <a:avLst/>
          </a:prstGeom>
          <a:solidFill>
            <a:srgbClr val="CCFF99"/>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68</a:t>
            </a:r>
          </a:p>
        </p:txBody>
      </p:sp>
      <p:sp>
        <p:nvSpPr>
          <p:cNvPr id="1903673" name="Text Box 58"/>
          <p:cNvSpPr txBox="1">
            <a:spLocks noChangeArrowheads="1"/>
          </p:cNvSpPr>
          <p:nvPr/>
        </p:nvSpPr>
        <p:spPr bwMode="auto">
          <a:xfrm>
            <a:off x="1697038" y="5514975"/>
            <a:ext cx="7286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99"/>
                </a:solidFill>
                <a:ea typeface="黑体" panose="02010609060101010101" pitchFamily="49" charset="-122"/>
              </a:rPr>
              <a:t>UDP</a:t>
            </a:r>
          </a:p>
        </p:txBody>
      </p:sp>
      <p:sp>
        <p:nvSpPr>
          <p:cNvPr id="1903674" name="Text Box 59"/>
          <p:cNvSpPr txBox="1">
            <a:spLocks noChangeArrowheads="1"/>
          </p:cNvSpPr>
          <p:nvPr/>
        </p:nvSpPr>
        <p:spPr bwMode="auto">
          <a:xfrm>
            <a:off x="7419975" y="5514975"/>
            <a:ext cx="7270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99"/>
                </a:solidFill>
                <a:ea typeface="黑体" panose="02010609060101010101" pitchFamily="49" charset="-122"/>
              </a:rPr>
              <a:t>UDP</a:t>
            </a:r>
          </a:p>
        </p:txBody>
      </p:sp>
      <p:sp>
        <p:nvSpPr>
          <p:cNvPr id="1903675" name="Line 60"/>
          <p:cNvSpPr>
            <a:spLocks noChangeShapeType="1"/>
          </p:cNvSpPr>
          <p:nvPr/>
        </p:nvSpPr>
        <p:spPr bwMode="auto">
          <a:xfrm>
            <a:off x="2454275" y="6256338"/>
            <a:ext cx="5164138" cy="0"/>
          </a:xfrm>
          <a:prstGeom prst="line">
            <a:avLst/>
          </a:prstGeom>
          <a:noFill/>
          <a:ln w="57150">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903676" name="Rectangle 61"/>
          <p:cNvSpPr>
            <a:spLocks noChangeArrowheads="1"/>
          </p:cNvSpPr>
          <p:nvPr/>
        </p:nvSpPr>
        <p:spPr bwMode="auto">
          <a:xfrm>
            <a:off x="623888" y="6086475"/>
            <a:ext cx="1076325" cy="338138"/>
          </a:xfrm>
          <a:prstGeom prst="rect">
            <a:avLst/>
          </a:prstGeom>
          <a:solidFill>
            <a:srgbClr val="CCECFF"/>
          </a:solidFill>
          <a:ln w="9525">
            <a:solidFill>
              <a:schemeClr val="tx1"/>
            </a:solidFill>
            <a:miter lim="800000"/>
            <a:headEnd/>
            <a:tailEnd/>
          </a:ln>
        </p:spPr>
        <p:txBody>
          <a:bodyPr wrap="none" anchor="ctr"/>
          <a:lstStyle/>
          <a:p>
            <a:pPr algn="ctr"/>
            <a:r>
              <a:rPr lang="zh-CN" altLang="en-US" sz="2000" b="1">
                <a:solidFill>
                  <a:srgbClr val="000099"/>
                </a:solidFill>
                <a:ea typeface="黑体" panose="02010609060101010101" pitchFamily="49" charset="-122"/>
              </a:rPr>
              <a:t>客户</a:t>
            </a:r>
          </a:p>
        </p:txBody>
      </p:sp>
      <p:sp>
        <p:nvSpPr>
          <p:cNvPr id="1903677" name="Rectangle 62"/>
          <p:cNvSpPr>
            <a:spLocks noChangeArrowheads="1"/>
          </p:cNvSpPr>
          <p:nvPr/>
        </p:nvSpPr>
        <p:spPr bwMode="auto">
          <a:xfrm>
            <a:off x="3529013" y="6129338"/>
            <a:ext cx="2905125" cy="254000"/>
          </a:xfrm>
          <a:prstGeom prst="rect">
            <a:avLst/>
          </a:prstGeom>
          <a:solidFill>
            <a:srgbClr val="CCECFF"/>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DHCPRELEASE</a:t>
            </a:r>
          </a:p>
        </p:txBody>
      </p:sp>
      <p:sp>
        <p:nvSpPr>
          <p:cNvPr id="1903678" name="Rectangle 63"/>
          <p:cNvSpPr>
            <a:spLocks noChangeArrowheads="1"/>
          </p:cNvSpPr>
          <p:nvPr/>
        </p:nvSpPr>
        <p:spPr bwMode="auto">
          <a:xfrm>
            <a:off x="8154988" y="6086475"/>
            <a:ext cx="1076325" cy="338138"/>
          </a:xfrm>
          <a:prstGeom prst="rect">
            <a:avLst/>
          </a:prstGeom>
          <a:solidFill>
            <a:srgbClr val="FFCCFF"/>
          </a:solidFill>
          <a:ln w="9525">
            <a:solidFill>
              <a:schemeClr val="tx1"/>
            </a:solidFill>
            <a:miter lim="800000"/>
            <a:headEnd/>
            <a:tailEnd/>
          </a:ln>
        </p:spPr>
        <p:txBody>
          <a:bodyPr wrap="none" anchor="ctr"/>
          <a:lstStyle/>
          <a:p>
            <a:pPr algn="ctr"/>
            <a:r>
              <a:rPr lang="zh-CN" altLang="en-US" sz="2000" b="1">
                <a:solidFill>
                  <a:srgbClr val="000099"/>
                </a:solidFill>
                <a:ea typeface="黑体" panose="02010609060101010101" pitchFamily="49" charset="-122"/>
              </a:rPr>
              <a:t>服务器</a:t>
            </a:r>
          </a:p>
        </p:txBody>
      </p:sp>
      <p:sp>
        <p:nvSpPr>
          <p:cNvPr id="1903679" name="Rectangle 64"/>
          <p:cNvSpPr>
            <a:spLocks noChangeArrowheads="1"/>
          </p:cNvSpPr>
          <p:nvPr/>
        </p:nvSpPr>
        <p:spPr bwMode="auto">
          <a:xfrm>
            <a:off x="7618413" y="6129338"/>
            <a:ext cx="536575" cy="254000"/>
          </a:xfrm>
          <a:prstGeom prst="rect">
            <a:avLst/>
          </a:prstGeom>
          <a:solidFill>
            <a:srgbClr val="FFCC99"/>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67</a:t>
            </a:r>
          </a:p>
        </p:txBody>
      </p:sp>
      <p:sp>
        <p:nvSpPr>
          <p:cNvPr id="1903680" name="Rectangle 65"/>
          <p:cNvSpPr>
            <a:spLocks noChangeArrowheads="1"/>
          </p:cNvSpPr>
          <p:nvPr/>
        </p:nvSpPr>
        <p:spPr bwMode="auto">
          <a:xfrm>
            <a:off x="1700213" y="6129338"/>
            <a:ext cx="754062" cy="254000"/>
          </a:xfrm>
          <a:prstGeom prst="rect">
            <a:avLst/>
          </a:prstGeom>
          <a:solidFill>
            <a:srgbClr val="CCFF99"/>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68</a:t>
            </a:r>
          </a:p>
        </p:txBody>
      </p:sp>
      <p:sp>
        <p:nvSpPr>
          <p:cNvPr id="1903681" name="Text Box 66"/>
          <p:cNvSpPr txBox="1">
            <a:spLocks noChangeArrowheads="1"/>
          </p:cNvSpPr>
          <p:nvPr/>
        </p:nvSpPr>
        <p:spPr bwMode="auto">
          <a:xfrm>
            <a:off x="1697038" y="6361113"/>
            <a:ext cx="7286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99"/>
                </a:solidFill>
                <a:ea typeface="黑体" panose="02010609060101010101" pitchFamily="49" charset="-122"/>
              </a:rPr>
              <a:t>UDP</a:t>
            </a:r>
          </a:p>
        </p:txBody>
      </p:sp>
      <p:sp>
        <p:nvSpPr>
          <p:cNvPr id="1903682" name="Text Box 67"/>
          <p:cNvSpPr txBox="1">
            <a:spLocks noChangeArrowheads="1"/>
          </p:cNvSpPr>
          <p:nvPr/>
        </p:nvSpPr>
        <p:spPr bwMode="auto">
          <a:xfrm>
            <a:off x="7419975" y="6361113"/>
            <a:ext cx="7270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99"/>
                </a:solidFill>
                <a:ea typeface="黑体" panose="02010609060101010101" pitchFamily="49" charset="-122"/>
              </a:rPr>
              <a:t>UDP</a:t>
            </a:r>
          </a:p>
        </p:txBody>
      </p:sp>
      <p:sp>
        <p:nvSpPr>
          <p:cNvPr id="1903683" name="Rectangle 68"/>
          <p:cNvSpPr>
            <a:spLocks noChangeArrowheads="1"/>
          </p:cNvSpPr>
          <p:nvPr/>
        </p:nvSpPr>
        <p:spPr bwMode="auto">
          <a:xfrm>
            <a:off x="8154988" y="936625"/>
            <a:ext cx="1076325" cy="338138"/>
          </a:xfrm>
          <a:prstGeom prst="rect">
            <a:avLst/>
          </a:prstGeom>
          <a:solidFill>
            <a:srgbClr val="FFCCFF"/>
          </a:solidFill>
          <a:ln w="9525">
            <a:solidFill>
              <a:schemeClr val="tx1"/>
            </a:solidFill>
            <a:miter lim="800000"/>
            <a:headEnd/>
            <a:tailEnd/>
          </a:ln>
        </p:spPr>
        <p:txBody>
          <a:bodyPr wrap="none" anchor="ctr"/>
          <a:lstStyle/>
          <a:p>
            <a:pPr algn="ctr"/>
            <a:r>
              <a:rPr lang="zh-CN" altLang="en-US" sz="2000" b="1">
                <a:solidFill>
                  <a:srgbClr val="000099"/>
                </a:solidFill>
                <a:ea typeface="黑体" panose="02010609060101010101" pitchFamily="49" charset="-122"/>
              </a:rPr>
              <a:t>服务器</a:t>
            </a:r>
          </a:p>
        </p:txBody>
      </p:sp>
      <p:sp>
        <p:nvSpPr>
          <p:cNvPr id="1903684" name="Rectangle 69"/>
          <p:cNvSpPr>
            <a:spLocks noChangeArrowheads="1"/>
          </p:cNvSpPr>
          <p:nvPr/>
        </p:nvSpPr>
        <p:spPr bwMode="auto">
          <a:xfrm>
            <a:off x="7618413" y="977900"/>
            <a:ext cx="536575" cy="254000"/>
          </a:xfrm>
          <a:prstGeom prst="rect">
            <a:avLst/>
          </a:prstGeom>
          <a:solidFill>
            <a:srgbClr val="FFCC99"/>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67</a:t>
            </a:r>
          </a:p>
        </p:txBody>
      </p:sp>
      <p:sp>
        <p:nvSpPr>
          <p:cNvPr id="1903685" name="Text Box 70"/>
          <p:cNvSpPr txBox="1">
            <a:spLocks noChangeArrowheads="1"/>
          </p:cNvSpPr>
          <p:nvPr/>
        </p:nvSpPr>
        <p:spPr bwMode="auto">
          <a:xfrm>
            <a:off x="7419975" y="1209675"/>
            <a:ext cx="7270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99"/>
                </a:solidFill>
                <a:ea typeface="黑体" panose="02010609060101010101" pitchFamily="49" charset="-122"/>
              </a:rPr>
              <a:t>UDP</a:t>
            </a:r>
          </a:p>
        </p:txBody>
      </p:sp>
      <p:sp>
        <p:nvSpPr>
          <p:cNvPr id="1903686" name="Text Box 71"/>
          <p:cNvSpPr txBox="1">
            <a:spLocks noChangeArrowheads="1"/>
          </p:cNvSpPr>
          <p:nvPr/>
        </p:nvSpPr>
        <p:spPr bwMode="auto">
          <a:xfrm>
            <a:off x="6218238" y="692150"/>
            <a:ext cx="12112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a:solidFill>
                  <a:srgbClr val="000099"/>
                </a:solidFill>
                <a:ea typeface="黑体" panose="02010609060101010101" pitchFamily="49" charset="-122"/>
              </a:rPr>
              <a:t>被动打开</a:t>
            </a:r>
          </a:p>
        </p:txBody>
      </p:sp>
      <p:sp>
        <p:nvSpPr>
          <p:cNvPr id="1903687" name="Text Box 72"/>
          <p:cNvSpPr txBox="1">
            <a:spLocks noChangeArrowheads="1"/>
          </p:cNvSpPr>
          <p:nvPr/>
        </p:nvSpPr>
        <p:spPr bwMode="auto">
          <a:xfrm>
            <a:off x="9237663" y="820738"/>
            <a:ext cx="5048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800" b="1">
                <a:solidFill>
                  <a:srgbClr val="000099"/>
                </a:solidFill>
                <a:ea typeface="黑体" panose="02010609060101010101" pitchFamily="49" charset="-122"/>
                <a:sym typeface="Wingdings" panose="05000000000000000000" pitchFamily="2" charset="2"/>
              </a:rPr>
              <a:t></a:t>
            </a:r>
          </a:p>
        </p:txBody>
      </p:sp>
      <p:sp>
        <p:nvSpPr>
          <p:cNvPr id="1903688" name="Text Box 73"/>
          <p:cNvSpPr txBox="1">
            <a:spLocks noChangeArrowheads="1"/>
          </p:cNvSpPr>
          <p:nvPr/>
        </p:nvSpPr>
        <p:spPr bwMode="auto">
          <a:xfrm>
            <a:off x="85725" y="1435100"/>
            <a:ext cx="5048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800" b="1">
                <a:solidFill>
                  <a:srgbClr val="000099"/>
                </a:solidFill>
                <a:ea typeface="黑体" panose="02010609060101010101" pitchFamily="49" charset="-122"/>
                <a:sym typeface="Wingdings" panose="05000000000000000000" pitchFamily="2" charset="2"/>
              </a:rPr>
              <a:t></a:t>
            </a:r>
          </a:p>
        </p:txBody>
      </p:sp>
      <p:sp>
        <p:nvSpPr>
          <p:cNvPr id="1903689" name="Text Box 74"/>
          <p:cNvSpPr txBox="1">
            <a:spLocks noChangeArrowheads="1"/>
          </p:cNvSpPr>
          <p:nvPr/>
        </p:nvSpPr>
        <p:spPr bwMode="auto">
          <a:xfrm>
            <a:off x="9237663" y="2057400"/>
            <a:ext cx="5048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800" b="1">
                <a:solidFill>
                  <a:srgbClr val="000099"/>
                </a:solidFill>
                <a:ea typeface="黑体" panose="02010609060101010101" pitchFamily="49" charset="-122"/>
                <a:sym typeface="Wingdings" panose="05000000000000000000" pitchFamily="2" charset="2"/>
              </a:rPr>
              <a:t></a:t>
            </a:r>
          </a:p>
        </p:txBody>
      </p:sp>
      <p:sp>
        <p:nvSpPr>
          <p:cNvPr id="1903690" name="Text Box 75"/>
          <p:cNvSpPr txBox="1">
            <a:spLocks noChangeArrowheads="1"/>
          </p:cNvSpPr>
          <p:nvPr/>
        </p:nvSpPr>
        <p:spPr bwMode="auto">
          <a:xfrm>
            <a:off x="85725" y="2654300"/>
            <a:ext cx="5048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800" b="1">
                <a:solidFill>
                  <a:srgbClr val="000099"/>
                </a:solidFill>
                <a:ea typeface="黑体" panose="02010609060101010101" pitchFamily="49" charset="-122"/>
                <a:sym typeface="Wingdings" panose="05000000000000000000" pitchFamily="2" charset="2"/>
              </a:rPr>
              <a:t></a:t>
            </a:r>
          </a:p>
        </p:txBody>
      </p:sp>
      <p:sp>
        <p:nvSpPr>
          <p:cNvPr id="1903691" name="Text Box 76"/>
          <p:cNvSpPr txBox="1">
            <a:spLocks noChangeArrowheads="1"/>
          </p:cNvSpPr>
          <p:nvPr/>
        </p:nvSpPr>
        <p:spPr bwMode="auto">
          <a:xfrm>
            <a:off x="9231313" y="3278188"/>
            <a:ext cx="50641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800" b="1">
                <a:solidFill>
                  <a:srgbClr val="000099"/>
                </a:solidFill>
                <a:ea typeface="黑体" panose="02010609060101010101" pitchFamily="49" charset="-122"/>
                <a:sym typeface="Wingdings" panose="05000000000000000000" pitchFamily="2" charset="2"/>
              </a:rPr>
              <a:t></a:t>
            </a:r>
          </a:p>
        </p:txBody>
      </p:sp>
      <p:sp>
        <p:nvSpPr>
          <p:cNvPr id="1903692" name="Text Box 77"/>
          <p:cNvSpPr txBox="1">
            <a:spLocks noChangeArrowheads="1"/>
          </p:cNvSpPr>
          <p:nvPr/>
        </p:nvSpPr>
        <p:spPr bwMode="auto">
          <a:xfrm>
            <a:off x="85725" y="3902075"/>
            <a:ext cx="5048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800" b="1">
                <a:solidFill>
                  <a:srgbClr val="000099"/>
                </a:solidFill>
                <a:ea typeface="黑体" panose="02010609060101010101" pitchFamily="49" charset="-122"/>
                <a:sym typeface="Wingdings" panose="05000000000000000000" pitchFamily="2" charset="2"/>
              </a:rPr>
              <a:t></a:t>
            </a:r>
          </a:p>
        </p:txBody>
      </p:sp>
      <p:sp>
        <p:nvSpPr>
          <p:cNvPr id="1903693" name="Text Box 78"/>
          <p:cNvSpPr txBox="1">
            <a:spLocks noChangeArrowheads="1"/>
          </p:cNvSpPr>
          <p:nvPr/>
        </p:nvSpPr>
        <p:spPr bwMode="auto">
          <a:xfrm>
            <a:off x="9231313" y="4486275"/>
            <a:ext cx="50641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800" b="1">
                <a:solidFill>
                  <a:srgbClr val="000099"/>
                </a:solidFill>
                <a:ea typeface="黑体" panose="02010609060101010101" pitchFamily="49" charset="-122"/>
                <a:sym typeface="Wingdings" panose="05000000000000000000" pitchFamily="2" charset="2"/>
              </a:rPr>
              <a:t></a:t>
            </a:r>
          </a:p>
        </p:txBody>
      </p:sp>
      <p:sp>
        <p:nvSpPr>
          <p:cNvPr id="1903694" name="Text Box 79"/>
          <p:cNvSpPr txBox="1">
            <a:spLocks noChangeArrowheads="1"/>
          </p:cNvSpPr>
          <p:nvPr/>
        </p:nvSpPr>
        <p:spPr bwMode="auto">
          <a:xfrm>
            <a:off x="9231313" y="5110163"/>
            <a:ext cx="50641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800" b="1">
                <a:solidFill>
                  <a:srgbClr val="000099"/>
                </a:solidFill>
                <a:ea typeface="黑体" panose="02010609060101010101" pitchFamily="49" charset="-122"/>
                <a:sym typeface="Wingdings" panose="05000000000000000000" pitchFamily="2" charset="2"/>
              </a:rPr>
              <a:t></a:t>
            </a:r>
          </a:p>
        </p:txBody>
      </p:sp>
      <p:sp>
        <p:nvSpPr>
          <p:cNvPr id="1903695" name="Text Box 80"/>
          <p:cNvSpPr txBox="1">
            <a:spLocks noChangeArrowheads="1"/>
          </p:cNvSpPr>
          <p:nvPr/>
        </p:nvSpPr>
        <p:spPr bwMode="auto">
          <a:xfrm rot="-5400000">
            <a:off x="4385469" y="5480844"/>
            <a:ext cx="6477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3600" b="1">
                <a:solidFill>
                  <a:srgbClr val="000099"/>
                </a:solidFill>
                <a:ea typeface="黑体" panose="02010609060101010101" pitchFamily="49" charset="-122"/>
              </a:rPr>
              <a:t>…</a:t>
            </a:r>
          </a:p>
        </p:txBody>
      </p:sp>
      <p:sp>
        <p:nvSpPr>
          <p:cNvPr id="1903696" name="Text Box 81"/>
          <p:cNvSpPr txBox="1">
            <a:spLocks noChangeArrowheads="1"/>
          </p:cNvSpPr>
          <p:nvPr/>
        </p:nvSpPr>
        <p:spPr bwMode="auto">
          <a:xfrm>
            <a:off x="85725" y="5892800"/>
            <a:ext cx="5048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800" b="1">
                <a:solidFill>
                  <a:srgbClr val="000099"/>
                </a:solidFill>
                <a:ea typeface="黑体" panose="02010609060101010101" pitchFamily="49" charset="-122"/>
                <a:sym typeface="Wingdings" panose="05000000000000000000" pitchFamily="2" charset="2"/>
              </a:rPr>
              <a:t></a:t>
            </a:r>
          </a:p>
        </p:txBody>
      </p:sp>
      <p:sp>
        <p:nvSpPr>
          <p:cNvPr id="1903697" name="Rectangle 82"/>
          <p:cNvSpPr>
            <a:spLocks noChangeArrowheads="1"/>
          </p:cNvSpPr>
          <p:nvPr/>
        </p:nvSpPr>
        <p:spPr bwMode="auto">
          <a:xfrm>
            <a:off x="0" y="765175"/>
            <a:ext cx="9906000" cy="2447925"/>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zh-CN" sz="2800" b="1">
              <a:solidFill>
                <a:srgbClr val="000099"/>
              </a:solidFill>
              <a:ea typeface="宋体" panose="02010600030101010101" pitchFamily="2" charset="-122"/>
            </a:endParaRPr>
          </a:p>
        </p:txBody>
      </p:sp>
      <p:sp>
        <p:nvSpPr>
          <p:cNvPr id="1903698" name="Text Box 84"/>
          <p:cNvSpPr txBox="1">
            <a:spLocks noChangeArrowheads="1"/>
          </p:cNvSpPr>
          <p:nvPr/>
        </p:nvSpPr>
        <p:spPr bwMode="auto">
          <a:xfrm>
            <a:off x="428625" y="908050"/>
            <a:ext cx="9126538" cy="1931988"/>
          </a:xfrm>
          <a:prstGeom prst="rect">
            <a:avLst/>
          </a:prstGeom>
          <a:solidFill>
            <a:srgbClr val="FFFF99"/>
          </a:solidFill>
          <a:ln w="9525">
            <a:solidFill>
              <a:srgbClr val="333399"/>
            </a:solidFill>
            <a:miter lim="800000"/>
            <a:headEnd/>
            <a:tailEnd/>
          </a:ln>
        </p:spPr>
        <p:txBody>
          <a:bodyPr>
            <a:spAutoFit/>
          </a:bodyPr>
          <a:lstStyle/>
          <a:p>
            <a:pPr algn="just"/>
            <a:r>
              <a:rPr lang="en-US" altLang="zh-CN" sz="3600" b="1">
                <a:solidFill>
                  <a:srgbClr val="000099"/>
                </a:solidFill>
                <a:ea typeface="黑体" panose="02010609060101010101" pitchFamily="49" charset="-122"/>
                <a:sym typeface="Wingdings" panose="05000000000000000000" pitchFamily="2" charset="2"/>
              </a:rPr>
              <a:t></a:t>
            </a:r>
            <a:r>
              <a:rPr lang="zh-CN" altLang="en-US" sz="2800" b="1">
                <a:solidFill>
                  <a:srgbClr val="000099"/>
                </a:solidFill>
                <a:ea typeface="黑体" panose="02010609060101010101" pitchFamily="49" charset="-122"/>
              </a:rPr>
              <a:t>：</a:t>
            </a:r>
            <a:r>
              <a:rPr lang="en-US" altLang="zh-CN" sz="2800" b="1">
                <a:solidFill>
                  <a:srgbClr val="000099"/>
                </a:solidFill>
                <a:ea typeface="黑体" panose="02010609060101010101" pitchFamily="49" charset="-122"/>
              </a:rPr>
              <a:t>DHCP </a:t>
            </a:r>
            <a:r>
              <a:rPr lang="zh-CN" altLang="en-US" sz="2800" b="1">
                <a:solidFill>
                  <a:srgbClr val="000099"/>
                </a:solidFill>
                <a:ea typeface="黑体" panose="02010609060101010101" pitchFamily="49" charset="-122"/>
              </a:rPr>
              <a:t>服务器若不同意，则发回否认报文</a:t>
            </a:r>
          </a:p>
          <a:p>
            <a:pPr algn="just"/>
            <a:r>
              <a:rPr lang="zh-CN" altLang="en-US" sz="2800" b="1">
                <a:solidFill>
                  <a:srgbClr val="000099"/>
                </a:solidFill>
                <a:ea typeface="黑体" panose="02010609060101010101" pitchFamily="49" charset="-122"/>
              </a:rPr>
              <a:t>       </a:t>
            </a:r>
            <a:r>
              <a:rPr lang="en-US" altLang="zh-CN" sz="2800" b="1">
                <a:solidFill>
                  <a:srgbClr val="000099"/>
                </a:solidFill>
                <a:ea typeface="黑体" panose="02010609060101010101" pitchFamily="49" charset="-122"/>
              </a:rPr>
              <a:t>DHCPNACK</a:t>
            </a:r>
            <a:r>
              <a:rPr lang="zh-CN" altLang="en-US" sz="2800" b="1">
                <a:solidFill>
                  <a:srgbClr val="000099"/>
                </a:solidFill>
                <a:ea typeface="黑体" panose="02010609060101010101" pitchFamily="49" charset="-122"/>
              </a:rPr>
              <a:t>。这时 </a:t>
            </a:r>
            <a:r>
              <a:rPr lang="en-US" altLang="zh-CN" sz="2800" b="1">
                <a:solidFill>
                  <a:srgbClr val="000099"/>
                </a:solidFill>
                <a:ea typeface="黑体" panose="02010609060101010101" pitchFamily="49" charset="-122"/>
              </a:rPr>
              <a:t>DHCP </a:t>
            </a:r>
            <a:r>
              <a:rPr lang="zh-CN" altLang="en-US" sz="2800" b="1">
                <a:solidFill>
                  <a:srgbClr val="000099"/>
                </a:solidFill>
                <a:ea typeface="黑体" panose="02010609060101010101" pitchFamily="49" charset="-122"/>
              </a:rPr>
              <a:t>客户必须立即</a:t>
            </a:r>
          </a:p>
          <a:p>
            <a:pPr algn="just"/>
            <a:r>
              <a:rPr lang="zh-CN" altLang="en-US" sz="2800" b="1">
                <a:solidFill>
                  <a:srgbClr val="000099"/>
                </a:solidFill>
                <a:ea typeface="黑体" panose="02010609060101010101" pitchFamily="49" charset="-122"/>
              </a:rPr>
              <a:t>       停止使用原来的 </a:t>
            </a:r>
            <a:r>
              <a:rPr lang="en-US" altLang="zh-CN" sz="2800" b="1">
                <a:solidFill>
                  <a:srgbClr val="000099"/>
                </a:solidFill>
                <a:ea typeface="黑体" panose="02010609060101010101" pitchFamily="49" charset="-122"/>
              </a:rPr>
              <a:t>IP </a:t>
            </a:r>
            <a:r>
              <a:rPr lang="zh-CN" altLang="en-US" sz="2800" b="1">
                <a:solidFill>
                  <a:srgbClr val="000099"/>
                </a:solidFill>
                <a:ea typeface="黑体" panose="02010609060101010101" pitchFamily="49" charset="-122"/>
              </a:rPr>
              <a:t>地址，而必须重新申</a:t>
            </a:r>
          </a:p>
          <a:p>
            <a:pPr algn="just"/>
            <a:r>
              <a:rPr lang="zh-CN" altLang="en-US" sz="2800" b="1">
                <a:solidFill>
                  <a:srgbClr val="000099"/>
                </a:solidFill>
                <a:ea typeface="黑体" panose="02010609060101010101" pitchFamily="49" charset="-122"/>
              </a:rPr>
              <a:t>       请 </a:t>
            </a:r>
            <a:r>
              <a:rPr lang="en-US" altLang="zh-CN" sz="2800" b="1">
                <a:solidFill>
                  <a:srgbClr val="000099"/>
                </a:solidFill>
                <a:ea typeface="黑体" panose="02010609060101010101" pitchFamily="49" charset="-122"/>
              </a:rPr>
              <a:t>IP </a:t>
            </a:r>
            <a:r>
              <a:rPr lang="zh-CN" altLang="en-US" sz="2800" b="1">
                <a:solidFill>
                  <a:srgbClr val="000099"/>
                </a:solidFill>
                <a:ea typeface="黑体" panose="02010609060101010101" pitchFamily="49" charset="-122"/>
              </a:rPr>
              <a:t>地址（回到步骤 </a:t>
            </a:r>
            <a:r>
              <a:rPr lang="zh-CN" altLang="en-US" sz="2800" b="1">
                <a:solidFill>
                  <a:srgbClr val="000099"/>
                </a:solidFill>
                <a:ea typeface="黑体" panose="02010609060101010101" pitchFamily="49" charset="-122"/>
                <a:sym typeface="Wingdings" panose="05000000000000000000" pitchFamily="2" charset="2"/>
              </a:rPr>
              <a:t></a:t>
            </a:r>
            <a:r>
              <a:rPr lang="zh-CN" altLang="en-US" sz="2800" b="1">
                <a:solidFill>
                  <a:srgbClr val="000099"/>
                </a:solidFill>
                <a:ea typeface="黑体" panose="02010609060101010101" pitchFamily="49" charset="-122"/>
              </a:rPr>
              <a:t>）。</a:t>
            </a:r>
          </a:p>
        </p:txBody>
      </p:sp>
      <p:sp>
        <p:nvSpPr>
          <p:cNvPr id="1903699"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432FCC9D-5CB3-4012-8560-4CB4FEE81874}" type="slidenum">
              <a:rPr lang="zh-CN" altLang="en-US" smtClean="0"/>
              <a:pPr/>
              <a:t>56</a:t>
            </a:fld>
            <a:endParaRPr lang="en-US" altLang="zh-CN" smtClean="0"/>
          </a:p>
        </p:txBody>
      </p:sp>
      <p:sp>
        <p:nvSpPr>
          <p:cNvPr id="1903700"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en-US" altLang="zh-CN" smtClean="0"/>
              <a:t>ppt课件</a:t>
            </a:r>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5665" name="Rectangle 2"/>
          <p:cNvSpPr>
            <a:spLocks noGrp="1" noChangeArrowheads="1"/>
          </p:cNvSpPr>
          <p:nvPr>
            <p:ph type="title" idx="4294967295"/>
          </p:nvPr>
        </p:nvSpPr>
        <p:spPr>
          <a:xfrm>
            <a:off x="974725" y="80963"/>
            <a:ext cx="8442325" cy="539750"/>
          </a:xfrm>
        </p:spPr>
        <p:txBody>
          <a:bodyPr/>
          <a:lstStyle/>
          <a:p>
            <a:pPr algn="ctr"/>
            <a:r>
              <a:rPr lang="en-US" altLang="zh-CN" smtClean="0">
                <a:ea typeface="黑体" panose="02010609060101010101" pitchFamily="49" charset="-122"/>
              </a:rPr>
              <a:t>DHCP </a:t>
            </a:r>
            <a:r>
              <a:rPr lang="zh-CN" altLang="zh-CN" smtClean="0">
                <a:ea typeface="黑体" panose="02010609060101010101" pitchFamily="49" charset="-122"/>
              </a:rPr>
              <a:t>协议的工作过程 </a:t>
            </a:r>
          </a:p>
        </p:txBody>
      </p:sp>
      <p:sp>
        <p:nvSpPr>
          <p:cNvPr id="1905666" name="Line 3"/>
          <p:cNvSpPr>
            <a:spLocks noChangeShapeType="1"/>
          </p:cNvSpPr>
          <p:nvPr/>
        </p:nvSpPr>
        <p:spPr bwMode="auto">
          <a:xfrm flipH="1">
            <a:off x="6130925" y="1100138"/>
            <a:ext cx="1506538" cy="0"/>
          </a:xfrm>
          <a:prstGeom prst="line">
            <a:avLst/>
          </a:prstGeom>
          <a:noFill/>
          <a:ln w="57150">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905667" name="Line 4"/>
          <p:cNvSpPr>
            <a:spLocks noChangeShapeType="1"/>
          </p:cNvSpPr>
          <p:nvPr/>
        </p:nvSpPr>
        <p:spPr bwMode="auto">
          <a:xfrm>
            <a:off x="2454275" y="1747838"/>
            <a:ext cx="5164138" cy="0"/>
          </a:xfrm>
          <a:prstGeom prst="line">
            <a:avLst/>
          </a:prstGeom>
          <a:noFill/>
          <a:ln w="57150">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905668" name="Rectangle 5"/>
          <p:cNvSpPr>
            <a:spLocks noChangeArrowheads="1"/>
          </p:cNvSpPr>
          <p:nvPr/>
        </p:nvSpPr>
        <p:spPr bwMode="auto">
          <a:xfrm>
            <a:off x="623888" y="1576388"/>
            <a:ext cx="1076325" cy="341312"/>
          </a:xfrm>
          <a:prstGeom prst="rect">
            <a:avLst/>
          </a:prstGeom>
          <a:solidFill>
            <a:srgbClr val="CCECFF"/>
          </a:solidFill>
          <a:ln w="9525">
            <a:solidFill>
              <a:schemeClr val="tx1"/>
            </a:solidFill>
            <a:miter lim="800000"/>
            <a:headEnd/>
            <a:tailEnd/>
          </a:ln>
        </p:spPr>
        <p:txBody>
          <a:bodyPr wrap="none" anchor="ctr"/>
          <a:lstStyle/>
          <a:p>
            <a:pPr algn="ctr"/>
            <a:r>
              <a:rPr lang="zh-CN" altLang="en-US" sz="2000" b="1">
                <a:solidFill>
                  <a:srgbClr val="000099"/>
                </a:solidFill>
                <a:ea typeface="黑体" panose="02010609060101010101" pitchFamily="49" charset="-122"/>
              </a:rPr>
              <a:t>客户</a:t>
            </a:r>
          </a:p>
        </p:txBody>
      </p:sp>
      <p:sp>
        <p:nvSpPr>
          <p:cNvPr id="1905669" name="Rectangle 6"/>
          <p:cNvSpPr>
            <a:spLocks noChangeArrowheads="1"/>
          </p:cNvSpPr>
          <p:nvPr/>
        </p:nvSpPr>
        <p:spPr bwMode="auto">
          <a:xfrm>
            <a:off x="3529013" y="1617663"/>
            <a:ext cx="2905125" cy="257175"/>
          </a:xfrm>
          <a:prstGeom prst="rect">
            <a:avLst/>
          </a:prstGeom>
          <a:solidFill>
            <a:srgbClr val="CCECFF"/>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DHCPDISCOVER</a:t>
            </a:r>
          </a:p>
        </p:txBody>
      </p:sp>
      <p:sp>
        <p:nvSpPr>
          <p:cNvPr id="1905670" name="Rectangle 7"/>
          <p:cNvSpPr>
            <a:spLocks noChangeArrowheads="1"/>
          </p:cNvSpPr>
          <p:nvPr/>
        </p:nvSpPr>
        <p:spPr bwMode="auto">
          <a:xfrm>
            <a:off x="8154988" y="1576388"/>
            <a:ext cx="1076325" cy="341312"/>
          </a:xfrm>
          <a:prstGeom prst="rect">
            <a:avLst/>
          </a:prstGeom>
          <a:solidFill>
            <a:srgbClr val="FFCCFF"/>
          </a:solidFill>
          <a:ln w="9525">
            <a:solidFill>
              <a:schemeClr val="tx1"/>
            </a:solidFill>
            <a:miter lim="800000"/>
            <a:headEnd/>
            <a:tailEnd/>
          </a:ln>
        </p:spPr>
        <p:txBody>
          <a:bodyPr wrap="none" anchor="ctr"/>
          <a:lstStyle/>
          <a:p>
            <a:pPr algn="ctr"/>
            <a:r>
              <a:rPr lang="zh-CN" altLang="en-US" sz="2000" b="1">
                <a:solidFill>
                  <a:srgbClr val="000099"/>
                </a:solidFill>
                <a:ea typeface="黑体" panose="02010609060101010101" pitchFamily="49" charset="-122"/>
              </a:rPr>
              <a:t>服务器</a:t>
            </a:r>
          </a:p>
        </p:txBody>
      </p:sp>
      <p:sp>
        <p:nvSpPr>
          <p:cNvPr id="1905671" name="Rectangle 8"/>
          <p:cNvSpPr>
            <a:spLocks noChangeArrowheads="1"/>
          </p:cNvSpPr>
          <p:nvPr/>
        </p:nvSpPr>
        <p:spPr bwMode="auto">
          <a:xfrm>
            <a:off x="7618413" y="1617663"/>
            <a:ext cx="536575" cy="257175"/>
          </a:xfrm>
          <a:prstGeom prst="rect">
            <a:avLst/>
          </a:prstGeom>
          <a:solidFill>
            <a:srgbClr val="FFCC99"/>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67</a:t>
            </a:r>
          </a:p>
        </p:txBody>
      </p:sp>
      <p:sp>
        <p:nvSpPr>
          <p:cNvPr id="1905672" name="Rectangle 9"/>
          <p:cNvSpPr>
            <a:spLocks noChangeArrowheads="1"/>
          </p:cNvSpPr>
          <p:nvPr/>
        </p:nvSpPr>
        <p:spPr bwMode="auto">
          <a:xfrm>
            <a:off x="1700213" y="1617663"/>
            <a:ext cx="754062" cy="257175"/>
          </a:xfrm>
          <a:prstGeom prst="rect">
            <a:avLst/>
          </a:prstGeom>
          <a:solidFill>
            <a:srgbClr val="CCFF99"/>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68</a:t>
            </a:r>
          </a:p>
        </p:txBody>
      </p:sp>
      <p:sp>
        <p:nvSpPr>
          <p:cNvPr id="1905673" name="Text Box 10"/>
          <p:cNvSpPr txBox="1">
            <a:spLocks noChangeArrowheads="1"/>
          </p:cNvSpPr>
          <p:nvPr/>
        </p:nvSpPr>
        <p:spPr bwMode="auto">
          <a:xfrm>
            <a:off x="1697038" y="1854200"/>
            <a:ext cx="7286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99"/>
                </a:solidFill>
                <a:ea typeface="黑体" panose="02010609060101010101" pitchFamily="49" charset="-122"/>
              </a:rPr>
              <a:t>UDP</a:t>
            </a:r>
          </a:p>
        </p:txBody>
      </p:sp>
      <p:sp>
        <p:nvSpPr>
          <p:cNvPr id="1905674" name="Text Box 11"/>
          <p:cNvSpPr txBox="1">
            <a:spLocks noChangeArrowheads="1"/>
          </p:cNvSpPr>
          <p:nvPr/>
        </p:nvSpPr>
        <p:spPr bwMode="auto">
          <a:xfrm>
            <a:off x="7419975" y="1851025"/>
            <a:ext cx="7270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99"/>
                </a:solidFill>
                <a:ea typeface="黑体" panose="02010609060101010101" pitchFamily="49" charset="-122"/>
              </a:rPr>
              <a:t>UDP</a:t>
            </a:r>
          </a:p>
        </p:txBody>
      </p:sp>
      <p:sp>
        <p:nvSpPr>
          <p:cNvPr id="1905675" name="Line 12"/>
          <p:cNvSpPr>
            <a:spLocks noChangeShapeType="1"/>
          </p:cNvSpPr>
          <p:nvPr/>
        </p:nvSpPr>
        <p:spPr bwMode="auto">
          <a:xfrm flipH="1">
            <a:off x="2452688" y="2359025"/>
            <a:ext cx="5165725" cy="0"/>
          </a:xfrm>
          <a:prstGeom prst="line">
            <a:avLst/>
          </a:prstGeom>
          <a:noFill/>
          <a:ln w="57150">
            <a:solidFill>
              <a:schemeClr val="hlink"/>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905676" name="Rectangle 13"/>
          <p:cNvSpPr>
            <a:spLocks noChangeArrowheads="1"/>
          </p:cNvSpPr>
          <p:nvPr/>
        </p:nvSpPr>
        <p:spPr bwMode="auto">
          <a:xfrm>
            <a:off x="623888" y="2187575"/>
            <a:ext cx="1074737" cy="339725"/>
          </a:xfrm>
          <a:prstGeom prst="rect">
            <a:avLst/>
          </a:prstGeom>
          <a:solidFill>
            <a:srgbClr val="CCECFF"/>
          </a:solidFill>
          <a:ln w="9525">
            <a:solidFill>
              <a:schemeClr val="tx1"/>
            </a:solidFill>
            <a:miter lim="800000"/>
            <a:headEnd/>
            <a:tailEnd/>
          </a:ln>
        </p:spPr>
        <p:txBody>
          <a:bodyPr wrap="none" anchor="ctr"/>
          <a:lstStyle/>
          <a:p>
            <a:pPr algn="ctr"/>
            <a:r>
              <a:rPr lang="zh-CN" altLang="en-US" sz="2000" b="1">
                <a:solidFill>
                  <a:srgbClr val="000099"/>
                </a:solidFill>
                <a:ea typeface="黑体" panose="02010609060101010101" pitchFamily="49" charset="-122"/>
              </a:rPr>
              <a:t>客户</a:t>
            </a:r>
          </a:p>
        </p:txBody>
      </p:sp>
      <p:sp>
        <p:nvSpPr>
          <p:cNvPr id="1905677" name="Rectangle 14"/>
          <p:cNvSpPr>
            <a:spLocks noChangeArrowheads="1"/>
          </p:cNvSpPr>
          <p:nvPr/>
        </p:nvSpPr>
        <p:spPr bwMode="auto">
          <a:xfrm>
            <a:off x="3529013" y="2230438"/>
            <a:ext cx="2905125" cy="255587"/>
          </a:xfrm>
          <a:prstGeom prst="rect">
            <a:avLst/>
          </a:prstGeom>
          <a:solidFill>
            <a:srgbClr val="FFCCFF"/>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DHCPOFFER</a:t>
            </a:r>
          </a:p>
        </p:txBody>
      </p:sp>
      <p:sp>
        <p:nvSpPr>
          <p:cNvPr id="1905678" name="Rectangle 15"/>
          <p:cNvSpPr>
            <a:spLocks noChangeArrowheads="1"/>
          </p:cNvSpPr>
          <p:nvPr/>
        </p:nvSpPr>
        <p:spPr bwMode="auto">
          <a:xfrm>
            <a:off x="8154988" y="2187575"/>
            <a:ext cx="1076325" cy="339725"/>
          </a:xfrm>
          <a:prstGeom prst="rect">
            <a:avLst/>
          </a:prstGeom>
          <a:solidFill>
            <a:srgbClr val="FFCCFF"/>
          </a:solidFill>
          <a:ln w="9525">
            <a:solidFill>
              <a:schemeClr val="tx1"/>
            </a:solidFill>
            <a:miter lim="800000"/>
            <a:headEnd/>
            <a:tailEnd/>
          </a:ln>
        </p:spPr>
        <p:txBody>
          <a:bodyPr wrap="none" anchor="ctr"/>
          <a:lstStyle/>
          <a:p>
            <a:pPr algn="ctr"/>
            <a:r>
              <a:rPr lang="zh-CN" altLang="en-US" sz="2000" b="1">
                <a:solidFill>
                  <a:srgbClr val="000099"/>
                </a:solidFill>
                <a:ea typeface="黑体" panose="02010609060101010101" pitchFamily="49" charset="-122"/>
              </a:rPr>
              <a:t>服务器</a:t>
            </a:r>
          </a:p>
        </p:txBody>
      </p:sp>
      <p:sp>
        <p:nvSpPr>
          <p:cNvPr id="1905679" name="Rectangle 16"/>
          <p:cNvSpPr>
            <a:spLocks noChangeArrowheads="1"/>
          </p:cNvSpPr>
          <p:nvPr/>
        </p:nvSpPr>
        <p:spPr bwMode="auto">
          <a:xfrm>
            <a:off x="7618413" y="2230438"/>
            <a:ext cx="536575" cy="255587"/>
          </a:xfrm>
          <a:prstGeom prst="rect">
            <a:avLst/>
          </a:prstGeom>
          <a:solidFill>
            <a:srgbClr val="FFCC99"/>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67</a:t>
            </a:r>
          </a:p>
        </p:txBody>
      </p:sp>
      <p:sp>
        <p:nvSpPr>
          <p:cNvPr id="1905680" name="Rectangle 17"/>
          <p:cNvSpPr>
            <a:spLocks noChangeArrowheads="1"/>
          </p:cNvSpPr>
          <p:nvPr/>
        </p:nvSpPr>
        <p:spPr bwMode="auto">
          <a:xfrm>
            <a:off x="1698625" y="2230438"/>
            <a:ext cx="754063" cy="255587"/>
          </a:xfrm>
          <a:prstGeom prst="rect">
            <a:avLst/>
          </a:prstGeom>
          <a:solidFill>
            <a:srgbClr val="CCFF99"/>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68</a:t>
            </a:r>
          </a:p>
        </p:txBody>
      </p:sp>
      <p:sp>
        <p:nvSpPr>
          <p:cNvPr id="1905681" name="Text Box 18"/>
          <p:cNvSpPr txBox="1">
            <a:spLocks noChangeArrowheads="1"/>
          </p:cNvSpPr>
          <p:nvPr/>
        </p:nvSpPr>
        <p:spPr bwMode="auto">
          <a:xfrm>
            <a:off x="1697038" y="2462213"/>
            <a:ext cx="7286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99"/>
                </a:solidFill>
                <a:ea typeface="黑体" panose="02010609060101010101" pitchFamily="49" charset="-122"/>
              </a:rPr>
              <a:t>UDP</a:t>
            </a:r>
          </a:p>
        </p:txBody>
      </p:sp>
      <p:sp>
        <p:nvSpPr>
          <p:cNvPr id="1905682" name="Text Box 19"/>
          <p:cNvSpPr txBox="1">
            <a:spLocks noChangeArrowheads="1"/>
          </p:cNvSpPr>
          <p:nvPr/>
        </p:nvSpPr>
        <p:spPr bwMode="auto">
          <a:xfrm>
            <a:off x="7419975" y="2462213"/>
            <a:ext cx="7270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99"/>
                </a:solidFill>
                <a:ea typeface="黑体" panose="02010609060101010101" pitchFamily="49" charset="-122"/>
              </a:rPr>
              <a:t>UDP</a:t>
            </a:r>
          </a:p>
        </p:txBody>
      </p:sp>
      <p:sp>
        <p:nvSpPr>
          <p:cNvPr id="1905683" name="Line 20"/>
          <p:cNvSpPr>
            <a:spLocks noChangeShapeType="1"/>
          </p:cNvSpPr>
          <p:nvPr/>
        </p:nvSpPr>
        <p:spPr bwMode="auto">
          <a:xfrm>
            <a:off x="2454275" y="2968625"/>
            <a:ext cx="5164138" cy="0"/>
          </a:xfrm>
          <a:prstGeom prst="line">
            <a:avLst/>
          </a:prstGeom>
          <a:noFill/>
          <a:ln w="57150">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905684" name="Rectangle 21"/>
          <p:cNvSpPr>
            <a:spLocks noChangeArrowheads="1"/>
          </p:cNvSpPr>
          <p:nvPr/>
        </p:nvSpPr>
        <p:spPr bwMode="auto">
          <a:xfrm>
            <a:off x="623888" y="2798763"/>
            <a:ext cx="1076325" cy="341312"/>
          </a:xfrm>
          <a:prstGeom prst="rect">
            <a:avLst/>
          </a:prstGeom>
          <a:solidFill>
            <a:srgbClr val="CCECFF"/>
          </a:solidFill>
          <a:ln w="9525">
            <a:solidFill>
              <a:schemeClr val="tx1"/>
            </a:solidFill>
            <a:miter lim="800000"/>
            <a:headEnd/>
            <a:tailEnd/>
          </a:ln>
        </p:spPr>
        <p:txBody>
          <a:bodyPr wrap="none" anchor="ctr"/>
          <a:lstStyle/>
          <a:p>
            <a:pPr algn="ctr"/>
            <a:r>
              <a:rPr lang="zh-CN" altLang="en-US" sz="2000" b="1">
                <a:solidFill>
                  <a:srgbClr val="000099"/>
                </a:solidFill>
                <a:ea typeface="黑体" panose="02010609060101010101" pitchFamily="49" charset="-122"/>
              </a:rPr>
              <a:t>客户</a:t>
            </a:r>
          </a:p>
        </p:txBody>
      </p:sp>
      <p:sp>
        <p:nvSpPr>
          <p:cNvPr id="1905685" name="Rectangle 22"/>
          <p:cNvSpPr>
            <a:spLocks noChangeArrowheads="1"/>
          </p:cNvSpPr>
          <p:nvPr/>
        </p:nvSpPr>
        <p:spPr bwMode="auto">
          <a:xfrm>
            <a:off x="3529013" y="2841625"/>
            <a:ext cx="2905125" cy="255588"/>
          </a:xfrm>
          <a:prstGeom prst="rect">
            <a:avLst/>
          </a:prstGeom>
          <a:solidFill>
            <a:srgbClr val="CCECFF"/>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DHCPREQUEST</a:t>
            </a:r>
          </a:p>
        </p:txBody>
      </p:sp>
      <p:sp>
        <p:nvSpPr>
          <p:cNvPr id="1905686" name="Rectangle 23"/>
          <p:cNvSpPr>
            <a:spLocks noChangeArrowheads="1"/>
          </p:cNvSpPr>
          <p:nvPr/>
        </p:nvSpPr>
        <p:spPr bwMode="auto">
          <a:xfrm>
            <a:off x="8154988" y="2798763"/>
            <a:ext cx="1076325" cy="341312"/>
          </a:xfrm>
          <a:prstGeom prst="rect">
            <a:avLst/>
          </a:prstGeom>
          <a:solidFill>
            <a:srgbClr val="FFCCFF"/>
          </a:solidFill>
          <a:ln w="9525">
            <a:solidFill>
              <a:schemeClr val="tx1"/>
            </a:solidFill>
            <a:miter lim="800000"/>
            <a:headEnd/>
            <a:tailEnd/>
          </a:ln>
        </p:spPr>
        <p:txBody>
          <a:bodyPr wrap="none" anchor="ctr"/>
          <a:lstStyle/>
          <a:p>
            <a:pPr algn="ctr"/>
            <a:r>
              <a:rPr lang="zh-CN" altLang="en-US" sz="2000" b="1">
                <a:solidFill>
                  <a:srgbClr val="000099"/>
                </a:solidFill>
                <a:ea typeface="黑体" panose="02010609060101010101" pitchFamily="49" charset="-122"/>
              </a:rPr>
              <a:t>服务器</a:t>
            </a:r>
          </a:p>
        </p:txBody>
      </p:sp>
      <p:sp>
        <p:nvSpPr>
          <p:cNvPr id="1905687" name="Rectangle 24"/>
          <p:cNvSpPr>
            <a:spLocks noChangeArrowheads="1"/>
          </p:cNvSpPr>
          <p:nvPr/>
        </p:nvSpPr>
        <p:spPr bwMode="auto">
          <a:xfrm>
            <a:off x="7618413" y="2841625"/>
            <a:ext cx="536575" cy="255588"/>
          </a:xfrm>
          <a:prstGeom prst="rect">
            <a:avLst/>
          </a:prstGeom>
          <a:solidFill>
            <a:srgbClr val="FFCC99"/>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67</a:t>
            </a:r>
          </a:p>
        </p:txBody>
      </p:sp>
      <p:sp>
        <p:nvSpPr>
          <p:cNvPr id="1905688" name="Rectangle 25"/>
          <p:cNvSpPr>
            <a:spLocks noChangeArrowheads="1"/>
          </p:cNvSpPr>
          <p:nvPr/>
        </p:nvSpPr>
        <p:spPr bwMode="auto">
          <a:xfrm>
            <a:off x="1700213" y="2841625"/>
            <a:ext cx="754062" cy="255588"/>
          </a:xfrm>
          <a:prstGeom prst="rect">
            <a:avLst/>
          </a:prstGeom>
          <a:solidFill>
            <a:srgbClr val="CCFF99"/>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68</a:t>
            </a:r>
          </a:p>
        </p:txBody>
      </p:sp>
      <p:sp>
        <p:nvSpPr>
          <p:cNvPr id="1905689" name="Text Box 26"/>
          <p:cNvSpPr txBox="1">
            <a:spLocks noChangeArrowheads="1"/>
          </p:cNvSpPr>
          <p:nvPr/>
        </p:nvSpPr>
        <p:spPr bwMode="auto">
          <a:xfrm>
            <a:off x="1697038" y="3074988"/>
            <a:ext cx="7286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99"/>
                </a:solidFill>
                <a:ea typeface="黑体" panose="02010609060101010101" pitchFamily="49" charset="-122"/>
              </a:rPr>
              <a:t>UDP</a:t>
            </a:r>
          </a:p>
        </p:txBody>
      </p:sp>
      <p:sp>
        <p:nvSpPr>
          <p:cNvPr id="1905690" name="Text Box 27"/>
          <p:cNvSpPr txBox="1">
            <a:spLocks noChangeArrowheads="1"/>
          </p:cNvSpPr>
          <p:nvPr/>
        </p:nvSpPr>
        <p:spPr bwMode="auto">
          <a:xfrm>
            <a:off x="7419975" y="3074988"/>
            <a:ext cx="7270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99"/>
                </a:solidFill>
                <a:ea typeface="黑体" panose="02010609060101010101" pitchFamily="49" charset="-122"/>
              </a:rPr>
              <a:t>UDP</a:t>
            </a:r>
          </a:p>
        </p:txBody>
      </p:sp>
      <p:sp>
        <p:nvSpPr>
          <p:cNvPr id="1905691" name="Line 28"/>
          <p:cNvSpPr>
            <a:spLocks noChangeShapeType="1"/>
          </p:cNvSpPr>
          <p:nvPr/>
        </p:nvSpPr>
        <p:spPr bwMode="auto">
          <a:xfrm flipH="1">
            <a:off x="2452688" y="3579813"/>
            <a:ext cx="5165725" cy="0"/>
          </a:xfrm>
          <a:prstGeom prst="line">
            <a:avLst/>
          </a:prstGeom>
          <a:noFill/>
          <a:ln w="57150">
            <a:solidFill>
              <a:schemeClr val="hlink"/>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905692" name="Rectangle 29"/>
          <p:cNvSpPr>
            <a:spLocks noChangeArrowheads="1"/>
          </p:cNvSpPr>
          <p:nvPr/>
        </p:nvSpPr>
        <p:spPr bwMode="auto">
          <a:xfrm>
            <a:off x="623888" y="3409950"/>
            <a:ext cx="1074737" cy="339725"/>
          </a:xfrm>
          <a:prstGeom prst="rect">
            <a:avLst/>
          </a:prstGeom>
          <a:solidFill>
            <a:srgbClr val="CCECFF"/>
          </a:solidFill>
          <a:ln w="9525">
            <a:solidFill>
              <a:schemeClr val="tx1"/>
            </a:solidFill>
            <a:miter lim="800000"/>
            <a:headEnd/>
            <a:tailEnd/>
          </a:ln>
        </p:spPr>
        <p:txBody>
          <a:bodyPr wrap="none" anchor="ctr"/>
          <a:lstStyle/>
          <a:p>
            <a:pPr algn="ctr"/>
            <a:r>
              <a:rPr lang="zh-CN" altLang="en-US" sz="2000" b="1">
                <a:solidFill>
                  <a:srgbClr val="000099"/>
                </a:solidFill>
                <a:ea typeface="黑体" panose="02010609060101010101" pitchFamily="49" charset="-122"/>
              </a:rPr>
              <a:t>客户</a:t>
            </a:r>
          </a:p>
        </p:txBody>
      </p:sp>
      <p:sp>
        <p:nvSpPr>
          <p:cNvPr id="1905693" name="Rectangle 30"/>
          <p:cNvSpPr>
            <a:spLocks noChangeArrowheads="1"/>
          </p:cNvSpPr>
          <p:nvPr/>
        </p:nvSpPr>
        <p:spPr bwMode="auto">
          <a:xfrm>
            <a:off x="3529013" y="3452813"/>
            <a:ext cx="2905125" cy="254000"/>
          </a:xfrm>
          <a:prstGeom prst="rect">
            <a:avLst/>
          </a:prstGeom>
          <a:solidFill>
            <a:srgbClr val="FFCCFF"/>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DHCPACK</a:t>
            </a:r>
          </a:p>
        </p:txBody>
      </p:sp>
      <p:sp>
        <p:nvSpPr>
          <p:cNvPr id="1905694" name="Rectangle 31"/>
          <p:cNvSpPr>
            <a:spLocks noChangeArrowheads="1"/>
          </p:cNvSpPr>
          <p:nvPr/>
        </p:nvSpPr>
        <p:spPr bwMode="auto">
          <a:xfrm>
            <a:off x="8154988" y="3409950"/>
            <a:ext cx="1076325" cy="339725"/>
          </a:xfrm>
          <a:prstGeom prst="rect">
            <a:avLst/>
          </a:prstGeom>
          <a:solidFill>
            <a:srgbClr val="FFCCFF"/>
          </a:solidFill>
          <a:ln w="9525">
            <a:solidFill>
              <a:schemeClr val="tx1"/>
            </a:solidFill>
            <a:miter lim="800000"/>
            <a:headEnd/>
            <a:tailEnd/>
          </a:ln>
        </p:spPr>
        <p:txBody>
          <a:bodyPr wrap="none" anchor="ctr"/>
          <a:lstStyle/>
          <a:p>
            <a:pPr algn="ctr"/>
            <a:r>
              <a:rPr lang="zh-CN" altLang="en-US" sz="2000" b="1">
                <a:solidFill>
                  <a:srgbClr val="000099"/>
                </a:solidFill>
                <a:ea typeface="黑体" panose="02010609060101010101" pitchFamily="49" charset="-122"/>
              </a:rPr>
              <a:t>服务器</a:t>
            </a:r>
          </a:p>
        </p:txBody>
      </p:sp>
      <p:sp>
        <p:nvSpPr>
          <p:cNvPr id="1905695" name="Rectangle 32"/>
          <p:cNvSpPr>
            <a:spLocks noChangeArrowheads="1"/>
          </p:cNvSpPr>
          <p:nvPr/>
        </p:nvSpPr>
        <p:spPr bwMode="auto">
          <a:xfrm>
            <a:off x="7618413" y="3452813"/>
            <a:ext cx="536575" cy="254000"/>
          </a:xfrm>
          <a:prstGeom prst="rect">
            <a:avLst/>
          </a:prstGeom>
          <a:solidFill>
            <a:srgbClr val="FFCC99"/>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67</a:t>
            </a:r>
          </a:p>
        </p:txBody>
      </p:sp>
      <p:sp>
        <p:nvSpPr>
          <p:cNvPr id="1905696" name="Rectangle 33"/>
          <p:cNvSpPr>
            <a:spLocks noChangeArrowheads="1"/>
          </p:cNvSpPr>
          <p:nvPr/>
        </p:nvSpPr>
        <p:spPr bwMode="auto">
          <a:xfrm>
            <a:off x="1698625" y="3452813"/>
            <a:ext cx="754063" cy="254000"/>
          </a:xfrm>
          <a:prstGeom prst="rect">
            <a:avLst/>
          </a:prstGeom>
          <a:solidFill>
            <a:srgbClr val="CCFF99"/>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68</a:t>
            </a:r>
          </a:p>
        </p:txBody>
      </p:sp>
      <p:sp>
        <p:nvSpPr>
          <p:cNvPr id="1905697" name="Text Box 34"/>
          <p:cNvSpPr txBox="1">
            <a:spLocks noChangeArrowheads="1"/>
          </p:cNvSpPr>
          <p:nvPr/>
        </p:nvSpPr>
        <p:spPr bwMode="auto">
          <a:xfrm>
            <a:off x="1697038" y="3684588"/>
            <a:ext cx="7286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99"/>
                </a:solidFill>
                <a:ea typeface="黑体" panose="02010609060101010101" pitchFamily="49" charset="-122"/>
              </a:rPr>
              <a:t>UDP</a:t>
            </a:r>
          </a:p>
        </p:txBody>
      </p:sp>
      <p:sp>
        <p:nvSpPr>
          <p:cNvPr id="1905698" name="Text Box 35"/>
          <p:cNvSpPr txBox="1">
            <a:spLocks noChangeArrowheads="1"/>
          </p:cNvSpPr>
          <p:nvPr/>
        </p:nvSpPr>
        <p:spPr bwMode="auto">
          <a:xfrm>
            <a:off x="7419975" y="3684588"/>
            <a:ext cx="7270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99"/>
                </a:solidFill>
                <a:ea typeface="黑体" panose="02010609060101010101" pitchFamily="49" charset="-122"/>
              </a:rPr>
              <a:t>UDP</a:t>
            </a:r>
          </a:p>
        </p:txBody>
      </p:sp>
      <p:sp>
        <p:nvSpPr>
          <p:cNvPr id="1905699" name="Line 36"/>
          <p:cNvSpPr>
            <a:spLocks noChangeShapeType="1"/>
          </p:cNvSpPr>
          <p:nvPr/>
        </p:nvSpPr>
        <p:spPr bwMode="auto">
          <a:xfrm>
            <a:off x="2454275" y="4187825"/>
            <a:ext cx="5164138" cy="0"/>
          </a:xfrm>
          <a:prstGeom prst="line">
            <a:avLst/>
          </a:prstGeom>
          <a:noFill/>
          <a:ln w="57150">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905700" name="Rectangle 37"/>
          <p:cNvSpPr>
            <a:spLocks noChangeArrowheads="1"/>
          </p:cNvSpPr>
          <p:nvPr/>
        </p:nvSpPr>
        <p:spPr bwMode="auto">
          <a:xfrm>
            <a:off x="623888" y="4017963"/>
            <a:ext cx="1076325" cy="338137"/>
          </a:xfrm>
          <a:prstGeom prst="rect">
            <a:avLst/>
          </a:prstGeom>
          <a:solidFill>
            <a:srgbClr val="CCECFF"/>
          </a:solidFill>
          <a:ln w="9525">
            <a:solidFill>
              <a:schemeClr val="tx1"/>
            </a:solidFill>
            <a:miter lim="800000"/>
            <a:headEnd/>
            <a:tailEnd/>
          </a:ln>
        </p:spPr>
        <p:txBody>
          <a:bodyPr wrap="none" anchor="ctr"/>
          <a:lstStyle/>
          <a:p>
            <a:pPr algn="ctr"/>
            <a:r>
              <a:rPr lang="zh-CN" altLang="en-US" sz="2000" b="1">
                <a:solidFill>
                  <a:srgbClr val="000099"/>
                </a:solidFill>
                <a:ea typeface="黑体" panose="02010609060101010101" pitchFamily="49" charset="-122"/>
              </a:rPr>
              <a:t>客户</a:t>
            </a:r>
          </a:p>
        </p:txBody>
      </p:sp>
      <p:sp>
        <p:nvSpPr>
          <p:cNvPr id="1905701" name="Rectangle 38"/>
          <p:cNvSpPr>
            <a:spLocks noChangeArrowheads="1"/>
          </p:cNvSpPr>
          <p:nvPr/>
        </p:nvSpPr>
        <p:spPr bwMode="auto">
          <a:xfrm>
            <a:off x="3529013" y="4060825"/>
            <a:ext cx="2905125" cy="254000"/>
          </a:xfrm>
          <a:prstGeom prst="rect">
            <a:avLst/>
          </a:prstGeom>
          <a:solidFill>
            <a:srgbClr val="CCECFF"/>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DHCPREQUEST</a:t>
            </a:r>
          </a:p>
        </p:txBody>
      </p:sp>
      <p:sp>
        <p:nvSpPr>
          <p:cNvPr id="1905702" name="Rectangle 39"/>
          <p:cNvSpPr>
            <a:spLocks noChangeArrowheads="1"/>
          </p:cNvSpPr>
          <p:nvPr/>
        </p:nvSpPr>
        <p:spPr bwMode="auto">
          <a:xfrm>
            <a:off x="8154988" y="4017963"/>
            <a:ext cx="1076325" cy="338137"/>
          </a:xfrm>
          <a:prstGeom prst="rect">
            <a:avLst/>
          </a:prstGeom>
          <a:solidFill>
            <a:srgbClr val="FFCCFF"/>
          </a:solidFill>
          <a:ln w="9525">
            <a:solidFill>
              <a:schemeClr val="tx1"/>
            </a:solidFill>
            <a:miter lim="800000"/>
            <a:headEnd/>
            <a:tailEnd/>
          </a:ln>
        </p:spPr>
        <p:txBody>
          <a:bodyPr wrap="none" anchor="ctr"/>
          <a:lstStyle/>
          <a:p>
            <a:pPr algn="ctr"/>
            <a:r>
              <a:rPr lang="zh-CN" altLang="en-US" sz="2000" b="1">
                <a:solidFill>
                  <a:srgbClr val="000099"/>
                </a:solidFill>
                <a:ea typeface="黑体" panose="02010609060101010101" pitchFamily="49" charset="-122"/>
              </a:rPr>
              <a:t>服务器</a:t>
            </a:r>
          </a:p>
        </p:txBody>
      </p:sp>
      <p:sp>
        <p:nvSpPr>
          <p:cNvPr id="1905703" name="Rectangle 40"/>
          <p:cNvSpPr>
            <a:spLocks noChangeArrowheads="1"/>
          </p:cNvSpPr>
          <p:nvPr/>
        </p:nvSpPr>
        <p:spPr bwMode="auto">
          <a:xfrm>
            <a:off x="7618413" y="4060825"/>
            <a:ext cx="536575" cy="254000"/>
          </a:xfrm>
          <a:prstGeom prst="rect">
            <a:avLst/>
          </a:prstGeom>
          <a:solidFill>
            <a:srgbClr val="FFCC99"/>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67</a:t>
            </a:r>
          </a:p>
        </p:txBody>
      </p:sp>
      <p:sp>
        <p:nvSpPr>
          <p:cNvPr id="1905704" name="Rectangle 41"/>
          <p:cNvSpPr>
            <a:spLocks noChangeArrowheads="1"/>
          </p:cNvSpPr>
          <p:nvPr/>
        </p:nvSpPr>
        <p:spPr bwMode="auto">
          <a:xfrm>
            <a:off x="1700213" y="4060825"/>
            <a:ext cx="754062" cy="254000"/>
          </a:xfrm>
          <a:prstGeom prst="rect">
            <a:avLst/>
          </a:prstGeom>
          <a:solidFill>
            <a:srgbClr val="CCFF99"/>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68</a:t>
            </a:r>
          </a:p>
        </p:txBody>
      </p:sp>
      <p:sp>
        <p:nvSpPr>
          <p:cNvPr id="1905705" name="Text Box 42"/>
          <p:cNvSpPr txBox="1">
            <a:spLocks noChangeArrowheads="1"/>
          </p:cNvSpPr>
          <p:nvPr/>
        </p:nvSpPr>
        <p:spPr bwMode="auto">
          <a:xfrm>
            <a:off x="1697038" y="4292600"/>
            <a:ext cx="7286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99"/>
                </a:solidFill>
                <a:ea typeface="黑体" panose="02010609060101010101" pitchFamily="49" charset="-122"/>
              </a:rPr>
              <a:t>UDP</a:t>
            </a:r>
          </a:p>
        </p:txBody>
      </p:sp>
      <p:sp>
        <p:nvSpPr>
          <p:cNvPr id="1905706" name="Text Box 43"/>
          <p:cNvSpPr txBox="1">
            <a:spLocks noChangeArrowheads="1"/>
          </p:cNvSpPr>
          <p:nvPr/>
        </p:nvSpPr>
        <p:spPr bwMode="auto">
          <a:xfrm>
            <a:off x="7419975" y="4292600"/>
            <a:ext cx="7270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99"/>
                </a:solidFill>
                <a:ea typeface="黑体" panose="02010609060101010101" pitchFamily="49" charset="-122"/>
              </a:rPr>
              <a:t>UDP</a:t>
            </a:r>
          </a:p>
        </p:txBody>
      </p:sp>
      <p:sp>
        <p:nvSpPr>
          <p:cNvPr id="1905707" name="Line 44"/>
          <p:cNvSpPr>
            <a:spLocks noChangeShapeType="1"/>
          </p:cNvSpPr>
          <p:nvPr/>
        </p:nvSpPr>
        <p:spPr bwMode="auto">
          <a:xfrm flipH="1">
            <a:off x="2452688" y="4800600"/>
            <a:ext cx="5165725" cy="0"/>
          </a:xfrm>
          <a:prstGeom prst="line">
            <a:avLst/>
          </a:prstGeom>
          <a:noFill/>
          <a:ln w="57150">
            <a:solidFill>
              <a:schemeClr val="hlink"/>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905708" name="Rectangle 45"/>
          <p:cNvSpPr>
            <a:spLocks noChangeArrowheads="1"/>
          </p:cNvSpPr>
          <p:nvPr/>
        </p:nvSpPr>
        <p:spPr bwMode="auto">
          <a:xfrm>
            <a:off x="623888" y="4629150"/>
            <a:ext cx="1074737" cy="338138"/>
          </a:xfrm>
          <a:prstGeom prst="rect">
            <a:avLst/>
          </a:prstGeom>
          <a:solidFill>
            <a:srgbClr val="CCECFF"/>
          </a:solidFill>
          <a:ln w="9525">
            <a:solidFill>
              <a:schemeClr val="tx1"/>
            </a:solidFill>
            <a:miter lim="800000"/>
            <a:headEnd/>
            <a:tailEnd/>
          </a:ln>
        </p:spPr>
        <p:txBody>
          <a:bodyPr wrap="none" anchor="ctr"/>
          <a:lstStyle/>
          <a:p>
            <a:pPr algn="ctr"/>
            <a:r>
              <a:rPr lang="zh-CN" altLang="en-US" sz="2000" b="1">
                <a:solidFill>
                  <a:srgbClr val="000099"/>
                </a:solidFill>
                <a:ea typeface="黑体" panose="02010609060101010101" pitchFamily="49" charset="-122"/>
              </a:rPr>
              <a:t>客户</a:t>
            </a:r>
          </a:p>
        </p:txBody>
      </p:sp>
      <p:sp>
        <p:nvSpPr>
          <p:cNvPr id="1905709" name="Rectangle 46"/>
          <p:cNvSpPr>
            <a:spLocks noChangeArrowheads="1"/>
          </p:cNvSpPr>
          <p:nvPr/>
        </p:nvSpPr>
        <p:spPr bwMode="auto">
          <a:xfrm>
            <a:off x="3529013" y="4672013"/>
            <a:ext cx="2905125" cy="255587"/>
          </a:xfrm>
          <a:prstGeom prst="rect">
            <a:avLst/>
          </a:prstGeom>
          <a:solidFill>
            <a:srgbClr val="FFCCFF"/>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DHCPACK</a:t>
            </a:r>
          </a:p>
        </p:txBody>
      </p:sp>
      <p:sp>
        <p:nvSpPr>
          <p:cNvPr id="1905710" name="Rectangle 47"/>
          <p:cNvSpPr>
            <a:spLocks noChangeArrowheads="1"/>
          </p:cNvSpPr>
          <p:nvPr/>
        </p:nvSpPr>
        <p:spPr bwMode="auto">
          <a:xfrm>
            <a:off x="8154988" y="4629150"/>
            <a:ext cx="1076325" cy="338138"/>
          </a:xfrm>
          <a:prstGeom prst="rect">
            <a:avLst/>
          </a:prstGeom>
          <a:solidFill>
            <a:srgbClr val="FFCCFF"/>
          </a:solidFill>
          <a:ln w="9525">
            <a:solidFill>
              <a:schemeClr val="tx1"/>
            </a:solidFill>
            <a:miter lim="800000"/>
            <a:headEnd/>
            <a:tailEnd/>
          </a:ln>
        </p:spPr>
        <p:txBody>
          <a:bodyPr wrap="none" anchor="ctr"/>
          <a:lstStyle/>
          <a:p>
            <a:pPr algn="ctr"/>
            <a:r>
              <a:rPr lang="zh-CN" altLang="en-US" sz="2000" b="1">
                <a:solidFill>
                  <a:srgbClr val="000099"/>
                </a:solidFill>
                <a:ea typeface="黑体" panose="02010609060101010101" pitchFamily="49" charset="-122"/>
              </a:rPr>
              <a:t>服务器</a:t>
            </a:r>
          </a:p>
        </p:txBody>
      </p:sp>
      <p:sp>
        <p:nvSpPr>
          <p:cNvPr id="1905711" name="Rectangle 48"/>
          <p:cNvSpPr>
            <a:spLocks noChangeArrowheads="1"/>
          </p:cNvSpPr>
          <p:nvPr/>
        </p:nvSpPr>
        <p:spPr bwMode="auto">
          <a:xfrm>
            <a:off x="7618413" y="4672013"/>
            <a:ext cx="536575" cy="255587"/>
          </a:xfrm>
          <a:prstGeom prst="rect">
            <a:avLst/>
          </a:prstGeom>
          <a:solidFill>
            <a:srgbClr val="FFCC99"/>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67</a:t>
            </a:r>
          </a:p>
        </p:txBody>
      </p:sp>
      <p:sp>
        <p:nvSpPr>
          <p:cNvPr id="1905712" name="Rectangle 49"/>
          <p:cNvSpPr>
            <a:spLocks noChangeArrowheads="1"/>
          </p:cNvSpPr>
          <p:nvPr/>
        </p:nvSpPr>
        <p:spPr bwMode="auto">
          <a:xfrm>
            <a:off x="1698625" y="4672013"/>
            <a:ext cx="754063" cy="255587"/>
          </a:xfrm>
          <a:prstGeom prst="rect">
            <a:avLst/>
          </a:prstGeom>
          <a:solidFill>
            <a:srgbClr val="CCFF99"/>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68</a:t>
            </a:r>
          </a:p>
        </p:txBody>
      </p:sp>
      <p:sp>
        <p:nvSpPr>
          <p:cNvPr id="1905713" name="Text Box 50"/>
          <p:cNvSpPr txBox="1">
            <a:spLocks noChangeArrowheads="1"/>
          </p:cNvSpPr>
          <p:nvPr/>
        </p:nvSpPr>
        <p:spPr bwMode="auto">
          <a:xfrm>
            <a:off x="1697038" y="4903788"/>
            <a:ext cx="7286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99"/>
                </a:solidFill>
                <a:ea typeface="黑体" panose="02010609060101010101" pitchFamily="49" charset="-122"/>
              </a:rPr>
              <a:t>UDP</a:t>
            </a:r>
          </a:p>
        </p:txBody>
      </p:sp>
      <p:sp>
        <p:nvSpPr>
          <p:cNvPr id="1905714" name="Text Box 51"/>
          <p:cNvSpPr txBox="1">
            <a:spLocks noChangeArrowheads="1"/>
          </p:cNvSpPr>
          <p:nvPr/>
        </p:nvSpPr>
        <p:spPr bwMode="auto">
          <a:xfrm>
            <a:off x="7419975" y="4903788"/>
            <a:ext cx="7270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99"/>
                </a:solidFill>
                <a:ea typeface="黑体" panose="02010609060101010101" pitchFamily="49" charset="-122"/>
              </a:rPr>
              <a:t>UDP</a:t>
            </a:r>
          </a:p>
        </p:txBody>
      </p:sp>
      <p:sp>
        <p:nvSpPr>
          <p:cNvPr id="1905715" name="Line 52"/>
          <p:cNvSpPr>
            <a:spLocks noChangeShapeType="1"/>
          </p:cNvSpPr>
          <p:nvPr/>
        </p:nvSpPr>
        <p:spPr bwMode="auto">
          <a:xfrm flipH="1">
            <a:off x="2452688" y="5411788"/>
            <a:ext cx="5165725" cy="0"/>
          </a:xfrm>
          <a:prstGeom prst="line">
            <a:avLst/>
          </a:prstGeom>
          <a:noFill/>
          <a:ln w="57150">
            <a:solidFill>
              <a:schemeClr val="hlink"/>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905716" name="Rectangle 53"/>
          <p:cNvSpPr>
            <a:spLocks noChangeArrowheads="1"/>
          </p:cNvSpPr>
          <p:nvPr/>
        </p:nvSpPr>
        <p:spPr bwMode="auto">
          <a:xfrm>
            <a:off x="623888" y="5240338"/>
            <a:ext cx="1074737" cy="338137"/>
          </a:xfrm>
          <a:prstGeom prst="rect">
            <a:avLst/>
          </a:prstGeom>
          <a:solidFill>
            <a:srgbClr val="CCECFF"/>
          </a:solidFill>
          <a:ln w="9525">
            <a:solidFill>
              <a:schemeClr val="tx1"/>
            </a:solidFill>
            <a:miter lim="800000"/>
            <a:headEnd/>
            <a:tailEnd/>
          </a:ln>
        </p:spPr>
        <p:txBody>
          <a:bodyPr wrap="none" anchor="ctr"/>
          <a:lstStyle/>
          <a:p>
            <a:pPr algn="ctr"/>
            <a:r>
              <a:rPr lang="zh-CN" altLang="en-US" sz="2000" b="1">
                <a:solidFill>
                  <a:srgbClr val="000099"/>
                </a:solidFill>
                <a:ea typeface="黑体" panose="02010609060101010101" pitchFamily="49" charset="-122"/>
              </a:rPr>
              <a:t>客户</a:t>
            </a:r>
          </a:p>
        </p:txBody>
      </p:sp>
      <p:sp>
        <p:nvSpPr>
          <p:cNvPr id="1905717" name="Rectangle 54"/>
          <p:cNvSpPr>
            <a:spLocks noChangeArrowheads="1"/>
          </p:cNvSpPr>
          <p:nvPr/>
        </p:nvSpPr>
        <p:spPr bwMode="auto">
          <a:xfrm>
            <a:off x="3529013" y="5283200"/>
            <a:ext cx="2905125" cy="255588"/>
          </a:xfrm>
          <a:prstGeom prst="rect">
            <a:avLst/>
          </a:prstGeom>
          <a:solidFill>
            <a:srgbClr val="FFCCFF"/>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DHCPNACK</a:t>
            </a:r>
          </a:p>
        </p:txBody>
      </p:sp>
      <p:sp>
        <p:nvSpPr>
          <p:cNvPr id="1905718" name="Rectangle 55"/>
          <p:cNvSpPr>
            <a:spLocks noChangeArrowheads="1"/>
          </p:cNvSpPr>
          <p:nvPr/>
        </p:nvSpPr>
        <p:spPr bwMode="auto">
          <a:xfrm>
            <a:off x="8154988" y="5240338"/>
            <a:ext cx="1076325" cy="338137"/>
          </a:xfrm>
          <a:prstGeom prst="rect">
            <a:avLst/>
          </a:prstGeom>
          <a:solidFill>
            <a:srgbClr val="FFCCFF"/>
          </a:solidFill>
          <a:ln w="9525">
            <a:solidFill>
              <a:schemeClr val="tx1"/>
            </a:solidFill>
            <a:miter lim="800000"/>
            <a:headEnd/>
            <a:tailEnd/>
          </a:ln>
        </p:spPr>
        <p:txBody>
          <a:bodyPr wrap="none" anchor="ctr"/>
          <a:lstStyle/>
          <a:p>
            <a:pPr algn="ctr"/>
            <a:r>
              <a:rPr lang="zh-CN" altLang="en-US" sz="2000" b="1">
                <a:solidFill>
                  <a:srgbClr val="000099"/>
                </a:solidFill>
                <a:ea typeface="黑体" panose="02010609060101010101" pitchFamily="49" charset="-122"/>
              </a:rPr>
              <a:t>服务器</a:t>
            </a:r>
          </a:p>
        </p:txBody>
      </p:sp>
      <p:sp>
        <p:nvSpPr>
          <p:cNvPr id="1905719" name="Rectangle 56"/>
          <p:cNvSpPr>
            <a:spLocks noChangeArrowheads="1"/>
          </p:cNvSpPr>
          <p:nvPr/>
        </p:nvSpPr>
        <p:spPr bwMode="auto">
          <a:xfrm>
            <a:off x="7618413" y="5283200"/>
            <a:ext cx="536575" cy="255588"/>
          </a:xfrm>
          <a:prstGeom prst="rect">
            <a:avLst/>
          </a:prstGeom>
          <a:solidFill>
            <a:srgbClr val="FFCC99"/>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67</a:t>
            </a:r>
          </a:p>
        </p:txBody>
      </p:sp>
      <p:sp>
        <p:nvSpPr>
          <p:cNvPr id="1905720" name="Rectangle 57"/>
          <p:cNvSpPr>
            <a:spLocks noChangeArrowheads="1"/>
          </p:cNvSpPr>
          <p:nvPr/>
        </p:nvSpPr>
        <p:spPr bwMode="auto">
          <a:xfrm>
            <a:off x="1698625" y="5283200"/>
            <a:ext cx="754063" cy="255588"/>
          </a:xfrm>
          <a:prstGeom prst="rect">
            <a:avLst/>
          </a:prstGeom>
          <a:solidFill>
            <a:srgbClr val="CCFF99"/>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68</a:t>
            </a:r>
          </a:p>
        </p:txBody>
      </p:sp>
      <p:sp>
        <p:nvSpPr>
          <p:cNvPr id="1905721" name="Text Box 58"/>
          <p:cNvSpPr txBox="1">
            <a:spLocks noChangeArrowheads="1"/>
          </p:cNvSpPr>
          <p:nvPr/>
        </p:nvSpPr>
        <p:spPr bwMode="auto">
          <a:xfrm>
            <a:off x="1697038" y="5514975"/>
            <a:ext cx="7286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99"/>
                </a:solidFill>
                <a:ea typeface="黑体" panose="02010609060101010101" pitchFamily="49" charset="-122"/>
              </a:rPr>
              <a:t>UDP</a:t>
            </a:r>
          </a:p>
        </p:txBody>
      </p:sp>
      <p:sp>
        <p:nvSpPr>
          <p:cNvPr id="1905722" name="Text Box 59"/>
          <p:cNvSpPr txBox="1">
            <a:spLocks noChangeArrowheads="1"/>
          </p:cNvSpPr>
          <p:nvPr/>
        </p:nvSpPr>
        <p:spPr bwMode="auto">
          <a:xfrm>
            <a:off x="7419975" y="5514975"/>
            <a:ext cx="7270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99"/>
                </a:solidFill>
                <a:ea typeface="黑体" panose="02010609060101010101" pitchFamily="49" charset="-122"/>
              </a:rPr>
              <a:t>UDP</a:t>
            </a:r>
          </a:p>
        </p:txBody>
      </p:sp>
      <p:sp>
        <p:nvSpPr>
          <p:cNvPr id="1905723" name="Line 60"/>
          <p:cNvSpPr>
            <a:spLocks noChangeShapeType="1"/>
          </p:cNvSpPr>
          <p:nvPr/>
        </p:nvSpPr>
        <p:spPr bwMode="auto">
          <a:xfrm>
            <a:off x="2454275" y="6256338"/>
            <a:ext cx="5164138" cy="0"/>
          </a:xfrm>
          <a:prstGeom prst="line">
            <a:avLst/>
          </a:prstGeom>
          <a:noFill/>
          <a:ln w="57150">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905724" name="Rectangle 61"/>
          <p:cNvSpPr>
            <a:spLocks noChangeArrowheads="1"/>
          </p:cNvSpPr>
          <p:nvPr/>
        </p:nvSpPr>
        <p:spPr bwMode="auto">
          <a:xfrm>
            <a:off x="623888" y="6086475"/>
            <a:ext cx="1076325" cy="338138"/>
          </a:xfrm>
          <a:prstGeom prst="rect">
            <a:avLst/>
          </a:prstGeom>
          <a:solidFill>
            <a:srgbClr val="CCECFF"/>
          </a:solidFill>
          <a:ln w="9525">
            <a:solidFill>
              <a:schemeClr val="tx1"/>
            </a:solidFill>
            <a:miter lim="800000"/>
            <a:headEnd/>
            <a:tailEnd/>
          </a:ln>
        </p:spPr>
        <p:txBody>
          <a:bodyPr wrap="none" anchor="ctr"/>
          <a:lstStyle/>
          <a:p>
            <a:pPr algn="ctr"/>
            <a:r>
              <a:rPr lang="zh-CN" altLang="en-US" sz="2000" b="1">
                <a:solidFill>
                  <a:srgbClr val="000099"/>
                </a:solidFill>
                <a:ea typeface="黑体" panose="02010609060101010101" pitchFamily="49" charset="-122"/>
              </a:rPr>
              <a:t>客户</a:t>
            </a:r>
          </a:p>
        </p:txBody>
      </p:sp>
      <p:sp>
        <p:nvSpPr>
          <p:cNvPr id="1905725" name="Rectangle 62"/>
          <p:cNvSpPr>
            <a:spLocks noChangeArrowheads="1"/>
          </p:cNvSpPr>
          <p:nvPr/>
        </p:nvSpPr>
        <p:spPr bwMode="auto">
          <a:xfrm>
            <a:off x="3529013" y="6129338"/>
            <a:ext cx="2905125" cy="254000"/>
          </a:xfrm>
          <a:prstGeom prst="rect">
            <a:avLst/>
          </a:prstGeom>
          <a:solidFill>
            <a:srgbClr val="CCECFF"/>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DHCPRELEASE</a:t>
            </a:r>
          </a:p>
        </p:txBody>
      </p:sp>
      <p:sp>
        <p:nvSpPr>
          <p:cNvPr id="1905726" name="Rectangle 63"/>
          <p:cNvSpPr>
            <a:spLocks noChangeArrowheads="1"/>
          </p:cNvSpPr>
          <p:nvPr/>
        </p:nvSpPr>
        <p:spPr bwMode="auto">
          <a:xfrm>
            <a:off x="8154988" y="6086475"/>
            <a:ext cx="1076325" cy="338138"/>
          </a:xfrm>
          <a:prstGeom prst="rect">
            <a:avLst/>
          </a:prstGeom>
          <a:solidFill>
            <a:srgbClr val="FFCCFF"/>
          </a:solidFill>
          <a:ln w="9525">
            <a:solidFill>
              <a:schemeClr val="tx1"/>
            </a:solidFill>
            <a:miter lim="800000"/>
            <a:headEnd/>
            <a:tailEnd/>
          </a:ln>
        </p:spPr>
        <p:txBody>
          <a:bodyPr wrap="none" anchor="ctr"/>
          <a:lstStyle/>
          <a:p>
            <a:pPr algn="ctr"/>
            <a:r>
              <a:rPr lang="zh-CN" altLang="en-US" sz="2000" b="1">
                <a:solidFill>
                  <a:srgbClr val="000099"/>
                </a:solidFill>
                <a:ea typeface="黑体" panose="02010609060101010101" pitchFamily="49" charset="-122"/>
              </a:rPr>
              <a:t>服务器</a:t>
            </a:r>
          </a:p>
        </p:txBody>
      </p:sp>
      <p:sp>
        <p:nvSpPr>
          <p:cNvPr id="1905727" name="Rectangle 64"/>
          <p:cNvSpPr>
            <a:spLocks noChangeArrowheads="1"/>
          </p:cNvSpPr>
          <p:nvPr/>
        </p:nvSpPr>
        <p:spPr bwMode="auto">
          <a:xfrm>
            <a:off x="7618413" y="6129338"/>
            <a:ext cx="536575" cy="254000"/>
          </a:xfrm>
          <a:prstGeom prst="rect">
            <a:avLst/>
          </a:prstGeom>
          <a:solidFill>
            <a:srgbClr val="FFCC99"/>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67</a:t>
            </a:r>
          </a:p>
        </p:txBody>
      </p:sp>
      <p:sp>
        <p:nvSpPr>
          <p:cNvPr id="1905728" name="Rectangle 65"/>
          <p:cNvSpPr>
            <a:spLocks noChangeArrowheads="1"/>
          </p:cNvSpPr>
          <p:nvPr/>
        </p:nvSpPr>
        <p:spPr bwMode="auto">
          <a:xfrm>
            <a:off x="1700213" y="6129338"/>
            <a:ext cx="754062" cy="254000"/>
          </a:xfrm>
          <a:prstGeom prst="rect">
            <a:avLst/>
          </a:prstGeom>
          <a:solidFill>
            <a:srgbClr val="CCFF99"/>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68</a:t>
            </a:r>
          </a:p>
        </p:txBody>
      </p:sp>
      <p:sp>
        <p:nvSpPr>
          <p:cNvPr id="1905729" name="Text Box 66"/>
          <p:cNvSpPr txBox="1">
            <a:spLocks noChangeArrowheads="1"/>
          </p:cNvSpPr>
          <p:nvPr/>
        </p:nvSpPr>
        <p:spPr bwMode="auto">
          <a:xfrm>
            <a:off x="1697038" y="6361113"/>
            <a:ext cx="7286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99"/>
                </a:solidFill>
                <a:ea typeface="黑体" panose="02010609060101010101" pitchFamily="49" charset="-122"/>
              </a:rPr>
              <a:t>UDP</a:t>
            </a:r>
          </a:p>
        </p:txBody>
      </p:sp>
      <p:sp>
        <p:nvSpPr>
          <p:cNvPr id="1905730" name="Text Box 67"/>
          <p:cNvSpPr txBox="1">
            <a:spLocks noChangeArrowheads="1"/>
          </p:cNvSpPr>
          <p:nvPr/>
        </p:nvSpPr>
        <p:spPr bwMode="auto">
          <a:xfrm>
            <a:off x="7419975" y="6361113"/>
            <a:ext cx="7270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99"/>
                </a:solidFill>
                <a:ea typeface="黑体" panose="02010609060101010101" pitchFamily="49" charset="-122"/>
              </a:rPr>
              <a:t>UDP</a:t>
            </a:r>
          </a:p>
        </p:txBody>
      </p:sp>
      <p:sp>
        <p:nvSpPr>
          <p:cNvPr id="1905731" name="Rectangle 68"/>
          <p:cNvSpPr>
            <a:spLocks noChangeArrowheads="1"/>
          </p:cNvSpPr>
          <p:nvPr/>
        </p:nvSpPr>
        <p:spPr bwMode="auto">
          <a:xfrm>
            <a:off x="8154988" y="936625"/>
            <a:ext cx="1076325" cy="338138"/>
          </a:xfrm>
          <a:prstGeom prst="rect">
            <a:avLst/>
          </a:prstGeom>
          <a:solidFill>
            <a:srgbClr val="FFCCFF"/>
          </a:solidFill>
          <a:ln w="9525">
            <a:solidFill>
              <a:schemeClr val="tx1"/>
            </a:solidFill>
            <a:miter lim="800000"/>
            <a:headEnd/>
            <a:tailEnd/>
          </a:ln>
        </p:spPr>
        <p:txBody>
          <a:bodyPr wrap="none" anchor="ctr"/>
          <a:lstStyle/>
          <a:p>
            <a:pPr algn="ctr"/>
            <a:r>
              <a:rPr lang="zh-CN" altLang="en-US" sz="2000" b="1">
                <a:solidFill>
                  <a:srgbClr val="000099"/>
                </a:solidFill>
                <a:ea typeface="黑体" panose="02010609060101010101" pitchFamily="49" charset="-122"/>
              </a:rPr>
              <a:t>服务器</a:t>
            </a:r>
          </a:p>
        </p:txBody>
      </p:sp>
      <p:sp>
        <p:nvSpPr>
          <p:cNvPr id="1905732" name="Rectangle 69"/>
          <p:cNvSpPr>
            <a:spLocks noChangeArrowheads="1"/>
          </p:cNvSpPr>
          <p:nvPr/>
        </p:nvSpPr>
        <p:spPr bwMode="auto">
          <a:xfrm>
            <a:off x="7618413" y="977900"/>
            <a:ext cx="536575" cy="254000"/>
          </a:xfrm>
          <a:prstGeom prst="rect">
            <a:avLst/>
          </a:prstGeom>
          <a:solidFill>
            <a:srgbClr val="FFCC99"/>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67</a:t>
            </a:r>
          </a:p>
        </p:txBody>
      </p:sp>
      <p:sp>
        <p:nvSpPr>
          <p:cNvPr id="1905733" name="Text Box 70"/>
          <p:cNvSpPr txBox="1">
            <a:spLocks noChangeArrowheads="1"/>
          </p:cNvSpPr>
          <p:nvPr/>
        </p:nvSpPr>
        <p:spPr bwMode="auto">
          <a:xfrm>
            <a:off x="7419975" y="1209675"/>
            <a:ext cx="7270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99"/>
                </a:solidFill>
                <a:ea typeface="黑体" panose="02010609060101010101" pitchFamily="49" charset="-122"/>
              </a:rPr>
              <a:t>UDP</a:t>
            </a:r>
          </a:p>
        </p:txBody>
      </p:sp>
      <p:sp>
        <p:nvSpPr>
          <p:cNvPr id="1905734" name="Text Box 71"/>
          <p:cNvSpPr txBox="1">
            <a:spLocks noChangeArrowheads="1"/>
          </p:cNvSpPr>
          <p:nvPr/>
        </p:nvSpPr>
        <p:spPr bwMode="auto">
          <a:xfrm>
            <a:off x="6218238" y="692150"/>
            <a:ext cx="12112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a:solidFill>
                  <a:srgbClr val="000099"/>
                </a:solidFill>
                <a:ea typeface="黑体" panose="02010609060101010101" pitchFamily="49" charset="-122"/>
              </a:rPr>
              <a:t>被动打开</a:t>
            </a:r>
          </a:p>
        </p:txBody>
      </p:sp>
      <p:sp>
        <p:nvSpPr>
          <p:cNvPr id="1905735" name="Text Box 72"/>
          <p:cNvSpPr txBox="1">
            <a:spLocks noChangeArrowheads="1"/>
          </p:cNvSpPr>
          <p:nvPr/>
        </p:nvSpPr>
        <p:spPr bwMode="auto">
          <a:xfrm>
            <a:off x="9237663" y="820738"/>
            <a:ext cx="5048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800" b="1">
                <a:solidFill>
                  <a:srgbClr val="000099"/>
                </a:solidFill>
                <a:ea typeface="黑体" panose="02010609060101010101" pitchFamily="49" charset="-122"/>
                <a:sym typeface="Wingdings" panose="05000000000000000000" pitchFamily="2" charset="2"/>
              </a:rPr>
              <a:t></a:t>
            </a:r>
          </a:p>
        </p:txBody>
      </p:sp>
      <p:sp>
        <p:nvSpPr>
          <p:cNvPr id="1905736" name="Text Box 73"/>
          <p:cNvSpPr txBox="1">
            <a:spLocks noChangeArrowheads="1"/>
          </p:cNvSpPr>
          <p:nvPr/>
        </p:nvSpPr>
        <p:spPr bwMode="auto">
          <a:xfrm>
            <a:off x="85725" y="1435100"/>
            <a:ext cx="5048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800" b="1">
                <a:solidFill>
                  <a:srgbClr val="000099"/>
                </a:solidFill>
                <a:ea typeface="黑体" panose="02010609060101010101" pitchFamily="49" charset="-122"/>
                <a:sym typeface="Wingdings" panose="05000000000000000000" pitchFamily="2" charset="2"/>
              </a:rPr>
              <a:t></a:t>
            </a:r>
          </a:p>
        </p:txBody>
      </p:sp>
      <p:sp>
        <p:nvSpPr>
          <p:cNvPr id="1905737" name="Text Box 74"/>
          <p:cNvSpPr txBox="1">
            <a:spLocks noChangeArrowheads="1"/>
          </p:cNvSpPr>
          <p:nvPr/>
        </p:nvSpPr>
        <p:spPr bwMode="auto">
          <a:xfrm>
            <a:off x="9237663" y="2057400"/>
            <a:ext cx="5048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800" b="1">
                <a:solidFill>
                  <a:srgbClr val="000099"/>
                </a:solidFill>
                <a:ea typeface="黑体" panose="02010609060101010101" pitchFamily="49" charset="-122"/>
                <a:sym typeface="Wingdings" panose="05000000000000000000" pitchFamily="2" charset="2"/>
              </a:rPr>
              <a:t></a:t>
            </a:r>
          </a:p>
        </p:txBody>
      </p:sp>
      <p:sp>
        <p:nvSpPr>
          <p:cNvPr id="1905738" name="Text Box 75"/>
          <p:cNvSpPr txBox="1">
            <a:spLocks noChangeArrowheads="1"/>
          </p:cNvSpPr>
          <p:nvPr/>
        </p:nvSpPr>
        <p:spPr bwMode="auto">
          <a:xfrm>
            <a:off x="85725" y="2654300"/>
            <a:ext cx="5048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800" b="1">
                <a:solidFill>
                  <a:srgbClr val="000099"/>
                </a:solidFill>
                <a:ea typeface="黑体" panose="02010609060101010101" pitchFamily="49" charset="-122"/>
                <a:sym typeface="Wingdings" panose="05000000000000000000" pitchFamily="2" charset="2"/>
              </a:rPr>
              <a:t></a:t>
            </a:r>
          </a:p>
        </p:txBody>
      </p:sp>
      <p:sp>
        <p:nvSpPr>
          <p:cNvPr id="1905739" name="Text Box 76"/>
          <p:cNvSpPr txBox="1">
            <a:spLocks noChangeArrowheads="1"/>
          </p:cNvSpPr>
          <p:nvPr/>
        </p:nvSpPr>
        <p:spPr bwMode="auto">
          <a:xfrm>
            <a:off x="9231313" y="3278188"/>
            <a:ext cx="50641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800" b="1">
                <a:solidFill>
                  <a:srgbClr val="000099"/>
                </a:solidFill>
                <a:ea typeface="黑体" panose="02010609060101010101" pitchFamily="49" charset="-122"/>
                <a:sym typeface="Wingdings" panose="05000000000000000000" pitchFamily="2" charset="2"/>
              </a:rPr>
              <a:t></a:t>
            </a:r>
          </a:p>
        </p:txBody>
      </p:sp>
      <p:sp>
        <p:nvSpPr>
          <p:cNvPr id="1905740" name="Text Box 77"/>
          <p:cNvSpPr txBox="1">
            <a:spLocks noChangeArrowheads="1"/>
          </p:cNvSpPr>
          <p:nvPr/>
        </p:nvSpPr>
        <p:spPr bwMode="auto">
          <a:xfrm>
            <a:off x="85725" y="3902075"/>
            <a:ext cx="5048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800" b="1">
                <a:solidFill>
                  <a:srgbClr val="000099"/>
                </a:solidFill>
                <a:ea typeface="黑体" panose="02010609060101010101" pitchFamily="49" charset="-122"/>
                <a:sym typeface="Wingdings" panose="05000000000000000000" pitchFamily="2" charset="2"/>
              </a:rPr>
              <a:t></a:t>
            </a:r>
          </a:p>
        </p:txBody>
      </p:sp>
      <p:sp>
        <p:nvSpPr>
          <p:cNvPr id="1905741" name="Text Box 78"/>
          <p:cNvSpPr txBox="1">
            <a:spLocks noChangeArrowheads="1"/>
          </p:cNvSpPr>
          <p:nvPr/>
        </p:nvSpPr>
        <p:spPr bwMode="auto">
          <a:xfrm>
            <a:off x="9231313" y="4486275"/>
            <a:ext cx="50641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800" b="1">
                <a:solidFill>
                  <a:srgbClr val="000099"/>
                </a:solidFill>
                <a:ea typeface="黑体" panose="02010609060101010101" pitchFamily="49" charset="-122"/>
                <a:sym typeface="Wingdings" panose="05000000000000000000" pitchFamily="2" charset="2"/>
              </a:rPr>
              <a:t></a:t>
            </a:r>
          </a:p>
        </p:txBody>
      </p:sp>
      <p:sp>
        <p:nvSpPr>
          <p:cNvPr id="1905742" name="Text Box 79"/>
          <p:cNvSpPr txBox="1">
            <a:spLocks noChangeArrowheads="1"/>
          </p:cNvSpPr>
          <p:nvPr/>
        </p:nvSpPr>
        <p:spPr bwMode="auto">
          <a:xfrm>
            <a:off x="9231313" y="5110163"/>
            <a:ext cx="50641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800" b="1">
                <a:solidFill>
                  <a:srgbClr val="000099"/>
                </a:solidFill>
                <a:ea typeface="黑体" panose="02010609060101010101" pitchFamily="49" charset="-122"/>
                <a:sym typeface="Wingdings" panose="05000000000000000000" pitchFamily="2" charset="2"/>
              </a:rPr>
              <a:t></a:t>
            </a:r>
          </a:p>
        </p:txBody>
      </p:sp>
      <p:sp>
        <p:nvSpPr>
          <p:cNvPr id="1905743" name="Text Box 80"/>
          <p:cNvSpPr txBox="1">
            <a:spLocks noChangeArrowheads="1"/>
          </p:cNvSpPr>
          <p:nvPr/>
        </p:nvSpPr>
        <p:spPr bwMode="auto">
          <a:xfrm rot="-5400000">
            <a:off x="4385469" y="5480844"/>
            <a:ext cx="6477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3600" b="1">
                <a:solidFill>
                  <a:srgbClr val="000099"/>
                </a:solidFill>
                <a:ea typeface="黑体" panose="02010609060101010101" pitchFamily="49" charset="-122"/>
              </a:rPr>
              <a:t>…</a:t>
            </a:r>
          </a:p>
        </p:txBody>
      </p:sp>
      <p:sp>
        <p:nvSpPr>
          <p:cNvPr id="1905744" name="Text Box 81"/>
          <p:cNvSpPr txBox="1">
            <a:spLocks noChangeArrowheads="1"/>
          </p:cNvSpPr>
          <p:nvPr/>
        </p:nvSpPr>
        <p:spPr bwMode="auto">
          <a:xfrm>
            <a:off x="85725" y="5892800"/>
            <a:ext cx="5048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800" b="1">
                <a:solidFill>
                  <a:srgbClr val="000099"/>
                </a:solidFill>
                <a:ea typeface="黑体" panose="02010609060101010101" pitchFamily="49" charset="-122"/>
                <a:sym typeface="Wingdings" panose="05000000000000000000" pitchFamily="2" charset="2"/>
              </a:rPr>
              <a:t></a:t>
            </a:r>
          </a:p>
        </p:txBody>
      </p:sp>
      <p:sp>
        <p:nvSpPr>
          <p:cNvPr id="1905745" name="Rectangle 82"/>
          <p:cNvSpPr>
            <a:spLocks noChangeArrowheads="1"/>
          </p:cNvSpPr>
          <p:nvPr/>
        </p:nvSpPr>
        <p:spPr bwMode="auto">
          <a:xfrm>
            <a:off x="0" y="765175"/>
            <a:ext cx="9906000" cy="2447925"/>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zh-CN" sz="2800" b="1">
              <a:solidFill>
                <a:srgbClr val="000099"/>
              </a:solidFill>
              <a:ea typeface="宋体" panose="02010600030101010101" pitchFamily="2" charset="-122"/>
            </a:endParaRPr>
          </a:p>
        </p:txBody>
      </p:sp>
      <p:sp>
        <p:nvSpPr>
          <p:cNvPr id="1905746" name="Text Box 84"/>
          <p:cNvSpPr txBox="1">
            <a:spLocks noChangeArrowheads="1"/>
          </p:cNvSpPr>
          <p:nvPr/>
        </p:nvSpPr>
        <p:spPr bwMode="auto">
          <a:xfrm>
            <a:off x="271463" y="1125538"/>
            <a:ext cx="9283700" cy="1809750"/>
          </a:xfrm>
          <a:prstGeom prst="rect">
            <a:avLst/>
          </a:prstGeom>
          <a:solidFill>
            <a:srgbClr val="FFFF99"/>
          </a:solidFill>
          <a:ln w="9525">
            <a:solidFill>
              <a:srgbClr val="333399"/>
            </a:solidFill>
            <a:miter lim="800000"/>
            <a:headEnd/>
            <a:tailEnd/>
          </a:ln>
        </p:spPr>
        <p:txBody>
          <a:bodyPr>
            <a:spAutoFit/>
          </a:bodyPr>
          <a:lstStyle/>
          <a:p>
            <a:r>
              <a:rPr lang="zh-CN" altLang="en-US" sz="2800" b="1">
                <a:solidFill>
                  <a:srgbClr val="000099"/>
                </a:solidFill>
                <a:ea typeface="黑体" panose="02010609060101010101" pitchFamily="49" charset="-122"/>
              </a:rPr>
              <a:t>若</a:t>
            </a:r>
            <a:r>
              <a:rPr lang="en-US" altLang="zh-CN" sz="2800" b="1">
                <a:solidFill>
                  <a:srgbClr val="000099"/>
                </a:solidFill>
                <a:ea typeface="黑体" panose="02010609060101010101" pitchFamily="49" charset="-122"/>
              </a:rPr>
              <a:t>DHCP</a:t>
            </a:r>
            <a:r>
              <a:rPr lang="zh-CN" altLang="en-US" sz="2800" b="1">
                <a:solidFill>
                  <a:srgbClr val="000099"/>
                </a:solidFill>
                <a:ea typeface="黑体" panose="02010609060101010101" pitchFamily="49" charset="-122"/>
              </a:rPr>
              <a:t>服务器不响应步骤 </a:t>
            </a:r>
            <a:r>
              <a:rPr lang="zh-CN" altLang="en-US" sz="2800" b="1">
                <a:solidFill>
                  <a:srgbClr val="000099"/>
                </a:solidFill>
                <a:ea typeface="黑体" panose="02010609060101010101" pitchFamily="49" charset="-122"/>
                <a:sym typeface="Wingdings" panose="05000000000000000000" pitchFamily="2" charset="2"/>
              </a:rPr>
              <a:t> </a:t>
            </a:r>
            <a:r>
              <a:rPr lang="zh-CN" altLang="en-US" sz="2800" b="1">
                <a:solidFill>
                  <a:srgbClr val="000099"/>
                </a:solidFill>
                <a:ea typeface="黑体" panose="02010609060101010101" pitchFamily="49" charset="-122"/>
              </a:rPr>
              <a:t>的请求报文</a:t>
            </a:r>
            <a:r>
              <a:rPr lang="en-US" altLang="zh-CN" sz="2800" b="1">
                <a:solidFill>
                  <a:srgbClr val="000099"/>
                </a:solidFill>
                <a:ea typeface="黑体" panose="02010609060101010101" pitchFamily="49" charset="-122"/>
              </a:rPr>
              <a:t>DHCPREQUEST</a:t>
            </a:r>
            <a:r>
              <a:rPr lang="zh-CN" altLang="en-US" sz="2800" b="1">
                <a:solidFill>
                  <a:srgbClr val="000099"/>
                </a:solidFill>
                <a:ea typeface="黑体" panose="02010609060101010101" pitchFamily="49" charset="-122"/>
              </a:rPr>
              <a:t>，则在租用期过了 </a:t>
            </a:r>
            <a:r>
              <a:rPr lang="en-US" altLang="zh-CN" sz="2800" b="1">
                <a:solidFill>
                  <a:srgbClr val="000099"/>
                </a:solidFill>
                <a:ea typeface="黑体" panose="02010609060101010101" pitchFamily="49" charset="-122"/>
              </a:rPr>
              <a:t>87.5% </a:t>
            </a:r>
            <a:r>
              <a:rPr lang="zh-CN" altLang="en-US" sz="2800" b="1">
                <a:solidFill>
                  <a:srgbClr val="000099"/>
                </a:solidFill>
                <a:ea typeface="黑体" panose="02010609060101010101" pitchFamily="49" charset="-122"/>
              </a:rPr>
              <a:t>时，</a:t>
            </a:r>
            <a:r>
              <a:rPr lang="en-US" altLang="zh-CN" sz="2800" b="1">
                <a:solidFill>
                  <a:srgbClr val="000099"/>
                </a:solidFill>
                <a:ea typeface="黑体" panose="02010609060101010101" pitchFamily="49" charset="-122"/>
              </a:rPr>
              <a:t>DHCP </a:t>
            </a:r>
            <a:r>
              <a:rPr lang="zh-CN" altLang="en-US" sz="2800" b="1">
                <a:solidFill>
                  <a:srgbClr val="000099"/>
                </a:solidFill>
                <a:ea typeface="黑体" panose="02010609060101010101" pitchFamily="49" charset="-122"/>
              </a:rPr>
              <a:t>客户必须重新发送请求报文 </a:t>
            </a:r>
            <a:r>
              <a:rPr lang="en-US" altLang="zh-CN" sz="2800" b="1">
                <a:solidFill>
                  <a:srgbClr val="000099"/>
                </a:solidFill>
                <a:ea typeface="黑体" panose="02010609060101010101" pitchFamily="49" charset="-122"/>
              </a:rPr>
              <a:t>DHCPREQUEST</a:t>
            </a:r>
            <a:r>
              <a:rPr lang="zh-CN" altLang="en-US" sz="2800" b="1">
                <a:solidFill>
                  <a:srgbClr val="000099"/>
                </a:solidFill>
                <a:ea typeface="黑体" panose="02010609060101010101" pitchFamily="49" charset="-122"/>
              </a:rPr>
              <a:t>（重复步骤 </a:t>
            </a:r>
            <a:r>
              <a:rPr lang="zh-CN" altLang="en-US" sz="2800" b="1">
                <a:solidFill>
                  <a:srgbClr val="000099"/>
                </a:solidFill>
                <a:ea typeface="黑体" panose="02010609060101010101" pitchFamily="49" charset="-122"/>
                <a:sym typeface="Wingdings" panose="05000000000000000000" pitchFamily="2" charset="2"/>
              </a:rPr>
              <a:t></a:t>
            </a:r>
            <a:r>
              <a:rPr lang="zh-CN" altLang="en-US" sz="2800" b="1">
                <a:solidFill>
                  <a:srgbClr val="000099"/>
                </a:solidFill>
                <a:ea typeface="黑体" panose="02010609060101010101" pitchFamily="49" charset="-122"/>
              </a:rPr>
              <a:t>），然后又继续后面的步骤。 </a:t>
            </a:r>
          </a:p>
        </p:txBody>
      </p:sp>
      <p:sp>
        <p:nvSpPr>
          <p:cNvPr id="1905747"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3F810A0B-CD40-44A6-8F80-D7DB98D0080C}" type="slidenum">
              <a:rPr lang="zh-CN" altLang="en-US" smtClean="0"/>
              <a:pPr/>
              <a:t>57</a:t>
            </a:fld>
            <a:endParaRPr lang="en-US" altLang="zh-CN" smtClean="0"/>
          </a:p>
        </p:txBody>
      </p:sp>
      <p:sp>
        <p:nvSpPr>
          <p:cNvPr id="1905748"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en-US" altLang="zh-CN" smtClean="0"/>
              <a:t>ppt课件</a:t>
            </a:r>
          </a:p>
        </p:txBody>
      </p: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7713" name="Rectangle 2"/>
          <p:cNvSpPr>
            <a:spLocks noGrp="1" noChangeArrowheads="1"/>
          </p:cNvSpPr>
          <p:nvPr>
            <p:ph type="title" idx="4294967295"/>
          </p:nvPr>
        </p:nvSpPr>
        <p:spPr>
          <a:xfrm>
            <a:off x="974725" y="152400"/>
            <a:ext cx="8442325" cy="539750"/>
          </a:xfrm>
        </p:spPr>
        <p:txBody>
          <a:bodyPr/>
          <a:lstStyle/>
          <a:p>
            <a:pPr algn="ctr"/>
            <a:r>
              <a:rPr lang="en-US" altLang="zh-CN" smtClean="0">
                <a:ea typeface="黑体" panose="02010609060101010101" pitchFamily="49" charset="-122"/>
              </a:rPr>
              <a:t>DHCP </a:t>
            </a:r>
            <a:r>
              <a:rPr lang="zh-CN" altLang="zh-CN" smtClean="0">
                <a:ea typeface="黑体" panose="02010609060101010101" pitchFamily="49" charset="-122"/>
              </a:rPr>
              <a:t>协议的工作过程 </a:t>
            </a:r>
          </a:p>
        </p:txBody>
      </p:sp>
      <p:sp>
        <p:nvSpPr>
          <p:cNvPr id="1907714" name="Line 3"/>
          <p:cNvSpPr>
            <a:spLocks noChangeShapeType="1"/>
          </p:cNvSpPr>
          <p:nvPr/>
        </p:nvSpPr>
        <p:spPr bwMode="auto">
          <a:xfrm flipH="1">
            <a:off x="6130925" y="1100138"/>
            <a:ext cx="1506538" cy="0"/>
          </a:xfrm>
          <a:prstGeom prst="line">
            <a:avLst/>
          </a:prstGeom>
          <a:noFill/>
          <a:ln w="57150">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907715" name="Line 4"/>
          <p:cNvSpPr>
            <a:spLocks noChangeShapeType="1"/>
          </p:cNvSpPr>
          <p:nvPr/>
        </p:nvSpPr>
        <p:spPr bwMode="auto">
          <a:xfrm>
            <a:off x="2454275" y="1747838"/>
            <a:ext cx="5164138" cy="0"/>
          </a:xfrm>
          <a:prstGeom prst="line">
            <a:avLst/>
          </a:prstGeom>
          <a:noFill/>
          <a:ln w="57150">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907716" name="Rectangle 5"/>
          <p:cNvSpPr>
            <a:spLocks noChangeArrowheads="1"/>
          </p:cNvSpPr>
          <p:nvPr/>
        </p:nvSpPr>
        <p:spPr bwMode="auto">
          <a:xfrm>
            <a:off x="623888" y="1576388"/>
            <a:ext cx="1076325" cy="341312"/>
          </a:xfrm>
          <a:prstGeom prst="rect">
            <a:avLst/>
          </a:prstGeom>
          <a:solidFill>
            <a:srgbClr val="CCECFF"/>
          </a:solidFill>
          <a:ln w="9525">
            <a:solidFill>
              <a:schemeClr val="tx1"/>
            </a:solidFill>
            <a:miter lim="800000"/>
            <a:headEnd/>
            <a:tailEnd/>
          </a:ln>
        </p:spPr>
        <p:txBody>
          <a:bodyPr wrap="none" anchor="ctr"/>
          <a:lstStyle/>
          <a:p>
            <a:pPr algn="ctr"/>
            <a:r>
              <a:rPr lang="zh-CN" altLang="en-US" sz="2000" b="1">
                <a:solidFill>
                  <a:srgbClr val="000099"/>
                </a:solidFill>
                <a:ea typeface="黑体" panose="02010609060101010101" pitchFamily="49" charset="-122"/>
              </a:rPr>
              <a:t>客户</a:t>
            </a:r>
          </a:p>
        </p:txBody>
      </p:sp>
      <p:sp>
        <p:nvSpPr>
          <p:cNvPr id="1907717" name="Rectangle 6"/>
          <p:cNvSpPr>
            <a:spLocks noChangeArrowheads="1"/>
          </p:cNvSpPr>
          <p:nvPr/>
        </p:nvSpPr>
        <p:spPr bwMode="auto">
          <a:xfrm>
            <a:off x="3529013" y="1617663"/>
            <a:ext cx="2905125" cy="257175"/>
          </a:xfrm>
          <a:prstGeom prst="rect">
            <a:avLst/>
          </a:prstGeom>
          <a:solidFill>
            <a:srgbClr val="CCECFF"/>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DHCPDISCOVER</a:t>
            </a:r>
          </a:p>
        </p:txBody>
      </p:sp>
      <p:sp>
        <p:nvSpPr>
          <p:cNvPr id="1907718" name="Rectangle 7"/>
          <p:cNvSpPr>
            <a:spLocks noChangeArrowheads="1"/>
          </p:cNvSpPr>
          <p:nvPr/>
        </p:nvSpPr>
        <p:spPr bwMode="auto">
          <a:xfrm>
            <a:off x="8154988" y="1576388"/>
            <a:ext cx="1076325" cy="341312"/>
          </a:xfrm>
          <a:prstGeom prst="rect">
            <a:avLst/>
          </a:prstGeom>
          <a:solidFill>
            <a:srgbClr val="FFCCFF"/>
          </a:solidFill>
          <a:ln w="9525">
            <a:solidFill>
              <a:schemeClr val="tx1"/>
            </a:solidFill>
            <a:miter lim="800000"/>
            <a:headEnd/>
            <a:tailEnd/>
          </a:ln>
        </p:spPr>
        <p:txBody>
          <a:bodyPr wrap="none" anchor="ctr"/>
          <a:lstStyle/>
          <a:p>
            <a:pPr algn="ctr"/>
            <a:r>
              <a:rPr lang="zh-CN" altLang="en-US" sz="2000" b="1">
                <a:solidFill>
                  <a:srgbClr val="000099"/>
                </a:solidFill>
                <a:ea typeface="黑体" panose="02010609060101010101" pitchFamily="49" charset="-122"/>
              </a:rPr>
              <a:t>服务器</a:t>
            </a:r>
          </a:p>
        </p:txBody>
      </p:sp>
      <p:sp>
        <p:nvSpPr>
          <p:cNvPr id="1907719" name="Rectangle 8"/>
          <p:cNvSpPr>
            <a:spLocks noChangeArrowheads="1"/>
          </p:cNvSpPr>
          <p:nvPr/>
        </p:nvSpPr>
        <p:spPr bwMode="auto">
          <a:xfrm>
            <a:off x="7618413" y="1617663"/>
            <a:ext cx="536575" cy="257175"/>
          </a:xfrm>
          <a:prstGeom prst="rect">
            <a:avLst/>
          </a:prstGeom>
          <a:solidFill>
            <a:srgbClr val="FFCC99"/>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67</a:t>
            </a:r>
          </a:p>
        </p:txBody>
      </p:sp>
      <p:sp>
        <p:nvSpPr>
          <p:cNvPr id="1907720" name="Rectangle 9"/>
          <p:cNvSpPr>
            <a:spLocks noChangeArrowheads="1"/>
          </p:cNvSpPr>
          <p:nvPr/>
        </p:nvSpPr>
        <p:spPr bwMode="auto">
          <a:xfrm>
            <a:off x="1700213" y="1617663"/>
            <a:ext cx="754062" cy="257175"/>
          </a:xfrm>
          <a:prstGeom prst="rect">
            <a:avLst/>
          </a:prstGeom>
          <a:solidFill>
            <a:srgbClr val="CCFF99"/>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68</a:t>
            </a:r>
          </a:p>
        </p:txBody>
      </p:sp>
      <p:sp>
        <p:nvSpPr>
          <p:cNvPr id="1907721" name="Text Box 10"/>
          <p:cNvSpPr txBox="1">
            <a:spLocks noChangeArrowheads="1"/>
          </p:cNvSpPr>
          <p:nvPr/>
        </p:nvSpPr>
        <p:spPr bwMode="auto">
          <a:xfrm>
            <a:off x="1697038" y="1854200"/>
            <a:ext cx="7286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99"/>
                </a:solidFill>
                <a:ea typeface="黑体" panose="02010609060101010101" pitchFamily="49" charset="-122"/>
              </a:rPr>
              <a:t>UDP</a:t>
            </a:r>
          </a:p>
        </p:txBody>
      </p:sp>
      <p:sp>
        <p:nvSpPr>
          <p:cNvPr id="1907722" name="Text Box 11"/>
          <p:cNvSpPr txBox="1">
            <a:spLocks noChangeArrowheads="1"/>
          </p:cNvSpPr>
          <p:nvPr/>
        </p:nvSpPr>
        <p:spPr bwMode="auto">
          <a:xfrm>
            <a:off x="7419975" y="1851025"/>
            <a:ext cx="7270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99"/>
                </a:solidFill>
                <a:ea typeface="黑体" panose="02010609060101010101" pitchFamily="49" charset="-122"/>
              </a:rPr>
              <a:t>UDP</a:t>
            </a:r>
          </a:p>
        </p:txBody>
      </p:sp>
      <p:sp>
        <p:nvSpPr>
          <p:cNvPr id="1907723" name="Line 12"/>
          <p:cNvSpPr>
            <a:spLocks noChangeShapeType="1"/>
          </p:cNvSpPr>
          <p:nvPr/>
        </p:nvSpPr>
        <p:spPr bwMode="auto">
          <a:xfrm flipH="1">
            <a:off x="2452688" y="2359025"/>
            <a:ext cx="5165725" cy="0"/>
          </a:xfrm>
          <a:prstGeom prst="line">
            <a:avLst/>
          </a:prstGeom>
          <a:noFill/>
          <a:ln w="57150">
            <a:solidFill>
              <a:schemeClr val="hlink"/>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907724" name="Rectangle 13"/>
          <p:cNvSpPr>
            <a:spLocks noChangeArrowheads="1"/>
          </p:cNvSpPr>
          <p:nvPr/>
        </p:nvSpPr>
        <p:spPr bwMode="auto">
          <a:xfrm>
            <a:off x="623888" y="2187575"/>
            <a:ext cx="1074737" cy="339725"/>
          </a:xfrm>
          <a:prstGeom prst="rect">
            <a:avLst/>
          </a:prstGeom>
          <a:solidFill>
            <a:srgbClr val="CCECFF"/>
          </a:solidFill>
          <a:ln w="9525">
            <a:solidFill>
              <a:schemeClr val="tx1"/>
            </a:solidFill>
            <a:miter lim="800000"/>
            <a:headEnd/>
            <a:tailEnd/>
          </a:ln>
        </p:spPr>
        <p:txBody>
          <a:bodyPr wrap="none" anchor="ctr"/>
          <a:lstStyle/>
          <a:p>
            <a:pPr algn="ctr"/>
            <a:r>
              <a:rPr lang="zh-CN" altLang="en-US" sz="2000" b="1">
                <a:solidFill>
                  <a:srgbClr val="000099"/>
                </a:solidFill>
                <a:ea typeface="黑体" panose="02010609060101010101" pitchFamily="49" charset="-122"/>
              </a:rPr>
              <a:t>客户</a:t>
            </a:r>
          </a:p>
        </p:txBody>
      </p:sp>
      <p:sp>
        <p:nvSpPr>
          <p:cNvPr id="1907725" name="Rectangle 14"/>
          <p:cNvSpPr>
            <a:spLocks noChangeArrowheads="1"/>
          </p:cNvSpPr>
          <p:nvPr/>
        </p:nvSpPr>
        <p:spPr bwMode="auto">
          <a:xfrm>
            <a:off x="3529013" y="2230438"/>
            <a:ext cx="2905125" cy="255587"/>
          </a:xfrm>
          <a:prstGeom prst="rect">
            <a:avLst/>
          </a:prstGeom>
          <a:solidFill>
            <a:srgbClr val="FFCCFF"/>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DHCPOFFER</a:t>
            </a:r>
          </a:p>
        </p:txBody>
      </p:sp>
      <p:sp>
        <p:nvSpPr>
          <p:cNvPr id="1907726" name="Rectangle 15"/>
          <p:cNvSpPr>
            <a:spLocks noChangeArrowheads="1"/>
          </p:cNvSpPr>
          <p:nvPr/>
        </p:nvSpPr>
        <p:spPr bwMode="auto">
          <a:xfrm>
            <a:off x="8154988" y="2187575"/>
            <a:ext cx="1076325" cy="339725"/>
          </a:xfrm>
          <a:prstGeom prst="rect">
            <a:avLst/>
          </a:prstGeom>
          <a:solidFill>
            <a:srgbClr val="FFCCFF"/>
          </a:solidFill>
          <a:ln w="9525">
            <a:solidFill>
              <a:schemeClr val="tx1"/>
            </a:solidFill>
            <a:miter lim="800000"/>
            <a:headEnd/>
            <a:tailEnd/>
          </a:ln>
        </p:spPr>
        <p:txBody>
          <a:bodyPr wrap="none" anchor="ctr"/>
          <a:lstStyle/>
          <a:p>
            <a:pPr algn="ctr"/>
            <a:r>
              <a:rPr lang="zh-CN" altLang="en-US" sz="2000" b="1">
                <a:solidFill>
                  <a:srgbClr val="000099"/>
                </a:solidFill>
                <a:ea typeface="黑体" panose="02010609060101010101" pitchFamily="49" charset="-122"/>
              </a:rPr>
              <a:t>服务器</a:t>
            </a:r>
          </a:p>
        </p:txBody>
      </p:sp>
      <p:sp>
        <p:nvSpPr>
          <p:cNvPr id="1907727" name="Rectangle 16"/>
          <p:cNvSpPr>
            <a:spLocks noChangeArrowheads="1"/>
          </p:cNvSpPr>
          <p:nvPr/>
        </p:nvSpPr>
        <p:spPr bwMode="auto">
          <a:xfrm>
            <a:off x="7618413" y="2230438"/>
            <a:ext cx="536575" cy="255587"/>
          </a:xfrm>
          <a:prstGeom prst="rect">
            <a:avLst/>
          </a:prstGeom>
          <a:solidFill>
            <a:srgbClr val="FFCC99"/>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67</a:t>
            </a:r>
          </a:p>
        </p:txBody>
      </p:sp>
      <p:sp>
        <p:nvSpPr>
          <p:cNvPr id="1907728" name="Rectangle 17"/>
          <p:cNvSpPr>
            <a:spLocks noChangeArrowheads="1"/>
          </p:cNvSpPr>
          <p:nvPr/>
        </p:nvSpPr>
        <p:spPr bwMode="auto">
          <a:xfrm>
            <a:off x="1698625" y="2230438"/>
            <a:ext cx="754063" cy="255587"/>
          </a:xfrm>
          <a:prstGeom prst="rect">
            <a:avLst/>
          </a:prstGeom>
          <a:solidFill>
            <a:srgbClr val="CCFF99"/>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68</a:t>
            </a:r>
          </a:p>
        </p:txBody>
      </p:sp>
      <p:sp>
        <p:nvSpPr>
          <p:cNvPr id="1907729" name="Text Box 18"/>
          <p:cNvSpPr txBox="1">
            <a:spLocks noChangeArrowheads="1"/>
          </p:cNvSpPr>
          <p:nvPr/>
        </p:nvSpPr>
        <p:spPr bwMode="auto">
          <a:xfrm>
            <a:off x="1697038" y="2462213"/>
            <a:ext cx="7286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99"/>
                </a:solidFill>
                <a:ea typeface="黑体" panose="02010609060101010101" pitchFamily="49" charset="-122"/>
              </a:rPr>
              <a:t>UDP</a:t>
            </a:r>
          </a:p>
        </p:txBody>
      </p:sp>
      <p:sp>
        <p:nvSpPr>
          <p:cNvPr id="1907730" name="Text Box 19"/>
          <p:cNvSpPr txBox="1">
            <a:spLocks noChangeArrowheads="1"/>
          </p:cNvSpPr>
          <p:nvPr/>
        </p:nvSpPr>
        <p:spPr bwMode="auto">
          <a:xfrm>
            <a:off x="7419975" y="2462213"/>
            <a:ext cx="7270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99"/>
                </a:solidFill>
                <a:ea typeface="黑体" panose="02010609060101010101" pitchFamily="49" charset="-122"/>
              </a:rPr>
              <a:t>UDP</a:t>
            </a:r>
          </a:p>
        </p:txBody>
      </p:sp>
      <p:sp>
        <p:nvSpPr>
          <p:cNvPr id="1907731" name="Line 20"/>
          <p:cNvSpPr>
            <a:spLocks noChangeShapeType="1"/>
          </p:cNvSpPr>
          <p:nvPr/>
        </p:nvSpPr>
        <p:spPr bwMode="auto">
          <a:xfrm>
            <a:off x="2454275" y="2968625"/>
            <a:ext cx="5164138" cy="0"/>
          </a:xfrm>
          <a:prstGeom prst="line">
            <a:avLst/>
          </a:prstGeom>
          <a:noFill/>
          <a:ln w="57150">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907732" name="Rectangle 21"/>
          <p:cNvSpPr>
            <a:spLocks noChangeArrowheads="1"/>
          </p:cNvSpPr>
          <p:nvPr/>
        </p:nvSpPr>
        <p:spPr bwMode="auto">
          <a:xfrm>
            <a:off x="623888" y="2798763"/>
            <a:ext cx="1076325" cy="341312"/>
          </a:xfrm>
          <a:prstGeom prst="rect">
            <a:avLst/>
          </a:prstGeom>
          <a:solidFill>
            <a:srgbClr val="CCECFF"/>
          </a:solidFill>
          <a:ln w="9525">
            <a:solidFill>
              <a:schemeClr val="tx1"/>
            </a:solidFill>
            <a:miter lim="800000"/>
            <a:headEnd/>
            <a:tailEnd/>
          </a:ln>
        </p:spPr>
        <p:txBody>
          <a:bodyPr wrap="none" anchor="ctr"/>
          <a:lstStyle/>
          <a:p>
            <a:pPr algn="ctr"/>
            <a:r>
              <a:rPr lang="zh-CN" altLang="en-US" sz="2000" b="1">
                <a:solidFill>
                  <a:srgbClr val="000099"/>
                </a:solidFill>
                <a:ea typeface="黑体" panose="02010609060101010101" pitchFamily="49" charset="-122"/>
              </a:rPr>
              <a:t>客户</a:t>
            </a:r>
          </a:p>
        </p:txBody>
      </p:sp>
      <p:sp>
        <p:nvSpPr>
          <p:cNvPr id="1907733" name="Rectangle 22"/>
          <p:cNvSpPr>
            <a:spLocks noChangeArrowheads="1"/>
          </p:cNvSpPr>
          <p:nvPr/>
        </p:nvSpPr>
        <p:spPr bwMode="auto">
          <a:xfrm>
            <a:off x="3529013" y="2841625"/>
            <a:ext cx="2905125" cy="255588"/>
          </a:xfrm>
          <a:prstGeom prst="rect">
            <a:avLst/>
          </a:prstGeom>
          <a:solidFill>
            <a:srgbClr val="CCECFF"/>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DHCPREQUEST</a:t>
            </a:r>
          </a:p>
        </p:txBody>
      </p:sp>
      <p:sp>
        <p:nvSpPr>
          <p:cNvPr id="1907734" name="Rectangle 23"/>
          <p:cNvSpPr>
            <a:spLocks noChangeArrowheads="1"/>
          </p:cNvSpPr>
          <p:nvPr/>
        </p:nvSpPr>
        <p:spPr bwMode="auto">
          <a:xfrm>
            <a:off x="8154988" y="2798763"/>
            <a:ext cx="1076325" cy="341312"/>
          </a:xfrm>
          <a:prstGeom prst="rect">
            <a:avLst/>
          </a:prstGeom>
          <a:solidFill>
            <a:srgbClr val="FFCCFF"/>
          </a:solidFill>
          <a:ln w="9525">
            <a:solidFill>
              <a:schemeClr val="tx1"/>
            </a:solidFill>
            <a:miter lim="800000"/>
            <a:headEnd/>
            <a:tailEnd/>
          </a:ln>
        </p:spPr>
        <p:txBody>
          <a:bodyPr wrap="none" anchor="ctr"/>
          <a:lstStyle/>
          <a:p>
            <a:pPr algn="ctr"/>
            <a:r>
              <a:rPr lang="zh-CN" altLang="en-US" sz="2000" b="1">
                <a:solidFill>
                  <a:srgbClr val="000099"/>
                </a:solidFill>
                <a:ea typeface="黑体" panose="02010609060101010101" pitchFamily="49" charset="-122"/>
              </a:rPr>
              <a:t>服务器</a:t>
            </a:r>
          </a:p>
        </p:txBody>
      </p:sp>
      <p:sp>
        <p:nvSpPr>
          <p:cNvPr id="1907735" name="Rectangle 24"/>
          <p:cNvSpPr>
            <a:spLocks noChangeArrowheads="1"/>
          </p:cNvSpPr>
          <p:nvPr/>
        </p:nvSpPr>
        <p:spPr bwMode="auto">
          <a:xfrm>
            <a:off x="7618413" y="2841625"/>
            <a:ext cx="536575" cy="255588"/>
          </a:xfrm>
          <a:prstGeom prst="rect">
            <a:avLst/>
          </a:prstGeom>
          <a:solidFill>
            <a:srgbClr val="FFCC99"/>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67</a:t>
            </a:r>
          </a:p>
        </p:txBody>
      </p:sp>
      <p:sp>
        <p:nvSpPr>
          <p:cNvPr id="1907736" name="Rectangle 25"/>
          <p:cNvSpPr>
            <a:spLocks noChangeArrowheads="1"/>
          </p:cNvSpPr>
          <p:nvPr/>
        </p:nvSpPr>
        <p:spPr bwMode="auto">
          <a:xfrm>
            <a:off x="1700213" y="2841625"/>
            <a:ext cx="754062" cy="255588"/>
          </a:xfrm>
          <a:prstGeom prst="rect">
            <a:avLst/>
          </a:prstGeom>
          <a:solidFill>
            <a:srgbClr val="CCFF99"/>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68</a:t>
            </a:r>
          </a:p>
        </p:txBody>
      </p:sp>
      <p:sp>
        <p:nvSpPr>
          <p:cNvPr id="1907737" name="Text Box 26"/>
          <p:cNvSpPr txBox="1">
            <a:spLocks noChangeArrowheads="1"/>
          </p:cNvSpPr>
          <p:nvPr/>
        </p:nvSpPr>
        <p:spPr bwMode="auto">
          <a:xfrm>
            <a:off x="1697038" y="3074988"/>
            <a:ext cx="7286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99"/>
                </a:solidFill>
                <a:ea typeface="黑体" panose="02010609060101010101" pitchFamily="49" charset="-122"/>
              </a:rPr>
              <a:t>UDP</a:t>
            </a:r>
          </a:p>
        </p:txBody>
      </p:sp>
      <p:sp>
        <p:nvSpPr>
          <p:cNvPr id="1907738" name="Text Box 27"/>
          <p:cNvSpPr txBox="1">
            <a:spLocks noChangeArrowheads="1"/>
          </p:cNvSpPr>
          <p:nvPr/>
        </p:nvSpPr>
        <p:spPr bwMode="auto">
          <a:xfrm>
            <a:off x="7419975" y="3074988"/>
            <a:ext cx="7270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99"/>
                </a:solidFill>
                <a:ea typeface="黑体" panose="02010609060101010101" pitchFamily="49" charset="-122"/>
              </a:rPr>
              <a:t>UDP</a:t>
            </a:r>
          </a:p>
        </p:txBody>
      </p:sp>
      <p:sp>
        <p:nvSpPr>
          <p:cNvPr id="1907739" name="Line 28"/>
          <p:cNvSpPr>
            <a:spLocks noChangeShapeType="1"/>
          </p:cNvSpPr>
          <p:nvPr/>
        </p:nvSpPr>
        <p:spPr bwMode="auto">
          <a:xfrm flipH="1">
            <a:off x="2452688" y="3579813"/>
            <a:ext cx="5165725" cy="0"/>
          </a:xfrm>
          <a:prstGeom prst="line">
            <a:avLst/>
          </a:prstGeom>
          <a:noFill/>
          <a:ln w="57150">
            <a:solidFill>
              <a:schemeClr val="hlink"/>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907740" name="Rectangle 29"/>
          <p:cNvSpPr>
            <a:spLocks noChangeArrowheads="1"/>
          </p:cNvSpPr>
          <p:nvPr/>
        </p:nvSpPr>
        <p:spPr bwMode="auto">
          <a:xfrm>
            <a:off x="623888" y="3409950"/>
            <a:ext cx="1074737" cy="339725"/>
          </a:xfrm>
          <a:prstGeom prst="rect">
            <a:avLst/>
          </a:prstGeom>
          <a:solidFill>
            <a:srgbClr val="CCECFF"/>
          </a:solidFill>
          <a:ln w="9525">
            <a:solidFill>
              <a:schemeClr val="tx1"/>
            </a:solidFill>
            <a:miter lim="800000"/>
            <a:headEnd/>
            <a:tailEnd/>
          </a:ln>
        </p:spPr>
        <p:txBody>
          <a:bodyPr wrap="none" anchor="ctr"/>
          <a:lstStyle/>
          <a:p>
            <a:pPr algn="ctr"/>
            <a:r>
              <a:rPr lang="zh-CN" altLang="en-US" sz="2000" b="1">
                <a:solidFill>
                  <a:srgbClr val="000099"/>
                </a:solidFill>
                <a:ea typeface="黑体" panose="02010609060101010101" pitchFamily="49" charset="-122"/>
              </a:rPr>
              <a:t>客户</a:t>
            </a:r>
          </a:p>
        </p:txBody>
      </p:sp>
      <p:sp>
        <p:nvSpPr>
          <p:cNvPr id="1907741" name="Rectangle 30"/>
          <p:cNvSpPr>
            <a:spLocks noChangeArrowheads="1"/>
          </p:cNvSpPr>
          <p:nvPr/>
        </p:nvSpPr>
        <p:spPr bwMode="auto">
          <a:xfrm>
            <a:off x="3529013" y="3452813"/>
            <a:ext cx="2905125" cy="254000"/>
          </a:xfrm>
          <a:prstGeom prst="rect">
            <a:avLst/>
          </a:prstGeom>
          <a:solidFill>
            <a:srgbClr val="FFCCFF"/>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DHCPACK</a:t>
            </a:r>
          </a:p>
        </p:txBody>
      </p:sp>
      <p:sp>
        <p:nvSpPr>
          <p:cNvPr id="1907742" name="Rectangle 31"/>
          <p:cNvSpPr>
            <a:spLocks noChangeArrowheads="1"/>
          </p:cNvSpPr>
          <p:nvPr/>
        </p:nvSpPr>
        <p:spPr bwMode="auto">
          <a:xfrm>
            <a:off x="8154988" y="3409950"/>
            <a:ext cx="1076325" cy="339725"/>
          </a:xfrm>
          <a:prstGeom prst="rect">
            <a:avLst/>
          </a:prstGeom>
          <a:solidFill>
            <a:srgbClr val="FFCCFF"/>
          </a:solidFill>
          <a:ln w="9525">
            <a:solidFill>
              <a:schemeClr val="tx1"/>
            </a:solidFill>
            <a:miter lim="800000"/>
            <a:headEnd/>
            <a:tailEnd/>
          </a:ln>
        </p:spPr>
        <p:txBody>
          <a:bodyPr wrap="none" anchor="ctr"/>
          <a:lstStyle/>
          <a:p>
            <a:pPr algn="ctr"/>
            <a:r>
              <a:rPr lang="zh-CN" altLang="en-US" sz="2000" b="1">
                <a:solidFill>
                  <a:srgbClr val="000099"/>
                </a:solidFill>
                <a:ea typeface="黑体" panose="02010609060101010101" pitchFamily="49" charset="-122"/>
              </a:rPr>
              <a:t>服务器</a:t>
            </a:r>
          </a:p>
        </p:txBody>
      </p:sp>
      <p:sp>
        <p:nvSpPr>
          <p:cNvPr id="1907743" name="Rectangle 32"/>
          <p:cNvSpPr>
            <a:spLocks noChangeArrowheads="1"/>
          </p:cNvSpPr>
          <p:nvPr/>
        </p:nvSpPr>
        <p:spPr bwMode="auto">
          <a:xfrm>
            <a:off x="7618413" y="3452813"/>
            <a:ext cx="536575" cy="254000"/>
          </a:xfrm>
          <a:prstGeom prst="rect">
            <a:avLst/>
          </a:prstGeom>
          <a:solidFill>
            <a:srgbClr val="FFCC99"/>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67</a:t>
            </a:r>
          </a:p>
        </p:txBody>
      </p:sp>
      <p:sp>
        <p:nvSpPr>
          <p:cNvPr id="1907744" name="Rectangle 33"/>
          <p:cNvSpPr>
            <a:spLocks noChangeArrowheads="1"/>
          </p:cNvSpPr>
          <p:nvPr/>
        </p:nvSpPr>
        <p:spPr bwMode="auto">
          <a:xfrm>
            <a:off x="1698625" y="3452813"/>
            <a:ext cx="754063" cy="254000"/>
          </a:xfrm>
          <a:prstGeom prst="rect">
            <a:avLst/>
          </a:prstGeom>
          <a:solidFill>
            <a:srgbClr val="CCFF99"/>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68</a:t>
            </a:r>
          </a:p>
        </p:txBody>
      </p:sp>
      <p:sp>
        <p:nvSpPr>
          <p:cNvPr id="1907745" name="Text Box 34"/>
          <p:cNvSpPr txBox="1">
            <a:spLocks noChangeArrowheads="1"/>
          </p:cNvSpPr>
          <p:nvPr/>
        </p:nvSpPr>
        <p:spPr bwMode="auto">
          <a:xfrm>
            <a:off x="1697038" y="3684588"/>
            <a:ext cx="7286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99"/>
                </a:solidFill>
                <a:ea typeface="黑体" panose="02010609060101010101" pitchFamily="49" charset="-122"/>
              </a:rPr>
              <a:t>UDP</a:t>
            </a:r>
          </a:p>
        </p:txBody>
      </p:sp>
      <p:sp>
        <p:nvSpPr>
          <p:cNvPr id="1907746" name="Text Box 35"/>
          <p:cNvSpPr txBox="1">
            <a:spLocks noChangeArrowheads="1"/>
          </p:cNvSpPr>
          <p:nvPr/>
        </p:nvSpPr>
        <p:spPr bwMode="auto">
          <a:xfrm>
            <a:off x="7419975" y="3684588"/>
            <a:ext cx="7270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99"/>
                </a:solidFill>
                <a:ea typeface="黑体" panose="02010609060101010101" pitchFamily="49" charset="-122"/>
              </a:rPr>
              <a:t>UDP</a:t>
            </a:r>
          </a:p>
        </p:txBody>
      </p:sp>
      <p:sp>
        <p:nvSpPr>
          <p:cNvPr id="1907747" name="Line 36"/>
          <p:cNvSpPr>
            <a:spLocks noChangeShapeType="1"/>
          </p:cNvSpPr>
          <p:nvPr/>
        </p:nvSpPr>
        <p:spPr bwMode="auto">
          <a:xfrm>
            <a:off x="2454275" y="4187825"/>
            <a:ext cx="5164138" cy="0"/>
          </a:xfrm>
          <a:prstGeom prst="line">
            <a:avLst/>
          </a:prstGeom>
          <a:noFill/>
          <a:ln w="57150">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907748" name="Rectangle 37"/>
          <p:cNvSpPr>
            <a:spLocks noChangeArrowheads="1"/>
          </p:cNvSpPr>
          <p:nvPr/>
        </p:nvSpPr>
        <p:spPr bwMode="auto">
          <a:xfrm>
            <a:off x="623888" y="4017963"/>
            <a:ext cx="1076325" cy="338137"/>
          </a:xfrm>
          <a:prstGeom prst="rect">
            <a:avLst/>
          </a:prstGeom>
          <a:solidFill>
            <a:srgbClr val="CCECFF"/>
          </a:solidFill>
          <a:ln w="9525">
            <a:solidFill>
              <a:schemeClr val="tx1"/>
            </a:solidFill>
            <a:miter lim="800000"/>
            <a:headEnd/>
            <a:tailEnd/>
          </a:ln>
        </p:spPr>
        <p:txBody>
          <a:bodyPr wrap="none" anchor="ctr"/>
          <a:lstStyle/>
          <a:p>
            <a:pPr algn="ctr"/>
            <a:r>
              <a:rPr lang="zh-CN" altLang="en-US" sz="2000" b="1">
                <a:solidFill>
                  <a:srgbClr val="000099"/>
                </a:solidFill>
                <a:ea typeface="黑体" panose="02010609060101010101" pitchFamily="49" charset="-122"/>
              </a:rPr>
              <a:t>客户</a:t>
            </a:r>
          </a:p>
        </p:txBody>
      </p:sp>
      <p:sp>
        <p:nvSpPr>
          <p:cNvPr id="1907749" name="Rectangle 38"/>
          <p:cNvSpPr>
            <a:spLocks noChangeArrowheads="1"/>
          </p:cNvSpPr>
          <p:nvPr/>
        </p:nvSpPr>
        <p:spPr bwMode="auto">
          <a:xfrm>
            <a:off x="3529013" y="4060825"/>
            <a:ext cx="2905125" cy="254000"/>
          </a:xfrm>
          <a:prstGeom prst="rect">
            <a:avLst/>
          </a:prstGeom>
          <a:solidFill>
            <a:srgbClr val="CCECFF"/>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DHCPREQUEST</a:t>
            </a:r>
          </a:p>
        </p:txBody>
      </p:sp>
      <p:sp>
        <p:nvSpPr>
          <p:cNvPr id="1907750" name="Rectangle 39"/>
          <p:cNvSpPr>
            <a:spLocks noChangeArrowheads="1"/>
          </p:cNvSpPr>
          <p:nvPr/>
        </p:nvSpPr>
        <p:spPr bwMode="auto">
          <a:xfrm>
            <a:off x="8154988" y="4017963"/>
            <a:ext cx="1076325" cy="338137"/>
          </a:xfrm>
          <a:prstGeom prst="rect">
            <a:avLst/>
          </a:prstGeom>
          <a:solidFill>
            <a:srgbClr val="FFCCFF"/>
          </a:solidFill>
          <a:ln w="9525">
            <a:solidFill>
              <a:schemeClr val="tx1"/>
            </a:solidFill>
            <a:miter lim="800000"/>
            <a:headEnd/>
            <a:tailEnd/>
          </a:ln>
        </p:spPr>
        <p:txBody>
          <a:bodyPr wrap="none" anchor="ctr"/>
          <a:lstStyle/>
          <a:p>
            <a:pPr algn="ctr"/>
            <a:r>
              <a:rPr lang="zh-CN" altLang="en-US" sz="2000" b="1">
                <a:solidFill>
                  <a:srgbClr val="000099"/>
                </a:solidFill>
                <a:ea typeface="黑体" panose="02010609060101010101" pitchFamily="49" charset="-122"/>
              </a:rPr>
              <a:t>服务器</a:t>
            </a:r>
          </a:p>
        </p:txBody>
      </p:sp>
      <p:sp>
        <p:nvSpPr>
          <p:cNvPr id="1907751" name="Rectangle 40"/>
          <p:cNvSpPr>
            <a:spLocks noChangeArrowheads="1"/>
          </p:cNvSpPr>
          <p:nvPr/>
        </p:nvSpPr>
        <p:spPr bwMode="auto">
          <a:xfrm>
            <a:off x="7618413" y="4060825"/>
            <a:ext cx="536575" cy="254000"/>
          </a:xfrm>
          <a:prstGeom prst="rect">
            <a:avLst/>
          </a:prstGeom>
          <a:solidFill>
            <a:srgbClr val="FFCC99"/>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67</a:t>
            </a:r>
          </a:p>
        </p:txBody>
      </p:sp>
      <p:sp>
        <p:nvSpPr>
          <p:cNvPr id="1907752" name="Rectangle 41"/>
          <p:cNvSpPr>
            <a:spLocks noChangeArrowheads="1"/>
          </p:cNvSpPr>
          <p:nvPr/>
        </p:nvSpPr>
        <p:spPr bwMode="auto">
          <a:xfrm>
            <a:off x="1700213" y="4060825"/>
            <a:ext cx="754062" cy="254000"/>
          </a:xfrm>
          <a:prstGeom prst="rect">
            <a:avLst/>
          </a:prstGeom>
          <a:solidFill>
            <a:srgbClr val="CCFF99"/>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68</a:t>
            </a:r>
          </a:p>
        </p:txBody>
      </p:sp>
      <p:sp>
        <p:nvSpPr>
          <p:cNvPr id="1907753" name="Text Box 42"/>
          <p:cNvSpPr txBox="1">
            <a:spLocks noChangeArrowheads="1"/>
          </p:cNvSpPr>
          <p:nvPr/>
        </p:nvSpPr>
        <p:spPr bwMode="auto">
          <a:xfrm>
            <a:off x="1697038" y="4292600"/>
            <a:ext cx="7286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99"/>
                </a:solidFill>
                <a:ea typeface="黑体" panose="02010609060101010101" pitchFamily="49" charset="-122"/>
              </a:rPr>
              <a:t>UDP</a:t>
            </a:r>
          </a:p>
        </p:txBody>
      </p:sp>
      <p:sp>
        <p:nvSpPr>
          <p:cNvPr id="1907754" name="Text Box 43"/>
          <p:cNvSpPr txBox="1">
            <a:spLocks noChangeArrowheads="1"/>
          </p:cNvSpPr>
          <p:nvPr/>
        </p:nvSpPr>
        <p:spPr bwMode="auto">
          <a:xfrm>
            <a:off x="7419975" y="4292600"/>
            <a:ext cx="7270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99"/>
                </a:solidFill>
                <a:ea typeface="黑体" panose="02010609060101010101" pitchFamily="49" charset="-122"/>
              </a:rPr>
              <a:t>UDP</a:t>
            </a:r>
          </a:p>
        </p:txBody>
      </p:sp>
      <p:sp>
        <p:nvSpPr>
          <p:cNvPr id="1907755" name="Line 44"/>
          <p:cNvSpPr>
            <a:spLocks noChangeShapeType="1"/>
          </p:cNvSpPr>
          <p:nvPr/>
        </p:nvSpPr>
        <p:spPr bwMode="auto">
          <a:xfrm flipH="1">
            <a:off x="2452688" y="4800600"/>
            <a:ext cx="5165725" cy="0"/>
          </a:xfrm>
          <a:prstGeom prst="line">
            <a:avLst/>
          </a:prstGeom>
          <a:noFill/>
          <a:ln w="57150">
            <a:solidFill>
              <a:schemeClr val="hlink"/>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907756" name="Rectangle 45"/>
          <p:cNvSpPr>
            <a:spLocks noChangeArrowheads="1"/>
          </p:cNvSpPr>
          <p:nvPr/>
        </p:nvSpPr>
        <p:spPr bwMode="auto">
          <a:xfrm>
            <a:off x="623888" y="4629150"/>
            <a:ext cx="1074737" cy="338138"/>
          </a:xfrm>
          <a:prstGeom prst="rect">
            <a:avLst/>
          </a:prstGeom>
          <a:solidFill>
            <a:srgbClr val="CCECFF"/>
          </a:solidFill>
          <a:ln w="9525">
            <a:solidFill>
              <a:schemeClr val="tx1"/>
            </a:solidFill>
            <a:miter lim="800000"/>
            <a:headEnd/>
            <a:tailEnd/>
          </a:ln>
        </p:spPr>
        <p:txBody>
          <a:bodyPr wrap="none" anchor="ctr"/>
          <a:lstStyle/>
          <a:p>
            <a:pPr algn="ctr"/>
            <a:r>
              <a:rPr lang="zh-CN" altLang="en-US" sz="2000" b="1">
                <a:solidFill>
                  <a:srgbClr val="000099"/>
                </a:solidFill>
                <a:ea typeface="黑体" panose="02010609060101010101" pitchFamily="49" charset="-122"/>
              </a:rPr>
              <a:t>客户</a:t>
            </a:r>
          </a:p>
        </p:txBody>
      </p:sp>
      <p:sp>
        <p:nvSpPr>
          <p:cNvPr id="1907757" name="Rectangle 46"/>
          <p:cNvSpPr>
            <a:spLocks noChangeArrowheads="1"/>
          </p:cNvSpPr>
          <p:nvPr/>
        </p:nvSpPr>
        <p:spPr bwMode="auto">
          <a:xfrm>
            <a:off x="3529013" y="4672013"/>
            <a:ext cx="2905125" cy="255587"/>
          </a:xfrm>
          <a:prstGeom prst="rect">
            <a:avLst/>
          </a:prstGeom>
          <a:solidFill>
            <a:srgbClr val="FFCCFF"/>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DHCPACK</a:t>
            </a:r>
          </a:p>
        </p:txBody>
      </p:sp>
      <p:sp>
        <p:nvSpPr>
          <p:cNvPr id="1907758" name="Rectangle 47"/>
          <p:cNvSpPr>
            <a:spLocks noChangeArrowheads="1"/>
          </p:cNvSpPr>
          <p:nvPr/>
        </p:nvSpPr>
        <p:spPr bwMode="auto">
          <a:xfrm>
            <a:off x="8154988" y="4629150"/>
            <a:ext cx="1076325" cy="338138"/>
          </a:xfrm>
          <a:prstGeom prst="rect">
            <a:avLst/>
          </a:prstGeom>
          <a:solidFill>
            <a:srgbClr val="FFCCFF"/>
          </a:solidFill>
          <a:ln w="9525">
            <a:solidFill>
              <a:schemeClr val="tx1"/>
            </a:solidFill>
            <a:miter lim="800000"/>
            <a:headEnd/>
            <a:tailEnd/>
          </a:ln>
        </p:spPr>
        <p:txBody>
          <a:bodyPr wrap="none" anchor="ctr"/>
          <a:lstStyle/>
          <a:p>
            <a:pPr algn="ctr"/>
            <a:r>
              <a:rPr lang="zh-CN" altLang="en-US" sz="2000" b="1">
                <a:solidFill>
                  <a:srgbClr val="000099"/>
                </a:solidFill>
                <a:ea typeface="黑体" panose="02010609060101010101" pitchFamily="49" charset="-122"/>
              </a:rPr>
              <a:t>服务器</a:t>
            </a:r>
          </a:p>
        </p:txBody>
      </p:sp>
      <p:sp>
        <p:nvSpPr>
          <p:cNvPr id="1907759" name="Rectangle 48"/>
          <p:cNvSpPr>
            <a:spLocks noChangeArrowheads="1"/>
          </p:cNvSpPr>
          <p:nvPr/>
        </p:nvSpPr>
        <p:spPr bwMode="auto">
          <a:xfrm>
            <a:off x="7618413" y="4672013"/>
            <a:ext cx="536575" cy="255587"/>
          </a:xfrm>
          <a:prstGeom prst="rect">
            <a:avLst/>
          </a:prstGeom>
          <a:solidFill>
            <a:srgbClr val="FFCC99"/>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67</a:t>
            </a:r>
          </a:p>
        </p:txBody>
      </p:sp>
      <p:sp>
        <p:nvSpPr>
          <p:cNvPr id="1907760" name="Rectangle 49"/>
          <p:cNvSpPr>
            <a:spLocks noChangeArrowheads="1"/>
          </p:cNvSpPr>
          <p:nvPr/>
        </p:nvSpPr>
        <p:spPr bwMode="auto">
          <a:xfrm>
            <a:off x="1698625" y="4672013"/>
            <a:ext cx="754063" cy="255587"/>
          </a:xfrm>
          <a:prstGeom prst="rect">
            <a:avLst/>
          </a:prstGeom>
          <a:solidFill>
            <a:srgbClr val="CCFF99"/>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68</a:t>
            </a:r>
          </a:p>
        </p:txBody>
      </p:sp>
      <p:sp>
        <p:nvSpPr>
          <p:cNvPr id="1907761" name="Text Box 50"/>
          <p:cNvSpPr txBox="1">
            <a:spLocks noChangeArrowheads="1"/>
          </p:cNvSpPr>
          <p:nvPr/>
        </p:nvSpPr>
        <p:spPr bwMode="auto">
          <a:xfrm>
            <a:off x="1697038" y="4903788"/>
            <a:ext cx="7286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99"/>
                </a:solidFill>
                <a:ea typeface="黑体" panose="02010609060101010101" pitchFamily="49" charset="-122"/>
              </a:rPr>
              <a:t>UDP</a:t>
            </a:r>
          </a:p>
        </p:txBody>
      </p:sp>
      <p:sp>
        <p:nvSpPr>
          <p:cNvPr id="1907762" name="Text Box 51"/>
          <p:cNvSpPr txBox="1">
            <a:spLocks noChangeArrowheads="1"/>
          </p:cNvSpPr>
          <p:nvPr/>
        </p:nvSpPr>
        <p:spPr bwMode="auto">
          <a:xfrm>
            <a:off x="7419975" y="4903788"/>
            <a:ext cx="7270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99"/>
                </a:solidFill>
                <a:ea typeface="黑体" panose="02010609060101010101" pitchFamily="49" charset="-122"/>
              </a:rPr>
              <a:t>UDP</a:t>
            </a:r>
          </a:p>
        </p:txBody>
      </p:sp>
      <p:sp>
        <p:nvSpPr>
          <p:cNvPr id="1907763" name="Line 52"/>
          <p:cNvSpPr>
            <a:spLocks noChangeShapeType="1"/>
          </p:cNvSpPr>
          <p:nvPr/>
        </p:nvSpPr>
        <p:spPr bwMode="auto">
          <a:xfrm flipH="1">
            <a:off x="2452688" y="5411788"/>
            <a:ext cx="5165725" cy="0"/>
          </a:xfrm>
          <a:prstGeom prst="line">
            <a:avLst/>
          </a:prstGeom>
          <a:noFill/>
          <a:ln w="57150">
            <a:solidFill>
              <a:schemeClr val="hlink"/>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907764" name="Rectangle 53"/>
          <p:cNvSpPr>
            <a:spLocks noChangeArrowheads="1"/>
          </p:cNvSpPr>
          <p:nvPr/>
        </p:nvSpPr>
        <p:spPr bwMode="auto">
          <a:xfrm>
            <a:off x="623888" y="5240338"/>
            <a:ext cx="1074737" cy="338137"/>
          </a:xfrm>
          <a:prstGeom prst="rect">
            <a:avLst/>
          </a:prstGeom>
          <a:solidFill>
            <a:srgbClr val="CCECFF"/>
          </a:solidFill>
          <a:ln w="9525">
            <a:solidFill>
              <a:schemeClr val="tx1"/>
            </a:solidFill>
            <a:miter lim="800000"/>
            <a:headEnd/>
            <a:tailEnd/>
          </a:ln>
        </p:spPr>
        <p:txBody>
          <a:bodyPr wrap="none" anchor="ctr"/>
          <a:lstStyle/>
          <a:p>
            <a:pPr algn="ctr"/>
            <a:r>
              <a:rPr lang="zh-CN" altLang="en-US" sz="2000" b="1">
                <a:solidFill>
                  <a:srgbClr val="000099"/>
                </a:solidFill>
                <a:ea typeface="黑体" panose="02010609060101010101" pitchFamily="49" charset="-122"/>
              </a:rPr>
              <a:t>客户</a:t>
            </a:r>
          </a:p>
        </p:txBody>
      </p:sp>
      <p:sp>
        <p:nvSpPr>
          <p:cNvPr id="1907765" name="Rectangle 54"/>
          <p:cNvSpPr>
            <a:spLocks noChangeArrowheads="1"/>
          </p:cNvSpPr>
          <p:nvPr/>
        </p:nvSpPr>
        <p:spPr bwMode="auto">
          <a:xfrm>
            <a:off x="3529013" y="5283200"/>
            <a:ext cx="2905125" cy="255588"/>
          </a:xfrm>
          <a:prstGeom prst="rect">
            <a:avLst/>
          </a:prstGeom>
          <a:solidFill>
            <a:srgbClr val="FFCCFF"/>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DHCPNACK</a:t>
            </a:r>
          </a:p>
        </p:txBody>
      </p:sp>
      <p:sp>
        <p:nvSpPr>
          <p:cNvPr id="1907766" name="Rectangle 55"/>
          <p:cNvSpPr>
            <a:spLocks noChangeArrowheads="1"/>
          </p:cNvSpPr>
          <p:nvPr/>
        </p:nvSpPr>
        <p:spPr bwMode="auto">
          <a:xfrm>
            <a:off x="8154988" y="5240338"/>
            <a:ext cx="1076325" cy="338137"/>
          </a:xfrm>
          <a:prstGeom prst="rect">
            <a:avLst/>
          </a:prstGeom>
          <a:solidFill>
            <a:srgbClr val="FFCCFF"/>
          </a:solidFill>
          <a:ln w="9525">
            <a:solidFill>
              <a:schemeClr val="tx1"/>
            </a:solidFill>
            <a:miter lim="800000"/>
            <a:headEnd/>
            <a:tailEnd/>
          </a:ln>
        </p:spPr>
        <p:txBody>
          <a:bodyPr wrap="none" anchor="ctr"/>
          <a:lstStyle/>
          <a:p>
            <a:pPr algn="ctr"/>
            <a:r>
              <a:rPr lang="zh-CN" altLang="en-US" sz="2000" b="1">
                <a:solidFill>
                  <a:srgbClr val="000099"/>
                </a:solidFill>
                <a:ea typeface="黑体" panose="02010609060101010101" pitchFamily="49" charset="-122"/>
              </a:rPr>
              <a:t>服务器</a:t>
            </a:r>
          </a:p>
        </p:txBody>
      </p:sp>
      <p:sp>
        <p:nvSpPr>
          <p:cNvPr id="1907767" name="Rectangle 56"/>
          <p:cNvSpPr>
            <a:spLocks noChangeArrowheads="1"/>
          </p:cNvSpPr>
          <p:nvPr/>
        </p:nvSpPr>
        <p:spPr bwMode="auto">
          <a:xfrm>
            <a:off x="7618413" y="5283200"/>
            <a:ext cx="536575" cy="255588"/>
          </a:xfrm>
          <a:prstGeom prst="rect">
            <a:avLst/>
          </a:prstGeom>
          <a:solidFill>
            <a:srgbClr val="FFCC99"/>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67</a:t>
            </a:r>
          </a:p>
        </p:txBody>
      </p:sp>
      <p:sp>
        <p:nvSpPr>
          <p:cNvPr id="1907768" name="Rectangle 57"/>
          <p:cNvSpPr>
            <a:spLocks noChangeArrowheads="1"/>
          </p:cNvSpPr>
          <p:nvPr/>
        </p:nvSpPr>
        <p:spPr bwMode="auto">
          <a:xfrm>
            <a:off x="1698625" y="5283200"/>
            <a:ext cx="754063" cy="255588"/>
          </a:xfrm>
          <a:prstGeom prst="rect">
            <a:avLst/>
          </a:prstGeom>
          <a:solidFill>
            <a:srgbClr val="CCFF99"/>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68</a:t>
            </a:r>
          </a:p>
        </p:txBody>
      </p:sp>
      <p:sp>
        <p:nvSpPr>
          <p:cNvPr id="1907769" name="Text Box 58"/>
          <p:cNvSpPr txBox="1">
            <a:spLocks noChangeArrowheads="1"/>
          </p:cNvSpPr>
          <p:nvPr/>
        </p:nvSpPr>
        <p:spPr bwMode="auto">
          <a:xfrm>
            <a:off x="1697038" y="5514975"/>
            <a:ext cx="7286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99"/>
                </a:solidFill>
                <a:ea typeface="黑体" panose="02010609060101010101" pitchFamily="49" charset="-122"/>
              </a:rPr>
              <a:t>UDP</a:t>
            </a:r>
          </a:p>
        </p:txBody>
      </p:sp>
      <p:sp>
        <p:nvSpPr>
          <p:cNvPr id="1907770" name="Text Box 59"/>
          <p:cNvSpPr txBox="1">
            <a:spLocks noChangeArrowheads="1"/>
          </p:cNvSpPr>
          <p:nvPr/>
        </p:nvSpPr>
        <p:spPr bwMode="auto">
          <a:xfrm>
            <a:off x="7419975" y="5514975"/>
            <a:ext cx="7270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99"/>
                </a:solidFill>
                <a:ea typeface="黑体" panose="02010609060101010101" pitchFamily="49" charset="-122"/>
              </a:rPr>
              <a:t>UDP</a:t>
            </a:r>
          </a:p>
        </p:txBody>
      </p:sp>
      <p:sp>
        <p:nvSpPr>
          <p:cNvPr id="1907771" name="Line 60"/>
          <p:cNvSpPr>
            <a:spLocks noChangeShapeType="1"/>
          </p:cNvSpPr>
          <p:nvPr/>
        </p:nvSpPr>
        <p:spPr bwMode="auto">
          <a:xfrm>
            <a:off x="2454275" y="6256338"/>
            <a:ext cx="5164138" cy="0"/>
          </a:xfrm>
          <a:prstGeom prst="line">
            <a:avLst/>
          </a:prstGeom>
          <a:noFill/>
          <a:ln w="57150">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907772" name="Rectangle 61"/>
          <p:cNvSpPr>
            <a:spLocks noChangeArrowheads="1"/>
          </p:cNvSpPr>
          <p:nvPr/>
        </p:nvSpPr>
        <p:spPr bwMode="auto">
          <a:xfrm>
            <a:off x="623888" y="6086475"/>
            <a:ext cx="1076325" cy="338138"/>
          </a:xfrm>
          <a:prstGeom prst="rect">
            <a:avLst/>
          </a:prstGeom>
          <a:solidFill>
            <a:srgbClr val="CCECFF"/>
          </a:solidFill>
          <a:ln w="9525">
            <a:solidFill>
              <a:schemeClr val="tx1"/>
            </a:solidFill>
            <a:miter lim="800000"/>
            <a:headEnd/>
            <a:tailEnd/>
          </a:ln>
        </p:spPr>
        <p:txBody>
          <a:bodyPr wrap="none" anchor="ctr"/>
          <a:lstStyle/>
          <a:p>
            <a:pPr algn="ctr"/>
            <a:r>
              <a:rPr lang="zh-CN" altLang="en-US" sz="2000" b="1">
                <a:solidFill>
                  <a:srgbClr val="000099"/>
                </a:solidFill>
                <a:ea typeface="黑体" panose="02010609060101010101" pitchFamily="49" charset="-122"/>
              </a:rPr>
              <a:t>客户</a:t>
            </a:r>
          </a:p>
        </p:txBody>
      </p:sp>
      <p:sp>
        <p:nvSpPr>
          <p:cNvPr id="1907773" name="Rectangle 62"/>
          <p:cNvSpPr>
            <a:spLocks noChangeArrowheads="1"/>
          </p:cNvSpPr>
          <p:nvPr/>
        </p:nvSpPr>
        <p:spPr bwMode="auto">
          <a:xfrm>
            <a:off x="3529013" y="6129338"/>
            <a:ext cx="2905125" cy="254000"/>
          </a:xfrm>
          <a:prstGeom prst="rect">
            <a:avLst/>
          </a:prstGeom>
          <a:solidFill>
            <a:srgbClr val="CCECFF"/>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DHCPRELEASE</a:t>
            </a:r>
          </a:p>
        </p:txBody>
      </p:sp>
      <p:sp>
        <p:nvSpPr>
          <p:cNvPr id="1907774" name="Rectangle 63"/>
          <p:cNvSpPr>
            <a:spLocks noChangeArrowheads="1"/>
          </p:cNvSpPr>
          <p:nvPr/>
        </p:nvSpPr>
        <p:spPr bwMode="auto">
          <a:xfrm>
            <a:off x="8154988" y="6086475"/>
            <a:ext cx="1076325" cy="338138"/>
          </a:xfrm>
          <a:prstGeom prst="rect">
            <a:avLst/>
          </a:prstGeom>
          <a:solidFill>
            <a:srgbClr val="FFCCFF"/>
          </a:solidFill>
          <a:ln w="9525">
            <a:solidFill>
              <a:schemeClr val="tx1"/>
            </a:solidFill>
            <a:miter lim="800000"/>
            <a:headEnd/>
            <a:tailEnd/>
          </a:ln>
        </p:spPr>
        <p:txBody>
          <a:bodyPr wrap="none" anchor="ctr"/>
          <a:lstStyle/>
          <a:p>
            <a:pPr algn="ctr"/>
            <a:r>
              <a:rPr lang="zh-CN" altLang="en-US" sz="2000" b="1">
                <a:solidFill>
                  <a:srgbClr val="000099"/>
                </a:solidFill>
                <a:ea typeface="黑体" panose="02010609060101010101" pitchFamily="49" charset="-122"/>
              </a:rPr>
              <a:t>服务器</a:t>
            </a:r>
          </a:p>
        </p:txBody>
      </p:sp>
      <p:sp>
        <p:nvSpPr>
          <p:cNvPr id="1907775" name="Rectangle 64"/>
          <p:cNvSpPr>
            <a:spLocks noChangeArrowheads="1"/>
          </p:cNvSpPr>
          <p:nvPr/>
        </p:nvSpPr>
        <p:spPr bwMode="auto">
          <a:xfrm>
            <a:off x="7618413" y="6129338"/>
            <a:ext cx="536575" cy="254000"/>
          </a:xfrm>
          <a:prstGeom prst="rect">
            <a:avLst/>
          </a:prstGeom>
          <a:solidFill>
            <a:srgbClr val="FFCC99"/>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67</a:t>
            </a:r>
          </a:p>
        </p:txBody>
      </p:sp>
      <p:sp>
        <p:nvSpPr>
          <p:cNvPr id="1907776" name="Rectangle 65"/>
          <p:cNvSpPr>
            <a:spLocks noChangeArrowheads="1"/>
          </p:cNvSpPr>
          <p:nvPr/>
        </p:nvSpPr>
        <p:spPr bwMode="auto">
          <a:xfrm>
            <a:off x="1700213" y="6129338"/>
            <a:ext cx="754062" cy="254000"/>
          </a:xfrm>
          <a:prstGeom prst="rect">
            <a:avLst/>
          </a:prstGeom>
          <a:solidFill>
            <a:srgbClr val="CCFF99"/>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68</a:t>
            </a:r>
          </a:p>
        </p:txBody>
      </p:sp>
      <p:sp>
        <p:nvSpPr>
          <p:cNvPr id="1907777" name="Text Box 66"/>
          <p:cNvSpPr txBox="1">
            <a:spLocks noChangeArrowheads="1"/>
          </p:cNvSpPr>
          <p:nvPr/>
        </p:nvSpPr>
        <p:spPr bwMode="auto">
          <a:xfrm>
            <a:off x="1697038" y="6361113"/>
            <a:ext cx="7286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99"/>
                </a:solidFill>
                <a:ea typeface="黑体" panose="02010609060101010101" pitchFamily="49" charset="-122"/>
              </a:rPr>
              <a:t>UDP</a:t>
            </a:r>
          </a:p>
        </p:txBody>
      </p:sp>
      <p:sp>
        <p:nvSpPr>
          <p:cNvPr id="1907778" name="Text Box 67"/>
          <p:cNvSpPr txBox="1">
            <a:spLocks noChangeArrowheads="1"/>
          </p:cNvSpPr>
          <p:nvPr/>
        </p:nvSpPr>
        <p:spPr bwMode="auto">
          <a:xfrm>
            <a:off x="7419975" y="6361113"/>
            <a:ext cx="7270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99"/>
                </a:solidFill>
                <a:ea typeface="黑体" panose="02010609060101010101" pitchFamily="49" charset="-122"/>
              </a:rPr>
              <a:t>UDP</a:t>
            </a:r>
          </a:p>
        </p:txBody>
      </p:sp>
      <p:sp>
        <p:nvSpPr>
          <p:cNvPr id="1907779" name="Rectangle 68"/>
          <p:cNvSpPr>
            <a:spLocks noChangeArrowheads="1"/>
          </p:cNvSpPr>
          <p:nvPr/>
        </p:nvSpPr>
        <p:spPr bwMode="auto">
          <a:xfrm>
            <a:off x="8154988" y="936625"/>
            <a:ext cx="1076325" cy="338138"/>
          </a:xfrm>
          <a:prstGeom prst="rect">
            <a:avLst/>
          </a:prstGeom>
          <a:solidFill>
            <a:srgbClr val="FFCCFF"/>
          </a:solidFill>
          <a:ln w="9525">
            <a:solidFill>
              <a:schemeClr val="tx1"/>
            </a:solidFill>
            <a:miter lim="800000"/>
            <a:headEnd/>
            <a:tailEnd/>
          </a:ln>
        </p:spPr>
        <p:txBody>
          <a:bodyPr wrap="none" anchor="ctr"/>
          <a:lstStyle/>
          <a:p>
            <a:pPr algn="ctr"/>
            <a:r>
              <a:rPr lang="zh-CN" altLang="en-US" sz="2000" b="1">
                <a:solidFill>
                  <a:srgbClr val="000099"/>
                </a:solidFill>
                <a:ea typeface="黑体" panose="02010609060101010101" pitchFamily="49" charset="-122"/>
              </a:rPr>
              <a:t>服务器</a:t>
            </a:r>
          </a:p>
        </p:txBody>
      </p:sp>
      <p:sp>
        <p:nvSpPr>
          <p:cNvPr id="1907780" name="Rectangle 69"/>
          <p:cNvSpPr>
            <a:spLocks noChangeArrowheads="1"/>
          </p:cNvSpPr>
          <p:nvPr/>
        </p:nvSpPr>
        <p:spPr bwMode="auto">
          <a:xfrm>
            <a:off x="7618413" y="977900"/>
            <a:ext cx="536575" cy="254000"/>
          </a:xfrm>
          <a:prstGeom prst="rect">
            <a:avLst/>
          </a:prstGeom>
          <a:solidFill>
            <a:srgbClr val="FFCC99"/>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67</a:t>
            </a:r>
          </a:p>
        </p:txBody>
      </p:sp>
      <p:sp>
        <p:nvSpPr>
          <p:cNvPr id="1907781" name="Text Box 70"/>
          <p:cNvSpPr txBox="1">
            <a:spLocks noChangeArrowheads="1"/>
          </p:cNvSpPr>
          <p:nvPr/>
        </p:nvSpPr>
        <p:spPr bwMode="auto">
          <a:xfrm>
            <a:off x="7419975" y="1209675"/>
            <a:ext cx="7270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99"/>
                </a:solidFill>
                <a:ea typeface="黑体" panose="02010609060101010101" pitchFamily="49" charset="-122"/>
              </a:rPr>
              <a:t>UDP</a:t>
            </a:r>
          </a:p>
        </p:txBody>
      </p:sp>
      <p:sp>
        <p:nvSpPr>
          <p:cNvPr id="1907782" name="Text Box 71"/>
          <p:cNvSpPr txBox="1">
            <a:spLocks noChangeArrowheads="1"/>
          </p:cNvSpPr>
          <p:nvPr/>
        </p:nvSpPr>
        <p:spPr bwMode="auto">
          <a:xfrm>
            <a:off x="6218238" y="692150"/>
            <a:ext cx="12112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a:solidFill>
                  <a:srgbClr val="000099"/>
                </a:solidFill>
                <a:ea typeface="黑体" panose="02010609060101010101" pitchFamily="49" charset="-122"/>
              </a:rPr>
              <a:t>被动打开</a:t>
            </a:r>
          </a:p>
        </p:txBody>
      </p:sp>
      <p:sp>
        <p:nvSpPr>
          <p:cNvPr id="1907783" name="Text Box 72"/>
          <p:cNvSpPr txBox="1">
            <a:spLocks noChangeArrowheads="1"/>
          </p:cNvSpPr>
          <p:nvPr/>
        </p:nvSpPr>
        <p:spPr bwMode="auto">
          <a:xfrm>
            <a:off x="9237663" y="820738"/>
            <a:ext cx="5048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800" b="1">
                <a:solidFill>
                  <a:srgbClr val="000099"/>
                </a:solidFill>
                <a:ea typeface="黑体" panose="02010609060101010101" pitchFamily="49" charset="-122"/>
                <a:sym typeface="Wingdings" panose="05000000000000000000" pitchFamily="2" charset="2"/>
              </a:rPr>
              <a:t></a:t>
            </a:r>
          </a:p>
        </p:txBody>
      </p:sp>
      <p:sp>
        <p:nvSpPr>
          <p:cNvPr id="1907784" name="Text Box 73"/>
          <p:cNvSpPr txBox="1">
            <a:spLocks noChangeArrowheads="1"/>
          </p:cNvSpPr>
          <p:nvPr/>
        </p:nvSpPr>
        <p:spPr bwMode="auto">
          <a:xfrm>
            <a:off x="85725" y="1435100"/>
            <a:ext cx="5048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800" b="1">
                <a:solidFill>
                  <a:srgbClr val="000099"/>
                </a:solidFill>
                <a:ea typeface="黑体" panose="02010609060101010101" pitchFamily="49" charset="-122"/>
                <a:sym typeface="Wingdings" panose="05000000000000000000" pitchFamily="2" charset="2"/>
              </a:rPr>
              <a:t></a:t>
            </a:r>
          </a:p>
        </p:txBody>
      </p:sp>
      <p:sp>
        <p:nvSpPr>
          <p:cNvPr id="1907785" name="Text Box 74"/>
          <p:cNvSpPr txBox="1">
            <a:spLocks noChangeArrowheads="1"/>
          </p:cNvSpPr>
          <p:nvPr/>
        </p:nvSpPr>
        <p:spPr bwMode="auto">
          <a:xfrm>
            <a:off x="9237663" y="2057400"/>
            <a:ext cx="5048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800" b="1">
                <a:solidFill>
                  <a:srgbClr val="000099"/>
                </a:solidFill>
                <a:ea typeface="黑体" panose="02010609060101010101" pitchFamily="49" charset="-122"/>
                <a:sym typeface="Wingdings" panose="05000000000000000000" pitchFamily="2" charset="2"/>
              </a:rPr>
              <a:t></a:t>
            </a:r>
          </a:p>
        </p:txBody>
      </p:sp>
      <p:sp>
        <p:nvSpPr>
          <p:cNvPr id="1907786" name="Text Box 75"/>
          <p:cNvSpPr txBox="1">
            <a:spLocks noChangeArrowheads="1"/>
          </p:cNvSpPr>
          <p:nvPr/>
        </p:nvSpPr>
        <p:spPr bwMode="auto">
          <a:xfrm>
            <a:off x="85725" y="2654300"/>
            <a:ext cx="5048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800" b="1">
                <a:solidFill>
                  <a:srgbClr val="000099"/>
                </a:solidFill>
                <a:ea typeface="黑体" panose="02010609060101010101" pitchFamily="49" charset="-122"/>
                <a:sym typeface="Wingdings" panose="05000000000000000000" pitchFamily="2" charset="2"/>
              </a:rPr>
              <a:t></a:t>
            </a:r>
          </a:p>
        </p:txBody>
      </p:sp>
      <p:sp>
        <p:nvSpPr>
          <p:cNvPr id="1907787" name="Text Box 76"/>
          <p:cNvSpPr txBox="1">
            <a:spLocks noChangeArrowheads="1"/>
          </p:cNvSpPr>
          <p:nvPr/>
        </p:nvSpPr>
        <p:spPr bwMode="auto">
          <a:xfrm>
            <a:off x="9231313" y="3278188"/>
            <a:ext cx="50641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800" b="1">
                <a:solidFill>
                  <a:srgbClr val="000099"/>
                </a:solidFill>
                <a:ea typeface="黑体" panose="02010609060101010101" pitchFamily="49" charset="-122"/>
                <a:sym typeface="Wingdings" panose="05000000000000000000" pitchFamily="2" charset="2"/>
              </a:rPr>
              <a:t></a:t>
            </a:r>
          </a:p>
        </p:txBody>
      </p:sp>
      <p:sp>
        <p:nvSpPr>
          <p:cNvPr id="1907788" name="Text Box 77"/>
          <p:cNvSpPr txBox="1">
            <a:spLocks noChangeArrowheads="1"/>
          </p:cNvSpPr>
          <p:nvPr/>
        </p:nvSpPr>
        <p:spPr bwMode="auto">
          <a:xfrm>
            <a:off x="85725" y="3902075"/>
            <a:ext cx="5048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800" b="1">
                <a:solidFill>
                  <a:srgbClr val="000099"/>
                </a:solidFill>
                <a:ea typeface="黑体" panose="02010609060101010101" pitchFamily="49" charset="-122"/>
                <a:sym typeface="Wingdings" panose="05000000000000000000" pitchFamily="2" charset="2"/>
              </a:rPr>
              <a:t></a:t>
            </a:r>
          </a:p>
        </p:txBody>
      </p:sp>
      <p:sp>
        <p:nvSpPr>
          <p:cNvPr id="1907789" name="Text Box 78"/>
          <p:cNvSpPr txBox="1">
            <a:spLocks noChangeArrowheads="1"/>
          </p:cNvSpPr>
          <p:nvPr/>
        </p:nvSpPr>
        <p:spPr bwMode="auto">
          <a:xfrm>
            <a:off x="9231313" y="4486275"/>
            <a:ext cx="50641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800" b="1">
                <a:solidFill>
                  <a:srgbClr val="000099"/>
                </a:solidFill>
                <a:ea typeface="黑体" panose="02010609060101010101" pitchFamily="49" charset="-122"/>
                <a:sym typeface="Wingdings" panose="05000000000000000000" pitchFamily="2" charset="2"/>
              </a:rPr>
              <a:t></a:t>
            </a:r>
          </a:p>
        </p:txBody>
      </p:sp>
      <p:sp>
        <p:nvSpPr>
          <p:cNvPr id="1907790" name="Text Box 79"/>
          <p:cNvSpPr txBox="1">
            <a:spLocks noChangeArrowheads="1"/>
          </p:cNvSpPr>
          <p:nvPr/>
        </p:nvSpPr>
        <p:spPr bwMode="auto">
          <a:xfrm>
            <a:off x="9231313" y="5110163"/>
            <a:ext cx="50641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800" b="1">
                <a:solidFill>
                  <a:srgbClr val="000099"/>
                </a:solidFill>
                <a:ea typeface="黑体" panose="02010609060101010101" pitchFamily="49" charset="-122"/>
                <a:sym typeface="Wingdings" panose="05000000000000000000" pitchFamily="2" charset="2"/>
              </a:rPr>
              <a:t></a:t>
            </a:r>
          </a:p>
        </p:txBody>
      </p:sp>
      <p:sp>
        <p:nvSpPr>
          <p:cNvPr id="1907791" name="Text Box 80"/>
          <p:cNvSpPr txBox="1">
            <a:spLocks noChangeArrowheads="1"/>
          </p:cNvSpPr>
          <p:nvPr/>
        </p:nvSpPr>
        <p:spPr bwMode="auto">
          <a:xfrm rot="-5400000">
            <a:off x="4385469" y="5480844"/>
            <a:ext cx="6477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3600" b="1">
                <a:solidFill>
                  <a:srgbClr val="000099"/>
                </a:solidFill>
                <a:ea typeface="黑体" panose="02010609060101010101" pitchFamily="49" charset="-122"/>
              </a:rPr>
              <a:t>…</a:t>
            </a:r>
          </a:p>
        </p:txBody>
      </p:sp>
      <p:sp>
        <p:nvSpPr>
          <p:cNvPr id="1907792" name="Text Box 81"/>
          <p:cNvSpPr txBox="1">
            <a:spLocks noChangeArrowheads="1"/>
          </p:cNvSpPr>
          <p:nvPr/>
        </p:nvSpPr>
        <p:spPr bwMode="auto">
          <a:xfrm>
            <a:off x="85725" y="5892800"/>
            <a:ext cx="5048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800" b="1">
                <a:solidFill>
                  <a:srgbClr val="000099"/>
                </a:solidFill>
                <a:ea typeface="黑体" panose="02010609060101010101" pitchFamily="49" charset="-122"/>
                <a:sym typeface="Wingdings" panose="05000000000000000000" pitchFamily="2" charset="2"/>
              </a:rPr>
              <a:t></a:t>
            </a:r>
          </a:p>
        </p:txBody>
      </p:sp>
      <p:sp>
        <p:nvSpPr>
          <p:cNvPr id="1907793" name="Rectangle 82"/>
          <p:cNvSpPr>
            <a:spLocks noChangeArrowheads="1"/>
          </p:cNvSpPr>
          <p:nvPr/>
        </p:nvSpPr>
        <p:spPr bwMode="auto">
          <a:xfrm>
            <a:off x="0" y="765175"/>
            <a:ext cx="9906000" cy="2447925"/>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zh-CN" sz="2800" b="1">
              <a:solidFill>
                <a:srgbClr val="000099"/>
              </a:solidFill>
              <a:ea typeface="宋体" panose="02010600030101010101" pitchFamily="2" charset="-122"/>
            </a:endParaRPr>
          </a:p>
        </p:txBody>
      </p:sp>
      <p:sp>
        <p:nvSpPr>
          <p:cNvPr id="1907794" name="Text Box 84"/>
          <p:cNvSpPr txBox="1">
            <a:spLocks noChangeArrowheads="1"/>
          </p:cNvSpPr>
          <p:nvPr/>
        </p:nvSpPr>
        <p:spPr bwMode="auto">
          <a:xfrm>
            <a:off x="584200" y="1258888"/>
            <a:ext cx="8737600" cy="1508125"/>
          </a:xfrm>
          <a:prstGeom prst="rect">
            <a:avLst/>
          </a:prstGeom>
          <a:solidFill>
            <a:srgbClr val="FFFF99"/>
          </a:solidFill>
          <a:ln w="9525">
            <a:solidFill>
              <a:srgbClr val="333399"/>
            </a:solidFill>
            <a:miter lim="800000"/>
            <a:headEnd/>
            <a:tailEnd/>
          </a:ln>
        </p:spPr>
        <p:txBody>
          <a:bodyPr>
            <a:spAutoFit/>
          </a:bodyPr>
          <a:lstStyle/>
          <a:p>
            <a:pPr algn="just"/>
            <a:r>
              <a:rPr lang="en-US" altLang="zh-CN" sz="3600" b="1">
                <a:solidFill>
                  <a:srgbClr val="000099"/>
                </a:solidFill>
                <a:ea typeface="黑体" panose="02010609060101010101" pitchFamily="49" charset="-122"/>
                <a:sym typeface="Wingdings" panose="05000000000000000000" pitchFamily="2" charset="2"/>
              </a:rPr>
              <a:t></a:t>
            </a:r>
            <a:r>
              <a:rPr lang="zh-CN" altLang="en-US" sz="2800" b="1">
                <a:solidFill>
                  <a:srgbClr val="000099"/>
                </a:solidFill>
                <a:ea typeface="黑体" panose="02010609060101010101" pitchFamily="49" charset="-122"/>
              </a:rPr>
              <a:t>：</a:t>
            </a:r>
            <a:r>
              <a:rPr lang="en-US" altLang="zh-CN" sz="2800" b="1">
                <a:solidFill>
                  <a:srgbClr val="000099"/>
                </a:solidFill>
                <a:ea typeface="黑体" panose="02010609060101010101" pitchFamily="49" charset="-122"/>
              </a:rPr>
              <a:t>DHCP </a:t>
            </a:r>
            <a:r>
              <a:rPr lang="zh-CN" altLang="en-US" sz="2800" b="1">
                <a:solidFill>
                  <a:srgbClr val="000099"/>
                </a:solidFill>
                <a:ea typeface="黑体" panose="02010609060101010101" pitchFamily="49" charset="-122"/>
              </a:rPr>
              <a:t>客户可随时提前终止服务器所提供的</a:t>
            </a:r>
          </a:p>
          <a:p>
            <a:pPr algn="just"/>
            <a:r>
              <a:rPr lang="zh-CN" altLang="en-US" sz="2800" b="1">
                <a:solidFill>
                  <a:srgbClr val="000099"/>
                </a:solidFill>
                <a:ea typeface="黑体" panose="02010609060101010101" pitchFamily="49" charset="-122"/>
              </a:rPr>
              <a:t>        租用期，这时只需向 </a:t>
            </a:r>
            <a:r>
              <a:rPr lang="en-US" altLang="zh-CN" sz="2800" b="1">
                <a:solidFill>
                  <a:srgbClr val="000099"/>
                </a:solidFill>
                <a:ea typeface="黑体" panose="02010609060101010101" pitchFamily="49" charset="-122"/>
              </a:rPr>
              <a:t>DHCP </a:t>
            </a:r>
            <a:r>
              <a:rPr lang="zh-CN" altLang="en-US" sz="2800" b="1">
                <a:solidFill>
                  <a:srgbClr val="000099"/>
                </a:solidFill>
                <a:ea typeface="黑体" panose="02010609060101010101" pitchFamily="49" charset="-122"/>
              </a:rPr>
              <a:t>服务器发送释</a:t>
            </a:r>
          </a:p>
          <a:p>
            <a:pPr algn="just"/>
            <a:r>
              <a:rPr lang="zh-CN" altLang="en-US" sz="2800" b="1">
                <a:solidFill>
                  <a:srgbClr val="000099"/>
                </a:solidFill>
                <a:ea typeface="黑体" panose="02010609060101010101" pitchFamily="49" charset="-122"/>
              </a:rPr>
              <a:t>        放报文 </a:t>
            </a:r>
            <a:r>
              <a:rPr lang="en-US" altLang="zh-CN" sz="2800" b="1">
                <a:solidFill>
                  <a:srgbClr val="000099"/>
                </a:solidFill>
                <a:ea typeface="黑体" panose="02010609060101010101" pitchFamily="49" charset="-122"/>
              </a:rPr>
              <a:t>DHCPRELEASE </a:t>
            </a:r>
            <a:r>
              <a:rPr lang="zh-CN" altLang="en-US" sz="2800" b="1">
                <a:solidFill>
                  <a:srgbClr val="000099"/>
                </a:solidFill>
                <a:ea typeface="黑体" panose="02010609060101010101" pitchFamily="49" charset="-122"/>
              </a:rPr>
              <a:t>即可。</a:t>
            </a:r>
          </a:p>
        </p:txBody>
      </p:sp>
      <p:sp>
        <p:nvSpPr>
          <p:cNvPr id="1907795"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4D88DDFD-6D8D-4AE2-8E0C-1395501C0623}" type="slidenum">
              <a:rPr lang="zh-CN" altLang="en-US" smtClean="0"/>
              <a:pPr/>
              <a:t>58</a:t>
            </a:fld>
            <a:endParaRPr lang="en-US" altLang="zh-CN" smtClean="0"/>
          </a:p>
        </p:txBody>
      </p:sp>
      <p:sp>
        <p:nvSpPr>
          <p:cNvPr id="1907796"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en-US" altLang="zh-CN" smtClean="0"/>
              <a:t>ppt课件</a:t>
            </a: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Presentation">
  <a:themeElements>
    <a:clrScheme name="演示稿（水平） 9">
      <a:dk1>
        <a:srgbClr val="000000"/>
      </a:dk1>
      <a:lt1>
        <a:srgbClr val="FFFFFF"/>
      </a:lt1>
      <a:dk2>
        <a:srgbClr val="666699"/>
      </a:dk2>
      <a:lt2>
        <a:srgbClr val="FFCC00"/>
      </a:lt2>
      <a:accent1>
        <a:srgbClr val="FF9900"/>
      </a:accent1>
      <a:accent2>
        <a:srgbClr val="FF9900"/>
      </a:accent2>
      <a:accent3>
        <a:srgbClr val="FFFFFF"/>
      </a:accent3>
      <a:accent4>
        <a:srgbClr val="000000"/>
      </a:accent4>
      <a:accent5>
        <a:srgbClr val="FFCAAA"/>
      </a:accent5>
      <a:accent6>
        <a:srgbClr val="E78A00"/>
      </a:accent6>
      <a:hlink>
        <a:srgbClr val="666699"/>
      </a:hlink>
      <a:folHlink>
        <a:srgbClr val="999966"/>
      </a:folHlink>
    </a:clrScheme>
    <a:fontScheme name="演示稿（水平）">
      <a:majorFont>
        <a:latin typeface="Times New Roman"/>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演示稿（水平） 1">
        <a:dk1>
          <a:srgbClr val="006699"/>
        </a:dk1>
        <a:lt1>
          <a:srgbClr val="FFFFFF"/>
        </a:lt1>
        <a:dk2>
          <a:srgbClr val="000000"/>
        </a:dk2>
        <a:lt2>
          <a:srgbClr val="99FF99"/>
        </a:lt2>
        <a:accent1>
          <a:srgbClr val="00CC99"/>
        </a:accent1>
        <a:accent2>
          <a:srgbClr val="009999"/>
        </a:accent2>
        <a:accent3>
          <a:srgbClr val="AAAAAA"/>
        </a:accent3>
        <a:accent4>
          <a:srgbClr val="DADADA"/>
        </a:accent4>
        <a:accent5>
          <a:srgbClr val="AAE2CA"/>
        </a:accent5>
        <a:accent6>
          <a:srgbClr val="008A8A"/>
        </a:accent6>
        <a:hlink>
          <a:srgbClr val="0066FF"/>
        </a:hlink>
        <a:folHlink>
          <a:srgbClr val="989CBA"/>
        </a:folHlink>
      </a:clrScheme>
      <a:clrMap bg1="dk2" tx1="lt1" bg2="dk1" tx2="lt2" accent1="accent1" accent2="accent2" accent3="accent3" accent4="accent4" accent5="accent5" accent6="accent6" hlink="hlink" folHlink="folHlink"/>
    </a:extraClrScheme>
    <a:extraClrScheme>
      <a:clrScheme name="演示稿（水平） 2">
        <a:dk1>
          <a:srgbClr val="808000"/>
        </a:dk1>
        <a:lt1>
          <a:srgbClr val="FFFFFF"/>
        </a:lt1>
        <a:dk2>
          <a:srgbClr val="5C271E"/>
        </a:dk2>
        <a:lt2>
          <a:srgbClr val="FFDD89"/>
        </a:lt2>
        <a:accent1>
          <a:srgbClr val="CC6600"/>
        </a:accent1>
        <a:accent2>
          <a:srgbClr val="CC9900"/>
        </a:accent2>
        <a:accent3>
          <a:srgbClr val="B5ACAB"/>
        </a:accent3>
        <a:accent4>
          <a:srgbClr val="DADADA"/>
        </a:accent4>
        <a:accent5>
          <a:srgbClr val="E2B8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演示稿（水平） 3">
        <a:dk1>
          <a:srgbClr val="763B00"/>
        </a:dk1>
        <a:lt1>
          <a:srgbClr val="FFFFFF"/>
        </a:lt1>
        <a:dk2>
          <a:srgbClr val="330000"/>
        </a:dk2>
        <a:lt2>
          <a:srgbClr val="CC9900"/>
        </a:lt2>
        <a:accent1>
          <a:srgbClr val="FFCC00"/>
        </a:accent1>
        <a:accent2>
          <a:srgbClr val="CC3300"/>
        </a:accent2>
        <a:accent3>
          <a:srgbClr val="ADAAAA"/>
        </a:accent3>
        <a:accent4>
          <a:srgbClr val="DADADA"/>
        </a:accent4>
        <a:accent5>
          <a:srgbClr val="FFE2AA"/>
        </a:accent5>
        <a:accent6>
          <a:srgbClr val="B92D00"/>
        </a:accent6>
        <a:hlink>
          <a:srgbClr val="666699"/>
        </a:hlink>
        <a:folHlink>
          <a:srgbClr val="999966"/>
        </a:folHlink>
      </a:clrScheme>
      <a:clrMap bg1="dk2" tx1="lt1" bg2="dk1" tx2="lt2" accent1="accent1" accent2="accent2" accent3="accent3" accent4="accent4" accent5="accent5" accent6="accent6" hlink="hlink" folHlink="folHlink"/>
    </a:extraClrScheme>
    <a:extraClrScheme>
      <a:clrScheme name="演示稿（水平） 4">
        <a:dk1>
          <a:srgbClr val="6D3696"/>
        </a:dk1>
        <a:lt1>
          <a:srgbClr val="FFFFFF"/>
        </a:lt1>
        <a:dk2>
          <a:srgbClr val="51255D"/>
        </a:dk2>
        <a:lt2>
          <a:srgbClr val="FFFFCC"/>
        </a:lt2>
        <a:accent1>
          <a:srgbClr val="666699"/>
        </a:accent1>
        <a:accent2>
          <a:srgbClr val="800080"/>
        </a:accent2>
        <a:accent3>
          <a:srgbClr val="B3ACB6"/>
        </a:accent3>
        <a:accent4>
          <a:srgbClr val="DADADA"/>
        </a:accent4>
        <a:accent5>
          <a:srgbClr val="B8B8CA"/>
        </a:accent5>
        <a:accent6>
          <a:srgbClr val="730073"/>
        </a:accent6>
        <a:hlink>
          <a:srgbClr val="CCCC00"/>
        </a:hlink>
        <a:folHlink>
          <a:srgbClr val="A3A274"/>
        </a:folHlink>
      </a:clrScheme>
      <a:clrMap bg1="dk2" tx1="lt1" bg2="dk1" tx2="lt2" accent1="accent1" accent2="accent2" accent3="accent3" accent4="accent4" accent5="accent5" accent6="accent6" hlink="hlink" folHlink="folHlink"/>
    </a:extraClrScheme>
    <a:extraClrScheme>
      <a:clrScheme name="演示稿（水平） 5">
        <a:dk1>
          <a:srgbClr val="CC6600"/>
        </a:dk1>
        <a:lt1>
          <a:srgbClr val="FFFFFF"/>
        </a:lt1>
        <a:dk2>
          <a:srgbClr val="4A553B"/>
        </a:dk2>
        <a:lt2>
          <a:srgbClr val="FFBF1F"/>
        </a:lt2>
        <a:accent1>
          <a:srgbClr val="FFCC00"/>
        </a:accent1>
        <a:accent2>
          <a:srgbClr val="CC9900"/>
        </a:accent2>
        <a:accent3>
          <a:srgbClr val="B1B4AF"/>
        </a:accent3>
        <a:accent4>
          <a:srgbClr val="DADADA"/>
        </a:accent4>
        <a:accent5>
          <a:srgbClr val="FFE2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演示稿（水平）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
      <a:clrScheme name="演示稿（水平） 7">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CC9900"/>
        </a:hlink>
        <a:folHlink>
          <a:srgbClr val="996633"/>
        </a:folHlink>
      </a:clrScheme>
      <a:clrMap bg1="lt1" tx1="dk1" bg2="lt2" tx2="dk2" accent1="accent1" accent2="accent2" accent3="accent3" accent4="accent4" accent5="accent5" accent6="accent6" hlink="hlink" folHlink="folHlink"/>
    </a:extraClrScheme>
    <a:extraClrScheme>
      <a:clrScheme name="演示稿（水平）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clrMap bg1="lt1" tx1="dk1" bg2="lt2" tx2="dk2" accent1="accent1" accent2="accent2" accent3="accent3" accent4="accent4" accent5="accent5" accent6="accent6" hlink="hlink" folHlink="folHlink"/>
    </a:extraClrScheme>
    <a:extraClrScheme>
      <a:clrScheme name="演示稿（水平） 9">
        <a:dk1>
          <a:srgbClr val="000000"/>
        </a:dk1>
        <a:lt1>
          <a:srgbClr val="FFFFFF"/>
        </a:lt1>
        <a:dk2>
          <a:srgbClr val="666699"/>
        </a:dk2>
        <a:lt2>
          <a:srgbClr val="FFCC00"/>
        </a:lt2>
        <a:accent1>
          <a:srgbClr val="FF9900"/>
        </a:accent1>
        <a:accent2>
          <a:srgbClr val="FF9900"/>
        </a:accent2>
        <a:accent3>
          <a:srgbClr val="FFFFFF"/>
        </a:accent3>
        <a:accent4>
          <a:srgbClr val="000000"/>
        </a:accent4>
        <a:accent5>
          <a:srgbClr val="FFCAAA"/>
        </a:accent5>
        <a:accent6>
          <a:srgbClr val="E78A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Presentation</Template>
  <TotalTime>1575</TotalTime>
  <Words>5257</Words>
  <Application>Microsoft Office PowerPoint</Application>
  <PresentationFormat>A4 纸张(210x297 毫米)</PresentationFormat>
  <Paragraphs>1278</Paragraphs>
  <Slides>58</Slides>
  <Notes>41</Notes>
  <HiddenSlides>0</HiddenSlides>
  <MMClips>0</MMClips>
  <ScaleCrop>false</ScaleCrop>
  <HeadingPairs>
    <vt:vector size="8" baseType="variant">
      <vt:variant>
        <vt:lpstr>已用的字体</vt:lpstr>
      </vt:variant>
      <vt:variant>
        <vt:i4>7</vt:i4>
      </vt:variant>
      <vt:variant>
        <vt:lpstr>主题</vt:lpstr>
      </vt:variant>
      <vt:variant>
        <vt:i4>1</vt:i4>
      </vt:variant>
      <vt:variant>
        <vt:lpstr>嵌入 OLE 服务器</vt:lpstr>
      </vt:variant>
      <vt:variant>
        <vt:i4>1</vt:i4>
      </vt:variant>
      <vt:variant>
        <vt:lpstr>幻灯片标题</vt:lpstr>
      </vt:variant>
      <vt:variant>
        <vt:i4>58</vt:i4>
      </vt:variant>
    </vt:vector>
  </HeadingPairs>
  <TitlesOfParts>
    <vt:vector size="67" baseType="lpstr">
      <vt:lpstr>黑体</vt:lpstr>
      <vt:lpstr>宋体</vt:lpstr>
      <vt:lpstr>Arial</vt:lpstr>
      <vt:lpstr>Symbol</vt:lpstr>
      <vt:lpstr>Tahoma</vt:lpstr>
      <vt:lpstr>Times New Roman</vt:lpstr>
      <vt:lpstr>Wingdings</vt:lpstr>
      <vt:lpstr>Presentation</vt:lpstr>
      <vt:lpstr>Microsoft Visio 2000/2002 Drawing</vt:lpstr>
      <vt:lpstr>第 6 章 应用层</vt:lpstr>
      <vt:lpstr>6.5  电子邮件</vt:lpstr>
      <vt:lpstr> 6.5.1  电子邮件概述</vt:lpstr>
      <vt:lpstr>电子邮件的一些标准</vt:lpstr>
      <vt:lpstr>电子邮件的最主要的组成构件 </vt:lpstr>
      <vt:lpstr>用户代理 UA (User Agent)</vt:lpstr>
      <vt:lpstr>应当注意</vt:lpstr>
      <vt:lpstr>发送和接收电子邮件的几个重要步骤</vt:lpstr>
      <vt:lpstr>发送和接收电子邮件的几个重要步骤</vt:lpstr>
      <vt:lpstr>电子邮件的组成</vt:lpstr>
      <vt:lpstr>电子邮件地址的格式</vt:lpstr>
      <vt:lpstr>6.5.2  简单邮件传送协议 SMTP </vt:lpstr>
      <vt:lpstr>SMTP 通信的三个阶段 </vt:lpstr>
      <vt:lpstr>连接建立</vt:lpstr>
      <vt:lpstr>邮件传送</vt:lpstr>
      <vt:lpstr>邮件传送</vt:lpstr>
      <vt:lpstr>连接释放</vt:lpstr>
      <vt:lpstr>6.5.3  电子邮件的信息格式 </vt:lpstr>
      <vt:lpstr>邮件内容的首部 </vt:lpstr>
      <vt:lpstr>6.5.4  邮件读取协议POP3 和 IMAP</vt:lpstr>
      <vt:lpstr>IMAP 协议</vt:lpstr>
      <vt:lpstr>IMAP 的特点</vt:lpstr>
      <vt:lpstr>POP3与IMAP的对比</vt:lpstr>
      <vt:lpstr>必须注意</vt:lpstr>
      <vt:lpstr>6.5.5  基于万维网的电子邮件</vt:lpstr>
      <vt:lpstr>6.5.6  通用互联网邮件扩充 MIME</vt:lpstr>
      <vt:lpstr>1.  MIME 概述</vt:lpstr>
      <vt:lpstr>MIME 和 SMTP 的关系 </vt:lpstr>
      <vt:lpstr>MIME 主要包括三个部分 </vt:lpstr>
      <vt:lpstr>MIME 增加 5 个新的邮件首部 </vt:lpstr>
      <vt:lpstr>2.  内容传送编码 (Content-Transfer-Encoding) </vt:lpstr>
      <vt:lpstr>quoted-printable编码</vt:lpstr>
      <vt:lpstr>base64编码</vt:lpstr>
      <vt:lpstr>base64编码</vt:lpstr>
      <vt:lpstr>3.  内容类型 </vt:lpstr>
      <vt:lpstr>MIME Content-Type 说明中的类型及子类型</vt:lpstr>
      <vt:lpstr>multipart的四种子类型</vt:lpstr>
      <vt:lpstr>multipart的四种子类型</vt:lpstr>
      <vt:lpstr>MIME邮件示例</vt:lpstr>
      <vt:lpstr>6.6  动态主机配置协议 DHCP(Dynamic Host Configuration Protocol)</vt:lpstr>
      <vt:lpstr>协议配置</vt:lpstr>
      <vt:lpstr>协议配置（续）</vt:lpstr>
      <vt:lpstr>动态主机配置协议 DHCP</vt:lpstr>
      <vt:lpstr>DHCP 使用客户服务器方式</vt:lpstr>
      <vt:lpstr>DHCP 中继代理(relay agent) </vt:lpstr>
      <vt:lpstr>DHCP 中继代理 以单播方式转发发现报文 </vt:lpstr>
      <vt:lpstr>租用期 (lease period) </vt:lpstr>
      <vt:lpstr>DHCP 协议的工作过程 </vt:lpstr>
      <vt:lpstr>DHCP 协议的工作过程 </vt:lpstr>
      <vt:lpstr>DHCP 协议的工作过程 </vt:lpstr>
      <vt:lpstr>DHCP 协议的工作过程 </vt:lpstr>
      <vt:lpstr>DHCP 协议的工作过程 </vt:lpstr>
      <vt:lpstr>DHCP 协议的工作过程 </vt:lpstr>
      <vt:lpstr>DHCP 协议的工作过程 </vt:lpstr>
      <vt:lpstr>DHCP 协议的工作过程 </vt:lpstr>
      <vt:lpstr>DHCP 协议的工作过程 </vt:lpstr>
      <vt:lpstr>DHCP 协议的工作过程 </vt:lpstr>
      <vt:lpstr>DHCP 协议的工作过程 </vt:lpstr>
    </vt:vector>
  </TitlesOfParts>
  <Company>920</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920</dc:creator>
  <cp:lastModifiedBy>a</cp:lastModifiedBy>
  <cp:revision>104</cp:revision>
  <cp:lastPrinted>2020-04-22T11:41:06Z</cp:lastPrinted>
  <dcterms:created xsi:type="dcterms:W3CDTF">2016-10-01T05:27:00Z</dcterms:created>
  <dcterms:modified xsi:type="dcterms:W3CDTF">2022-05-03T13:21:39Z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TC060874522052</vt:lpwstr>
  </property>
  <property fmtid="{D5CDD505-2E9C-101B-9397-08002B2CF9AE}" pid="3" name="KSOProductBuildVer">
    <vt:lpwstr>2052-11.3.0.8513</vt:lpwstr>
  </property>
</Properties>
</file>